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8" r:id="rId2"/>
    <p:sldId id="257" r:id="rId3"/>
    <p:sldId id="263" r:id="rId4"/>
    <p:sldId id="264" r:id="rId5"/>
    <p:sldId id="265" r:id="rId6"/>
    <p:sldId id="266" r:id="rId7"/>
    <p:sldId id="258" r:id="rId8"/>
    <p:sldId id="259" r:id="rId9"/>
    <p:sldId id="260" r:id="rId10"/>
    <p:sldId id="256" r:id="rId11"/>
    <p:sldId id="261" r:id="rId12"/>
    <p:sldId id="26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  <p:sldId id="287" r:id="rId24"/>
    <p:sldId id="288" r:id="rId25"/>
    <p:sldId id="289" r:id="rId26"/>
    <p:sldId id="290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96" r:id="rId38"/>
    <p:sldId id="291" r:id="rId39"/>
    <p:sldId id="292" r:id="rId40"/>
    <p:sldId id="293" r:id="rId41"/>
    <p:sldId id="294" r:id="rId42"/>
    <p:sldId id="295" r:id="rId43"/>
    <p:sldId id="297" r:id="rId44"/>
    <p:sldId id="303" r:id="rId45"/>
    <p:sldId id="299" r:id="rId46"/>
    <p:sldId id="300" r:id="rId47"/>
    <p:sldId id="301" r:id="rId48"/>
    <p:sldId id="298" r:id="rId49"/>
    <p:sldId id="302" r:id="rId50"/>
    <p:sldId id="304" r:id="rId51"/>
    <p:sldId id="305" r:id="rId52"/>
    <p:sldId id="306" r:id="rId53"/>
    <p:sldId id="307" r:id="rId5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734" autoAdjust="0"/>
    <p:restoredTop sz="94629" autoAdjust="0"/>
  </p:normalViewPr>
  <p:slideViewPr>
    <p:cSldViewPr>
      <p:cViewPr varScale="1">
        <p:scale>
          <a:sx n="65" d="100"/>
          <a:sy n="65" d="100"/>
        </p:scale>
        <p:origin x="-120" y="-10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14B229-887B-45EB-811E-6B05DC961B7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B090D7F1-F948-4F6A-823B-D7BF93D2A13D}">
      <dgm:prSet phldrT="[Texto]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endParaRPr lang="pt-BR" dirty="0"/>
        </a:p>
      </dgm:t>
    </dgm:pt>
    <dgm:pt modelId="{9AE584DF-049F-480E-9053-6CDFE40D27AF}" type="parTrans" cxnId="{E2F69903-D8E7-4C96-8009-F5640B40E35E}">
      <dgm:prSet/>
      <dgm:spPr/>
      <dgm:t>
        <a:bodyPr/>
        <a:lstStyle/>
        <a:p>
          <a:endParaRPr lang="pt-BR"/>
        </a:p>
      </dgm:t>
    </dgm:pt>
    <dgm:pt modelId="{50D19F61-CCF3-44AD-B469-D359C491E45F}" type="sibTrans" cxnId="{E2F69903-D8E7-4C96-8009-F5640B40E35E}">
      <dgm:prSet/>
      <dgm:spPr/>
      <dgm:t>
        <a:bodyPr/>
        <a:lstStyle/>
        <a:p>
          <a:endParaRPr lang="pt-BR"/>
        </a:p>
      </dgm:t>
    </dgm:pt>
    <dgm:pt modelId="{81558A07-991B-42BB-A8C4-1A1FFA4E5B44}">
      <dgm:prSet phldrT="[Texto]" phldr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 w="19050">
          <a:solidFill>
            <a:schemeClr val="tx1"/>
          </a:solidFill>
        </a:ln>
      </dgm:spPr>
      <dgm:t>
        <a:bodyPr/>
        <a:lstStyle/>
        <a:p>
          <a:endParaRPr lang="pt-BR" dirty="0"/>
        </a:p>
      </dgm:t>
    </dgm:pt>
    <dgm:pt modelId="{C79421F4-16B1-4535-A408-4E44F6707CC6}" type="parTrans" cxnId="{97F824B9-3B77-46CA-A9DF-E2D23A8D4ED2}">
      <dgm:prSet/>
      <dgm:spPr/>
      <dgm:t>
        <a:bodyPr/>
        <a:lstStyle/>
        <a:p>
          <a:endParaRPr lang="pt-BR"/>
        </a:p>
      </dgm:t>
    </dgm:pt>
    <dgm:pt modelId="{B061213E-6642-417E-8B25-096E50BA9A04}" type="sibTrans" cxnId="{97F824B9-3B77-46CA-A9DF-E2D23A8D4ED2}">
      <dgm:prSet/>
      <dgm:spPr/>
      <dgm:t>
        <a:bodyPr/>
        <a:lstStyle/>
        <a:p>
          <a:endParaRPr lang="pt-BR"/>
        </a:p>
      </dgm:t>
    </dgm:pt>
    <dgm:pt modelId="{F3ABCC37-D67A-4533-AE44-516E6853D207}">
      <dgm:prSet phldrT="[Texto]" phldr="1"/>
      <dgm:spPr>
        <a:ln>
          <a:solidFill>
            <a:schemeClr val="tx1"/>
          </a:solidFill>
        </a:ln>
      </dgm:spPr>
      <dgm:t>
        <a:bodyPr/>
        <a:lstStyle/>
        <a:p>
          <a:endParaRPr lang="pt-BR" dirty="0"/>
        </a:p>
      </dgm:t>
    </dgm:pt>
    <dgm:pt modelId="{F471466A-76AC-4FA0-8FC3-953781EBC8E8}" type="parTrans" cxnId="{8985C8D2-4555-4375-96EA-77B6A2A80374}">
      <dgm:prSet/>
      <dgm:spPr/>
      <dgm:t>
        <a:bodyPr/>
        <a:lstStyle/>
        <a:p>
          <a:endParaRPr lang="pt-BR"/>
        </a:p>
      </dgm:t>
    </dgm:pt>
    <dgm:pt modelId="{49AF017C-3A9F-4000-9877-AD4B4A2F1CAA}" type="sibTrans" cxnId="{8985C8D2-4555-4375-96EA-77B6A2A80374}">
      <dgm:prSet/>
      <dgm:spPr/>
      <dgm:t>
        <a:bodyPr/>
        <a:lstStyle/>
        <a:p>
          <a:endParaRPr lang="pt-BR"/>
        </a:p>
      </dgm:t>
    </dgm:pt>
    <dgm:pt modelId="{D1B08B43-BB5E-4088-9B33-C7A1B073062E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C332491F-7403-427B-BF30-7C6314E795D7}" type="parTrans" cxnId="{29A2486E-5E8C-4F78-83B5-3D976AD95627}">
      <dgm:prSet/>
      <dgm:spPr/>
      <dgm:t>
        <a:bodyPr/>
        <a:lstStyle/>
        <a:p>
          <a:endParaRPr lang="pt-BR"/>
        </a:p>
      </dgm:t>
    </dgm:pt>
    <dgm:pt modelId="{61B19307-6160-45DC-A622-8C1B14B1B12E}" type="sibTrans" cxnId="{29A2486E-5E8C-4F78-83B5-3D976AD95627}">
      <dgm:prSet/>
      <dgm:spPr/>
      <dgm:t>
        <a:bodyPr/>
        <a:lstStyle/>
        <a:p>
          <a:endParaRPr lang="pt-BR"/>
        </a:p>
      </dgm:t>
    </dgm:pt>
    <dgm:pt modelId="{524B4E51-A1B6-4A49-9469-5708D1719A6D}" type="pres">
      <dgm:prSet presAssocID="{1E14B229-887B-45EB-811E-6B05DC961B76}" presName="Name0" presStyleCnt="0">
        <dgm:presLayoutVars>
          <dgm:dir/>
          <dgm:animLvl val="lvl"/>
          <dgm:resizeHandles val="exact"/>
        </dgm:presLayoutVars>
      </dgm:prSet>
      <dgm:spPr/>
    </dgm:pt>
    <dgm:pt modelId="{21737DA0-FDA5-43D1-B997-23445093F831}" type="pres">
      <dgm:prSet presAssocID="{B090D7F1-F948-4F6A-823B-D7BF93D2A13D}" presName="Name8" presStyleCnt="0"/>
      <dgm:spPr/>
    </dgm:pt>
    <dgm:pt modelId="{1C174A32-A590-42CC-BD35-C3A2AD47FE13}" type="pres">
      <dgm:prSet presAssocID="{B090D7F1-F948-4F6A-823B-D7BF93D2A13D}" presName="level" presStyleLbl="node1" presStyleIdx="0" presStyleCnt="4" custScaleX="100570" custScaleY="100001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B13B462-491E-4679-BAC6-C59F56D92A60}" type="pres">
      <dgm:prSet presAssocID="{B090D7F1-F948-4F6A-823B-D7BF93D2A13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E9735C6-AD29-4546-8CF3-5D5ABA159C57}" type="pres">
      <dgm:prSet presAssocID="{81558A07-991B-42BB-A8C4-1A1FFA4E5B44}" presName="Name8" presStyleCnt="0"/>
      <dgm:spPr/>
    </dgm:pt>
    <dgm:pt modelId="{D87C9835-46F2-42AA-9277-9C870B8FC389}" type="pres">
      <dgm:prSet presAssocID="{81558A07-991B-42BB-A8C4-1A1FFA4E5B44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D36A23E-A487-4E87-A9C6-A170EEF380C5}" type="pres">
      <dgm:prSet presAssocID="{81558A07-991B-42BB-A8C4-1A1FFA4E5B4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6EFA7FA-9DE5-470F-B051-CB73098F017F}" type="pres">
      <dgm:prSet presAssocID="{D1B08B43-BB5E-4088-9B33-C7A1B073062E}" presName="Name8" presStyleCnt="0"/>
      <dgm:spPr/>
    </dgm:pt>
    <dgm:pt modelId="{EB880F1B-F8F7-4FF0-946D-F8DE60E4B57B}" type="pres">
      <dgm:prSet presAssocID="{D1B08B43-BB5E-4088-9B33-C7A1B073062E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6890D9E-B384-4F9C-B18E-D919B550DD6C}" type="pres">
      <dgm:prSet presAssocID="{D1B08B43-BB5E-4088-9B33-C7A1B073062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1AC2DF-0F73-4F12-A1AC-C9B5AC260F35}" type="pres">
      <dgm:prSet presAssocID="{F3ABCC37-D67A-4533-AE44-516E6853D207}" presName="Name8" presStyleCnt="0"/>
      <dgm:spPr/>
    </dgm:pt>
    <dgm:pt modelId="{E48DCF4C-5456-436B-AA94-79B55D394194}" type="pres">
      <dgm:prSet presAssocID="{F3ABCC37-D67A-4533-AE44-516E6853D207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581ED67-A494-4CFC-BC74-2DB2A21036B1}" type="pres">
      <dgm:prSet presAssocID="{F3ABCC37-D67A-4533-AE44-516E6853D20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E89A09D-04A8-456C-B0B1-A42294627A80}" type="presOf" srcId="{D1B08B43-BB5E-4088-9B33-C7A1B073062E}" destId="{EB880F1B-F8F7-4FF0-946D-F8DE60E4B57B}" srcOrd="0" destOrd="0" presId="urn:microsoft.com/office/officeart/2005/8/layout/pyramid1"/>
    <dgm:cxn modelId="{931D28F4-DADC-4B97-A3E3-EA30CD9F4555}" type="presOf" srcId="{81558A07-991B-42BB-A8C4-1A1FFA4E5B44}" destId="{D87C9835-46F2-42AA-9277-9C870B8FC389}" srcOrd="0" destOrd="0" presId="urn:microsoft.com/office/officeart/2005/8/layout/pyramid1"/>
    <dgm:cxn modelId="{799D4C4F-1D12-401E-96AF-8B8E524D7CFC}" type="presOf" srcId="{D1B08B43-BB5E-4088-9B33-C7A1B073062E}" destId="{A6890D9E-B384-4F9C-B18E-D919B550DD6C}" srcOrd="1" destOrd="0" presId="urn:microsoft.com/office/officeart/2005/8/layout/pyramid1"/>
    <dgm:cxn modelId="{61623ABD-D2E3-4EA9-B943-77259F17BE4D}" type="presOf" srcId="{81558A07-991B-42BB-A8C4-1A1FFA4E5B44}" destId="{6D36A23E-A487-4E87-A9C6-A170EEF380C5}" srcOrd="1" destOrd="0" presId="urn:microsoft.com/office/officeart/2005/8/layout/pyramid1"/>
    <dgm:cxn modelId="{97F824B9-3B77-46CA-A9DF-E2D23A8D4ED2}" srcId="{1E14B229-887B-45EB-811E-6B05DC961B76}" destId="{81558A07-991B-42BB-A8C4-1A1FFA4E5B44}" srcOrd="1" destOrd="0" parTransId="{C79421F4-16B1-4535-A408-4E44F6707CC6}" sibTransId="{B061213E-6642-417E-8B25-096E50BA9A04}"/>
    <dgm:cxn modelId="{D2E15B86-BF15-4C98-BD9A-04809A97D15D}" type="presOf" srcId="{1E14B229-887B-45EB-811E-6B05DC961B76}" destId="{524B4E51-A1B6-4A49-9469-5708D1719A6D}" srcOrd="0" destOrd="0" presId="urn:microsoft.com/office/officeart/2005/8/layout/pyramid1"/>
    <dgm:cxn modelId="{E2F69903-D8E7-4C96-8009-F5640B40E35E}" srcId="{1E14B229-887B-45EB-811E-6B05DC961B76}" destId="{B090D7F1-F948-4F6A-823B-D7BF93D2A13D}" srcOrd="0" destOrd="0" parTransId="{9AE584DF-049F-480E-9053-6CDFE40D27AF}" sibTransId="{50D19F61-CCF3-44AD-B469-D359C491E45F}"/>
    <dgm:cxn modelId="{29A2486E-5E8C-4F78-83B5-3D976AD95627}" srcId="{1E14B229-887B-45EB-811E-6B05DC961B76}" destId="{D1B08B43-BB5E-4088-9B33-C7A1B073062E}" srcOrd="2" destOrd="0" parTransId="{C332491F-7403-427B-BF30-7C6314E795D7}" sibTransId="{61B19307-6160-45DC-A622-8C1B14B1B12E}"/>
    <dgm:cxn modelId="{C0A4FAE7-E8F5-4E16-830D-B83B522ADF56}" type="presOf" srcId="{F3ABCC37-D67A-4533-AE44-516E6853D207}" destId="{0581ED67-A494-4CFC-BC74-2DB2A21036B1}" srcOrd="1" destOrd="0" presId="urn:microsoft.com/office/officeart/2005/8/layout/pyramid1"/>
    <dgm:cxn modelId="{A0332FBB-3ACA-432D-8AC4-6E64334D2702}" type="presOf" srcId="{B090D7F1-F948-4F6A-823B-D7BF93D2A13D}" destId="{1C174A32-A590-42CC-BD35-C3A2AD47FE13}" srcOrd="0" destOrd="0" presId="urn:microsoft.com/office/officeart/2005/8/layout/pyramid1"/>
    <dgm:cxn modelId="{E2800BF4-31F4-40F3-A67B-1599BF13412E}" type="presOf" srcId="{F3ABCC37-D67A-4533-AE44-516E6853D207}" destId="{E48DCF4C-5456-436B-AA94-79B55D394194}" srcOrd="0" destOrd="0" presId="urn:microsoft.com/office/officeart/2005/8/layout/pyramid1"/>
    <dgm:cxn modelId="{7DDB75AF-8079-4342-B72A-319C9A35F3F0}" type="presOf" srcId="{B090D7F1-F948-4F6A-823B-D7BF93D2A13D}" destId="{DB13B462-491E-4679-BAC6-C59F56D92A60}" srcOrd="1" destOrd="0" presId="urn:microsoft.com/office/officeart/2005/8/layout/pyramid1"/>
    <dgm:cxn modelId="{8985C8D2-4555-4375-96EA-77B6A2A80374}" srcId="{1E14B229-887B-45EB-811E-6B05DC961B76}" destId="{F3ABCC37-D67A-4533-AE44-516E6853D207}" srcOrd="3" destOrd="0" parTransId="{F471466A-76AC-4FA0-8FC3-953781EBC8E8}" sibTransId="{49AF017C-3A9F-4000-9877-AD4B4A2F1CAA}"/>
    <dgm:cxn modelId="{64619FE5-DA75-48DC-A345-2E4873D30AE0}" type="presParOf" srcId="{524B4E51-A1B6-4A49-9469-5708D1719A6D}" destId="{21737DA0-FDA5-43D1-B997-23445093F831}" srcOrd="0" destOrd="0" presId="urn:microsoft.com/office/officeart/2005/8/layout/pyramid1"/>
    <dgm:cxn modelId="{FF200458-A8AA-4DFB-8508-D0975BE117AC}" type="presParOf" srcId="{21737DA0-FDA5-43D1-B997-23445093F831}" destId="{1C174A32-A590-42CC-BD35-C3A2AD47FE13}" srcOrd="0" destOrd="0" presId="urn:microsoft.com/office/officeart/2005/8/layout/pyramid1"/>
    <dgm:cxn modelId="{0E5DC642-4D5D-40ED-B9DC-D1690A0DE607}" type="presParOf" srcId="{21737DA0-FDA5-43D1-B997-23445093F831}" destId="{DB13B462-491E-4679-BAC6-C59F56D92A60}" srcOrd="1" destOrd="0" presId="urn:microsoft.com/office/officeart/2005/8/layout/pyramid1"/>
    <dgm:cxn modelId="{38BDFE34-754A-4C6D-AAAE-F5DE4A76C89E}" type="presParOf" srcId="{524B4E51-A1B6-4A49-9469-5708D1719A6D}" destId="{7E9735C6-AD29-4546-8CF3-5D5ABA159C57}" srcOrd="1" destOrd="0" presId="urn:microsoft.com/office/officeart/2005/8/layout/pyramid1"/>
    <dgm:cxn modelId="{763E1D26-4DEB-44E5-A417-C618361245AF}" type="presParOf" srcId="{7E9735C6-AD29-4546-8CF3-5D5ABA159C57}" destId="{D87C9835-46F2-42AA-9277-9C870B8FC389}" srcOrd="0" destOrd="0" presId="urn:microsoft.com/office/officeart/2005/8/layout/pyramid1"/>
    <dgm:cxn modelId="{749261AE-068F-4548-BB33-368CD2936E40}" type="presParOf" srcId="{7E9735C6-AD29-4546-8CF3-5D5ABA159C57}" destId="{6D36A23E-A487-4E87-A9C6-A170EEF380C5}" srcOrd="1" destOrd="0" presId="urn:microsoft.com/office/officeart/2005/8/layout/pyramid1"/>
    <dgm:cxn modelId="{5FA42910-CC37-4B9A-85FE-6D85B6A0D465}" type="presParOf" srcId="{524B4E51-A1B6-4A49-9469-5708D1719A6D}" destId="{F6EFA7FA-9DE5-470F-B051-CB73098F017F}" srcOrd="2" destOrd="0" presId="urn:microsoft.com/office/officeart/2005/8/layout/pyramid1"/>
    <dgm:cxn modelId="{0AFF7595-5FB6-4053-84A5-7AE9FF01F055}" type="presParOf" srcId="{F6EFA7FA-9DE5-470F-B051-CB73098F017F}" destId="{EB880F1B-F8F7-4FF0-946D-F8DE60E4B57B}" srcOrd="0" destOrd="0" presId="urn:microsoft.com/office/officeart/2005/8/layout/pyramid1"/>
    <dgm:cxn modelId="{828C68D1-E49B-4530-AB5A-DDE3C27D537A}" type="presParOf" srcId="{F6EFA7FA-9DE5-470F-B051-CB73098F017F}" destId="{A6890D9E-B384-4F9C-B18E-D919B550DD6C}" srcOrd="1" destOrd="0" presId="urn:microsoft.com/office/officeart/2005/8/layout/pyramid1"/>
    <dgm:cxn modelId="{E7CCA437-AC62-4D2A-8857-B54253F27E6A}" type="presParOf" srcId="{524B4E51-A1B6-4A49-9469-5708D1719A6D}" destId="{E21AC2DF-0F73-4F12-A1AC-C9B5AC260F35}" srcOrd="3" destOrd="0" presId="urn:microsoft.com/office/officeart/2005/8/layout/pyramid1"/>
    <dgm:cxn modelId="{49A23A7B-1C58-464B-AFBC-5C965315AB3B}" type="presParOf" srcId="{E21AC2DF-0F73-4F12-A1AC-C9B5AC260F35}" destId="{E48DCF4C-5456-436B-AA94-79B55D394194}" srcOrd="0" destOrd="0" presId="urn:microsoft.com/office/officeart/2005/8/layout/pyramid1"/>
    <dgm:cxn modelId="{9C93B53A-A19B-4A26-8EAD-3811A6C2806A}" type="presParOf" srcId="{E21AC2DF-0F73-4F12-A1AC-C9B5AC260F35}" destId="{0581ED67-A494-4CFC-BC74-2DB2A21036B1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Imposto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951FB6D7-CE89-4212-9646-83C11BFDA7B8}">
      <dgm:prSet phldrT="[Texto]"/>
      <dgm:spPr/>
      <dgm:t>
        <a:bodyPr/>
        <a:lstStyle/>
        <a:p>
          <a:r>
            <a:rPr lang="pt-BR" dirty="0" smtClean="0"/>
            <a:t>Prestação de Serviço</a:t>
          </a:r>
          <a:endParaRPr lang="pt-BR" dirty="0"/>
        </a:p>
      </dgm:t>
    </dgm:pt>
    <dgm:pt modelId="{781270D7-77AE-4351-9889-97B0A207FBA5}" type="parTrans" cxnId="{6F955B5B-4B75-4E61-8D8B-A98B6BB36190}">
      <dgm:prSet/>
      <dgm:spPr/>
      <dgm:t>
        <a:bodyPr/>
        <a:lstStyle/>
        <a:p>
          <a:endParaRPr lang="pt-BR"/>
        </a:p>
      </dgm:t>
    </dgm:pt>
    <dgm:pt modelId="{8FBC0A73-C475-4D1B-AA81-E7B35E47438B}" type="sibTrans" cxnId="{6F955B5B-4B75-4E61-8D8B-A98B6BB36190}">
      <dgm:prSet/>
      <dgm:spPr/>
      <dgm:t>
        <a:bodyPr/>
        <a:lstStyle/>
        <a:p>
          <a:endParaRPr lang="pt-BR"/>
        </a:p>
      </dgm:t>
    </dgm:pt>
    <dgm:pt modelId="{1D8509EC-2427-4DCC-A504-73CC83A76733}">
      <dgm:prSet phldrT="[Texto]"/>
      <dgm:spPr/>
      <dgm:t>
        <a:bodyPr/>
        <a:lstStyle/>
        <a:p>
          <a:r>
            <a:rPr lang="pt-BR" dirty="0" smtClean="0"/>
            <a:t>Oneroso</a:t>
          </a:r>
          <a:endParaRPr lang="pt-BR" dirty="0"/>
        </a:p>
      </dgm:t>
    </dgm:pt>
    <dgm:pt modelId="{36C09574-16B0-4859-BC9B-91E16C6DBA9D}" type="parTrans" cxnId="{19589CFA-626F-489A-93CD-1023EDBB3FE0}">
      <dgm:prSet/>
      <dgm:spPr/>
      <dgm:t>
        <a:bodyPr/>
        <a:lstStyle/>
        <a:p>
          <a:endParaRPr lang="pt-BR"/>
        </a:p>
      </dgm:t>
    </dgm:pt>
    <dgm:pt modelId="{7BF32056-F6F3-4D49-A319-CE489A05F8B3}" type="sibTrans" cxnId="{19589CFA-626F-489A-93CD-1023EDBB3FE0}">
      <dgm:prSet/>
      <dgm:spPr/>
      <dgm:t>
        <a:bodyPr/>
        <a:lstStyle/>
        <a:p>
          <a:endParaRPr lang="pt-BR"/>
        </a:p>
      </dgm:t>
    </dgm:pt>
    <dgm:pt modelId="{40EDE1F0-9DB7-4FFA-A031-8A1B8ED26076}">
      <dgm:prSet phldrT="[Texto]"/>
      <dgm:spPr/>
      <dgm:t>
        <a:bodyPr/>
        <a:lstStyle/>
        <a:p>
          <a:r>
            <a:rPr lang="pt-BR" dirty="0" smtClean="0"/>
            <a:t>Circulação</a:t>
          </a:r>
          <a:endParaRPr lang="pt-BR" dirty="0"/>
        </a:p>
      </dgm:t>
    </dgm:pt>
    <dgm:pt modelId="{411FF429-E600-4C27-BBDC-4614D7009189}" type="parTrans" cxnId="{A2A2E319-6993-4D7C-A3B9-E813CA92F736}">
      <dgm:prSet/>
      <dgm:spPr/>
      <dgm:t>
        <a:bodyPr/>
        <a:lstStyle/>
        <a:p>
          <a:endParaRPr lang="pt-BR"/>
        </a:p>
      </dgm:t>
    </dgm:pt>
    <dgm:pt modelId="{4E3C64CC-E919-4047-B888-5E213EB04676}" type="sibTrans" cxnId="{A2A2E319-6993-4D7C-A3B9-E813CA92F736}">
      <dgm:prSet/>
      <dgm:spPr/>
      <dgm:t>
        <a:bodyPr/>
        <a:lstStyle/>
        <a:p>
          <a:endParaRPr lang="pt-BR"/>
        </a:p>
      </dgm:t>
    </dgm:pt>
    <dgm:pt modelId="{6D813E52-9E83-46DF-8839-DBF0FEF56AE0}">
      <dgm:prSet phldrT="[Texto]"/>
      <dgm:spPr/>
      <dgm:t>
        <a:bodyPr/>
        <a:lstStyle/>
        <a:p>
          <a:r>
            <a:rPr lang="pt-BR" dirty="0" smtClean="0"/>
            <a:t>Energia Elétrica</a:t>
          </a:r>
          <a:endParaRPr lang="pt-BR" dirty="0"/>
        </a:p>
      </dgm:t>
    </dgm:pt>
    <dgm:pt modelId="{33D78A81-E114-43C3-A166-E00CC0BEBD24}" type="parTrans" cxnId="{4CB38BF7-45CC-478B-B7DC-FF6E6A9C42EA}">
      <dgm:prSet/>
      <dgm:spPr/>
      <dgm:t>
        <a:bodyPr/>
        <a:lstStyle/>
        <a:p>
          <a:endParaRPr lang="pt-BR"/>
        </a:p>
      </dgm:t>
    </dgm:pt>
    <dgm:pt modelId="{507FB3C9-CF11-4DE9-88F9-BD01B0804491}" type="sibTrans" cxnId="{4CB38BF7-45CC-478B-B7DC-FF6E6A9C42EA}">
      <dgm:prSet/>
      <dgm:spPr/>
      <dgm:t>
        <a:bodyPr/>
        <a:lstStyle/>
        <a:p>
          <a:endParaRPr lang="pt-BR"/>
        </a:p>
      </dgm:t>
    </dgm:pt>
    <dgm:pt modelId="{2FE909BD-BCDA-47C2-9659-B13002F31FBB}">
      <dgm:prSet/>
      <dgm:spPr/>
      <dgm:t>
        <a:bodyPr/>
        <a:lstStyle/>
        <a:p>
          <a:r>
            <a:rPr lang="pt-BR" dirty="0" smtClean="0"/>
            <a:t>Interestadual</a:t>
          </a:r>
          <a:endParaRPr lang="pt-BR" dirty="0"/>
        </a:p>
      </dgm:t>
    </dgm:pt>
    <dgm:pt modelId="{009D7102-81F2-4458-9C70-80EA312A89B1}" type="parTrans" cxnId="{2BE3F6BC-0E74-4EAE-80F0-23A35700F837}">
      <dgm:prSet/>
      <dgm:spPr/>
      <dgm:t>
        <a:bodyPr/>
        <a:lstStyle/>
        <a:p>
          <a:endParaRPr lang="pt-BR"/>
        </a:p>
      </dgm:t>
    </dgm:pt>
    <dgm:pt modelId="{DEC6004F-D6DA-41B3-A49D-6C8A67C39EF9}" type="sibTrans" cxnId="{2BE3F6BC-0E74-4EAE-80F0-23A35700F837}">
      <dgm:prSet/>
      <dgm:spPr/>
      <dgm:t>
        <a:bodyPr/>
        <a:lstStyle/>
        <a:p>
          <a:endParaRPr lang="pt-BR"/>
        </a:p>
      </dgm:t>
    </dgm:pt>
    <dgm:pt modelId="{7E2C2C5F-97E2-4A49-AAB3-B9E0AE557756}">
      <dgm:prSet/>
      <dgm:spPr/>
      <dgm:t>
        <a:bodyPr/>
        <a:lstStyle/>
        <a:p>
          <a:r>
            <a:rPr lang="pt-BR" dirty="0" smtClean="0"/>
            <a:t>Transporte</a:t>
          </a:r>
          <a:endParaRPr lang="pt-BR" dirty="0"/>
        </a:p>
      </dgm:t>
    </dgm:pt>
    <dgm:pt modelId="{4A1C48C7-B0AE-4903-ABA9-1C220470D669}" type="parTrans" cxnId="{DEBF545A-D19D-438A-AE75-3FE901F22985}">
      <dgm:prSet/>
      <dgm:spPr/>
      <dgm:t>
        <a:bodyPr/>
        <a:lstStyle/>
        <a:p>
          <a:endParaRPr lang="pt-BR"/>
        </a:p>
      </dgm:t>
    </dgm:pt>
    <dgm:pt modelId="{FE263668-81E1-4370-BB7A-2AFDEF844F71}" type="sibTrans" cxnId="{DEBF545A-D19D-438A-AE75-3FE901F22985}">
      <dgm:prSet/>
      <dgm:spPr/>
      <dgm:t>
        <a:bodyPr/>
        <a:lstStyle/>
        <a:p>
          <a:endParaRPr lang="pt-BR"/>
        </a:p>
      </dgm:t>
    </dgm:pt>
    <dgm:pt modelId="{13B13BD8-2046-47AA-B07E-47980E088BB0}">
      <dgm:prSet/>
      <dgm:spPr/>
      <dgm:t>
        <a:bodyPr/>
        <a:lstStyle/>
        <a:p>
          <a:r>
            <a:rPr lang="pt-BR" dirty="0" smtClean="0"/>
            <a:t>Intermunicipal</a:t>
          </a:r>
          <a:endParaRPr lang="pt-BR" dirty="0"/>
        </a:p>
      </dgm:t>
    </dgm:pt>
    <dgm:pt modelId="{D7A6C50D-EBF9-4B98-9731-E3097BECB42C}" type="parTrans" cxnId="{1112B1AB-BF58-4071-BD52-0AC9309F52BF}">
      <dgm:prSet/>
      <dgm:spPr/>
      <dgm:t>
        <a:bodyPr/>
        <a:lstStyle/>
        <a:p>
          <a:endParaRPr lang="pt-BR"/>
        </a:p>
      </dgm:t>
    </dgm:pt>
    <dgm:pt modelId="{CE6F61AE-E1FF-4244-A20C-03EC5751C210}" type="sibTrans" cxnId="{1112B1AB-BF58-4071-BD52-0AC9309F52BF}">
      <dgm:prSet/>
      <dgm:spPr/>
      <dgm:t>
        <a:bodyPr/>
        <a:lstStyle/>
        <a:p>
          <a:endParaRPr lang="pt-BR"/>
        </a:p>
      </dgm:t>
    </dgm:pt>
    <dgm:pt modelId="{14BCDA04-0436-4F81-B344-EE81310BA207}">
      <dgm:prSet/>
      <dgm:spPr/>
      <dgm:t>
        <a:bodyPr/>
        <a:lstStyle/>
        <a:p>
          <a:r>
            <a:rPr lang="pt-BR" dirty="0" smtClean="0"/>
            <a:t>Mercadorias</a:t>
          </a:r>
          <a:endParaRPr lang="pt-BR" dirty="0"/>
        </a:p>
      </dgm:t>
    </dgm:pt>
    <dgm:pt modelId="{D2EDE311-109A-4EC2-9520-0AB535AE5CC9}" type="parTrans" cxnId="{AF08E953-15A2-42BC-B0B4-B966F2DCF4E5}">
      <dgm:prSet/>
      <dgm:spPr/>
      <dgm:t>
        <a:bodyPr/>
        <a:lstStyle/>
        <a:p>
          <a:endParaRPr lang="pt-BR"/>
        </a:p>
      </dgm:t>
    </dgm:pt>
    <dgm:pt modelId="{29BF1770-E4F4-4BF2-AFC9-001AD12B8D12}" type="sibTrans" cxnId="{AF08E953-15A2-42BC-B0B4-B966F2DCF4E5}">
      <dgm:prSet/>
      <dgm:spPr/>
      <dgm:t>
        <a:bodyPr/>
        <a:lstStyle/>
        <a:p>
          <a:endParaRPr lang="pt-BR"/>
        </a:p>
      </dgm:t>
    </dgm:pt>
    <dgm:pt modelId="{6B84B910-557E-479A-BAF1-D1A16FB77186}">
      <dgm:prSet/>
      <dgm:spPr/>
      <dgm:t>
        <a:bodyPr/>
        <a:lstStyle/>
        <a:p>
          <a:r>
            <a:rPr lang="pt-BR" dirty="0" smtClean="0"/>
            <a:t>Comunicação</a:t>
          </a:r>
          <a:endParaRPr lang="pt-BR" dirty="0"/>
        </a:p>
      </dgm:t>
    </dgm:pt>
    <dgm:pt modelId="{55832E2F-B6DD-4CAE-99DF-10BB73BCB308}" type="parTrans" cxnId="{9E86ADF6-8311-48A8-A2A8-57AD0B4E5A7B}">
      <dgm:prSet/>
      <dgm:spPr/>
      <dgm:t>
        <a:bodyPr/>
        <a:lstStyle/>
        <a:p>
          <a:endParaRPr lang="pt-BR"/>
        </a:p>
      </dgm:t>
    </dgm:pt>
    <dgm:pt modelId="{3B9FC31E-48C6-457E-8BC0-BB56CB0919CC}" type="sibTrans" cxnId="{9E86ADF6-8311-48A8-A2A8-57AD0B4E5A7B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697A1029-EB45-459A-9DF0-2C88B8D56135}" type="pres">
      <dgm:prSet presAssocID="{781270D7-77AE-4351-9889-97B0A207FBA5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AF770FD9-5643-488C-9316-072E53247B9F}" type="pres">
      <dgm:prSet presAssocID="{781270D7-77AE-4351-9889-97B0A207FBA5}" presName="connTx" presStyleLbl="parChTrans1D2" presStyleIdx="0" presStyleCnt="2"/>
      <dgm:spPr/>
      <dgm:t>
        <a:bodyPr/>
        <a:lstStyle/>
        <a:p>
          <a:endParaRPr lang="pt-BR"/>
        </a:p>
      </dgm:t>
    </dgm:pt>
    <dgm:pt modelId="{36554031-78E1-43CF-817A-2E928B41EEB6}" type="pres">
      <dgm:prSet presAssocID="{951FB6D7-CE89-4212-9646-83C11BFDA7B8}" presName="root2" presStyleCnt="0"/>
      <dgm:spPr/>
    </dgm:pt>
    <dgm:pt modelId="{AAEE8041-D978-4E04-810D-DD7BF7830B4B}" type="pres">
      <dgm:prSet presAssocID="{951FB6D7-CE89-4212-9646-83C11BFDA7B8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FD2EDD5-0EB3-4A81-9BBA-3AA2F485C067}" type="pres">
      <dgm:prSet presAssocID="{951FB6D7-CE89-4212-9646-83C11BFDA7B8}" presName="level3hierChild" presStyleCnt="0"/>
      <dgm:spPr/>
    </dgm:pt>
    <dgm:pt modelId="{185FD1FF-7049-496A-B44E-0E5CD50B6A91}" type="pres">
      <dgm:prSet presAssocID="{4A1C48C7-B0AE-4903-ABA9-1C220470D669}" presName="conn2-1" presStyleLbl="parChTrans1D3" presStyleIdx="0" presStyleCnt="3"/>
      <dgm:spPr/>
      <dgm:t>
        <a:bodyPr/>
        <a:lstStyle/>
        <a:p>
          <a:endParaRPr lang="pt-BR"/>
        </a:p>
      </dgm:t>
    </dgm:pt>
    <dgm:pt modelId="{6F41047F-42FF-47B7-8D85-BAFCBA39A7CB}" type="pres">
      <dgm:prSet presAssocID="{4A1C48C7-B0AE-4903-ABA9-1C220470D669}" presName="connTx" presStyleLbl="parChTrans1D3" presStyleIdx="0" presStyleCnt="3"/>
      <dgm:spPr/>
      <dgm:t>
        <a:bodyPr/>
        <a:lstStyle/>
        <a:p>
          <a:endParaRPr lang="pt-BR"/>
        </a:p>
      </dgm:t>
    </dgm:pt>
    <dgm:pt modelId="{C043E076-000D-405B-84A0-628A39E4E0CE}" type="pres">
      <dgm:prSet presAssocID="{7E2C2C5F-97E2-4A49-AAB3-B9E0AE557756}" presName="root2" presStyleCnt="0"/>
      <dgm:spPr/>
    </dgm:pt>
    <dgm:pt modelId="{8A3633CC-C101-47DD-B4A3-EF11897A6BEB}" type="pres">
      <dgm:prSet presAssocID="{7E2C2C5F-97E2-4A49-AAB3-B9E0AE557756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CF54FC3-8776-403E-B374-E5002BD095EC}" type="pres">
      <dgm:prSet presAssocID="{7E2C2C5F-97E2-4A49-AAB3-B9E0AE557756}" presName="level3hierChild" presStyleCnt="0"/>
      <dgm:spPr/>
    </dgm:pt>
    <dgm:pt modelId="{403349C7-5F08-477B-A077-A4BB08CD6AB0}" type="pres">
      <dgm:prSet presAssocID="{D7A6C50D-EBF9-4B98-9731-E3097BECB42C}" presName="conn2-1" presStyleLbl="parChTrans1D4" presStyleIdx="0" presStyleCnt="4"/>
      <dgm:spPr/>
      <dgm:t>
        <a:bodyPr/>
        <a:lstStyle/>
        <a:p>
          <a:endParaRPr lang="pt-BR"/>
        </a:p>
      </dgm:t>
    </dgm:pt>
    <dgm:pt modelId="{4D674565-994D-4BF1-A748-2088392F56D3}" type="pres">
      <dgm:prSet presAssocID="{D7A6C50D-EBF9-4B98-9731-E3097BECB42C}" presName="connTx" presStyleLbl="parChTrans1D4" presStyleIdx="0" presStyleCnt="4"/>
      <dgm:spPr/>
      <dgm:t>
        <a:bodyPr/>
        <a:lstStyle/>
        <a:p>
          <a:endParaRPr lang="pt-BR"/>
        </a:p>
      </dgm:t>
    </dgm:pt>
    <dgm:pt modelId="{6E0424B1-EC0F-4297-9220-1930D9DDD11D}" type="pres">
      <dgm:prSet presAssocID="{13B13BD8-2046-47AA-B07E-47980E088BB0}" presName="root2" presStyleCnt="0"/>
      <dgm:spPr/>
    </dgm:pt>
    <dgm:pt modelId="{ECC02141-8A79-4561-838C-2D37202B7930}" type="pres">
      <dgm:prSet presAssocID="{13B13BD8-2046-47AA-B07E-47980E088BB0}" presName="LevelTwoTextNode" presStyleLbl="node4" presStyleIdx="0" presStyleCnt="4" custLinFactNeighborX="-182" custLinFactNeighborY="-4437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E1AF5EB-913B-4E1F-A0F2-B47FA28965B8}" type="pres">
      <dgm:prSet presAssocID="{13B13BD8-2046-47AA-B07E-47980E088BB0}" presName="level3hierChild" presStyleCnt="0"/>
      <dgm:spPr/>
    </dgm:pt>
    <dgm:pt modelId="{EA46ED5C-7A48-4179-B45A-5EC46056D9A9}" type="pres">
      <dgm:prSet presAssocID="{009D7102-81F2-4458-9C70-80EA312A89B1}" presName="conn2-1" presStyleLbl="parChTrans1D4" presStyleIdx="1" presStyleCnt="4"/>
      <dgm:spPr/>
      <dgm:t>
        <a:bodyPr/>
        <a:lstStyle/>
        <a:p>
          <a:endParaRPr lang="pt-BR"/>
        </a:p>
      </dgm:t>
    </dgm:pt>
    <dgm:pt modelId="{DBF29612-DB4C-4C69-B2F2-2383F5A719E8}" type="pres">
      <dgm:prSet presAssocID="{009D7102-81F2-4458-9C70-80EA312A89B1}" presName="connTx" presStyleLbl="parChTrans1D4" presStyleIdx="1" presStyleCnt="4"/>
      <dgm:spPr/>
      <dgm:t>
        <a:bodyPr/>
        <a:lstStyle/>
        <a:p>
          <a:endParaRPr lang="pt-BR"/>
        </a:p>
      </dgm:t>
    </dgm:pt>
    <dgm:pt modelId="{5E35ECCA-DCB7-46D1-9D82-B3736DBBEEF2}" type="pres">
      <dgm:prSet presAssocID="{2FE909BD-BCDA-47C2-9659-B13002F31FBB}" presName="root2" presStyleCnt="0"/>
      <dgm:spPr/>
    </dgm:pt>
    <dgm:pt modelId="{A302F7F2-FCCE-4375-A975-EED125CA5711}" type="pres">
      <dgm:prSet presAssocID="{2FE909BD-BCDA-47C2-9659-B13002F31FBB}" presName="LevelTwoTextNode" presStyleLbl="node4" presStyleIdx="1" presStyleCnt="4" custScaleX="103343" custLinFactNeighborX="-182" custLinFactNeighborY="-111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43D8DC3-33AA-49F6-BA6E-FB9FF3CD1706}" type="pres">
      <dgm:prSet presAssocID="{2FE909BD-BCDA-47C2-9659-B13002F31FBB}" presName="level3hierChild" presStyleCnt="0"/>
      <dgm:spPr/>
    </dgm:pt>
    <dgm:pt modelId="{33BEE85C-6E6E-44DF-8934-FDACA978E8AA}" type="pres">
      <dgm:prSet presAssocID="{55832E2F-B6DD-4CAE-99DF-10BB73BCB308}" presName="conn2-1" presStyleLbl="parChTrans1D3" presStyleIdx="1" presStyleCnt="3"/>
      <dgm:spPr/>
      <dgm:t>
        <a:bodyPr/>
        <a:lstStyle/>
        <a:p>
          <a:endParaRPr lang="pt-BR"/>
        </a:p>
      </dgm:t>
    </dgm:pt>
    <dgm:pt modelId="{873162F7-780E-4825-B35F-E0C6FE0EF477}" type="pres">
      <dgm:prSet presAssocID="{55832E2F-B6DD-4CAE-99DF-10BB73BCB308}" presName="connTx" presStyleLbl="parChTrans1D3" presStyleIdx="1" presStyleCnt="3"/>
      <dgm:spPr/>
      <dgm:t>
        <a:bodyPr/>
        <a:lstStyle/>
        <a:p>
          <a:endParaRPr lang="pt-BR"/>
        </a:p>
      </dgm:t>
    </dgm:pt>
    <dgm:pt modelId="{229D4CFC-B638-4840-B6EE-EB9CA8FE7287}" type="pres">
      <dgm:prSet presAssocID="{6B84B910-557E-479A-BAF1-D1A16FB77186}" presName="root2" presStyleCnt="0"/>
      <dgm:spPr/>
    </dgm:pt>
    <dgm:pt modelId="{D712D8ED-09B9-4792-87EA-17D1F9D136DA}" type="pres">
      <dgm:prSet presAssocID="{6B84B910-557E-479A-BAF1-D1A16FB77186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8D177FA-597E-45A6-9E79-1D1F053ECF55}" type="pres">
      <dgm:prSet presAssocID="{6B84B910-557E-479A-BAF1-D1A16FB77186}" presName="level3hierChild" presStyleCnt="0"/>
      <dgm:spPr/>
    </dgm:pt>
    <dgm:pt modelId="{8F50F809-B0C8-4205-8CA2-DF32CC45F84E}" type="pres">
      <dgm:prSet presAssocID="{36C09574-16B0-4859-BC9B-91E16C6DBA9D}" presName="conn2-1" presStyleLbl="parChTrans1D4" presStyleIdx="2" presStyleCnt="4"/>
      <dgm:spPr/>
      <dgm:t>
        <a:bodyPr/>
        <a:lstStyle/>
        <a:p>
          <a:endParaRPr lang="pt-BR"/>
        </a:p>
      </dgm:t>
    </dgm:pt>
    <dgm:pt modelId="{54E5162B-ABC9-4EF9-B195-91AB58BF3FFA}" type="pres">
      <dgm:prSet presAssocID="{36C09574-16B0-4859-BC9B-91E16C6DBA9D}" presName="connTx" presStyleLbl="parChTrans1D4" presStyleIdx="2" presStyleCnt="4"/>
      <dgm:spPr/>
      <dgm:t>
        <a:bodyPr/>
        <a:lstStyle/>
        <a:p>
          <a:endParaRPr lang="pt-BR"/>
        </a:p>
      </dgm:t>
    </dgm:pt>
    <dgm:pt modelId="{AE021ADD-B0E0-4976-B5E7-05FB45CC7D02}" type="pres">
      <dgm:prSet presAssocID="{1D8509EC-2427-4DCC-A504-73CC83A76733}" presName="root2" presStyleCnt="0"/>
      <dgm:spPr/>
    </dgm:pt>
    <dgm:pt modelId="{D3C30BB2-B215-4F07-8A2C-DAE98195AEDB}" type="pres">
      <dgm:prSet presAssocID="{1D8509EC-2427-4DCC-A504-73CC83A76733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4FE45DA-5680-4784-8A1B-7E4C45D46975}" type="pres">
      <dgm:prSet presAssocID="{1D8509EC-2427-4DCC-A504-73CC83A76733}" presName="level3hierChild" presStyleCnt="0"/>
      <dgm:spPr/>
    </dgm:pt>
    <dgm:pt modelId="{44AC5E3C-E60F-410C-901F-89A90194580B}" type="pres">
      <dgm:prSet presAssocID="{411FF429-E600-4C27-BBDC-4614D7009189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44C58C4D-6CC9-4905-9AB6-8C6E4563D0BD}" type="pres">
      <dgm:prSet presAssocID="{411FF429-E600-4C27-BBDC-4614D7009189}" presName="connTx" presStyleLbl="parChTrans1D2" presStyleIdx="1" presStyleCnt="2"/>
      <dgm:spPr/>
      <dgm:t>
        <a:bodyPr/>
        <a:lstStyle/>
        <a:p>
          <a:endParaRPr lang="pt-BR"/>
        </a:p>
      </dgm:t>
    </dgm:pt>
    <dgm:pt modelId="{D14BF737-0221-486E-98B2-26872715D013}" type="pres">
      <dgm:prSet presAssocID="{40EDE1F0-9DB7-4FFA-A031-8A1B8ED26076}" presName="root2" presStyleCnt="0"/>
      <dgm:spPr/>
    </dgm:pt>
    <dgm:pt modelId="{A3FB66F1-7E70-48F5-BA8E-ABE481685516}" type="pres">
      <dgm:prSet presAssocID="{40EDE1F0-9DB7-4FFA-A031-8A1B8ED26076}" presName="LevelTwoTextNode" presStyleLbl="node2" presStyleIdx="1" presStyleCnt="2" custLinFactNeighborX="11" custLinFactNeighborY="2576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477341-7836-4CE4-AF0C-A4A54D45FE0D}" type="pres">
      <dgm:prSet presAssocID="{40EDE1F0-9DB7-4FFA-A031-8A1B8ED26076}" presName="level3hierChild" presStyleCnt="0"/>
      <dgm:spPr/>
    </dgm:pt>
    <dgm:pt modelId="{5A9873F7-1B7B-453C-8C5D-4AECE003DE93}" type="pres">
      <dgm:prSet presAssocID="{D2EDE311-109A-4EC2-9520-0AB535AE5CC9}" presName="conn2-1" presStyleLbl="parChTrans1D3" presStyleIdx="2" presStyleCnt="3"/>
      <dgm:spPr/>
      <dgm:t>
        <a:bodyPr/>
        <a:lstStyle/>
        <a:p>
          <a:endParaRPr lang="pt-BR"/>
        </a:p>
      </dgm:t>
    </dgm:pt>
    <dgm:pt modelId="{987834E6-8169-4662-91BF-08EBBFA02EF9}" type="pres">
      <dgm:prSet presAssocID="{D2EDE311-109A-4EC2-9520-0AB535AE5CC9}" presName="connTx" presStyleLbl="parChTrans1D3" presStyleIdx="2" presStyleCnt="3"/>
      <dgm:spPr/>
      <dgm:t>
        <a:bodyPr/>
        <a:lstStyle/>
        <a:p>
          <a:endParaRPr lang="pt-BR"/>
        </a:p>
      </dgm:t>
    </dgm:pt>
    <dgm:pt modelId="{2E821A60-E08F-45C1-A21A-EFE5BC02C1A0}" type="pres">
      <dgm:prSet presAssocID="{14BCDA04-0436-4F81-B344-EE81310BA207}" presName="root2" presStyleCnt="0"/>
      <dgm:spPr/>
    </dgm:pt>
    <dgm:pt modelId="{0CF13AE2-E376-49DB-B087-A048AE36B563}" type="pres">
      <dgm:prSet presAssocID="{14BCDA04-0436-4F81-B344-EE81310BA207}" presName="LevelTwoTextNode" presStyleLbl="node3" presStyleIdx="2" presStyleCnt="3" custLinFactNeighborX="1440" custLinFactNeighborY="2576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D3846F2-3561-4F67-A3ED-F6C47644217E}" type="pres">
      <dgm:prSet presAssocID="{14BCDA04-0436-4F81-B344-EE81310BA207}" presName="level3hierChild" presStyleCnt="0"/>
      <dgm:spPr/>
    </dgm:pt>
    <dgm:pt modelId="{364484FD-1B08-45B1-9389-52379D1CA3B2}" type="pres">
      <dgm:prSet presAssocID="{33D78A81-E114-43C3-A166-E00CC0BEBD24}" presName="conn2-1" presStyleLbl="parChTrans1D4" presStyleIdx="3" presStyleCnt="4"/>
      <dgm:spPr/>
      <dgm:t>
        <a:bodyPr/>
        <a:lstStyle/>
        <a:p>
          <a:endParaRPr lang="pt-BR"/>
        </a:p>
      </dgm:t>
    </dgm:pt>
    <dgm:pt modelId="{F12DCEA7-79EE-471A-9286-A51092A08C8A}" type="pres">
      <dgm:prSet presAssocID="{33D78A81-E114-43C3-A166-E00CC0BEBD24}" presName="connTx" presStyleLbl="parChTrans1D4" presStyleIdx="3" presStyleCnt="4"/>
      <dgm:spPr/>
      <dgm:t>
        <a:bodyPr/>
        <a:lstStyle/>
        <a:p>
          <a:endParaRPr lang="pt-BR"/>
        </a:p>
      </dgm:t>
    </dgm:pt>
    <dgm:pt modelId="{C63B89DD-5368-4DAF-A6E5-B2AD4B8F35C4}" type="pres">
      <dgm:prSet presAssocID="{6D813E52-9E83-46DF-8839-DBF0FEF56AE0}" presName="root2" presStyleCnt="0"/>
      <dgm:spPr/>
    </dgm:pt>
    <dgm:pt modelId="{76B48470-DD3B-4EF8-8404-A899A7470652}" type="pres">
      <dgm:prSet presAssocID="{6D813E52-9E83-46DF-8839-DBF0FEF56AE0}" presName="LevelTwoTextNode" presStyleLbl="node4" presStyleIdx="3" presStyleCnt="4" custLinFactNeighborX="-182" custLinFactNeighborY="2576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0873AEA-8CC4-404C-B653-7A8AF9991AB5}" type="pres">
      <dgm:prSet presAssocID="{6D813E52-9E83-46DF-8839-DBF0FEF56AE0}" presName="level3hierChild" presStyleCnt="0"/>
      <dgm:spPr/>
    </dgm:pt>
  </dgm:ptLst>
  <dgm:cxnLst>
    <dgm:cxn modelId="{4CB38BF7-45CC-478B-B7DC-FF6E6A9C42EA}" srcId="{14BCDA04-0436-4F81-B344-EE81310BA207}" destId="{6D813E52-9E83-46DF-8839-DBF0FEF56AE0}" srcOrd="0" destOrd="0" parTransId="{33D78A81-E114-43C3-A166-E00CC0BEBD24}" sibTransId="{507FB3C9-CF11-4DE9-88F9-BD01B0804491}"/>
    <dgm:cxn modelId="{034EB811-4D6D-42D2-BAA7-1589E7A00E01}" type="presOf" srcId="{33D78A81-E114-43C3-A166-E00CC0BEBD24}" destId="{F12DCEA7-79EE-471A-9286-A51092A08C8A}" srcOrd="1" destOrd="0" presId="urn:microsoft.com/office/officeart/2005/8/layout/hierarchy2"/>
    <dgm:cxn modelId="{86C99488-ECB7-4B18-83E6-37AE313AB76A}" type="presOf" srcId="{6D813E52-9E83-46DF-8839-DBF0FEF56AE0}" destId="{76B48470-DD3B-4EF8-8404-A899A7470652}" srcOrd="0" destOrd="0" presId="urn:microsoft.com/office/officeart/2005/8/layout/hierarchy2"/>
    <dgm:cxn modelId="{3134EDEB-1239-4A4B-9045-AC9B2B4C9F37}" type="presOf" srcId="{40EDE1F0-9DB7-4FFA-A031-8A1B8ED26076}" destId="{A3FB66F1-7E70-48F5-BA8E-ABE481685516}" srcOrd="0" destOrd="0" presId="urn:microsoft.com/office/officeart/2005/8/layout/hierarchy2"/>
    <dgm:cxn modelId="{4937CD14-F926-4549-ADBE-A8EF3C7D3F45}" type="presOf" srcId="{55832E2F-B6DD-4CAE-99DF-10BB73BCB308}" destId="{873162F7-780E-4825-B35F-E0C6FE0EF477}" srcOrd="1" destOrd="0" presId="urn:microsoft.com/office/officeart/2005/8/layout/hierarchy2"/>
    <dgm:cxn modelId="{5B2F15D6-7E53-419A-8947-8465F47A5F28}" type="presOf" srcId="{3DED9555-CA6D-410A-8302-BA00BB5DCAC1}" destId="{C0C4E4E9-A144-4BBC-BF79-A7EB154405DA}" srcOrd="0" destOrd="0" presId="urn:microsoft.com/office/officeart/2005/8/layout/hierarchy2"/>
    <dgm:cxn modelId="{03E056A5-023D-41E0-9892-317B10AB8C2F}" type="presOf" srcId="{2FE909BD-BCDA-47C2-9659-B13002F31FBB}" destId="{A302F7F2-FCCE-4375-A975-EED125CA5711}" srcOrd="0" destOrd="0" presId="urn:microsoft.com/office/officeart/2005/8/layout/hierarchy2"/>
    <dgm:cxn modelId="{6D8EA74C-F2EA-4B16-B07A-81CFF373BECE}" type="presOf" srcId="{411FF429-E600-4C27-BBDC-4614D7009189}" destId="{44AC5E3C-E60F-410C-901F-89A90194580B}" srcOrd="0" destOrd="0" presId="urn:microsoft.com/office/officeart/2005/8/layout/hierarchy2"/>
    <dgm:cxn modelId="{2BE3F6BC-0E74-4EAE-80F0-23A35700F837}" srcId="{7E2C2C5F-97E2-4A49-AAB3-B9E0AE557756}" destId="{2FE909BD-BCDA-47C2-9659-B13002F31FBB}" srcOrd="1" destOrd="0" parTransId="{009D7102-81F2-4458-9C70-80EA312A89B1}" sibTransId="{DEC6004F-D6DA-41B3-A49D-6C8A67C39EF9}"/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1BF78E71-3750-4461-923C-37BA13DDBD41}" type="presOf" srcId="{951FB6D7-CE89-4212-9646-83C11BFDA7B8}" destId="{AAEE8041-D978-4E04-810D-DD7BF7830B4B}" srcOrd="0" destOrd="0" presId="urn:microsoft.com/office/officeart/2005/8/layout/hierarchy2"/>
    <dgm:cxn modelId="{9CF552DC-5120-4F58-8B81-1113B5A09352}" type="presOf" srcId="{009D7102-81F2-4458-9C70-80EA312A89B1}" destId="{EA46ED5C-7A48-4179-B45A-5EC46056D9A9}" srcOrd="0" destOrd="0" presId="urn:microsoft.com/office/officeart/2005/8/layout/hierarchy2"/>
    <dgm:cxn modelId="{64562CDC-C47D-47AE-9FA5-F4C7F8AA13FF}" type="presOf" srcId="{009D7102-81F2-4458-9C70-80EA312A89B1}" destId="{DBF29612-DB4C-4C69-B2F2-2383F5A719E8}" srcOrd="1" destOrd="0" presId="urn:microsoft.com/office/officeart/2005/8/layout/hierarchy2"/>
    <dgm:cxn modelId="{7F918C1C-52CC-460D-AEEE-704503BFC4BD}" type="presOf" srcId="{D7A6C50D-EBF9-4B98-9731-E3097BECB42C}" destId="{4D674565-994D-4BF1-A748-2088392F56D3}" srcOrd="1" destOrd="0" presId="urn:microsoft.com/office/officeart/2005/8/layout/hierarchy2"/>
    <dgm:cxn modelId="{87CCA11D-D42F-4890-B805-6C15A4B92392}" type="presOf" srcId="{33D78A81-E114-43C3-A166-E00CC0BEBD24}" destId="{364484FD-1B08-45B1-9389-52379D1CA3B2}" srcOrd="0" destOrd="0" presId="urn:microsoft.com/office/officeart/2005/8/layout/hierarchy2"/>
    <dgm:cxn modelId="{AF08E953-15A2-42BC-B0B4-B966F2DCF4E5}" srcId="{40EDE1F0-9DB7-4FFA-A031-8A1B8ED26076}" destId="{14BCDA04-0436-4F81-B344-EE81310BA207}" srcOrd="0" destOrd="0" parTransId="{D2EDE311-109A-4EC2-9520-0AB535AE5CC9}" sibTransId="{29BF1770-E4F4-4BF2-AFC9-001AD12B8D12}"/>
    <dgm:cxn modelId="{BBE41BDE-4C6F-4967-BF40-87D5752FD6A9}" type="presOf" srcId="{411FF429-E600-4C27-BBDC-4614D7009189}" destId="{44C58C4D-6CC9-4905-9AB6-8C6E4563D0BD}" srcOrd="1" destOrd="0" presId="urn:microsoft.com/office/officeart/2005/8/layout/hierarchy2"/>
    <dgm:cxn modelId="{6E8506A9-FB1F-499A-B066-35D6CC4D0E4F}" type="presOf" srcId="{36C09574-16B0-4859-BC9B-91E16C6DBA9D}" destId="{54E5162B-ABC9-4EF9-B195-91AB58BF3FFA}" srcOrd="1" destOrd="0" presId="urn:microsoft.com/office/officeart/2005/8/layout/hierarchy2"/>
    <dgm:cxn modelId="{9E86ADF6-8311-48A8-A2A8-57AD0B4E5A7B}" srcId="{951FB6D7-CE89-4212-9646-83C11BFDA7B8}" destId="{6B84B910-557E-479A-BAF1-D1A16FB77186}" srcOrd="1" destOrd="0" parTransId="{55832E2F-B6DD-4CAE-99DF-10BB73BCB308}" sibTransId="{3B9FC31E-48C6-457E-8BC0-BB56CB0919CC}"/>
    <dgm:cxn modelId="{DEBF545A-D19D-438A-AE75-3FE901F22985}" srcId="{951FB6D7-CE89-4212-9646-83C11BFDA7B8}" destId="{7E2C2C5F-97E2-4A49-AAB3-B9E0AE557756}" srcOrd="0" destOrd="0" parTransId="{4A1C48C7-B0AE-4903-ABA9-1C220470D669}" sibTransId="{FE263668-81E1-4370-BB7A-2AFDEF844F71}"/>
    <dgm:cxn modelId="{AE3AD6B7-3C28-4B1F-901D-39C0F2365EC8}" type="presOf" srcId="{36C09574-16B0-4859-BC9B-91E16C6DBA9D}" destId="{8F50F809-B0C8-4205-8CA2-DF32CC45F84E}" srcOrd="0" destOrd="0" presId="urn:microsoft.com/office/officeart/2005/8/layout/hierarchy2"/>
    <dgm:cxn modelId="{7DEDAC0B-F5EA-43FC-81C6-B6E455C3CCED}" type="presOf" srcId="{781270D7-77AE-4351-9889-97B0A207FBA5}" destId="{AF770FD9-5643-488C-9316-072E53247B9F}" srcOrd="1" destOrd="0" presId="urn:microsoft.com/office/officeart/2005/8/layout/hierarchy2"/>
    <dgm:cxn modelId="{08B6C3CB-69C5-41BD-B112-75A361FDE0FF}" type="presOf" srcId="{6B84B910-557E-479A-BAF1-D1A16FB77186}" destId="{D712D8ED-09B9-4792-87EA-17D1F9D136DA}" srcOrd="0" destOrd="0" presId="urn:microsoft.com/office/officeart/2005/8/layout/hierarchy2"/>
    <dgm:cxn modelId="{CB42E6B1-D2C8-4D4F-BB4E-5127737D810D}" type="presOf" srcId="{14BCDA04-0436-4F81-B344-EE81310BA207}" destId="{0CF13AE2-E376-49DB-B087-A048AE36B563}" srcOrd="0" destOrd="0" presId="urn:microsoft.com/office/officeart/2005/8/layout/hierarchy2"/>
    <dgm:cxn modelId="{A2A2E319-6993-4D7C-A3B9-E813CA92F736}" srcId="{3DED9555-CA6D-410A-8302-BA00BB5DCAC1}" destId="{40EDE1F0-9DB7-4FFA-A031-8A1B8ED26076}" srcOrd="1" destOrd="0" parTransId="{411FF429-E600-4C27-BBDC-4614D7009189}" sibTransId="{4E3C64CC-E919-4047-B888-5E213EB04676}"/>
    <dgm:cxn modelId="{0653348A-9E9C-486B-939C-EC1387FD6049}" type="presOf" srcId="{D2EDE311-109A-4EC2-9520-0AB535AE5CC9}" destId="{987834E6-8169-4662-91BF-08EBBFA02EF9}" srcOrd="1" destOrd="0" presId="urn:microsoft.com/office/officeart/2005/8/layout/hierarchy2"/>
    <dgm:cxn modelId="{98EFC361-02C2-4E91-9799-6D37FE829FBB}" type="presOf" srcId="{4A1C48C7-B0AE-4903-ABA9-1C220470D669}" destId="{185FD1FF-7049-496A-B44E-0E5CD50B6A91}" srcOrd="0" destOrd="0" presId="urn:microsoft.com/office/officeart/2005/8/layout/hierarchy2"/>
    <dgm:cxn modelId="{4030AB79-92CB-4644-BF57-C810D22E94C3}" type="presOf" srcId="{1EEAAEF9-E66E-415D-A4EB-63C7C89A5674}" destId="{DC22CC4F-84FF-4B4F-BE95-2A4A6C888353}" srcOrd="0" destOrd="0" presId="urn:microsoft.com/office/officeart/2005/8/layout/hierarchy2"/>
    <dgm:cxn modelId="{6F955B5B-4B75-4E61-8D8B-A98B6BB36190}" srcId="{3DED9555-CA6D-410A-8302-BA00BB5DCAC1}" destId="{951FB6D7-CE89-4212-9646-83C11BFDA7B8}" srcOrd="0" destOrd="0" parTransId="{781270D7-77AE-4351-9889-97B0A207FBA5}" sibTransId="{8FBC0A73-C475-4D1B-AA81-E7B35E47438B}"/>
    <dgm:cxn modelId="{1112B1AB-BF58-4071-BD52-0AC9309F52BF}" srcId="{7E2C2C5F-97E2-4A49-AAB3-B9E0AE557756}" destId="{13B13BD8-2046-47AA-B07E-47980E088BB0}" srcOrd="0" destOrd="0" parTransId="{D7A6C50D-EBF9-4B98-9731-E3097BECB42C}" sibTransId="{CE6F61AE-E1FF-4244-A20C-03EC5751C210}"/>
    <dgm:cxn modelId="{B41F168B-19E9-4442-A831-7F15A633C3BB}" type="presOf" srcId="{781270D7-77AE-4351-9889-97B0A207FBA5}" destId="{697A1029-EB45-459A-9DF0-2C88B8D56135}" srcOrd="0" destOrd="0" presId="urn:microsoft.com/office/officeart/2005/8/layout/hierarchy2"/>
    <dgm:cxn modelId="{CD5C5519-884D-44DB-91F9-EAA77F6AF05F}" type="presOf" srcId="{13B13BD8-2046-47AA-B07E-47980E088BB0}" destId="{ECC02141-8A79-4561-838C-2D37202B7930}" srcOrd="0" destOrd="0" presId="urn:microsoft.com/office/officeart/2005/8/layout/hierarchy2"/>
    <dgm:cxn modelId="{6FD3B4A1-0890-45B7-B80B-C58B2C20D6F4}" type="presOf" srcId="{D2EDE311-109A-4EC2-9520-0AB535AE5CC9}" destId="{5A9873F7-1B7B-453C-8C5D-4AECE003DE93}" srcOrd="0" destOrd="0" presId="urn:microsoft.com/office/officeart/2005/8/layout/hierarchy2"/>
    <dgm:cxn modelId="{33DF31DA-1ADE-4C0A-9833-68BEF9F05272}" type="presOf" srcId="{1D8509EC-2427-4DCC-A504-73CC83A76733}" destId="{D3C30BB2-B215-4F07-8A2C-DAE98195AEDB}" srcOrd="0" destOrd="0" presId="urn:microsoft.com/office/officeart/2005/8/layout/hierarchy2"/>
    <dgm:cxn modelId="{BE27B25E-C792-491D-951C-193AD70CD734}" type="presOf" srcId="{4A1C48C7-B0AE-4903-ABA9-1C220470D669}" destId="{6F41047F-42FF-47B7-8D85-BAFCBA39A7CB}" srcOrd="1" destOrd="0" presId="urn:microsoft.com/office/officeart/2005/8/layout/hierarchy2"/>
    <dgm:cxn modelId="{EBA17FA8-9C41-48C1-A57E-6739563AB360}" type="presOf" srcId="{55832E2F-B6DD-4CAE-99DF-10BB73BCB308}" destId="{33BEE85C-6E6E-44DF-8934-FDACA978E8AA}" srcOrd="0" destOrd="0" presId="urn:microsoft.com/office/officeart/2005/8/layout/hierarchy2"/>
    <dgm:cxn modelId="{FAD9ED89-AC39-4EE3-B9C0-E09DA5526A3D}" type="presOf" srcId="{D7A6C50D-EBF9-4B98-9731-E3097BECB42C}" destId="{403349C7-5F08-477B-A077-A4BB08CD6AB0}" srcOrd="0" destOrd="0" presId="urn:microsoft.com/office/officeart/2005/8/layout/hierarchy2"/>
    <dgm:cxn modelId="{19589CFA-626F-489A-93CD-1023EDBB3FE0}" srcId="{6B84B910-557E-479A-BAF1-D1A16FB77186}" destId="{1D8509EC-2427-4DCC-A504-73CC83A76733}" srcOrd="0" destOrd="0" parTransId="{36C09574-16B0-4859-BC9B-91E16C6DBA9D}" sibTransId="{7BF32056-F6F3-4D49-A319-CE489A05F8B3}"/>
    <dgm:cxn modelId="{0B76EB33-F793-40C0-823F-820DA6F108AC}" type="presOf" srcId="{7E2C2C5F-97E2-4A49-AAB3-B9E0AE557756}" destId="{8A3633CC-C101-47DD-B4A3-EF11897A6BEB}" srcOrd="0" destOrd="0" presId="urn:microsoft.com/office/officeart/2005/8/layout/hierarchy2"/>
    <dgm:cxn modelId="{9BB31FF1-0041-4CDC-A065-EDBE330572AA}" type="presParOf" srcId="{DC22CC4F-84FF-4B4F-BE95-2A4A6C888353}" destId="{88C2D2CE-BB96-469E-AF77-A30FA5E617E0}" srcOrd="0" destOrd="0" presId="urn:microsoft.com/office/officeart/2005/8/layout/hierarchy2"/>
    <dgm:cxn modelId="{09E89C5A-0220-4DE2-807F-FD38EA78A855}" type="presParOf" srcId="{88C2D2CE-BB96-469E-AF77-A30FA5E617E0}" destId="{C0C4E4E9-A144-4BBC-BF79-A7EB154405DA}" srcOrd="0" destOrd="0" presId="urn:microsoft.com/office/officeart/2005/8/layout/hierarchy2"/>
    <dgm:cxn modelId="{2EB53B45-321E-4F5B-9E2E-B76AF6DF1BCB}" type="presParOf" srcId="{88C2D2CE-BB96-469E-AF77-A30FA5E617E0}" destId="{CC7C0BE5-1DA0-4213-9C64-7FEF7C21DBC9}" srcOrd="1" destOrd="0" presId="urn:microsoft.com/office/officeart/2005/8/layout/hierarchy2"/>
    <dgm:cxn modelId="{734B2170-5689-450B-B3C9-0DE5CB3338C9}" type="presParOf" srcId="{CC7C0BE5-1DA0-4213-9C64-7FEF7C21DBC9}" destId="{697A1029-EB45-459A-9DF0-2C88B8D56135}" srcOrd="0" destOrd="0" presId="urn:microsoft.com/office/officeart/2005/8/layout/hierarchy2"/>
    <dgm:cxn modelId="{E0D16E04-D923-4724-9878-65BAAC36D603}" type="presParOf" srcId="{697A1029-EB45-459A-9DF0-2C88B8D56135}" destId="{AF770FD9-5643-488C-9316-072E53247B9F}" srcOrd="0" destOrd="0" presId="urn:microsoft.com/office/officeart/2005/8/layout/hierarchy2"/>
    <dgm:cxn modelId="{3C870350-0BA6-420E-8757-4A2F360637FA}" type="presParOf" srcId="{CC7C0BE5-1DA0-4213-9C64-7FEF7C21DBC9}" destId="{36554031-78E1-43CF-817A-2E928B41EEB6}" srcOrd="1" destOrd="0" presId="urn:microsoft.com/office/officeart/2005/8/layout/hierarchy2"/>
    <dgm:cxn modelId="{0BC30961-A09C-4519-8E60-DB81504D1471}" type="presParOf" srcId="{36554031-78E1-43CF-817A-2E928B41EEB6}" destId="{AAEE8041-D978-4E04-810D-DD7BF7830B4B}" srcOrd="0" destOrd="0" presId="urn:microsoft.com/office/officeart/2005/8/layout/hierarchy2"/>
    <dgm:cxn modelId="{FF842761-0B88-465A-A306-3979C2F43B65}" type="presParOf" srcId="{36554031-78E1-43CF-817A-2E928B41EEB6}" destId="{9FD2EDD5-0EB3-4A81-9BBA-3AA2F485C067}" srcOrd="1" destOrd="0" presId="urn:microsoft.com/office/officeart/2005/8/layout/hierarchy2"/>
    <dgm:cxn modelId="{8C3CA64A-936C-4D95-99EB-50E4C9E3857F}" type="presParOf" srcId="{9FD2EDD5-0EB3-4A81-9BBA-3AA2F485C067}" destId="{185FD1FF-7049-496A-B44E-0E5CD50B6A91}" srcOrd="0" destOrd="0" presId="urn:microsoft.com/office/officeart/2005/8/layout/hierarchy2"/>
    <dgm:cxn modelId="{5901AAD7-2180-43D5-8A28-C1E488B15201}" type="presParOf" srcId="{185FD1FF-7049-496A-B44E-0E5CD50B6A91}" destId="{6F41047F-42FF-47B7-8D85-BAFCBA39A7CB}" srcOrd="0" destOrd="0" presId="urn:microsoft.com/office/officeart/2005/8/layout/hierarchy2"/>
    <dgm:cxn modelId="{51DE14BC-C9A9-4070-899B-EB7EB78CA395}" type="presParOf" srcId="{9FD2EDD5-0EB3-4A81-9BBA-3AA2F485C067}" destId="{C043E076-000D-405B-84A0-628A39E4E0CE}" srcOrd="1" destOrd="0" presId="urn:microsoft.com/office/officeart/2005/8/layout/hierarchy2"/>
    <dgm:cxn modelId="{237E8184-FF71-48C3-A1D9-5A4ACC50AA36}" type="presParOf" srcId="{C043E076-000D-405B-84A0-628A39E4E0CE}" destId="{8A3633CC-C101-47DD-B4A3-EF11897A6BEB}" srcOrd="0" destOrd="0" presId="urn:microsoft.com/office/officeart/2005/8/layout/hierarchy2"/>
    <dgm:cxn modelId="{A51ECBFB-0081-445E-967F-466E63738B34}" type="presParOf" srcId="{C043E076-000D-405B-84A0-628A39E4E0CE}" destId="{FCF54FC3-8776-403E-B374-E5002BD095EC}" srcOrd="1" destOrd="0" presId="urn:microsoft.com/office/officeart/2005/8/layout/hierarchy2"/>
    <dgm:cxn modelId="{55B037F2-1D91-41E9-A354-310E7FA9EAF8}" type="presParOf" srcId="{FCF54FC3-8776-403E-B374-E5002BD095EC}" destId="{403349C7-5F08-477B-A077-A4BB08CD6AB0}" srcOrd="0" destOrd="0" presId="urn:microsoft.com/office/officeart/2005/8/layout/hierarchy2"/>
    <dgm:cxn modelId="{BFE200AE-C531-4A92-AB6F-0CA1D214FFB6}" type="presParOf" srcId="{403349C7-5F08-477B-A077-A4BB08CD6AB0}" destId="{4D674565-994D-4BF1-A748-2088392F56D3}" srcOrd="0" destOrd="0" presId="urn:microsoft.com/office/officeart/2005/8/layout/hierarchy2"/>
    <dgm:cxn modelId="{7DAFE098-0C76-4684-89E7-0DE176E1B3DF}" type="presParOf" srcId="{FCF54FC3-8776-403E-B374-E5002BD095EC}" destId="{6E0424B1-EC0F-4297-9220-1930D9DDD11D}" srcOrd="1" destOrd="0" presId="urn:microsoft.com/office/officeart/2005/8/layout/hierarchy2"/>
    <dgm:cxn modelId="{17A5DABA-9895-41D8-85DC-BCA3AF54056D}" type="presParOf" srcId="{6E0424B1-EC0F-4297-9220-1930D9DDD11D}" destId="{ECC02141-8A79-4561-838C-2D37202B7930}" srcOrd="0" destOrd="0" presId="urn:microsoft.com/office/officeart/2005/8/layout/hierarchy2"/>
    <dgm:cxn modelId="{CA232870-A5C5-4A87-957A-12AD3CB9B546}" type="presParOf" srcId="{6E0424B1-EC0F-4297-9220-1930D9DDD11D}" destId="{BE1AF5EB-913B-4E1F-A0F2-B47FA28965B8}" srcOrd="1" destOrd="0" presId="urn:microsoft.com/office/officeart/2005/8/layout/hierarchy2"/>
    <dgm:cxn modelId="{40B6B29C-D37F-48F1-8F17-9A53117B67A7}" type="presParOf" srcId="{FCF54FC3-8776-403E-B374-E5002BD095EC}" destId="{EA46ED5C-7A48-4179-B45A-5EC46056D9A9}" srcOrd="2" destOrd="0" presId="urn:microsoft.com/office/officeart/2005/8/layout/hierarchy2"/>
    <dgm:cxn modelId="{7F1AD7DC-9A77-4357-9237-DE9221F6DC3F}" type="presParOf" srcId="{EA46ED5C-7A48-4179-B45A-5EC46056D9A9}" destId="{DBF29612-DB4C-4C69-B2F2-2383F5A719E8}" srcOrd="0" destOrd="0" presId="urn:microsoft.com/office/officeart/2005/8/layout/hierarchy2"/>
    <dgm:cxn modelId="{99B1CFA8-7D38-4E86-B1D3-F2637F076AEB}" type="presParOf" srcId="{FCF54FC3-8776-403E-B374-E5002BD095EC}" destId="{5E35ECCA-DCB7-46D1-9D82-B3736DBBEEF2}" srcOrd="3" destOrd="0" presId="urn:microsoft.com/office/officeart/2005/8/layout/hierarchy2"/>
    <dgm:cxn modelId="{9CA175FE-4B2E-432F-80E0-16CDB57FBF61}" type="presParOf" srcId="{5E35ECCA-DCB7-46D1-9D82-B3736DBBEEF2}" destId="{A302F7F2-FCCE-4375-A975-EED125CA5711}" srcOrd="0" destOrd="0" presId="urn:microsoft.com/office/officeart/2005/8/layout/hierarchy2"/>
    <dgm:cxn modelId="{7C7425B1-03CC-43D4-A32F-7F2E95F6DF0F}" type="presParOf" srcId="{5E35ECCA-DCB7-46D1-9D82-B3736DBBEEF2}" destId="{043D8DC3-33AA-49F6-BA6E-FB9FF3CD1706}" srcOrd="1" destOrd="0" presId="urn:microsoft.com/office/officeart/2005/8/layout/hierarchy2"/>
    <dgm:cxn modelId="{58C8D993-8733-46BC-92FE-DFEAAF3C4465}" type="presParOf" srcId="{9FD2EDD5-0EB3-4A81-9BBA-3AA2F485C067}" destId="{33BEE85C-6E6E-44DF-8934-FDACA978E8AA}" srcOrd="2" destOrd="0" presId="urn:microsoft.com/office/officeart/2005/8/layout/hierarchy2"/>
    <dgm:cxn modelId="{945A7AD5-E680-4BDA-8584-9E77F57E3E41}" type="presParOf" srcId="{33BEE85C-6E6E-44DF-8934-FDACA978E8AA}" destId="{873162F7-780E-4825-B35F-E0C6FE0EF477}" srcOrd="0" destOrd="0" presId="urn:microsoft.com/office/officeart/2005/8/layout/hierarchy2"/>
    <dgm:cxn modelId="{08D8AA63-F796-403E-B120-A3FC4E69C7A0}" type="presParOf" srcId="{9FD2EDD5-0EB3-4A81-9BBA-3AA2F485C067}" destId="{229D4CFC-B638-4840-B6EE-EB9CA8FE7287}" srcOrd="3" destOrd="0" presId="urn:microsoft.com/office/officeart/2005/8/layout/hierarchy2"/>
    <dgm:cxn modelId="{9C62044A-0BCF-4A84-8137-6FE4AA98756A}" type="presParOf" srcId="{229D4CFC-B638-4840-B6EE-EB9CA8FE7287}" destId="{D712D8ED-09B9-4792-87EA-17D1F9D136DA}" srcOrd="0" destOrd="0" presId="urn:microsoft.com/office/officeart/2005/8/layout/hierarchy2"/>
    <dgm:cxn modelId="{8AE80B5F-FC56-444B-93C1-8A406AEDB847}" type="presParOf" srcId="{229D4CFC-B638-4840-B6EE-EB9CA8FE7287}" destId="{98D177FA-597E-45A6-9E79-1D1F053ECF55}" srcOrd="1" destOrd="0" presId="urn:microsoft.com/office/officeart/2005/8/layout/hierarchy2"/>
    <dgm:cxn modelId="{D04D4571-847F-43CB-9515-14EE865AF1EE}" type="presParOf" srcId="{98D177FA-597E-45A6-9E79-1D1F053ECF55}" destId="{8F50F809-B0C8-4205-8CA2-DF32CC45F84E}" srcOrd="0" destOrd="0" presId="urn:microsoft.com/office/officeart/2005/8/layout/hierarchy2"/>
    <dgm:cxn modelId="{293CDF63-DDAF-4657-AD1C-80126626CB2A}" type="presParOf" srcId="{8F50F809-B0C8-4205-8CA2-DF32CC45F84E}" destId="{54E5162B-ABC9-4EF9-B195-91AB58BF3FFA}" srcOrd="0" destOrd="0" presId="urn:microsoft.com/office/officeart/2005/8/layout/hierarchy2"/>
    <dgm:cxn modelId="{7180A385-5639-46F2-81A1-B8DA64644AB7}" type="presParOf" srcId="{98D177FA-597E-45A6-9E79-1D1F053ECF55}" destId="{AE021ADD-B0E0-4976-B5E7-05FB45CC7D02}" srcOrd="1" destOrd="0" presId="urn:microsoft.com/office/officeart/2005/8/layout/hierarchy2"/>
    <dgm:cxn modelId="{2B462085-77D2-44EE-A30D-228A808651F4}" type="presParOf" srcId="{AE021ADD-B0E0-4976-B5E7-05FB45CC7D02}" destId="{D3C30BB2-B215-4F07-8A2C-DAE98195AEDB}" srcOrd="0" destOrd="0" presId="urn:microsoft.com/office/officeart/2005/8/layout/hierarchy2"/>
    <dgm:cxn modelId="{4AB4AD92-3CE2-4930-8083-80DB0FE8E5BE}" type="presParOf" srcId="{AE021ADD-B0E0-4976-B5E7-05FB45CC7D02}" destId="{74FE45DA-5680-4784-8A1B-7E4C45D46975}" srcOrd="1" destOrd="0" presId="urn:microsoft.com/office/officeart/2005/8/layout/hierarchy2"/>
    <dgm:cxn modelId="{972DA9BB-2557-4425-B234-2E67690D7777}" type="presParOf" srcId="{CC7C0BE5-1DA0-4213-9C64-7FEF7C21DBC9}" destId="{44AC5E3C-E60F-410C-901F-89A90194580B}" srcOrd="2" destOrd="0" presId="urn:microsoft.com/office/officeart/2005/8/layout/hierarchy2"/>
    <dgm:cxn modelId="{6E8677C6-DCD7-4375-9872-46BA60069F7D}" type="presParOf" srcId="{44AC5E3C-E60F-410C-901F-89A90194580B}" destId="{44C58C4D-6CC9-4905-9AB6-8C6E4563D0BD}" srcOrd="0" destOrd="0" presId="urn:microsoft.com/office/officeart/2005/8/layout/hierarchy2"/>
    <dgm:cxn modelId="{FCEF48C8-C5CF-4FCD-A5C5-179381325C19}" type="presParOf" srcId="{CC7C0BE5-1DA0-4213-9C64-7FEF7C21DBC9}" destId="{D14BF737-0221-486E-98B2-26872715D013}" srcOrd="3" destOrd="0" presId="urn:microsoft.com/office/officeart/2005/8/layout/hierarchy2"/>
    <dgm:cxn modelId="{21D9061A-8E7C-48B9-B005-7DA271F51CBE}" type="presParOf" srcId="{D14BF737-0221-486E-98B2-26872715D013}" destId="{A3FB66F1-7E70-48F5-BA8E-ABE481685516}" srcOrd="0" destOrd="0" presId="urn:microsoft.com/office/officeart/2005/8/layout/hierarchy2"/>
    <dgm:cxn modelId="{BEF018E6-713E-4DE7-8BE3-AC03829B33A4}" type="presParOf" srcId="{D14BF737-0221-486E-98B2-26872715D013}" destId="{F2477341-7836-4CE4-AF0C-A4A54D45FE0D}" srcOrd="1" destOrd="0" presId="urn:microsoft.com/office/officeart/2005/8/layout/hierarchy2"/>
    <dgm:cxn modelId="{C41AD471-DFB2-4CAB-A0EC-5DB12C87A98E}" type="presParOf" srcId="{F2477341-7836-4CE4-AF0C-A4A54D45FE0D}" destId="{5A9873F7-1B7B-453C-8C5D-4AECE003DE93}" srcOrd="0" destOrd="0" presId="urn:microsoft.com/office/officeart/2005/8/layout/hierarchy2"/>
    <dgm:cxn modelId="{59B3A7A0-5D74-49BE-B5B1-7B6598515AFE}" type="presParOf" srcId="{5A9873F7-1B7B-453C-8C5D-4AECE003DE93}" destId="{987834E6-8169-4662-91BF-08EBBFA02EF9}" srcOrd="0" destOrd="0" presId="urn:microsoft.com/office/officeart/2005/8/layout/hierarchy2"/>
    <dgm:cxn modelId="{6811658B-4E9A-423B-BE8A-66DAE1EDCCDE}" type="presParOf" srcId="{F2477341-7836-4CE4-AF0C-A4A54D45FE0D}" destId="{2E821A60-E08F-45C1-A21A-EFE5BC02C1A0}" srcOrd="1" destOrd="0" presId="urn:microsoft.com/office/officeart/2005/8/layout/hierarchy2"/>
    <dgm:cxn modelId="{82840532-5515-4B84-BB99-D620643D93F8}" type="presParOf" srcId="{2E821A60-E08F-45C1-A21A-EFE5BC02C1A0}" destId="{0CF13AE2-E376-49DB-B087-A048AE36B563}" srcOrd="0" destOrd="0" presId="urn:microsoft.com/office/officeart/2005/8/layout/hierarchy2"/>
    <dgm:cxn modelId="{C6BB1A7D-8D87-4978-B40C-024A82945D36}" type="presParOf" srcId="{2E821A60-E08F-45C1-A21A-EFE5BC02C1A0}" destId="{4D3846F2-3561-4F67-A3ED-F6C47644217E}" srcOrd="1" destOrd="0" presId="urn:microsoft.com/office/officeart/2005/8/layout/hierarchy2"/>
    <dgm:cxn modelId="{8F7FAF05-0985-46B4-8B94-11459E277194}" type="presParOf" srcId="{4D3846F2-3561-4F67-A3ED-F6C47644217E}" destId="{364484FD-1B08-45B1-9389-52379D1CA3B2}" srcOrd="0" destOrd="0" presId="urn:microsoft.com/office/officeart/2005/8/layout/hierarchy2"/>
    <dgm:cxn modelId="{D4D16498-FC8B-46E9-8CE4-B8D6C7E74026}" type="presParOf" srcId="{364484FD-1B08-45B1-9389-52379D1CA3B2}" destId="{F12DCEA7-79EE-471A-9286-A51092A08C8A}" srcOrd="0" destOrd="0" presId="urn:microsoft.com/office/officeart/2005/8/layout/hierarchy2"/>
    <dgm:cxn modelId="{D67BAA63-5C46-4482-8352-AFDED4921074}" type="presParOf" srcId="{4D3846F2-3561-4F67-A3ED-F6C47644217E}" destId="{C63B89DD-5368-4DAF-A6E5-B2AD4B8F35C4}" srcOrd="1" destOrd="0" presId="urn:microsoft.com/office/officeart/2005/8/layout/hierarchy2"/>
    <dgm:cxn modelId="{563B35F1-8FE7-4BF0-A660-56213850CA73}" type="presParOf" srcId="{C63B89DD-5368-4DAF-A6E5-B2AD4B8F35C4}" destId="{76B48470-DD3B-4EF8-8404-A899A7470652}" srcOrd="0" destOrd="0" presId="urn:microsoft.com/office/officeart/2005/8/layout/hierarchy2"/>
    <dgm:cxn modelId="{72465265-FB9E-480F-8C35-EB62F2403F02}" type="presParOf" srcId="{C63B89DD-5368-4DAF-A6E5-B2AD4B8F35C4}" destId="{A0873AEA-8CC4-404C-B653-7A8AF9991AB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Serviço está na LC 116/03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951FB6D7-CE89-4212-9646-83C11BFDA7B8}">
      <dgm:prSet phldrT="[Texto]"/>
      <dgm:spPr/>
      <dgm:t>
        <a:bodyPr/>
        <a:lstStyle/>
        <a:p>
          <a:r>
            <a:rPr lang="pt-BR" dirty="0" smtClean="0"/>
            <a:t>SIM</a:t>
          </a:r>
          <a:endParaRPr lang="pt-BR" dirty="0"/>
        </a:p>
      </dgm:t>
    </dgm:pt>
    <dgm:pt modelId="{781270D7-77AE-4351-9889-97B0A207FBA5}" type="parTrans" cxnId="{6F955B5B-4B75-4E61-8D8B-A98B6BB36190}">
      <dgm:prSet/>
      <dgm:spPr/>
      <dgm:t>
        <a:bodyPr/>
        <a:lstStyle/>
        <a:p>
          <a:endParaRPr lang="pt-BR"/>
        </a:p>
      </dgm:t>
    </dgm:pt>
    <dgm:pt modelId="{8FBC0A73-C475-4D1B-AA81-E7B35E47438B}" type="sibTrans" cxnId="{6F955B5B-4B75-4E61-8D8B-A98B6BB36190}">
      <dgm:prSet/>
      <dgm:spPr/>
      <dgm:t>
        <a:bodyPr/>
        <a:lstStyle/>
        <a:p>
          <a:endParaRPr lang="pt-BR"/>
        </a:p>
      </dgm:t>
    </dgm:pt>
    <dgm:pt modelId="{40EDE1F0-9DB7-4FFA-A031-8A1B8ED26076}">
      <dgm:prSet phldrT="[Texto]"/>
      <dgm:spPr/>
      <dgm:t>
        <a:bodyPr/>
        <a:lstStyle/>
        <a:p>
          <a:r>
            <a:rPr lang="pt-BR" dirty="0" smtClean="0"/>
            <a:t>NÂO</a:t>
          </a:r>
          <a:endParaRPr lang="pt-BR" dirty="0"/>
        </a:p>
      </dgm:t>
    </dgm:pt>
    <dgm:pt modelId="{411FF429-E600-4C27-BBDC-4614D7009189}" type="parTrans" cxnId="{A2A2E319-6993-4D7C-A3B9-E813CA92F736}">
      <dgm:prSet/>
      <dgm:spPr/>
      <dgm:t>
        <a:bodyPr/>
        <a:lstStyle/>
        <a:p>
          <a:endParaRPr lang="pt-BR"/>
        </a:p>
      </dgm:t>
    </dgm:pt>
    <dgm:pt modelId="{4E3C64CC-E919-4047-B888-5E213EB04676}" type="sibTrans" cxnId="{A2A2E319-6993-4D7C-A3B9-E813CA92F736}">
      <dgm:prSet/>
      <dgm:spPr/>
      <dgm:t>
        <a:bodyPr/>
        <a:lstStyle/>
        <a:p>
          <a:endParaRPr lang="pt-BR"/>
        </a:p>
      </dgm:t>
    </dgm:pt>
    <dgm:pt modelId="{2FE909BD-BCDA-47C2-9659-B13002F31FBB}">
      <dgm:prSet/>
      <dgm:spPr/>
      <dgm:t>
        <a:bodyPr/>
        <a:lstStyle/>
        <a:p>
          <a:r>
            <a:rPr lang="pt-BR" dirty="0" smtClean="0"/>
            <a:t>ISS Sobre Serviço e Material</a:t>
          </a:r>
          <a:endParaRPr lang="pt-BR" dirty="0"/>
        </a:p>
      </dgm:t>
    </dgm:pt>
    <dgm:pt modelId="{009D7102-81F2-4458-9C70-80EA312A89B1}" type="parTrans" cxnId="{2BE3F6BC-0E74-4EAE-80F0-23A35700F837}">
      <dgm:prSet/>
      <dgm:spPr/>
      <dgm:t>
        <a:bodyPr/>
        <a:lstStyle/>
        <a:p>
          <a:endParaRPr lang="pt-BR"/>
        </a:p>
      </dgm:t>
    </dgm:pt>
    <dgm:pt modelId="{DEC6004F-D6DA-41B3-A49D-6C8A67C39EF9}" type="sibTrans" cxnId="{2BE3F6BC-0E74-4EAE-80F0-23A35700F837}">
      <dgm:prSet/>
      <dgm:spPr/>
      <dgm:t>
        <a:bodyPr/>
        <a:lstStyle/>
        <a:p>
          <a:endParaRPr lang="pt-BR"/>
        </a:p>
      </dgm:t>
    </dgm:pt>
    <dgm:pt modelId="{7E2C2C5F-97E2-4A49-AAB3-B9E0AE557756}">
      <dgm:prSet/>
      <dgm:spPr/>
      <dgm:t>
        <a:bodyPr/>
        <a:lstStyle/>
        <a:p>
          <a:r>
            <a:rPr lang="pt-BR" dirty="0" smtClean="0"/>
            <a:t>Possui Ressalva?</a:t>
          </a:r>
          <a:endParaRPr lang="pt-BR" dirty="0"/>
        </a:p>
      </dgm:t>
    </dgm:pt>
    <dgm:pt modelId="{4A1C48C7-B0AE-4903-ABA9-1C220470D669}" type="parTrans" cxnId="{DEBF545A-D19D-438A-AE75-3FE901F22985}">
      <dgm:prSet/>
      <dgm:spPr/>
      <dgm:t>
        <a:bodyPr/>
        <a:lstStyle/>
        <a:p>
          <a:endParaRPr lang="pt-BR"/>
        </a:p>
      </dgm:t>
    </dgm:pt>
    <dgm:pt modelId="{FE263668-81E1-4370-BB7A-2AFDEF844F71}" type="sibTrans" cxnId="{DEBF545A-D19D-438A-AE75-3FE901F22985}">
      <dgm:prSet/>
      <dgm:spPr/>
      <dgm:t>
        <a:bodyPr/>
        <a:lstStyle/>
        <a:p>
          <a:endParaRPr lang="pt-BR"/>
        </a:p>
      </dgm:t>
    </dgm:pt>
    <dgm:pt modelId="{13B13BD8-2046-47AA-B07E-47980E088BB0}">
      <dgm:prSet/>
      <dgm:spPr/>
      <dgm:t>
        <a:bodyPr/>
        <a:lstStyle/>
        <a:p>
          <a:r>
            <a:rPr lang="pt-BR" dirty="0" smtClean="0"/>
            <a:t>ISS Sobre Serviço e </a:t>
          </a:r>
        </a:p>
        <a:p>
          <a:r>
            <a:rPr lang="pt-BR" dirty="0" smtClean="0"/>
            <a:t>ICMS sobre material</a:t>
          </a:r>
          <a:endParaRPr lang="pt-BR" dirty="0"/>
        </a:p>
      </dgm:t>
    </dgm:pt>
    <dgm:pt modelId="{D7A6C50D-EBF9-4B98-9731-E3097BECB42C}" type="parTrans" cxnId="{1112B1AB-BF58-4071-BD52-0AC9309F52BF}">
      <dgm:prSet/>
      <dgm:spPr/>
      <dgm:t>
        <a:bodyPr/>
        <a:lstStyle/>
        <a:p>
          <a:endParaRPr lang="pt-BR"/>
        </a:p>
      </dgm:t>
    </dgm:pt>
    <dgm:pt modelId="{CE6F61AE-E1FF-4244-A20C-03EC5751C210}" type="sibTrans" cxnId="{1112B1AB-BF58-4071-BD52-0AC9309F52BF}">
      <dgm:prSet/>
      <dgm:spPr/>
      <dgm:t>
        <a:bodyPr/>
        <a:lstStyle/>
        <a:p>
          <a:endParaRPr lang="pt-BR"/>
        </a:p>
      </dgm:t>
    </dgm:pt>
    <dgm:pt modelId="{14BCDA04-0436-4F81-B344-EE81310BA207}">
      <dgm:prSet/>
      <dgm:spPr/>
      <dgm:t>
        <a:bodyPr/>
        <a:lstStyle/>
        <a:p>
          <a:r>
            <a:rPr lang="pt-BR" dirty="0" smtClean="0"/>
            <a:t>ICMS sobre tudo</a:t>
          </a:r>
          <a:endParaRPr lang="pt-BR" dirty="0"/>
        </a:p>
      </dgm:t>
    </dgm:pt>
    <dgm:pt modelId="{D2EDE311-109A-4EC2-9520-0AB535AE5CC9}" type="parTrans" cxnId="{AF08E953-15A2-42BC-B0B4-B966F2DCF4E5}">
      <dgm:prSet/>
      <dgm:spPr/>
      <dgm:t>
        <a:bodyPr/>
        <a:lstStyle/>
        <a:p>
          <a:endParaRPr lang="pt-BR"/>
        </a:p>
      </dgm:t>
    </dgm:pt>
    <dgm:pt modelId="{29BF1770-E4F4-4BF2-AFC9-001AD12B8D12}" type="sibTrans" cxnId="{AF08E953-15A2-42BC-B0B4-B966F2DCF4E5}">
      <dgm:prSet/>
      <dgm:spPr/>
      <dgm:t>
        <a:bodyPr/>
        <a:lstStyle/>
        <a:p>
          <a:endParaRPr lang="pt-BR"/>
        </a:p>
      </dgm:t>
    </dgm:pt>
    <dgm:pt modelId="{6A290DA8-8045-4CC6-84CD-27E5C7ADBC4D}">
      <dgm:prSet/>
      <dgm:spPr/>
      <dgm:t>
        <a:bodyPr/>
        <a:lstStyle/>
        <a:p>
          <a:r>
            <a:rPr lang="pt-BR" dirty="0" smtClean="0"/>
            <a:t>SIM</a:t>
          </a:r>
          <a:endParaRPr lang="pt-BR" dirty="0"/>
        </a:p>
      </dgm:t>
    </dgm:pt>
    <dgm:pt modelId="{9F5E044A-5D3E-45DB-AA9E-E74230E75D27}" type="parTrans" cxnId="{A1DA1F28-0ECC-448A-B053-BEBB4A5700C7}">
      <dgm:prSet/>
      <dgm:spPr/>
      <dgm:t>
        <a:bodyPr/>
        <a:lstStyle/>
        <a:p>
          <a:endParaRPr lang="pt-BR"/>
        </a:p>
      </dgm:t>
    </dgm:pt>
    <dgm:pt modelId="{6C9C2215-E4F4-40A0-B554-E5CCB57E06B7}" type="sibTrans" cxnId="{A1DA1F28-0ECC-448A-B053-BEBB4A5700C7}">
      <dgm:prSet/>
      <dgm:spPr/>
      <dgm:t>
        <a:bodyPr/>
        <a:lstStyle/>
        <a:p>
          <a:endParaRPr lang="pt-BR"/>
        </a:p>
      </dgm:t>
    </dgm:pt>
    <dgm:pt modelId="{8936F382-5606-4463-A514-D3531951CEA2}">
      <dgm:prSet/>
      <dgm:spPr/>
      <dgm:t>
        <a:bodyPr/>
        <a:lstStyle/>
        <a:p>
          <a:r>
            <a:rPr lang="pt-BR" dirty="0" smtClean="0"/>
            <a:t>NÃO</a:t>
          </a:r>
          <a:endParaRPr lang="pt-BR" dirty="0"/>
        </a:p>
      </dgm:t>
    </dgm:pt>
    <dgm:pt modelId="{3F65FA86-0BBE-4070-AF9E-744B0C8564E2}" type="parTrans" cxnId="{968F7838-4CE1-4B5C-AF82-927CFA27F98F}">
      <dgm:prSet/>
      <dgm:spPr/>
      <dgm:t>
        <a:bodyPr/>
        <a:lstStyle/>
        <a:p>
          <a:endParaRPr lang="pt-BR"/>
        </a:p>
      </dgm:t>
    </dgm:pt>
    <dgm:pt modelId="{5C942014-45AA-4BE6-BDC9-75B25C281663}" type="sibTrans" cxnId="{968F7838-4CE1-4B5C-AF82-927CFA27F98F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697A1029-EB45-459A-9DF0-2C88B8D56135}" type="pres">
      <dgm:prSet presAssocID="{781270D7-77AE-4351-9889-97B0A207FBA5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AF770FD9-5643-488C-9316-072E53247B9F}" type="pres">
      <dgm:prSet presAssocID="{781270D7-77AE-4351-9889-97B0A207FBA5}" presName="connTx" presStyleLbl="parChTrans1D2" presStyleIdx="0" presStyleCnt="2"/>
      <dgm:spPr/>
      <dgm:t>
        <a:bodyPr/>
        <a:lstStyle/>
        <a:p>
          <a:endParaRPr lang="pt-BR"/>
        </a:p>
      </dgm:t>
    </dgm:pt>
    <dgm:pt modelId="{36554031-78E1-43CF-817A-2E928B41EEB6}" type="pres">
      <dgm:prSet presAssocID="{951FB6D7-CE89-4212-9646-83C11BFDA7B8}" presName="root2" presStyleCnt="0"/>
      <dgm:spPr/>
    </dgm:pt>
    <dgm:pt modelId="{AAEE8041-D978-4E04-810D-DD7BF7830B4B}" type="pres">
      <dgm:prSet presAssocID="{951FB6D7-CE89-4212-9646-83C11BFDA7B8}" presName="LevelTwoTextNode" presStyleLbl="node2" presStyleIdx="0" presStyleCnt="2" custLinFactNeighborX="-17573" custLinFactNeighborY="-32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FD2EDD5-0EB3-4A81-9BBA-3AA2F485C067}" type="pres">
      <dgm:prSet presAssocID="{951FB6D7-CE89-4212-9646-83C11BFDA7B8}" presName="level3hierChild" presStyleCnt="0"/>
      <dgm:spPr/>
    </dgm:pt>
    <dgm:pt modelId="{185FD1FF-7049-496A-B44E-0E5CD50B6A91}" type="pres">
      <dgm:prSet presAssocID="{4A1C48C7-B0AE-4903-ABA9-1C220470D669}" presName="conn2-1" presStyleLbl="parChTrans1D3" presStyleIdx="0" presStyleCnt="2"/>
      <dgm:spPr/>
      <dgm:t>
        <a:bodyPr/>
        <a:lstStyle/>
        <a:p>
          <a:endParaRPr lang="pt-BR"/>
        </a:p>
      </dgm:t>
    </dgm:pt>
    <dgm:pt modelId="{6F41047F-42FF-47B7-8D85-BAFCBA39A7CB}" type="pres">
      <dgm:prSet presAssocID="{4A1C48C7-B0AE-4903-ABA9-1C220470D669}" presName="connTx" presStyleLbl="parChTrans1D3" presStyleIdx="0" presStyleCnt="2"/>
      <dgm:spPr/>
      <dgm:t>
        <a:bodyPr/>
        <a:lstStyle/>
        <a:p>
          <a:endParaRPr lang="pt-BR"/>
        </a:p>
      </dgm:t>
    </dgm:pt>
    <dgm:pt modelId="{C043E076-000D-405B-84A0-628A39E4E0CE}" type="pres">
      <dgm:prSet presAssocID="{7E2C2C5F-97E2-4A49-AAB3-B9E0AE557756}" presName="root2" presStyleCnt="0"/>
      <dgm:spPr/>
    </dgm:pt>
    <dgm:pt modelId="{8A3633CC-C101-47DD-B4A3-EF11897A6BEB}" type="pres">
      <dgm:prSet presAssocID="{7E2C2C5F-97E2-4A49-AAB3-B9E0AE557756}" presName="LevelTwoTextNode" presStyleLbl="node3" presStyleIdx="0" presStyleCnt="2" custLinFactNeighborX="-33155" custLinFactNeighborY="-32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CF54FC3-8776-403E-B374-E5002BD095EC}" type="pres">
      <dgm:prSet presAssocID="{7E2C2C5F-97E2-4A49-AAB3-B9E0AE557756}" presName="level3hierChild" presStyleCnt="0"/>
      <dgm:spPr/>
    </dgm:pt>
    <dgm:pt modelId="{F949034A-FDB7-4102-9A04-570AB14229DD}" type="pres">
      <dgm:prSet presAssocID="{9F5E044A-5D3E-45DB-AA9E-E74230E75D27}" presName="conn2-1" presStyleLbl="parChTrans1D4" presStyleIdx="0" presStyleCnt="4"/>
      <dgm:spPr/>
      <dgm:t>
        <a:bodyPr/>
        <a:lstStyle/>
        <a:p>
          <a:endParaRPr lang="pt-BR"/>
        </a:p>
      </dgm:t>
    </dgm:pt>
    <dgm:pt modelId="{D031B169-063B-4B63-B734-0C89EFE9A707}" type="pres">
      <dgm:prSet presAssocID="{9F5E044A-5D3E-45DB-AA9E-E74230E75D27}" presName="connTx" presStyleLbl="parChTrans1D4" presStyleIdx="0" presStyleCnt="4"/>
      <dgm:spPr/>
      <dgm:t>
        <a:bodyPr/>
        <a:lstStyle/>
        <a:p>
          <a:endParaRPr lang="pt-BR"/>
        </a:p>
      </dgm:t>
    </dgm:pt>
    <dgm:pt modelId="{5F58CFB6-FA7E-4718-AB7D-FB8F1E68D7A8}" type="pres">
      <dgm:prSet presAssocID="{6A290DA8-8045-4CC6-84CD-27E5C7ADBC4D}" presName="root2" presStyleCnt="0"/>
      <dgm:spPr/>
    </dgm:pt>
    <dgm:pt modelId="{84FCBF57-2C1E-4D3B-9344-7699B6E0220D}" type="pres">
      <dgm:prSet presAssocID="{6A290DA8-8045-4CC6-84CD-27E5C7ADBC4D}" presName="LevelTwoTextNode" presStyleLbl="node4" presStyleIdx="0" presStyleCnt="4" custLinFactNeighborX="-38231" custLinFactNeighborY="-15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6F3179B-7ED7-412C-9A39-C26A5FB1C2FF}" type="pres">
      <dgm:prSet presAssocID="{6A290DA8-8045-4CC6-84CD-27E5C7ADBC4D}" presName="level3hierChild" presStyleCnt="0"/>
      <dgm:spPr/>
    </dgm:pt>
    <dgm:pt modelId="{403349C7-5F08-477B-A077-A4BB08CD6AB0}" type="pres">
      <dgm:prSet presAssocID="{D7A6C50D-EBF9-4B98-9731-E3097BECB42C}" presName="conn2-1" presStyleLbl="parChTrans1D4" presStyleIdx="1" presStyleCnt="4"/>
      <dgm:spPr/>
      <dgm:t>
        <a:bodyPr/>
        <a:lstStyle/>
        <a:p>
          <a:endParaRPr lang="pt-BR"/>
        </a:p>
      </dgm:t>
    </dgm:pt>
    <dgm:pt modelId="{4D674565-994D-4BF1-A748-2088392F56D3}" type="pres">
      <dgm:prSet presAssocID="{D7A6C50D-EBF9-4B98-9731-E3097BECB42C}" presName="connTx" presStyleLbl="parChTrans1D4" presStyleIdx="1" presStyleCnt="4"/>
      <dgm:spPr/>
      <dgm:t>
        <a:bodyPr/>
        <a:lstStyle/>
        <a:p>
          <a:endParaRPr lang="pt-BR"/>
        </a:p>
      </dgm:t>
    </dgm:pt>
    <dgm:pt modelId="{6E0424B1-EC0F-4297-9220-1930D9DDD11D}" type="pres">
      <dgm:prSet presAssocID="{13B13BD8-2046-47AA-B07E-47980E088BB0}" presName="root2" presStyleCnt="0"/>
      <dgm:spPr/>
    </dgm:pt>
    <dgm:pt modelId="{ECC02141-8A79-4561-838C-2D37202B7930}" type="pres">
      <dgm:prSet presAssocID="{13B13BD8-2046-47AA-B07E-47980E088BB0}" presName="LevelTwoTextNode" presStyleLbl="node4" presStyleIdx="1" presStyleCnt="4" custScaleY="197041" custLinFactNeighborX="-21675" custLinFactNeighborY="-1362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E1AF5EB-913B-4E1F-A0F2-B47FA28965B8}" type="pres">
      <dgm:prSet presAssocID="{13B13BD8-2046-47AA-B07E-47980E088BB0}" presName="level3hierChild" presStyleCnt="0"/>
      <dgm:spPr/>
    </dgm:pt>
    <dgm:pt modelId="{C3755C29-22AB-471C-9968-735E53DFB565}" type="pres">
      <dgm:prSet presAssocID="{3F65FA86-0BBE-4070-AF9E-744B0C8564E2}" presName="conn2-1" presStyleLbl="parChTrans1D4" presStyleIdx="2" presStyleCnt="4"/>
      <dgm:spPr/>
      <dgm:t>
        <a:bodyPr/>
        <a:lstStyle/>
        <a:p>
          <a:endParaRPr lang="pt-BR"/>
        </a:p>
      </dgm:t>
    </dgm:pt>
    <dgm:pt modelId="{77C3D928-8948-49B7-B8E8-4B39D911820F}" type="pres">
      <dgm:prSet presAssocID="{3F65FA86-0BBE-4070-AF9E-744B0C8564E2}" presName="connTx" presStyleLbl="parChTrans1D4" presStyleIdx="2" presStyleCnt="4"/>
      <dgm:spPr/>
      <dgm:t>
        <a:bodyPr/>
        <a:lstStyle/>
        <a:p>
          <a:endParaRPr lang="pt-BR"/>
        </a:p>
      </dgm:t>
    </dgm:pt>
    <dgm:pt modelId="{75B8FD95-3C43-4172-97F0-66198E9AB1D6}" type="pres">
      <dgm:prSet presAssocID="{8936F382-5606-4463-A514-D3531951CEA2}" presName="root2" presStyleCnt="0"/>
      <dgm:spPr/>
    </dgm:pt>
    <dgm:pt modelId="{183ECB49-0CC0-4132-8F4C-EA31FFFC95FE}" type="pres">
      <dgm:prSet presAssocID="{8936F382-5606-4463-A514-D3531951CEA2}" presName="LevelTwoTextNode" presStyleLbl="node4" presStyleIdx="2" presStyleCnt="4" custLinFactNeighborX="-38231" custLinFactNeighborY="803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4AC0968-0F9C-4FCB-BA11-6423A317D16D}" type="pres">
      <dgm:prSet presAssocID="{8936F382-5606-4463-A514-D3531951CEA2}" presName="level3hierChild" presStyleCnt="0"/>
      <dgm:spPr/>
    </dgm:pt>
    <dgm:pt modelId="{EA46ED5C-7A48-4179-B45A-5EC46056D9A9}" type="pres">
      <dgm:prSet presAssocID="{009D7102-81F2-4458-9C70-80EA312A89B1}" presName="conn2-1" presStyleLbl="parChTrans1D4" presStyleIdx="3" presStyleCnt="4"/>
      <dgm:spPr/>
      <dgm:t>
        <a:bodyPr/>
        <a:lstStyle/>
        <a:p>
          <a:endParaRPr lang="pt-BR"/>
        </a:p>
      </dgm:t>
    </dgm:pt>
    <dgm:pt modelId="{DBF29612-DB4C-4C69-B2F2-2383F5A719E8}" type="pres">
      <dgm:prSet presAssocID="{009D7102-81F2-4458-9C70-80EA312A89B1}" presName="connTx" presStyleLbl="parChTrans1D4" presStyleIdx="3" presStyleCnt="4"/>
      <dgm:spPr/>
      <dgm:t>
        <a:bodyPr/>
        <a:lstStyle/>
        <a:p>
          <a:endParaRPr lang="pt-BR"/>
        </a:p>
      </dgm:t>
    </dgm:pt>
    <dgm:pt modelId="{5E35ECCA-DCB7-46D1-9D82-B3736DBBEEF2}" type="pres">
      <dgm:prSet presAssocID="{2FE909BD-BCDA-47C2-9659-B13002F31FBB}" presName="root2" presStyleCnt="0"/>
      <dgm:spPr/>
    </dgm:pt>
    <dgm:pt modelId="{A302F7F2-FCCE-4375-A975-EED125CA5711}" type="pres">
      <dgm:prSet presAssocID="{2FE909BD-BCDA-47C2-9659-B13002F31FBB}" presName="LevelTwoTextNode" presStyleLbl="node4" presStyleIdx="3" presStyleCnt="4" custScaleX="103343" custScaleY="186535" custLinFactNeighborX="-21675" custLinFactNeighborY="3174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43D8DC3-33AA-49F6-BA6E-FB9FF3CD1706}" type="pres">
      <dgm:prSet presAssocID="{2FE909BD-BCDA-47C2-9659-B13002F31FBB}" presName="level3hierChild" presStyleCnt="0"/>
      <dgm:spPr/>
    </dgm:pt>
    <dgm:pt modelId="{44AC5E3C-E60F-410C-901F-89A90194580B}" type="pres">
      <dgm:prSet presAssocID="{411FF429-E600-4C27-BBDC-4614D7009189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44C58C4D-6CC9-4905-9AB6-8C6E4563D0BD}" type="pres">
      <dgm:prSet presAssocID="{411FF429-E600-4C27-BBDC-4614D7009189}" presName="connTx" presStyleLbl="parChTrans1D2" presStyleIdx="1" presStyleCnt="2"/>
      <dgm:spPr/>
      <dgm:t>
        <a:bodyPr/>
        <a:lstStyle/>
        <a:p>
          <a:endParaRPr lang="pt-BR"/>
        </a:p>
      </dgm:t>
    </dgm:pt>
    <dgm:pt modelId="{D14BF737-0221-486E-98B2-26872715D013}" type="pres">
      <dgm:prSet presAssocID="{40EDE1F0-9DB7-4FFA-A031-8A1B8ED26076}" presName="root2" presStyleCnt="0"/>
      <dgm:spPr/>
    </dgm:pt>
    <dgm:pt modelId="{A3FB66F1-7E70-48F5-BA8E-ABE481685516}" type="pres">
      <dgm:prSet presAssocID="{40EDE1F0-9DB7-4FFA-A031-8A1B8ED26076}" presName="LevelTwoTextNode" presStyleLbl="node2" presStyleIdx="1" presStyleCnt="2" custLinFactNeighborX="-15993" custLinFactNeighborY="2247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477341-7836-4CE4-AF0C-A4A54D45FE0D}" type="pres">
      <dgm:prSet presAssocID="{40EDE1F0-9DB7-4FFA-A031-8A1B8ED26076}" presName="level3hierChild" presStyleCnt="0"/>
      <dgm:spPr/>
    </dgm:pt>
    <dgm:pt modelId="{5A9873F7-1B7B-453C-8C5D-4AECE003DE93}" type="pres">
      <dgm:prSet presAssocID="{D2EDE311-109A-4EC2-9520-0AB535AE5CC9}" presName="conn2-1" presStyleLbl="parChTrans1D3" presStyleIdx="1" presStyleCnt="2"/>
      <dgm:spPr/>
      <dgm:t>
        <a:bodyPr/>
        <a:lstStyle/>
        <a:p>
          <a:endParaRPr lang="pt-BR"/>
        </a:p>
      </dgm:t>
    </dgm:pt>
    <dgm:pt modelId="{987834E6-8169-4662-91BF-08EBBFA02EF9}" type="pres">
      <dgm:prSet presAssocID="{D2EDE311-109A-4EC2-9520-0AB535AE5CC9}" presName="connTx" presStyleLbl="parChTrans1D3" presStyleIdx="1" presStyleCnt="2"/>
      <dgm:spPr/>
      <dgm:t>
        <a:bodyPr/>
        <a:lstStyle/>
        <a:p>
          <a:endParaRPr lang="pt-BR"/>
        </a:p>
      </dgm:t>
    </dgm:pt>
    <dgm:pt modelId="{2E821A60-E08F-45C1-A21A-EFE5BC02C1A0}" type="pres">
      <dgm:prSet presAssocID="{14BCDA04-0436-4F81-B344-EE81310BA207}" presName="root2" presStyleCnt="0"/>
      <dgm:spPr/>
    </dgm:pt>
    <dgm:pt modelId="{0CF13AE2-E376-49DB-B087-A048AE36B563}" type="pres">
      <dgm:prSet presAssocID="{14BCDA04-0436-4F81-B344-EE81310BA207}" presName="LevelTwoTextNode" presStyleLbl="node3" presStyleIdx="1" presStyleCnt="2" custLinFactNeighborX="-33155" custLinFactNeighborY="2247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D3846F2-3561-4F67-A3ED-F6C47644217E}" type="pres">
      <dgm:prSet presAssocID="{14BCDA04-0436-4F81-B344-EE81310BA207}" presName="level3hierChild" presStyleCnt="0"/>
      <dgm:spPr/>
    </dgm:pt>
  </dgm:ptLst>
  <dgm:cxnLst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AF08E953-15A2-42BC-B0B4-B966F2DCF4E5}" srcId="{40EDE1F0-9DB7-4FFA-A031-8A1B8ED26076}" destId="{14BCDA04-0436-4F81-B344-EE81310BA207}" srcOrd="0" destOrd="0" parTransId="{D2EDE311-109A-4EC2-9520-0AB535AE5CC9}" sibTransId="{29BF1770-E4F4-4BF2-AFC9-001AD12B8D12}"/>
    <dgm:cxn modelId="{C7F93D8D-5FEC-4EA9-A254-0BEB8BB61BD7}" type="presOf" srcId="{D7A6C50D-EBF9-4B98-9731-E3097BECB42C}" destId="{403349C7-5F08-477B-A077-A4BB08CD6AB0}" srcOrd="0" destOrd="0" presId="urn:microsoft.com/office/officeart/2005/8/layout/hierarchy2"/>
    <dgm:cxn modelId="{FE3D169A-1AC5-45DC-9C6C-0D59385DD3D1}" type="presOf" srcId="{40EDE1F0-9DB7-4FFA-A031-8A1B8ED26076}" destId="{A3FB66F1-7E70-48F5-BA8E-ABE481685516}" srcOrd="0" destOrd="0" presId="urn:microsoft.com/office/officeart/2005/8/layout/hierarchy2"/>
    <dgm:cxn modelId="{4E411522-5E17-468E-BD1C-07B84F969747}" type="presOf" srcId="{4A1C48C7-B0AE-4903-ABA9-1C220470D669}" destId="{6F41047F-42FF-47B7-8D85-BAFCBA39A7CB}" srcOrd="1" destOrd="0" presId="urn:microsoft.com/office/officeart/2005/8/layout/hierarchy2"/>
    <dgm:cxn modelId="{0BBADCD2-4BA1-402A-89A1-B54EBCFACA55}" type="presOf" srcId="{3DED9555-CA6D-410A-8302-BA00BB5DCAC1}" destId="{C0C4E4E9-A144-4BBC-BF79-A7EB154405DA}" srcOrd="0" destOrd="0" presId="urn:microsoft.com/office/officeart/2005/8/layout/hierarchy2"/>
    <dgm:cxn modelId="{4AD7B30A-B3F7-4D93-9B4B-F3BCF4801385}" type="presOf" srcId="{951FB6D7-CE89-4212-9646-83C11BFDA7B8}" destId="{AAEE8041-D978-4E04-810D-DD7BF7830B4B}" srcOrd="0" destOrd="0" presId="urn:microsoft.com/office/officeart/2005/8/layout/hierarchy2"/>
    <dgm:cxn modelId="{33B2E4F9-CD35-470F-84E9-41F7FDFD8579}" type="presOf" srcId="{781270D7-77AE-4351-9889-97B0A207FBA5}" destId="{AF770FD9-5643-488C-9316-072E53247B9F}" srcOrd="1" destOrd="0" presId="urn:microsoft.com/office/officeart/2005/8/layout/hierarchy2"/>
    <dgm:cxn modelId="{2BE3F6BC-0E74-4EAE-80F0-23A35700F837}" srcId="{8936F382-5606-4463-A514-D3531951CEA2}" destId="{2FE909BD-BCDA-47C2-9659-B13002F31FBB}" srcOrd="0" destOrd="0" parTransId="{009D7102-81F2-4458-9C70-80EA312A89B1}" sibTransId="{DEC6004F-D6DA-41B3-A49D-6C8A67C39EF9}"/>
    <dgm:cxn modelId="{AB9F6F14-661F-4F3E-85F8-8331394270C8}" type="presOf" srcId="{411FF429-E600-4C27-BBDC-4614D7009189}" destId="{44C58C4D-6CC9-4905-9AB6-8C6E4563D0BD}" srcOrd="1" destOrd="0" presId="urn:microsoft.com/office/officeart/2005/8/layout/hierarchy2"/>
    <dgm:cxn modelId="{07890D5D-2A6A-41AC-8CEC-D8C8D2311C99}" type="presOf" srcId="{781270D7-77AE-4351-9889-97B0A207FBA5}" destId="{697A1029-EB45-459A-9DF0-2C88B8D56135}" srcOrd="0" destOrd="0" presId="urn:microsoft.com/office/officeart/2005/8/layout/hierarchy2"/>
    <dgm:cxn modelId="{064AF41A-D8AC-4108-9DE3-4C4B86486B25}" type="presOf" srcId="{13B13BD8-2046-47AA-B07E-47980E088BB0}" destId="{ECC02141-8A79-4561-838C-2D37202B7930}" srcOrd="0" destOrd="0" presId="urn:microsoft.com/office/officeart/2005/8/layout/hierarchy2"/>
    <dgm:cxn modelId="{FD0E71F7-53AF-4763-81F5-A14A52B5C5A0}" type="presOf" srcId="{009D7102-81F2-4458-9C70-80EA312A89B1}" destId="{EA46ED5C-7A48-4179-B45A-5EC46056D9A9}" srcOrd="0" destOrd="0" presId="urn:microsoft.com/office/officeart/2005/8/layout/hierarchy2"/>
    <dgm:cxn modelId="{70B8525A-8DA7-4BFB-83F3-8A5F75EA55E5}" type="presOf" srcId="{9F5E044A-5D3E-45DB-AA9E-E74230E75D27}" destId="{D031B169-063B-4B63-B734-0C89EFE9A707}" srcOrd="1" destOrd="0" presId="urn:microsoft.com/office/officeart/2005/8/layout/hierarchy2"/>
    <dgm:cxn modelId="{22C759CB-6AEE-4747-83C5-96F8F2DDEF49}" type="presOf" srcId="{6A290DA8-8045-4CC6-84CD-27E5C7ADBC4D}" destId="{84FCBF57-2C1E-4D3B-9344-7699B6E0220D}" srcOrd="0" destOrd="0" presId="urn:microsoft.com/office/officeart/2005/8/layout/hierarchy2"/>
    <dgm:cxn modelId="{3BEB1B32-F443-4E21-A22D-E555996377E6}" type="presOf" srcId="{D2EDE311-109A-4EC2-9520-0AB535AE5CC9}" destId="{5A9873F7-1B7B-453C-8C5D-4AECE003DE93}" srcOrd="0" destOrd="0" presId="urn:microsoft.com/office/officeart/2005/8/layout/hierarchy2"/>
    <dgm:cxn modelId="{7619D22F-A404-4B43-8AA8-652D19A6AABF}" type="presOf" srcId="{4A1C48C7-B0AE-4903-ABA9-1C220470D669}" destId="{185FD1FF-7049-496A-B44E-0E5CD50B6A91}" srcOrd="0" destOrd="0" presId="urn:microsoft.com/office/officeart/2005/8/layout/hierarchy2"/>
    <dgm:cxn modelId="{9B2F6AFF-A5B9-4F03-AB19-57AAEB52E70F}" type="presOf" srcId="{8936F382-5606-4463-A514-D3531951CEA2}" destId="{183ECB49-0CC0-4132-8F4C-EA31FFFC95FE}" srcOrd="0" destOrd="0" presId="urn:microsoft.com/office/officeart/2005/8/layout/hierarchy2"/>
    <dgm:cxn modelId="{1254BA26-F91E-4A24-BF7D-7AF15567AFF2}" type="presOf" srcId="{3F65FA86-0BBE-4070-AF9E-744B0C8564E2}" destId="{77C3D928-8948-49B7-B8E8-4B39D911820F}" srcOrd="1" destOrd="0" presId="urn:microsoft.com/office/officeart/2005/8/layout/hierarchy2"/>
    <dgm:cxn modelId="{6F955B5B-4B75-4E61-8D8B-A98B6BB36190}" srcId="{3DED9555-CA6D-410A-8302-BA00BB5DCAC1}" destId="{951FB6D7-CE89-4212-9646-83C11BFDA7B8}" srcOrd="0" destOrd="0" parTransId="{781270D7-77AE-4351-9889-97B0A207FBA5}" sibTransId="{8FBC0A73-C475-4D1B-AA81-E7B35E47438B}"/>
    <dgm:cxn modelId="{A2A2E319-6993-4D7C-A3B9-E813CA92F736}" srcId="{3DED9555-CA6D-410A-8302-BA00BB5DCAC1}" destId="{40EDE1F0-9DB7-4FFA-A031-8A1B8ED26076}" srcOrd="1" destOrd="0" parTransId="{411FF429-E600-4C27-BBDC-4614D7009189}" sibTransId="{4E3C64CC-E919-4047-B888-5E213EB04676}"/>
    <dgm:cxn modelId="{A1DA1F28-0ECC-448A-B053-BEBB4A5700C7}" srcId="{7E2C2C5F-97E2-4A49-AAB3-B9E0AE557756}" destId="{6A290DA8-8045-4CC6-84CD-27E5C7ADBC4D}" srcOrd="0" destOrd="0" parTransId="{9F5E044A-5D3E-45DB-AA9E-E74230E75D27}" sibTransId="{6C9C2215-E4F4-40A0-B554-E5CCB57E06B7}"/>
    <dgm:cxn modelId="{CD1574B6-C5E6-44F1-B585-A55372A10E7D}" type="presOf" srcId="{D2EDE311-109A-4EC2-9520-0AB535AE5CC9}" destId="{987834E6-8169-4662-91BF-08EBBFA02EF9}" srcOrd="1" destOrd="0" presId="urn:microsoft.com/office/officeart/2005/8/layout/hierarchy2"/>
    <dgm:cxn modelId="{968F7838-4CE1-4B5C-AF82-927CFA27F98F}" srcId="{7E2C2C5F-97E2-4A49-AAB3-B9E0AE557756}" destId="{8936F382-5606-4463-A514-D3531951CEA2}" srcOrd="1" destOrd="0" parTransId="{3F65FA86-0BBE-4070-AF9E-744B0C8564E2}" sibTransId="{5C942014-45AA-4BE6-BDC9-75B25C281663}"/>
    <dgm:cxn modelId="{1112B1AB-BF58-4071-BD52-0AC9309F52BF}" srcId="{6A290DA8-8045-4CC6-84CD-27E5C7ADBC4D}" destId="{13B13BD8-2046-47AA-B07E-47980E088BB0}" srcOrd="0" destOrd="0" parTransId="{D7A6C50D-EBF9-4B98-9731-E3097BECB42C}" sibTransId="{CE6F61AE-E1FF-4244-A20C-03EC5751C210}"/>
    <dgm:cxn modelId="{744E31D4-4DB9-4A84-B30F-0C3319ECA1E3}" type="presOf" srcId="{1EEAAEF9-E66E-415D-A4EB-63C7C89A5674}" destId="{DC22CC4F-84FF-4B4F-BE95-2A4A6C888353}" srcOrd="0" destOrd="0" presId="urn:microsoft.com/office/officeart/2005/8/layout/hierarchy2"/>
    <dgm:cxn modelId="{E0726620-2629-4E31-B51F-400373B54A2D}" type="presOf" srcId="{D7A6C50D-EBF9-4B98-9731-E3097BECB42C}" destId="{4D674565-994D-4BF1-A748-2088392F56D3}" srcOrd="1" destOrd="0" presId="urn:microsoft.com/office/officeart/2005/8/layout/hierarchy2"/>
    <dgm:cxn modelId="{90A11E43-E906-4827-A5EF-E453AB801325}" type="presOf" srcId="{7E2C2C5F-97E2-4A49-AAB3-B9E0AE557756}" destId="{8A3633CC-C101-47DD-B4A3-EF11897A6BEB}" srcOrd="0" destOrd="0" presId="urn:microsoft.com/office/officeart/2005/8/layout/hierarchy2"/>
    <dgm:cxn modelId="{77FDC832-A300-4548-BE1A-C70948C58808}" type="presOf" srcId="{2FE909BD-BCDA-47C2-9659-B13002F31FBB}" destId="{A302F7F2-FCCE-4375-A975-EED125CA5711}" srcOrd="0" destOrd="0" presId="urn:microsoft.com/office/officeart/2005/8/layout/hierarchy2"/>
    <dgm:cxn modelId="{20E401A5-EB41-4249-B1D2-17105A1F349F}" type="presOf" srcId="{14BCDA04-0436-4F81-B344-EE81310BA207}" destId="{0CF13AE2-E376-49DB-B087-A048AE36B563}" srcOrd="0" destOrd="0" presId="urn:microsoft.com/office/officeart/2005/8/layout/hierarchy2"/>
    <dgm:cxn modelId="{59A1E57D-D61F-4658-9130-928D3CE862E5}" type="presOf" srcId="{9F5E044A-5D3E-45DB-AA9E-E74230E75D27}" destId="{F949034A-FDB7-4102-9A04-570AB14229DD}" srcOrd="0" destOrd="0" presId="urn:microsoft.com/office/officeart/2005/8/layout/hierarchy2"/>
    <dgm:cxn modelId="{961D51FA-7422-4444-B20C-9EEA9BDAA3FF}" type="presOf" srcId="{411FF429-E600-4C27-BBDC-4614D7009189}" destId="{44AC5E3C-E60F-410C-901F-89A90194580B}" srcOrd="0" destOrd="0" presId="urn:microsoft.com/office/officeart/2005/8/layout/hierarchy2"/>
    <dgm:cxn modelId="{73FCD2B8-302C-4B5B-BE27-5A7B3E3D1D11}" type="presOf" srcId="{3F65FA86-0BBE-4070-AF9E-744B0C8564E2}" destId="{C3755C29-22AB-471C-9968-735E53DFB565}" srcOrd="0" destOrd="0" presId="urn:microsoft.com/office/officeart/2005/8/layout/hierarchy2"/>
    <dgm:cxn modelId="{DEBF545A-D19D-438A-AE75-3FE901F22985}" srcId="{951FB6D7-CE89-4212-9646-83C11BFDA7B8}" destId="{7E2C2C5F-97E2-4A49-AAB3-B9E0AE557756}" srcOrd="0" destOrd="0" parTransId="{4A1C48C7-B0AE-4903-ABA9-1C220470D669}" sibTransId="{FE263668-81E1-4370-BB7A-2AFDEF844F71}"/>
    <dgm:cxn modelId="{DCF0F8A0-E0F0-43F7-A277-47C58D459238}" type="presOf" srcId="{009D7102-81F2-4458-9C70-80EA312A89B1}" destId="{DBF29612-DB4C-4C69-B2F2-2383F5A719E8}" srcOrd="1" destOrd="0" presId="urn:microsoft.com/office/officeart/2005/8/layout/hierarchy2"/>
    <dgm:cxn modelId="{1FFF739C-9C88-4C11-A02C-FE7B111DE19B}" type="presParOf" srcId="{DC22CC4F-84FF-4B4F-BE95-2A4A6C888353}" destId="{88C2D2CE-BB96-469E-AF77-A30FA5E617E0}" srcOrd="0" destOrd="0" presId="urn:microsoft.com/office/officeart/2005/8/layout/hierarchy2"/>
    <dgm:cxn modelId="{0196A4E6-027A-43F7-903D-D99BF8274A95}" type="presParOf" srcId="{88C2D2CE-BB96-469E-AF77-A30FA5E617E0}" destId="{C0C4E4E9-A144-4BBC-BF79-A7EB154405DA}" srcOrd="0" destOrd="0" presId="urn:microsoft.com/office/officeart/2005/8/layout/hierarchy2"/>
    <dgm:cxn modelId="{357FF8F2-7E96-4B37-ADEB-A7B23D9980BF}" type="presParOf" srcId="{88C2D2CE-BB96-469E-AF77-A30FA5E617E0}" destId="{CC7C0BE5-1DA0-4213-9C64-7FEF7C21DBC9}" srcOrd="1" destOrd="0" presId="urn:microsoft.com/office/officeart/2005/8/layout/hierarchy2"/>
    <dgm:cxn modelId="{C85C617E-718D-4389-B3B4-9EFE7A155BDF}" type="presParOf" srcId="{CC7C0BE5-1DA0-4213-9C64-7FEF7C21DBC9}" destId="{697A1029-EB45-459A-9DF0-2C88B8D56135}" srcOrd="0" destOrd="0" presId="urn:microsoft.com/office/officeart/2005/8/layout/hierarchy2"/>
    <dgm:cxn modelId="{AAFF59FD-08D0-462E-8366-CD625C8E142E}" type="presParOf" srcId="{697A1029-EB45-459A-9DF0-2C88B8D56135}" destId="{AF770FD9-5643-488C-9316-072E53247B9F}" srcOrd="0" destOrd="0" presId="urn:microsoft.com/office/officeart/2005/8/layout/hierarchy2"/>
    <dgm:cxn modelId="{5FE00A8A-55C1-416C-A432-86387F04817B}" type="presParOf" srcId="{CC7C0BE5-1DA0-4213-9C64-7FEF7C21DBC9}" destId="{36554031-78E1-43CF-817A-2E928B41EEB6}" srcOrd="1" destOrd="0" presId="urn:microsoft.com/office/officeart/2005/8/layout/hierarchy2"/>
    <dgm:cxn modelId="{7C213570-1684-4204-A86B-8144138B7B90}" type="presParOf" srcId="{36554031-78E1-43CF-817A-2E928B41EEB6}" destId="{AAEE8041-D978-4E04-810D-DD7BF7830B4B}" srcOrd="0" destOrd="0" presId="urn:microsoft.com/office/officeart/2005/8/layout/hierarchy2"/>
    <dgm:cxn modelId="{C7C9B9AB-EE29-4C7F-9C88-3216527BAA1F}" type="presParOf" srcId="{36554031-78E1-43CF-817A-2E928B41EEB6}" destId="{9FD2EDD5-0EB3-4A81-9BBA-3AA2F485C067}" srcOrd="1" destOrd="0" presId="urn:microsoft.com/office/officeart/2005/8/layout/hierarchy2"/>
    <dgm:cxn modelId="{1992FF43-FB59-425A-BD45-E75845FC8328}" type="presParOf" srcId="{9FD2EDD5-0EB3-4A81-9BBA-3AA2F485C067}" destId="{185FD1FF-7049-496A-B44E-0E5CD50B6A91}" srcOrd="0" destOrd="0" presId="urn:microsoft.com/office/officeart/2005/8/layout/hierarchy2"/>
    <dgm:cxn modelId="{7D00949C-2E17-4D65-9A61-38AA300F4A9E}" type="presParOf" srcId="{185FD1FF-7049-496A-B44E-0E5CD50B6A91}" destId="{6F41047F-42FF-47B7-8D85-BAFCBA39A7CB}" srcOrd="0" destOrd="0" presId="urn:microsoft.com/office/officeart/2005/8/layout/hierarchy2"/>
    <dgm:cxn modelId="{C73C767D-E51C-4573-8B68-7F8B65A675E3}" type="presParOf" srcId="{9FD2EDD5-0EB3-4A81-9BBA-3AA2F485C067}" destId="{C043E076-000D-405B-84A0-628A39E4E0CE}" srcOrd="1" destOrd="0" presId="urn:microsoft.com/office/officeart/2005/8/layout/hierarchy2"/>
    <dgm:cxn modelId="{17D4B252-3F28-456D-A37E-5BE32D6E79E6}" type="presParOf" srcId="{C043E076-000D-405B-84A0-628A39E4E0CE}" destId="{8A3633CC-C101-47DD-B4A3-EF11897A6BEB}" srcOrd="0" destOrd="0" presId="urn:microsoft.com/office/officeart/2005/8/layout/hierarchy2"/>
    <dgm:cxn modelId="{B9006145-ACF3-4A25-85A3-B6B1DDA1EF98}" type="presParOf" srcId="{C043E076-000D-405B-84A0-628A39E4E0CE}" destId="{FCF54FC3-8776-403E-B374-E5002BD095EC}" srcOrd="1" destOrd="0" presId="urn:microsoft.com/office/officeart/2005/8/layout/hierarchy2"/>
    <dgm:cxn modelId="{1461E818-1C0B-46FD-AC87-1E64C3626132}" type="presParOf" srcId="{FCF54FC3-8776-403E-B374-E5002BD095EC}" destId="{F949034A-FDB7-4102-9A04-570AB14229DD}" srcOrd="0" destOrd="0" presId="urn:microsoft.com/office/officeart/2005/8/layout/hierarchy2"/>
    <dgm:cxn modelId="{9C0F02B3-AA28-49F1-B101-45774249109C}" type="presParOf" srcId="{F949034A-FDB7-4102-9A04-570AB14229DD}" destId="{D031B169-063B-4B63-B734-0C89EFE9A707}" srcOrd="0" destOrd="0" presId="urn:microsoft.com/office/officeart/2005/8/layout/hierarchy2"/>
    <dgm:cxn modelId="{2DDC5E77-D741-4566-8501-9E91CDA10184}" type="presParOf" srcId="{FCF54FC3-8776-403E-B374-E5002BD095EC}" destId="{5F58CFB6-FA7E-4718-AB7D-FB8F1E68D7A8}" srcOrd="1" destOrd="0" presId="urn:microsoft.com/office/officeart/2005/8/layout/hierarchy2"/>
    <dgm:cxn modelId="{9509A788-6841-40DA-8D3D-3BBB415B12F8}" type="presParOf" srcId="{5F58CFB6-FA7E-4718-AB7D-FB8F1E68D7A8}" destId="{84FCBF57-2C1E-4D3B-9344-7699B6E0220D}" srcOrd="0" destOrd="0" presId="urn:microsoft.com/office/officeart/2005/8/layout/hierarchy2"/>
    <dgm:cxn modelId="{8E309237-6AC4-47B6-A298-5F2A63260848}" type="presParOf" srcId="{5F58CFB6-FA7E-4718-AB7D-FB8F1E68D7A8}" destId="{56F3179B-7ED7-412C-9A39-C26A5FB1C2FF}" srcOrd="1" destOrd="0" presId="urn:microsoft.com/office/officeart/2005/8/layout/hierarchy2"/>
    <dgm:cxn modelId="{F5C6874E-63DE-45F5-9F78-2E7936821BB6}" type="presParOf" srcId="{56F3179B-7ED7-412C-9A39-C26A5FB1C2FF}" destId="{403349C7-5F08-477B-A077-A4BB08CD6AB0}" srcOrd="0" destOrd="0" presId="urn:microsoft.com/office/officeart/2005/8/layout/hierarchy2"/>
    <dgm:cxn modelId="{57B20D35-984E-4B30-B3B3-C6957296C818}" type="presParOf" srcId="{403349C7-5F08-477B-A077-A4BB08CD6AB0}" destId="{4D674565-994D-4BF1-A748-2088392F56D3}" srcOrd="0" destOrd="0" presId="urn:microsoft.com/office/officeart/2005/8/layout/hierarchy2"/>
    <dgm:cxn modelId="{60988540-FD8D-418A-B8C5-CFBB613D8745}" type="presParOf" srcId="{56F3179B-7ED7-412C-9A39-C26A5FB1C2FF}" destId="{6E0424B1-EC0F-4297-9220-1930D9DDD11D}" srcOrd="1" destOrd="0" presId="urn:microsoft.com/office/officeart/2005/8/layout/hierarchy2"/>
    <dgm:cxn modelId="{66155195-3FEA-40DB-B838-3F905C0C1541}" type="presParOf" srcId="{6E0424B1-EC0F-4297-9220-1930D9DDD11D}" destId="{ECC02141-8A79-4561-838C-2D37202B7930}" srcOrd="0" destOrd="0" presId="urn:microsoft.com/office/officeart/2005/8/layout/hierarchy2"/>
    <dgm:cxn modelId="{F6F5620C-758A-4A37-BD0B-813DD3045F01}" type="presParOf" srcId="{6E0424B1-EC0F-4297-9220-1930D9DDD11D}" destId="{BE1AF5EB-913B-4E1F-A0F2-B47FA28965B8}" srcOrd="1" destOrd="0" presId="urn:microsoft.com/office/officeart/2005/8/layout/hierarchy2"/>
    <dgm:cxn modelId="{ED6C9807-2C59-4074-87CC-620A34A5179C}" type="presParOf" srcId="{FCF54FC3-8776-403E-B374-E5002BD095EC}" destId="{C3755C29-22AB-471C-9968-735E53DFB565}" srcOrd="2" destOrd="0" presId="urn:microsoft.com/office/officeart/2005/8/layout/hierarchy2"/>
    <dgm:cxn modelId="{6C2D13BD-89E1-468F-A2F3-8C9BD2432ED1}" type="presParOf" srcId="{C3755C29-22AB-471C-9968-735E53DFB565}" destId="{77C3D928-8948-49B7-B8E8-4B39D911820F}" srcOrd="0" destOrd="0" presId="urn:microsoft.com/office/officeart/2005/8/layout/hierarchy2"/>
    <dgm:cxn modelId="{E71CB175-159A-48AB-A57D-3B068BA3E72D}" type="presParOf" srcId="{FCF54FC3-8776-403E-B374-E5002BD095EC}" destId="{75B8FD95-3C43-4172-97F0-66198E9AB1D6}" srcOrd="3" destOrd="0" presId="urn:microsoft.com/office/officeart/2005/8/layout/hierarchy2"/>
    <dgm:cxn modelId="{AC39953E-E74A-4318-AA4C-075BBBB1886C}" type="presParOf" srcId="{75B8FD95-3C43-4172-97F0-66198E9AB1D6}" destId="{183ECB49-0CC0-4132-8F4C-EA31FFFC95FE}" srcOrd="0" destOrd="0" presId="urn:microsoft.com/office/officeart/2005/8/layout/hierarchy2"/>
    <dgm:cxn modelId="{EBAD7693-CDD0-430E-98F2-7F4C41AC5CA4}" type="presParOf" srcId="{75B8FD95-3C43-4172-97F0-66198E9AB1D6}" destId="{54AC0968-0F9C-4FCB-BA11-6423A317D16D}" srcOrd="1" destOrd="0" presId="urn:microsoft.com/office/officeart/2005/8/layout/hierarchy2"/>
    <dgm:cxn modelId="{9CA3FAB5-0B31-4F4C-9A80-2A774E8A3110}" type="presParOf" srcId="{54AC0968-0F9C-4FCB-BA11-6423A317D16D}" destId="{EA46ED5C-7A48-4179-B45A-5EC46056D9A9}" srcOrd="0" destOrd="0" presId="urn:microsoft.com/office/officeart/2005/8/layout/hierarchy2"/>
    <dgm:cxn modelId="{DDA04851-96A8-4BD9-8B4C-8DFCD1823F87}" type="presParOf" srcId="{EA46ED5C-7A48-4179-B45A-5EC46056D9A9}" destId="{DBF29612-DB4C-4C69-B2F2-2383F5A719E8}" srcOrd="0" destOrd="0" presId="urn:microsoft.com/office/officeart/2005/8/layout/hierarchy2"/>
    <dgm:cxn modelId="{DB73F14B-8733-4CE1-ACD3-83EA384BC97C}" type="presParOf" srcId="{54AC0968-0F9C-4FCB-BA11-6423A317D16D}" destId="{5E35ECCA-DCB7-46D1-9D82-B3736DBBEEF2}" srcOrd="1" destOrd="0" presId="urn:microsoft.com/office/officeart/2005/8/layout/hierarchy2"/>
    <dgm:cxn modelId="{2A6DF2A8-D610-4D6F-8FB4-CAD0FEBC16F9}" type="presParOf" srcId="{5E35ECCA-DCB7-46D1-9D82-B3736DBBEEF2}" destId="{A302F7F2-FCCE-4375-A975-EED125CA5711}" srcOrd="0" destOrd="0" presId="urn:microsoft.com/office/officeart/2005/8/layout/hierarchy2"/>
    <dgm:cxn modelId="{C6CE9D4F-B4B9-4A7B-AA05-DC934CAA5E6B}" type="presParOf" srcId="{5E35ECCA-DCB7-46D1-9D82-B3736DBBEEF2}" destId="{043D8DC3-33AA-49F6-BA6E-FB9FF3CD1706}" srcOrd="1" destOrd="0" presId="urn:microsoft.com/office/officeart/2005/8/layout/hierarchy2"/>
    <dgm:cxn modelId="{802D3053-291A-4002-B3CC-672A2AC33237}" type="presParOf" srcId="{CC7C0BE5-1DA0-4213-9C64-7FEF7C21DBC9}" destId="{44AC5E3C-E60F-410C-901F-89A90194580B}" srcOrd="2" destOrd="0" presId="urn:microsoft.com/office/officeart/2005/8/layout/hierarchy2"/>
    <dgm:cxn modelId="{FDBCCC3A-B227-4F74-8322-AECB15975DC1}" type="presParOf" srcId="{44AC5E3C-E60F-410C-901F-89A90194580B}" destId="{44C58C4D-6CC9-4905-9AB6-8C6E4563D0BD}" srcOrd="0" destOrd="0" presId="urn:microsoft.com/office/officeart/2005/8/layout/hierarchy2"/>
    <dgm:cxn modelId="{B9728DA1-93E1-4D55-A92A-0D656938F118}" type="presParOf" srcId="{CC7C0BE5-1DA0-4213-9C64-7FEF7C21DBC9}" destId="{D14BF737-0221-486E-98B2-26872715D013}" srcOrd="3" destOrd="0" presId="urn:microsoft.com/office/officeart/2005/8/layout/hierarchy2"/>
    <dgm:cxn modelId="{81E36A2E-B0A9-44E6-AA66-CAAA2F0F7D49}" type="presParOf" srcId="{D14BF737-0221-486E-98B2-26872715D013}" destId="{A3FB66F1-7E70-48F5-BA8E-ABE481685516}" srcOrd="0" destOrd="0" presId="urn:microsoft.com/office/officeart/2005/8/layout/hierarchy2"/>
    <dgm:cxn modelId="{CA930A00-D971-4877-B2C8-80D00ED99E12}" type="presParOf" srcId="{D14BF737-0221-486E-98B2-26872715D013}" destId="{F2477341-7836-4CE4-AF0C-A4A54D45FE0D}" srcOrd="1" destOrd="0" presId="urn:microsoft.com/office/officeart/2005/8/layout/hierarchy2"/>
    <dgm:cxn modelId="{8BE0EF37-1912-4266-9862-5647A5D9853B}" type="presParOf" srcId="{F2477341-7836-4CE4-AF0C-A4A54D45FE0D}" destId="{5A9873F7-1B7B-453C-8C5D-4AECE003DE93}" srcOrd="0" destOrd="0" presId="urn:microsoft.com/office/officeart/2005/8/layout/hierarchy2"/>
    <dgm:cxn modelId="{56878B50-8C91-4CF5-996C-D15F95A4D888}" type="presParOf" srcId="{5A9873F7-1B7B-453C-8C5D-4AECE003DE93}" destId="{987834E6-8169-4662-91BF-08EBBFA02EF9}" srcOrd="0" destOrd="0" presId="urn:microsoft.com/office/officeart/2005/8/layout/hierarchy2"/>
    <dgm:cxn modelId="{E3D4FBE0-2A1B-4EEC-9729-0C758E4A88F1}" type="presParOf" srcId="{F2477341-7836-4CE4-AF0C-A4A54D45FE0D}" destId="{2E821A60-E08F-45C1-A21A-EFE5BC02C1A0}" srcOrd="1" destOrd="0" presId="urn:microsoft.com/office/officeart/2005/8/layout/hierarchy2"/>
    <dgm:cxn modelId="{68D8307F-07A2-4649-9020-E464AE9D8F1B}" type="presParOf" srcId="{2E821A60-E08F-45C1-A21A-EFE5BC02C1A0}" destId="{0CF13AE2-E376-49DB-B087-A048AE36B563}" srcOrd="0" destOrd="0" presId="urn:microsoft.com/office/officeart/2005/8/layout/hierarchy2"/>
    <dgm:cxn modelId="{E752AD65-929A-44C8-A1DA-FFCD6847FE83}" type="presParOf" srcId="{2E821A60-E08F-45C1-A21A-EFE5BC02C1A0}" destId="{4D3846F2-3561-4F67-A3ED-F6C47644217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Imunidades ICMS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23C12696-FAAA-42C3-A21D-5E65569517FC}">
      <dgm:prSet/>
      <dgm:spPr/>
      <dgm:t>
        <a:bodyPr/>
        <a:lstStyle/>
        <a:p>
          <a:r>
            <a:rPr lang="pt-BR" dirty="0" smtClean="0"/>
            <a:t>Saída de Petróleo/derivados e Energia Elétrica</a:t>
          </a:r>
          <a:endParaRPr lang="pt-BR" dirty="0"/>
        </a:p>
      </dgm:t>
    </dgm:pt>
    <dgm:pt modelId="{EECCB58D-C0EA-49DF-8AB7-B6074FAFF5B9}" type="parTrans" cxnId="{7314522B-62F3-4B5E-9986-4262DC0882A1}">
      <dgm:prSet/>
      <dgm:spPr/>
      <dgm:t>
        <a:bodyPr/>
        <a:lstStyle/>
        <a:p>
          <a:endParaRPr lang="pt-BR"/>
        </a:p>
      </dgm:t>
    </dgm:pt>
    <dgm:pt modelId="{3BC5EC1F-6335-45A0-B212-31A6E3591143}" type="sibTrans" cxnId="{7314522B-62F3-4B5E-9986-4262DC0882A1}">
      <dgm:prSet/>
      <dgm:spPr/>
      <dgm:t>
        <a:bodyPr/>
        <a:lstStyle/>
        <a:p>
          <a:endParaRPr lang="pt-BR"/>
        </a:p>
      </dgm:t>
    </dgm:pt>
    <dgm:pt modelId="{F11A0EBB-11C5-49F6-988E-6D6FF818EF75}">
      <dgm:prSet/>
      <dgm:spPr/>
      <dgm:t>
        <a:bodyPr/>
        <a:lstStyle/>
        <a:p>
          <a:r>
            <a:rPr lang="pt-BR" dirty="0" smtClean="0"/>
            <a:t>Ouro quando ativo financeiro ou instrumento cambial</a:t>
          </a:r>
          <a:endParaRPr lang="pt-BR" dirty="0"/>
        </a:p>
      </dgm:t>
    </dgm:pt>
    <dgm:pt modelId="{A5022207-570B-437D-9FF4-D3F8210F6551}" type="parTrans" cxnId="{30E2739D-33F2-4E2A-82EE-AE55A2515A7E}">
      <dgm:prSet/>
      <dgm:spPr/>
      <dgm:t>
        <a:bodyPr/>
        <a:lstStyle/>
        <a:p>
          <a:endParaRPr lang="pt-BR"/>
        </a:p>
      </dgm:t>
    </dgm:pt>
    <dgm:pt modelId="{0FED6FE8-E7EC-4941-ADF2-C06B0B2D8A49}" type="sibTrans" cxnId="{30E2739D-33F2-4E2A-82EE-AE55A2515A7E}">
      <dgm:prSet/>
      <dgm:spPr/>
      <dgm:t>
        <a:bodyPr/>
        <a:lstStyle/>
        <a:p>
          <a:endParaRPr lang="pt-BR"/>
        </a:p>
      </dgm:t>
    </dgm:pt>
    <dgm:pt modelId="{17E13C73-E592-434A-A7DE-A7681F2C9639}">
      <dgm:prSet/>
      <dgm:spPr/>
      <dgm:t>
        <a:bodyPr/>
        <a:lstStyle/>
        <a:p>
          <a:r>
            <a:rPr lang="pt-BR" dirty="0" smtClean="0"/>
            <a:t>Comunicação não onerosa</a:t>
          </a:r>
          <a:endParaRPr lang="pt-BR" dirty="0"/>
        </a:p>
      </dgm:t>
    </dgm:pt>
    <dgm:pt modelId="{3594108D-78D1-44D0-BA31-D586C34F7644}" type="parTrans" cxnId="{4F119A74-88DC-480A-AFAD-58DA985AF549}">
      <dgm:prSet/>
      <dgm:spPr/>
      <dgm:t>
        <a:bodyPr/>
        <a:lstStyle/>
        <a:p>
          <a:endParaRPr lang="pt-BR"/>
        </a:p>
      </dgm:t>
    </dgm:pt>
    <dgm:pt modelId="{AC8FA928-EBCA-4F1D-A02E-E9BAE4FBBE8E}" type="sibTrans" cxnId="{4F119A74-88DC-480A-AFAD-58DA985AF549}">
      <dgm:prSet/>
      <dgm:spPr/>
      <dgm:t>
        <a:bodyPr/>
        <a:lstStyle/>
        <a:p>
          <a:endParaRPr lang="pt-BR"/>
        </a:p>
      </dgm:t>
    </dgm:pt>
    <dgm:pt modelId="{35D62B85-059C-4F9F-B760-2F405E8013F9}">
      <dgm:prSet/>
      <dgm:spPr/>
      <dgm:t>
        <a:bodyPr/>
        <a:lstStyle/>
        <a:p>
          <a:r>
            <a:rPr lang="pt-BR" dirty="0" smtClean="0"/>
            <a:t>Material musical</a:t>
          </a:r>
          <a:endParaRPr lang="pt-BR" dirty="0"/>
        </a:p>
      </dgm:t>
    </dgm:pt>
    <dgm:pt modelId="{D875203A-F2F3-43CD-AC75-FECCF5C2244B}" type="parTrans" cxnId="{EDA714C9-5B7B-4934-BD1A-FED03751FA92}">
      <dgm:prSet/>
      <dgm:spPr/>
      <dgm:t>
        <a:bodyPr/>
        <a:lstStyle/>
        <a:p>
          <a:endParaRPr lang="pt-BR"/>
        </a:p>
      </dgm:t>
    </dgm:pt>
    <dgm:pt modelId="{EDAA8BF9-06FB-4FA5-B15A-A41FA11D83B4}" type="sibTrans" cxnId="{EDA714C9-5B7B-4934-BD1A-FED03751FA92}">
      <dgm:prSet/>
      <dgm:spPr/>
      <dgm:t>
        <a:bodyPr/>
        <a:lstStyle/>
        <a:p>
          <a:endParaRPr lang="pt-BR"/>
        </a:p>
      </dgm:t>
    </dgm:pt>
    <dgm:pt modelId="{531BA14E-968B-457F-8BA7-1525563DA776}">
      <dgm:prSet/>
      <dgm:spPr/>
      <dgm:t>
        <a:bodyPr/>
        <a:lstStyle/>
        <a:p>
          <a:r>
            <a:rPr lang="pt-BR" dirty="0" smtClean="0"/>
            <a:t>Exportações</a:t>
          </a:r>
          <a:endParaRPr lang="pt-BR" dirty="0"/>
        </a:p>
      </dgm:t>
    </dgm:pt>
    <dgm:pt modelId="{FAF117FF-2625-4EDC-94ED-0E7F3399B9AC}" type="parTrans" cxnId="{930590F9-915E-4AD2-964C-826A94A12885}">
      <dgm:prSet/>
      <dgm:spPr/>
      <dgm:t>
        <a:bodyPr/>
        <a:lstStyle/>
        <a:p>
          <a:endParaRPr lang="pt-BR"/>
        </a:p>
      </dgm:t>
    </dgm:pt>
    <dgm:pt modelId="{DB42BA74-3625-4392-A5B1-EF15499EF6E8}" type="sibTrans" cxnId="{930590F9-915E-4AD2-964C-826A94A12885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 custScaleX="183590" custScaleY="92272" custLinFactNeighborX="-59576" custLinFactNeighborY="-2612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038C9BE0-B729-41B2-842A-225A7F495537}" type="pres">
      <dgm:prSet presAssocID="{FAF117FF-2625-4EDC-94ED-0E7F3399B9AC}" presName="conn2-1" presStyleLbl="parChTrans1D2" presStyleIdx="0" presStyleCnt="5"/>
      <dgm:spPr/>
      <dgm:t>
        <a:bodyPr/>
        <a:lstStyle/>
        <a:p>
          <a:endParaRPr lang="pt-BR"/>
        </a:p>
      </dgm:t>
    </dgm:pt>
    <dgm:pt modelId="{B88DE960-9E7D-4B24-A384-A6A740501BFA}" type="pres">
      <dgm:prSet presAssocID="{FAF117FF-2625-4EDC-94ED-0E7F3399B9AC}" presName="connTx" presStyleLbl="parChTrans1D2" presStyleIdx="0" presStyleCnt="5"/>
      <dgm:spPr/>
      <dgm:t>
        <a:bodyPr/>
        <a:lstStyle/>
        <a:p>
          <a:endParaRPr lang="pt-BR"/>
        </a:p>
      </dgm:t>
    </dgm:pt>
    <dgm:pt modelId="{D6361B28-B50C-4A75-AA11-870775941550}" type="pres">
      <dgm:prSet presAssocID="{531BA14E-968B-457F-8BA7-1525563DA776}" presName="root2" presStyleCnt="0"/>
      <dgm:spPr/>
    </dgm:pt>
    <dgm:pt modelId="{718871FB-C699-4DEE-BCFF-5175E7405499}" type="pres">
      <dgm:prSet presAssocID="{531BA14E-968B-457F-8BA7-1525563DA776}" presName="LevelTwoTextNode" presStyleLbl="node2" presStyleIdx="0" presStyleCnt="5" custScaleX="13780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9901BE2-33A0-41A8-B07E-27D2071C280A}" type="pres">
      <dgm:prSet presAssocID="{531BA14E-968B-457F-8BA7-1525563DA776}" presName="level3hierChild" presStyleCnt="0"/>
      <dgm:spPr/>
    </dgm:pt>
    <dgm:pt modelId="{87B33251-E58F-4E54-9CE8-908017294C4C}" type="pres">
      <dgm:prSet presAssocID="{EECCB58D-C0EA-49DF-8AB7-B6074FAFF5B9}" presName="conn2-1" presStyleLbl="parChTrans1D2" presStyleIdx="1" presStyleCnt="5"/>
      <dgm:spPr/>
      <dgm:t>
        <a:bodyPr/>
        <a:lstStyle/>
        <a:p>
          <a:endParaRPr lang="pt-BR"/>
        </a:p>
      </dgm:t>
    </dgm:pt>
    <dgm:pt modelId="{D2EB32AE-B0AB-49A9-BE61-73CC1264AD36}" type="pres">
      <dgm:prSet presAssocID="{EECCB58D-C0EA-49DF-8AB7-B6074FAFF5B9}" presName="connTx" presStyleLbl="parChTrans1D2" presStyleIdx="1" presStyleCnt="5"/>
      <dgm:spPr/>
      <dgm:t>
        <a:bodyPr/>
        <a:lstStyle/>
        <a:p>
          <a:endParaRPr lang="pt-BR"/>
        </a:p>
      </dgm:t>
    </dgm:pt>
    <dgm:pt modelId="{48F2DC15-E813-4BF7-ACAE-CAD15F42AE17}" type="pres">
      <dgm:prSet presAssocID="{23C12696-FAAA-42C3-A21D-5E65569517FC}" presName="root2" presStyleCnt="0"/>
      <dgm:spPr/>
    </dgm:pt>
    <dgm:pt modelId="{A444C5EC-B041-4344-8014-167A351DC6DC}" type="pres">
      <dgm:prSet presAssocID="{23C12696-FAAA-42C3-A21D-5E65569517FC}" presName="LevelTwoTextNode" presStyleLbl="node2" presStyleIdx="1" presStyleCnt="5" custScaleX="13946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8B027E6-9264-481A-927A-960F19BFF744}" type="pres">
      <dgm:prSet presAssocID="{23C12696-FAAA-42C3-A21D-5E65569517FC}" presName="level3hierChild" presStyleCnt="0"/>
      <dgm:spPr/>
    </dgm:pt>
    <dgm:pt modelId="{86D17AE4-058A-4AE2-8E38-0F7C7EB048A0}" type="pres">
      <dgm:prSet presAssocID="{A5022207-570B-437D-9FF4-D3F8210F6551}" presName="conn2-1" presStyleLbl="parChTrans1D2" presStyleIdx="2" presStyleCnt="5"/>
      <dgm:spPr/>
      <dgm:t>
        <a:bodyPr/>
        <a:lstStyle/>
        <a:p>
          <a:endParaRPr lang="pt-BR"/>
        </a:p>
      </dgm:t>
    </dgm:pt>
    <dgm:pt modelId="{6DF4B2A8-85EF-40CF-82A2-FE3B3CBD61F0}" type="pres">
      <dgm:prSet presAssocID="{A5022207-570B-437D-9FF4-D3F8210F6551}" presName="connTx" presStyleLbl="parChTrans1D2" presStyleIdx="2" presStyleCnt="5"/>
      <dgm:spPr/>
      <dgm:t>
        <a:bodyPr/>
        <a:lstStyle/>
        <a:p>
          <a:endParaRPr lang="pt-BR"/>
        </a:p>
      </dgm:t>
    </dgm:pt>
    <dgm:pt modelId="{CEC9B793-86A9-4C74-8095-B14B13A06CBB}" type="pres">
      <dgm:prSet presAssocID="{F11A0EBB-11C5-49F6-988E-6D6FF818EF75}" presName="root2" presStyleCnt="0"/>
      <dgm:spPr/>
    </dgm:pt>
    <dgm:pt modelId="{ADCA5B14-499C-47B0-B3CB-74370190C3D8}" type="pres">
      <dgm:prSet presAssocID="{F11A0EBB-11C5-49F6-988E-6D6FF818EF75}" presName="LevelTwoTextNode" presStyleLbl="node2" presStyleIdx="2" presStyleCnt="5" custScaleX="13614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56FA7A3-4289-4C9E-B800-0C0C30BC5EED}" type="pres">
      <dgm:prSet presAssocID="{F11A0EBB-11C5-49F6-988E-6D6FF818EF75}" presName="level3hierChild" presStyleCnt="0"/>
      <dgm:spPr/>
    </dgm:pt>
    <dgm:pt modelId="{A1FB2801-B3F6-4063-9872-12D6266ADD77}" type="pres">
      <dgm:prSet presAssocID="{3594108D-78D1-44D0-BA31-D586C34F7644}" presName="conn2-1" presStyleLbl="parChTrans1D2" presStyleIdx="3" presStyleCnt="5"/>
      <dgm:spPr/>
      <dgm:t>
        <a:bodyPr/>
        <a:lstStyle/>
        <a:p>
          <a:endParaRPr lang="pt-BR"/>
        </a:p>
      </dgm:t>
    </dgm:pt>
    <dgm:pt modelId="{DAA836BB-5FE2-4CFB-B0D7-3329731A29C3}" type="pres">
      <dgm:prSet presAssocID="{3594108D-78D1-44D0-BA31-D586C34F7644}" presName="connTx" presStyleLbl="parChTrans1D2" presStyleIdx="3" presStyleCnt="5"/>
      <dgm:spPr/>
      <dgm:t>
        <a:bodyPr/>
        <a:lstStyle/>
        <a:p>
          <a:endParaRPr lang="pt-BR"/>
        </a:p>
      </dgm:t>
    </dgm:pt>
    <dgm:pt modelId="{9260F6B5-2289-4A9C-A528-28938B2BD1BD}" type="pres">
      <dgm:prSet presAssocID="{17E13C73-E592-434A-A7DE-A7681F2C9639}" presName="root2" presStyleCnt="0"/>
      <dgm:spPr/>
    </dgm:pt>
    <dgm:pt modelId="{852302AA-B613-4E40-B8E7-B97020965BE5}" type="pres">
      <dgm:prSet presAssocID="{17E13C73-E592-434A-A7DE-A7681F2C9639}" presName="LevelTwoTextNode" presStyleLbl="node2" presStyleIdx="3" presStyleCnt="5" custScaleX="13780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740EFC7-DAA2-41D6-A5F5-82B55E7F026A}" type="pres">
      <dgm:prSet presAssocID="{17E13C73-E592-434A-A7DE-A7681F2C9639}" presName="level3hierChild" presStyleCnt="0"/>
      <dgm:spPr/>
    </dgm:pt>
    <dgm:pt modelId="{109B2E07-63DB-489C-9FE7-ADF1B72669BB}" type="pres">
      <dgm:prSet presAssocID="{D875203A-F2F3-43CD-AC75-FECCF5C2244B}" presName="conn2-1" presStyleLbl="parChTrans1D2" presStyleIdx="4" presStyleCnt="5"/>
      <dgm:spPr/>
      <dgm:t>
        <a:bodyPr/>
        <a:lstStyle/>
        <a:p>
          <a:endParaRPr lang="pt-BR"/>
        </a:p>
      </dgm:t>
    </dgm:pt>
    <dgm:pt modelId="{64170E14-9761-471D-AE3C-9181089DEE61}" type="pres">
      <dgm:prSet presAssocID="{D875203A-F2F3-43CD-AC75-FECCF5C2244B}" presName="connTx" presStyleLbl="parChTrans1D2" presStyleIdx="4" presStyleCnt="5"/>
      <dgm:spPr/>
      <dgm:t>
        <a:bodyPr/>
        <a:lstStyle/>
        <a:p>
          <a:endParaRPr lang="pt-BR"/>
        </a:p>
      </dgm:t>
    </dgm:pt>
    <dgm:pt modelId="{25149397-0378-495A-85E5-E0DA76548388}" type="pres">
      <dgm:prSet presAssocID="{35D62B85-059C-4F9F-B760-2F405E8013F9}" presName="root2" presStyleCnt="0"/>
      <dgm:spPr/>
    </dgm:pt>
    <dgm:pt modelId="{EF332C25-DD0E-4C09-8869-A14B545F6F9B}" type="pres">
      <dgm:prSet presAssocID="{35D62B85-059C-4F9F-B760-2F405E8013F9}" presName="LevelTwoTextNode" presStyleLbl="node2" presStyleIdx="4" presStyleCnt="5" custScaleX="13614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830C133-C2B7-4D8F-8E59-190D075AA428}" type="pres">
      <dgm:prSet presAssocID="{35D62B85-059C-4F9F-B760-2F405E8013F9}" presName="level3hierChild" presStyleCnt="0"/>
      <dgm:spPr/>
    </dgm:pt>
  </dgm:ptLst>
  <dgm:cxnLst>
    <dgm:cxn modelId="{682BDA9D-5F86-42B1-BC46-0990400578BD}" type="presOf" srcId="{F11A0EBB-11C5-49F6-988E-6D6FF818EF75}" destId="{ADCA5B14-499C-47B0-B3CB-74370190C3D8}" srcOrd="0" destOrd="0" presId="urn:microsoft.com/office/officeart/2005/8/layout/hierarchy2"/>
    <dgm:cxn modelId="{E67BD8DD-CF0D-4F59-9BCD-B12CD7660DA8}" type="presOf" srcId="{D875203A-F2F3-43CD-AC75-FECCF5C2244B}" destId="{64170E14-9761-471D-AE3C-9181089DEE61}" srcOrd="1" destOrd="0" presId="urn:microsoft.com/office/officeart/2005/8/layout/hierarchy2"/>
    <dgm:cxn modelId="{930590F9-915E-4AD2-964C-826A94A12885}" srcId="{3DED9555-CA6D-410A-8302-BA00BB5DCAC1}" destId="{531BA14E-968B-457F-8BA7-1525563DA776}" srcOrd="0" destOrd="0" parTransId="{FAF117FF-2625-4EDC-94ED-0E7F3399B9AC}" sibTransId="{DB42BA74-3625-4392-A5B1-EF15499EF6E8}"/>
    <dgm:cxn modelId="{7314522B-62F3-4B5E-9986-4262DC0882A1}" srcId="{3DED9555-CA6D-410A-8302-BA00BB5DCAC1}" destId="{23C12696-FAAA-42C3-A21D-5E65569517FC}" srcOrd="1" destOrd="0" parTransId="{EECCB58D-C0EA-49DF-8AB7-B6074FAFF5B9}" sibTransId="{3BC5EC1F-6335-45A0-B212-31A6E3591143}"/>
    <dgm:cxn modelId="{F9FB02CC-7BEC-44B0-B8DB-E00D9D44C0A7}" type="presOf" srcId="{23C12696-FAAA-42C3-A21D-5E65569517FC}" destId="{A444C5EC-B041-4344-8014-167A351DC6DC}" srcOrd="0" destOrd="0" presId="urn:microsoft.com/office/officeart/2005/8/layout/hierarchy2"/>
    <dgm:cxn modelId="{4F119A74-88DC-480A-AFAD-58DA985AF549}" srcId="{3DED9555-CA6D-410A-8302-BA00BB5DCAC1}" destId="{17E13C73-E592-434A-A7DE-A7681F2C9639}" srcOrd="3" destOrd="0" parTransId="{3594108D-78D1-44D0-BA31-D586C34F7644}" sibTransId="{AC8FA928-EBCA-4F1D-A02E-E9BAE4FBBE8E}"/>
    <dgm:cxn modelId="{13D6DBD4-ED19-44A5-BD1C-DE95D921BA3A}" type="presOf" srcId="{531BA14E-968B-457F-8BA7-1525563DA776}" destId="{718871FB-C699-4DEE-BCFF-5175E7405499}" srcOrd="0" destOrd="0" presId="urn:microsoft.com/office/officeart/2005/8/layout/hierarchy2"/>
    <dgm:cxn modelId="{2258A809-3FA5-45C0-A7FB-2F8881C95659}" type="presOf" srcId="{D875203A-F2F3-43CD-AC75-FECCF5C2244B}" destId="{109B2E07-63DB-489C-9FE7-ADF1B72669BB}" srcOrd="0" destOrd="0" presId="urn:microsoft.com/office/officeart/2005/8/layout/hierarchy2"/>
    <dgm:cxn modelId="{DE24BC7B-33AE-46AD-A8A9-A4A90D3F361D}" type="presOf" srcId="{FAF117FF-2625-4EDC-94ED-0E7F3399B9AC}" destId="{038C9BE0-B729-41B2-842A-225A7F495537}" srcOrd="0" destOrd="0" presId="urn:microsoft.com/office/officeart/2005/8/layout/hierarchy2"/>
    <dgm:cxn modelId="{79D3BBF7-588B-49A5-B54C-A65EF38310D8}" type="presOf" srcId="{3594108D-78D1-44D0-BA31-D586C34F7644}" destId="{A1FB2801-B3F6-4063-9872-12D6266ADD77}" srcOrd="0" destOrd="0" presId="urn:microsoft.com/office/officeart/2005/8/layout/hierarchy2"/>
    <dgm:cxn modelId="{C1E01223-EAEA-4DC2-BCDC-B22E38C353AF}" type="presOf" srcId="{A5022207-570B-437D-9FF4-D3F8210F6551}" destId="{86D17AE4-058A-4AE2-8E38-0F7C7EB048A0}" srcOrd="0" destOrd="0" presId="urn:microsoft.com/office/officeart/2005/8/layout/hierarchy2"/>
    <dgm:cxn modelId="{9D8C38F6-EEEF-4839-A2CB-6ADADFAF09B2}" type="presOf" srcId="{17E13C73-E592-434A-A7DE-A7681F2C9639}" destId="{852302AA-B613-4E40-B8E7-B97020965BE5}" srcOrd="0" destOrd="0" presId="urn:microsoft.com/office/officeart/2005/8/layout/hierarchy2"/>
    <dgm:cxn modelId="{9CC29341-E66C-418D-A329-223F0E7D7320}" type="presOf" srcId="{FAF117FF-2625-4EDC-94ED-0E7F3399B9AC}" destId="{B88DE960-9E7D-4B24-A384-A6A740501BFA}" srcOrd="1" destOrd="0" presId="urn:microsoft.com/office/officeart/2005/8/layout/hierarchy2"/>
    <dgm:cxn modelId="{EDA714C9-5B7B-4934-BD1A-FED03751FA92}" srcId="{3DED9555-CA6D-410A-8302-BA00BB5DCAC1}" destId="{35D62B85-059C-4F9F-B760-2F405E8013F9}" srcOrd="4" destOrd="0" parTransId="{D875203A-F2F3-43CD-AC75-FECCF5C2244B}" sibTransId="{EDAA8BF9-06FB-4FA5-B15A-A41FA11D83B4}"/>
    <dgm:cxn modelId="{25F06F48-A74A-4788-875F-BC48AF8CB7E3}" type="presOf" srcId="{1EEAAEF9-E66E-415D-A4EB-63C7C89A5674}" destId="{DC22CC4F-84FF-4B4F-BE95-2A4A6C888353}" srcOrd="0" destOrd="0" presId="urn:microsoft.com/office/officeart/2005/8/layout/hierarchy2"/>
    <dgm:cxn modelId="{30E2739D-33F2-4E2A-82EE-AE55A2515A7E}" srcId="{3DED9555-CA6D-410A-8302-BA00BB5DCAC1}" destId="{F11A0EBB-11C5-49F6-988E-6D6FF818EF75}" srcOrd="2" destOrd="0" parTransId="{A5022207-570B-437D-9FF4-D3F8210F6551}" sibTransId="{0FED6FE8-E7EC-4941-ADF2-C06B0B2D8A49}"/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DA3EE3F8-C152-48F8-9BE7-B97DE3D45BDA}" type="presOf" srcId="{3594108D-78D1-44D0-BA31-D586C34F7644}" destId="{DAA836BB-5FE2-4CFB-B0D7-3329731A29C3}" srcOrd="1" destOrd="0" presId="urn:microsoft.com/office/officeart/2005/8/layout/hierarchy2"/>
    <dgm:cxn modelId="{557CD314-A349-4345-929E-F7F2522AF6E3}" type="presOf" srcId="{3DED9555-CA6D-410A-8302-BA00BB5DCAC1}" destId="{C0C4E4E9-A144-4BBC-BF79-A7EB154405DA}" srcOrd="0" destOrd="0" presId="urn:microsoft.com/office/officeart/2005/8/layout/hierarchy2"/>
    <dgm:cxn modelId="{C8C6E442-F57A-4408-80B8-AC1703822BF6}" type="presOf" srcId="{A5022207-570B-437D-9FF4-D3F8210F6551}" destId="{6DF4B2A8-85EF-40CF-82A2-FE3B3CBD61F0}" srcOrd="1" destOrd="0" presId="urn:microsoft.com/office/officeart/2005/8/layout/hierarchy2"/>
    <dgm:cxn modelId="{87420536-2B0F-415F-88AF-79BC334EEA77}" type="presOf" srcId="{EECCB58D-C0EA-49DF-8AB7-B6074FAFF5B9}" destId="{D2EB32AE-B0AB-49A9-BE61-73CC1264AD36}" srcOrd="1" destOrd="0" presId="urn:microsoft.com/office/officeart/2005/8/layout/hierarchy2"/>
    <dgm:cxn modelId="{E9E35E03-7E4F-4260-943C-D048EAA16207}" type="presOf" srcId="{EECCB58D-C0EA-49DF-8AB7-B6074FAFF5B9}" destId="{87B33251-E58F-4E54-9CE8-908017294C4C}" srcOrd="0" destOrd="0" presId="urn:microsoft.com/office/officeart/2005/8/layout/hierarchy2"/>
    <dgm:cxn modelId="{7D83FFCE-B065-48E6-A7C2-605C2244ADAC}" type="presOf" srcId="{35D62B85-059C-4F9F-B760-2F405E8013F9}" destId="{EF332C25-DD0E-4C09-8869-A14B545F6F9B}" srcOrd="0" destOrd="0" presId="urn:microsoft.com/office/officeart/2005/8/layout/hierarchy2"/>
    <dgm:cxn modelId="{FD2BA390-D920-4E82-936A-73EABC80A018}" type="presParOf" srcId="{DC22CC4F-84FF-4B4F-BE95-2A4A6C888353}" destId="{88C2D2CE-BB96-469E-AF77-A30FA5E617E0}" srcOrd="0" destOrd="0" presId="urn:microsoft.com/office/officeart/2005/8/layout/hierarchy2"/>
    <dgm:cxn modelId="{C79B173E-46D6-4440-AA4E-0398946127F8}" type="presParOf" srcId="{88C2D2CE-BB96-469E-AF77-A30FA5E617E0}" destId="{C0C4E4E9-A144-4BBC-BF79-A7EB154405DA}" srcOrd="0" destOrd="0" presId="urn:microsoft.com/office/officeart/2005/8/layout/hierarchy2"/>
    <dgm:cxn modelId="{F85462F2-BF4B-4E4A-ABCE-C8BF92B5A4E1}" type="presParOf" srcId="{88C2D2CE-BB96-469E-AF77-A30FA5E617E0}" destId="{CC7C0BE5-1DA0-4213-9C64-7FEF7C21DBC9}" srcOrd="1" destOrd="0" presId="urn:microsoft.com/office/officeart/2005/8/layout/hierarchy2"/>
    <dgm:cxn modelId="{3BD74603-C0D4-478E-AC27-BA415F4140CA}" type="presParOf" srcId="{CC7C0BE5-1DA0-4213-9C64-7FEF7C21DBC9}" destId="{038C9BE0-B729-41B2-842A-225A7F495537}" srcOrd="0" destOrd="0" presId="urn:microsoft.com/office/officeart/2005/8/layout/hierarchy2"/>
    <dgm:cxn modelId="{8BD988EA-7884-42B5-9668-505F6BA7D50D}" type="presParOf" srcId="{038C9BE0-B729-41B2-842A-225A7F495537}" destId="{B88DE960-9E7D-4B24-A384-A6A740501BFA}" srcOrd="0" destOrd="0" presId="urn:microsoft.com/office/officeart/2005/8/layout/hierarchy2"/>
    <dgm:cxn modelId="{EA34AB51-3E68-41E1-AE72-14EF020409DF}" type="presParOf" srcId="{CC7C0BE5-1DA0-4213-9C64-7FEF7C21DBC9}" destId="{D6361B28-B50C-4A75-AA11-870775941550}" srcOrd="1" destOrd="0" presId="urn:microsoft.com/office/officeart/2005/8/layout/hierarchy2"/>
    <dgm:cxn modelId="{C079050B-1CBC-40BF-9D08-B00E6A81AB41}" type="presParOf" srcId="{D6361B28-B50C-4A75-AA11-870775941550}" destId="{718871FB-C699-4DEE-BCFF-5175E7405499}" srcOrd="0" destOrd="0" presId="urn:microsoft.com/office/officeart/2005/8/layout/hierarchy2"/>
    <dgm:cxn modelId="{BAF64C31-A2B1-43E2-83FC-881F02CDAD3A}" type="presParOf" srcId="{D6361B28-B50C-4A75-AA11-870775941550}" destId="{09901BE2-33A0-41A8-B07E-27D2071C280A}" srcOrd="1" destOrd="0" presId="urn:microsoft.com/office/officeart/2005/8/layout/hierarchy2"/>
    <dgm:cxn modelId="{3BFE325A-08F7-450F-8382-D9032FBD91E2}" type="presParOf" srcId="{CC7C0BE5-1DA0-4213-9C64-7FEF7C21DBC9}" destId="{87B33251-E58F-4E54-9CE8-908017294C4C}" srcOrd="2" destOrd="0" presId="urn:microsoft.com/office/officeart/2005/8/layout/hierarchy2"/>
    <dgm:cxn modelId="{60528444-638A-4183-8785-134D237020FF}" type="presParOf" srcId="{87B33251-E58F-4E54-9CE8-908017294C4C}" destId="{D2EB32AE-B0AB-49A9-BE61-73CC1264AD36}" srcOrd="0" destOrd="0" presId="urn:microsoft.com/office/officeart/2005/8/layout/hierarchy2"/>
    <dgm:cxn modelId="{BD0800C2-F47C-442B-B84D-BEAA0D3043C8}" type="presParOf" srcId="{CC7C0BE5-1DA0-4213-9C64-7FEF7C21DBC9}" destId="{48F2DC15-E813-4BF7-ACAE-CAD15F42AE17}" srcOrd="3" destOrd="0" presId="urn:microsoft.com/office/officeart/2005/8/layout/hierarchy2"/>
    <dgm:cxn modelId="{414C5E16-8F1A-421A-8F43-3509DFA9883F}" type="presParOf" srcId="{48F2DC15-E813-4BF7-ACAE-CAD15F42AE17}" destId="{A444C5EC-B041-4344-8014-167A351DC6DC}" srcOrd="0" destOrd="0" presId="urn:microsoft.com/office/officeart/2005/8/layout/hierarchy2"/>
    <dgm:cxn modelId="{75E51446-089A-47FA-871E-EB37FEA9B4D7}" type="presParOf" srcId="{48F2DC15-E813-4BF7-ACAE-CAD15F42AE17}" destId="{C8B027E6-9264-481A-927A-960F19BFF744}" srcOrd="1" destOrd="0" presId="urn:microsoft.com/office/officeart/2005/8/layout/hierarchy2"/>
    <dgm:cxn modelId="{0A0D9DCD-2923-4ED9-8CA0-E0011AFFBA95}" type="presParOf" srcId="{CC7C0BE5-1DA0-4213-9C64-7FEF7C21DBC9}" destId="{86D17AE4-058A-4AE2-8E38-0F7C7EB048A0}" srcOrd="4" destOrd="0" presId="urn:microsoft.com/office/officeart/2005/8/layout/hierarchy2"/>
    <dgm:cxn modelId="{A077A35A-EEF9-410A-B82C-69783FCC7E89}" type="presParOf" srcId="{86D17AE4-058A-4AE2-8E38-0F7C7EB048A0}" destId="{6DF4B2A8-85EF-40CF-82A2-FE3B3CBD61F0}" srcOrd="0" destOrd="0" presId="urn:microsoft.com/office/officeart/2005/8/layout/hierarchy2"/>
    <dgm:cxn modelId="{7D9C6803-359F-4F2B-81BC-758C3A60FC89}" type="presParOf" srcId="{CC7C0BE5-1DA0-4213-9C64-7FEF7C21DBC9}" destId="{CEC9B793-86A9-4C74-8095-B14B13A06CBB}" srcOrd="5" destOrd="0" presId="urn:microsoft.com/office/officeart/2005/8/layout/hierarchy2"/>
    <dgm:cxn modelId="{BAC7AA0B-50F5-42C4-8CB2-E97F84C58D9E}" type="presParOf" srcId="{CEC9B793-86A9-4C74-8095-B14B13A06CBB}" destId="{ADCA5B14-499C-47B0-B3CB-74370190C3D8}" srcOrd="0" destOrd="0" presId="urn:microsoft.com/office/officeart/2005/8/layout/hierarchy2"/>
    <dgm:cxn modelId="{DFACC012-064A-4001-A4FD-D99E907E75D3}" type="presParOf" srcId="{CEC9B793-86A9-4C74-8095-B14B13A06CBB}" destId="{056FA7A3-4289-4C9E-B800-0C0C30BC5EED}" srcOrd="1" destOrd="0" presId="urn:microsoft.com/office/officeart/2005/8/layout/hierarchy2"/>
    <dgm:cxn modelId="{FBA6BEFC-69E4-4323-8FCF-33EE04C09C21}" type="presParOf" srcId="{CC7C0BE5-1DA0-4213-9C64-7FEF7C21DBC9}" destId="{A1FB2801-B3F6-4063-9872-12D6266ADD77}" srcOrd="6" destOrd="0" presId="urn:microsoft.com/office/officeart/2005/8/layout/hierarchy2"/>
    <dgm:cxn modelId="{AB7392E0-0C1F-4C73-9D1A-387DEF174929}" type="presParOf" srcId="{A1FB2801-B3F6-4063-9872-12D6266ADD77}" destId="{DAA836BB-5FE2-4CFB-B0D7-3329731A29C3}" srcOrd="0" destOrd="0" presId="urn:microsoft.com/office/officeart/2005/8/layout/hierarchy2"/>
    <dgm:cxn modelId="{EC54D7C5-3BAB-43B0-BA51-3377CEA9130E}" type="presParOf" srcId="{CC7C0BE5-1DA0-4213-9C64-7FEF7C21DBC9}" destId="{9260F6B5-2289-4A9C-A528-28938B2BD1BD}" srcOrd="7" destOrd="0" presId="urn:microsoft.com/office/officeart/2005/8/layout/hierarchy2"/>
    <dgm:cxn modelId="{9AEB2088-49F9-4FFB-A7A0-49017C6412B8}" type="presParOf" srcId="{9260F6B5-2289-4A9C-A528-28938B2BD1BD}" destId="{852302AA-B613-4E40-B8E7-B97020965BE5}" srcOrd="0" destOrd="0" presId="urn:microsoft.com/office/officeart/2005/8/layout/hierarchy2"/>
    <dgm:cxn modelId="{DEC9819C-9C9D-45A3-BB9E-62F8B235377A}" type="presParOf" srcId="{9260F6B5-2289-4A9C-A528-28938B2BD1BD}" destId="{1740EFC7-DAA2-41D6-A5F5-82B55E7F026A}" srcOrd="1" destOrd="0" presId="urn:microsoft.com/office/officeart/2005/8/layout/hierarchy2"/>
    <dgm:cxn modelId="{87778F5A-477C-4FBE-B8C5-9AF0261E1B55}" type="presParOf" srcId="{CC7C0BE5-1DA0-4213-9C64-7FEF7C21DBC9}" destId="{109B2E07-63DB-489C-9FE7-ADF1B72669BB}" srcOrd="8" destOrd="0" presId="urn:microsoft.com/office/officeart/2005/8/layout/hierarchy2"/>
    <dgm:cxn modelId="{072BE9A8-D4E7-4E6F-A143-208ABCC1243F}" type="presParOf" srcId="{109B2E07-63DB-489C-9FE7-ADF1B72669BB}" destId="{64170E14-9761-471D-AE3C-9181089DEE61}" srcOrd="0" destOrd="0" presId="urn:microsoft.com/office/officeart/2005/8/layout/hierarchy2"/>
    <dgm:cxn modelId="{88D0DD92-A994-428C-97B3-8258CAC8FF02}" type="presParOf" srcId="{CC7C0BE5-1DA0-4213-9C64-7FEF7C21DBC9}" destId="{25149397-0378-495A-85E5-E0DA76548388}" srcOrd="9" destOrd="0" presId="urn:microsoft.com/office/officeart/2005/8/layout/hierarchy2"/>
    <dgm:cxn modelId="{50E01583-D10E-4FEB-98F1-4CF0F237390C}" type="presParOf" srcId="{25149397-0378-495A-85E5-E0DA76548388}" destId="{EF332C25-DD0E-4C09-8869-A14B545F6F9B}" srcOrd="0" destOrd="0" presId="urn:microsoft.com/office/officeart/2005/8/layout/hierarchy2"/>
    <dgm:cxn modelId="{D52C13F6-C50B-498D-939E-1FF53271077D}" type="presParOf" srcId="{25149397-0378-495A-85E5-E0DA76548388}" destId="{7830C133-C2B7-4D8F-8E59-190D075AA42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IPI não integra a Base de Cálculo do ICMS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F11A0EBB-11C5-49F6-988E-6D6FF818EF75}">
      <dgm:prSet/>
      <dgm:spPr/>
      <dgm:t>
        <a:bodyPr/>
        <a:lstStyle/>
        <a:p>
          <a:r>
            <a:rPr lang="pt-BR" dirty="0" smtClean="0"/>
            <a:t>Industrialização e Comercialização</a:t>
          </a:r>
          <a:endParaRPr lang="pt-BR" dirty="0"/>
        </a:p>
      </dgm:t>
    </dgm:pt>
    <dgm:pt modelId="{A5022207-570B-437D-9FF4-D3F8210F6551}" type="parTrans" cxnId="{30E2739D-33F2-4E2A-82EE-AE55A2515A7E}">
      <dgm:prSet/>
      <dgm:spPr/>
      <dgm:t>
        <a:bodyPr/>
        <a:lstStyle/>
        <a:p>
          <a:endParaRPr lang="pt-BR"/>
        </a:p>
      </dgm:t>
    </dgm:pt>
    <dgm:pt modelId="{0FED6FE8-E7EC-4941-ADF2-C06B0B2D8A49}" type="sibTrans" cxnId="{30E2739D-33F2-4E2A-82EE-AE55A2515A7E}">
      <dgm:prSet/>
      <dgm:spPr/>
      <dgm:t>
        <a:bodyPr/>
        <a:lstStyle/>
        <a:p>
          <a:endParaRPr lang="pt-BR"/>
        </a:p>
      </dgm:t>
    </dgm:pt>
    <dgm:pt modelId="{17E13C73-E592-434A-A7DE-A7681F2C9639}">
      <dgm:prSet/>
      <dgm:spPr/>
      <dgm:t>
        <a:bodyPr/>
        <a:lstStyle/>
        <a:p>
          <a:r>
            <a:rPr lang="pt-BR" dirty="0" smtClean="0"/>
            <a:t>Entre Contribuintes</a:t>
          </a:r>
          <a:endParaRPr lang="pt-BR" dirty="0"/>
        </a:p>
      </dgm:t>
    </dgm:pt>
    <dgm:pt modelId="{3594108D-78D1-44D0-BA31-D586C34F7644}" type="parTrans" cxnId="{4F119A74-88DC-480A-AFAD-58DA985AF549}">
      <dgm:prSet/>
      <dgm:spPr/>
      <dgm:t>
        <a:bodyPr/>
        <a:lstStyle/>
        <a:p>
          <a:endParaRPr lang="pt-BR"/>
        </a:p>
      </dgm:t>
    </dgm:pt>
    <dgm:pt modelId="{AC8FA928-EBCA-4F1D-A02E-E9BAE4FBBE8E}" type="sibTrans" cxnId="{4F119A74-88DC-480A-AFAD-58DA985AF549}">
      <dgm:prSet/>
      <dgm:spPr/>
      <dgm:t>
        <a:bodyPr/>
        <a:lstStyle/>
        <a:p>
          <a:endParaRPr lang="pt-BR"/>
        </a:p>
      </dgm:t>
    </dgm:pt>
    <dgm:pt modelId="{35D62B85-059C-4F9F-B760-2F405E8013F9}">
      <dgm:prSet/>
      <dgm:spPr/>
      <dgm:t>
        <a:bodyPr/>
        <a:lstStyle/>
        <a:p>
          <a:r>
            <a:rPr lang="pt-BR" dirty="0" smtClean="0"/>
            <a:t>Fato Gerador dos 2 impostos</a:t>
          </a:r>
          <a:endParaRPr lang="pt-BR" dirty="0"/>
        </a:p>
      </dgm:t>
    </dgm:pt>
    <dgm:pt modelId="{D875203A-F2F3-43CD-AC75-FECCF5C2244B}" type="parTrans" cxnId="{EDA714C9-5B7B-4934-BD1A-FED03751FA92}">
      <dgm:prSet/>
      <dgm:spPr/>
      <dgm:t>
        <a:bodyPr/>
        <a:lstStyle/>
        <a:p>
          <a:endParaRPr lang="pt-BR"/>
        </a:p>
      </dgm:t>
    </dgm:pt>
    <dgm:pt modelId="{EDAA8BF9-06FB-4FA5-B15A-A41FA11D83B4}" type="sibTrans" cxnId="{EDA714C9-5B7B-4934-BD1A-FED03751FA92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 custScaleX="183590" custScaleY="92272" custLinFactNeighborX="-110" custLinFactNeighborY="-550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86D17AE4-058A-4AE2-8E38-0F7C7EB048A0}" type="pres">
      <dgm:prSet presAssocID="{A5022207-570B-437D-9FF4-D3F8210F6551}" presName="conn2-1" presStyleLbl="parChTrans1D2" presStyleIdx="0" presStyleCnt="3"/>
      <dgm:spPr/>
      <dgm:t>
        <a:bodyPr/>
        <a:lstStyle/>
        <a:p>
          <a:endParaRPr lang="pt-BR"/>
        </a:p>
      </dgm:t>
    </dgm:pt>
    <dgm:pt modelId="{6DF4B2A8-85EF-40CF-82A2-FE3B3CBD61F0}" type="pres">
      <dgm:prSet presAssocID="{A5022207-570B-437D-9FF4-D3F8210F6551}" presName="connTx" presStyleLbl="parChTrans1D2" presStyleIdx="0" presStyleCnt="3"/>
      <dgm:spPr/>
      <dgm:t>
        <a:bodyPr/>
        <a:lstStyle/>
        <a:p>
          <a:endParaRPr lang="pt-BR"/>
        </a:p>
      </dgm:t>
    </dgm:pt>
    <dgm:pt modelId="{CEC9B793-86A9-4C74-8095-B14B13A06CBB}" type="pres">
      <dgm:prSet presAssocID="{F11A0EBB-11C5-49F6-988E-6D6FF818EF75}" presName="root2" presStyleCnt="0"/>
      <dgm:spPr/>
    </dgm:pt>
    <dgm:pt modelId="{ADCA5B14-499C-47B0-B3CB-74370190C3D8}" type="pres">
      <dgm:prSet presAssocID="{F11A0EBB-11C5-49F6-988E-6D6FF818EF75}" presName="LevelTwoTextNode" presStyleLbl="node2" presStyleIdx="0" presStyleCnt="3" custScaleX="136141" custLinFactNeighborX="-2311" custLinFactNeighborY="-3423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56FA7A3-4289-4C9E-B800-0C0C30BC5EED}" type="pres">
      <dgm:prSet presAssocID="{F11A0EBB-11C5-49F6-988E-6D6FF818EF75}" presName="level3hierChild" presStyleCnt="0"/>
      <dgm:spPr/>
    </dgm:pt>
    <dgm:pt modelId="{A1FB2801-B3F6-4063-9872-12D6266ADD77}" type="pres">
      <dgm:prSet presAssocID="{3594108D-78D1-44D0-BA31-D586C34F7644}" presName="conn2-1" presStyleLbl="parChTrans1D2" presStyleIdx="1" presStyleCnt="3"/>
      <dgm:spPr/>
      <dgm:t>
        <a:bodyPr/>
        <a:lstStyle/>
        <a:p>
          <a:endParaRPr lang="pt-BR"/>
        </a:p>
      </dgm:t>
    </dgm:pt>
    <dgm:pt modelId="{DAA836BB-5FE2-4CFB-B0D7-3329731A29C3}" type="pres">
      <dgm:prSet presAssocID="{3594108D-78D1-44D0-BA31-D586C34F7644}" presName="connTx" presStyleLbl="parChTrans1D2" presStyleIdx="1" presStyleCnt="3"/>
      <dgm:spPr/>
      <dgm:t>
        <a:bodyPr/>
        <a:lstStyle/>
        <a:p>
          <a:endParaRPr lang="pt-BR"/>
        </a:p>
      </dgm:t>
    </dgm:pt>
    <dgm:pt modelId="{9260F6B5-2289-4A9C-A528-28938B2BD1BD}" type="pres">
      <dgm:prSet presAssocID="{17E13C73-E592-434A-A7DE-A7681F2C9639}" presName="root2" presStyleCnt="0"/>
      <dgm:spPr/>
    </dgm:pt>
    <dgm:pt modelId="{852302AA-B613-4E40-B8E7-B97020965BE5}" type="pres">
      <dgm:prSet presAssocID="{17E13C73-E592-434A-A7DE-A7681F2C9639}" presName="LevelTwoTextNode" presStyleLbl="node2" presStyleIdx="1" presStyleCnt="3" custScaleX="137804" custLinFactNeighborX="-2311" custLinFactNeighborY="-164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740EFC7-DAA2-41D6-A5F5-82B55E7F026A}" type="pres">
      <dgm:prSet presAssocID="{17E13C73-E592-434A-A7DE-A7681F2C9639}" presName="level3hierChild" presStyleCnt="0"/>
      <dgm:spPr/>
    </dgm:pt>
    <dgm:pt modelId="{109B2E07-63DB-489C-9FE7-ADF1B72669BB}" type="pres">
      <dgm:prSet presAssocID="{D875203A-F2F3-43CD-AC75-FECCF5C2244B}" presName="conn2-1" presStyleLbl="parChTrans1D2" presStyleIdx="2" presStyleCnt="3"/>
      <dgm:spPr/>
      <dgm:t>
        <a:bodyPr/>
        <a:lstStyle/>
        <a:p>
          <a:endParaRPr lang="pt-BR"/>
        </a:p>
      </dgm:t>
    </dgm:pt>
    <dgm:pt modelId="{64170E14-9761-471D-AE3C-9181089DEE61}" type="pres">
      <dgm:prSet presAssocID="{D875203A-F2F3-43CD-AC75-FECCF5C2244B}" presName="connTx" presStyleLbl="parChTrans1D2" presStyleIdx="2" presStyleCnt="3"/>
      <dgm:spPr/>
      <dgm:t>
        <a:bodyPr/>
        <a:lstStyle/>
        <a:p>
          <a:endParaRPr lang="pt-BR"/>
        </a:p>
      </dgm:t>
    </dgm:pt>
    <dgm:pt modelId="{25149397-0378-495A-85E5-E0DA76548388}" type="pres">
      <dgm:prSet presAssocID="{35D62B85-059C-4F9F-B760-2F405E8013F9}" presName="root2" presStyleCnt="0"/>
      <dgm:spPr/>
    </dgm:pt>
    <dgm:pt modelId="{EF332C25-DD0E-4C09-8869-A14B545F6F9B}" type="pres">
      <dgm:prSet presAssocID="{35D62B85-059C-4F9F-B760-2F405E8013F9}" presName="LevelTwoTextNode" presStyleLbl="node2" presStyleIdx="2" presStyleCnt="3" custScaleX="136141" custLinFactNeighborX="1378" custLinFactNeighborY="2357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830C133-C2B7-4D8F-8E59-190D075AA428}" type="pres">
      <dgm:prSet presAssocID="{35D62B85-059C-4F9F-B760-2F405E8013F9}" presName="level3hierChild" presStyleCnt="0"/>
      <dgm:spPr/>
    </dgm:pt>
  </dgm:ptLst>
  <dgm:cxnLst>
    <dgm:cxn modelId="{A4595F64-3FFD-452E-A50D-E6C78EBD9641}" type="presOf" srcId="{A5022207-570B-437D-9FF4-D3F8210F6551}" destId="{6DF4B2A8-85EF-40CF-82A2-FE3B3CBD61F0}" srcOrd="1" destOrd="0" presId="urn:microsoft.com/office/officeart/2005/8/layout/hierarchy2"/>
    <dgm:cxn modelId="{02AE6561-B7CD-4BF7-9749-B6E8FA2701ED}" type="presOf" srcId="{F11A0EBB-11C5-49F6-988E-6D6FF818EF75}" destId="{ADCA5B14-499C-47B0-B3CB-74370190C3D8}" srcOrd="0" destOrd="0" presId="urn:microsoft.com/office/officeart/2005/8/layout/hierarchy2"/>
    <dgm:cxn modelId="{938FDB27-A76F-4069-B880-844490883C4C}" type="presOf" srcId="{3594108D-78D1-44D0-BA31-D586C34F7644}" destId="{DAA836BB-5FE2-4CFB-B0D7-3329731A29C3}" srcOrd="1" destOrd="0" presId="urn:microsoft.com/office/officeart/2005/8/layout/hierarchy2"/>
    <dgm:cxn modelId="{B64A54F9-B816-4B18-B34C-81B674FCE485}" type="presOf" srcId="{3594108D-78D1-44D0-BA31-D586C34F7644}" destId="{A1FB2801-B3F6-4063-9872-12D6266ADD77}" srcOrd="0" destOrd="0" presId="urn:microsoft.com/office/officeart/2005/8/layout/hierarchy2"/>
    <dgm:cxn modelId="{E6D52624-A96D-4270-88A2-3B8671FC05B6}" type="presOf" srcId="{1EEAAEF9-E66E-415D-A4EB-63C7C89A5674}" destId="{DC22CC4F-84FF-4B4F-BE95-2A4A6C888353}" srcOrd="0" destOrd="0" presId="urn:microsoft.com/office/officeart/2005/8/layout/hierarchy2"/>
    <dgm:cxn modelId="{2AFDBACB-6AEE-4CB2-BA89-2F4E094EBA98}" type="presOf" srcId="{3DED9555-CA6D-410A-8302-BA00BB5DCAC1}" destId="{C0C4E4E9-A144-4BBC-BF79-A7EB154405DA}" srcOrd="0" destOrd="0" presId="urn:microsoft.com/office/officeart/2005/8/layout/hierarchy2"/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885AE43E-5763-41F1-8360-F5038DAA0C93}" type="presOf" srcId="{D875203A-F2F3-43CD-AC75-FECCF5C2244B}" destId="{109B2E07-63DB-489C-9FE7-ADF1B72669BB}" srcOrd="0" destOrd="0" presId="urn:microsoft.com/office/officeart/2005/8/layout/hierarchy2"/>
    <dgm:cxn modelId="{4F119A74-88DC-480A-AFAD-58DA985AF549}" srcId="{3DED9555-CA6D-410A-8302-BA00BB5DCAC1}" destId="{17E13C73-E592-434A-A7DE-A7681F2C9639}" srcOrd="1" destOrd="0" parTransId="{3594108D-78D1-44D0-BA31-D586C34F7644}" sibTransId="{AC8FA928-EBCA-4F1D-A02E-E9BAE4FBBE8E}"/>
    <dgm:cxn modelId="{30E2739D-33F2-4E2A-82EE-AE55A2515A7E}" srcId="{3DED9555-CA6D-410A-8302-BA00BB5DCAC1}" destId="{F11A0EBB-11C5-49F6-988E-6D6FF818EF75}" srcOrd="0" destOrd="0" parTransId="{A5022207-570B-437D-9FF4-D3F8210F6551}" sibTransId="{0FED6FE8-E7EC-4941-ADF2-C06B0B2D8A49}"/>
    <dgm:cxn modelId="{C11A18C1-C0AE-42B0-AAFF-02540A29AAEB}" type="presOf" srcId="{17E13C73-E592-434A-A7DE-A7681F2C9639}" destId="{852302AA-B613-4E40-B8E7-B97020965BE5}" srcOrd="0" destOrd="0" presId="urn:microsoft.com/office/officeart/2005/8/layout/hierarchy2"/>
    <dgm:cxn modelId="{13E49035-F1EC-4076-BE32-BCFA0E5BFAA4}" type="presOf" srcId="{A5022207-570B-437D-9FF4-D3F8210F6551}" destId="{86D17AE4-058A-4AE2-8E38-0F7C7EB048A0}" srcOrd="0" destOrd="0" presId="urn:microsoft.com/office/officeart/2005/8/layout/hierarchy2"/>
    <dgm:cxn modelId="{EDA714C9-5B7B-4934-BD1A-FED03751FA92}" srcId="{3DED9555-CA6D-410A-8302-BA00BB5DCAC1}" destId="{35D62B85-059C-4F9F-B760-2F405E8013F9}" srcOrd="2" destOrd="0" parTransId="{D875203A-F2F3-43CD-AC75-FECCF5C2244B}" sibTransId="{EDAA8BF9-06FB-4FA5-B15A-A41FA11D83B4}"/>
    <dgm:cxn modelId="{4E7898DB-0B44-4B1B-9B73-02AA04756F9D}" type="presOf" srcId="{D875203A-F2F3-43CD-AC75-FECCF5C2244B}" destId="{64170E14-9761-471D-AE3C-9181089DEE61}" srcOrd="1" destOrd="0" presId="urn:microsoft.com/office/officeart/2005/8/layout/hierarchy2"/>
    <dgm:cxn modelId="{8CB36C80-633A-40EF-9B4D-981690F42007}" type="presOf" srcId="{35D62B85-059C-4F9F-B760-2F405E8013F9}" destId="{EF332C25-DD0E-4C09-8869-A14B545F6F9B}" srcOrd="0" destOrd="0" presId="urn:microsoft.com/office/officeart/2005/8/layout/hierarchy2"/>
    <dgm:cxn modelId="{CB9DC7D7-6588-444D-95A5-A406C0CD197A}" type="presParOf" srcId="{DC22CC4F-84FF-4B4F-BE95-2A4A6C888353}" destId="{88C2D2CE-BB96-469E-AF77-A30FA5E617E0}" srcOrd="0" destOrd="0" presId="urn:microsoft.com/office/officeart/2005/8/layout/hierarchy2"/>
    <dgm:cxn modelId="{528EE2A5-E198-42BE-8837-347FBE5E7901}" type="presParOf" srcId="{88C2D2CE-BB96-469E-AF77-A30FA5E617E0}" destId="{C0C4E4E9-A144-4BBC-BF79-A7EB154405DA}" srcOrd="0" destOrd="0" presId="urn:microsoft.com/office/officeart/2005/8/layout/hierarchy2"/>
    <dgm:cxn modelId="{2376DBE4-1906-4CDE-828D-485EDFB3FEE4}" type="presParOf" srcId="{88C2D2CE-BB96-469E-AF77-A30FA5E617E0}" destId="{CC7C0BE5-1DA0-4213-9C64-7FEF7C21DBC9}" srcOrd="1" destOrd="0" presId="urn:microsoft.com/office/officeart/2005/8/layout/hierarchy2"/>
    <dgm:cxn modelId="{8E577645-5531-4CC2-B034-3BCF5F168E5C}" type="presParOf" srcId="{CC7C0BE5-1DA0-4213-9C64-7FEF7C21DBC9}" destId="{86D17AE4-058A-4AE2-8E38-0F7C7EB048A0}" srcOrd="0" destOrd="0" presId="urn:microsoft.com/office/officeart/2005/8/layout/hierarchy2"/>
    <dgm:cxn modelId="{B5D714B4-49E3-49F6-8421-9DCA2039DBA8}" type="presParOf" srcId="{86D17AE4-058A-4AE2-8E38-0F7C7EB048A0}" destId="{6DF4B2A8-85EF-40CF-82A2-FE3B3CBD61F0}" srcOrd="0" destOrd="0" presId="urn:microsoft.com/office/officeart/2005/8/layout/hierarchy2"/>
    <dgm:cxn modelId="{E4314D8D-58CF-4831-882D-82FC201BFF42}" type="presParOf" srcId="{CC7C0BE5-1DA0-4213-9C64-7FEF7C21DBC9}" destId="{CEC9B793-86A9-4C74-8095-B14B13A06CBB}" srcOrd="1" destOrd="0" presId="urn:microsoft.com/office/officeart/2005/8/layout/hierarchy2"/>
    <dgm:cxn modelId="{29C65636-2039-418C-AE45-957C5833550B}" type="presParOf" srcId="{CEC9B793-86A9-4C74-8095-B14B13A06CBB}" destId="{ADCA5B14-499C-47B0-B3CB-74370190C3D8}" srcOrd="0" destOrd="0" presId="urn:microsoft.com/office/officeart/2005/8/layout/hierarchy2"/>
    <dgm:cxn modelId="{03765D20-7FAC-40B4-9FBE-223AB8147407}" type="presParOf" srcId="{CEC9B793-86A9-4C74-8095-B14B13A06CBB}" destId="{056FA7A3-4289-4C9E-B800-0C0C30BC5EED}" srcOrd="1" destOrd="0" presId="urn:microsoft.com/office/officeart/2005/8/layout/hierarchy2"/>
    <dgm:cxn modelId="{3EEDD586-37D2-4730-A7A3-E9DAA32911B0}" type="presParOf" srcId="{CC7C0BE5-1DA0-4213-9C64-7FEF7C21DBC9}" destId="{A1FB2801-B3F6-4063-9872-12D6266ADD77}" srcOrd="2" destOrd="0" presId="urn:microsoft.com/office/officeart/2005/8/layout/hierarchy2"/>
    <dgm:cxn modelId="{AA8A3DFF-2518-4003-BCAF-CE3C4D8A2A05}" type="presParOf" srcId="{A1FB2801-B3F6-4063-9872-12D6266ADD77}" destId="{DAA836BB-5FE2-4CFB-B0D7-3329731A29C3}" srcOrd="0" destOrd="0" presId="urn:microsoft.com/office/officeart/2005/8/layout/hierarchy2"/>
    <dgm:cxn modelId="{269CD0F0-F05B-4DFC-95C3-E275CC78E42E}" type="presParOf" srcId="{CC7C0BE5-1DA0-4213-9C64-7FEF7C21DBC9}" destId="{9260F6B5-2289-4A9C-A528-28938B2BD1BD}" srcOrd="3" destOrd="0" presId="urn:microsoft.com/office/officeart/2005/8/layout/hierarchy2"/>
    <dgm:cxn modelId="{6DD39427-C2AB-4C47-BB5E-A530CBDBC071}" type="presParOf" srcId="{9260F6B5-2289-4A9C-A528-28938B2BD1BD}" destId="{852302AA-B613-4E40-B8E7-B97020965BE5}" srcOrd="0" destOrd="0" presId="urn:microsoft.com/office/officeart/2005/8/layout/hierarchy2"/>
    <dgm:cxn modelId="{6C4CC442-C8AC-40F7-B734-E9E4B2E5288D}" type="presParOf" srcId="{9260F6B5-2289-4A9C-A528-28938B2BD1BD}" destId="{1740EFC7-DAA2-41D6-A5F5-82B55E7F026A}" srcOrd="1" destOrd="0" presId="urn:microsoft.com/office/officeart/2005/8/layout/hierarchy2"/>
    <dgm:cxn modelId="{F2B6E762-2A29-45E0-AAEF-D708B7DE9AE4}" type="presParOf" srcId="{CC7C0BE5-1DA0-4213-9C64-7FEF7C21DBC9}" destId="{109B2E07-63DB-489C-9FE7-ADF1B72669BB}" srcOrd="4" destOrd="0" presId="urn:microsoft.com/office/officeart/2005/8/layout/hierarchy2"/>
    <dgm:cxn modelId="{FD689D4B-289F-4AF7-BEA9-A770723939E3}" type="presParOf" srcId="{109B2E07-63DB-489C-9FE7-ADF1B72669BB}" destId="{64170E14-9761-471D-AE3C-9181089DEE61}" srcOrd="0" destOrd="0" presId="urn:microsoft.com/office/officeart/2005/8/layout/hierarchy2"/>
    <dgm:cxn modelId="{E64B346C-9D3B-4ECB-A6CD-599BB73F4870}" type="presParOf" srcId="{CC7C0BE5-1DA0-4213-9C64-7FEF7C21DBC9}" destId="{25149397-0378-495A-85E5-E0DA76548388}" srcOrd="5" destOrd="0" presId="urn:microsoft.com/office/officeart/2005/8/layout/hierarchy2"/>
    <dgm:cxn modelId="{703396D0-3D7D-400A-BAC6-71DDAC4874F6}" type="presParOf" srcId="{25149397-0378-495A-85E5-E0DA76548388}" destId="{EF332C25-DD0E-4C09-8869-A14B545F6F9B}" srcOrd="0" destOrd="0" presId="urn:microsoft.com/office/officeart/2005/8/layout/hierarchy2"/>
    <dgm:cxn modelId="{80754C49-E4AC-4E46-8717-6712F872BA9D}" type="presParOf" srcId="{25149397-0378-495A-85E5-E0DA76548388}" destId="{7830C133-C2B7-4D8F-8E59-190D075AA42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ICMS Monofásico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40EDE1F0-9DB7-4FFA-A031-8A1B8ED26076}">
      <dgm:prSet phldrT="[Texto]"/>
      <dgm:spPr/>
      <dgm:t>
        <a:bodyPr/>
        <a:lstStyle/>
        <a:p>
          <a:r>
            <a:rPr lang="pt-BR" dirty="0" smtClean="0"/>
            <a:t>Derivados do Petróleo</a:t>
          </a:r>
          <a:endParaRPr lang="pt-BR" dirty="0"/>
        </a:p>
      </dgm:t>
    </dgm:pt>
    <dgm:pt modelId="{411FF429-E600-4C27-BBDC-4614D7009189}" type="parTrans" cxnId="{A2A2E319-6993-4D7C-A3B9-E813CA92F736}">
      <dgm:prSet/>
      <dgm:spPr/>
      <dgm:t>
        <a:bodyPr/>
        <a:lstStyle/>
        <a:p>
          <a:endParaRPr lang="pt-BR"/>
        </a:p>
      </dgm:t>
    </dgm:pt>
    <dgm:pt modelId="{4E3C64CC-E919-4047-B888-5E213EB04676}" type="sibTrans" cxnId="{A2A2E319-6993-4D7C-A3B9-E813CA92F736}">
      <dgm:prSet/>
      <dgm:spPr/>
      <dgm:t>
        <a:bodyPr/>
        <a:lstStyle/>
        <a:p>
          <a:endParaRPr lang="pt-BR"/>
        </a:p>
      </dgm:t>
    </dgm:pt>
    <dgm:pt modelId="{2FE909BD-BCDA-47C2-9659-B13002F31FBB}">
      <dgm:prSet/>
      <dgm:spPr/>
      <dgm:t>
        <a:bodyPr/>
        <a:lstStyle/>
        <a:p>
          <a:r>
            <a:rPr lang="pt-BR" dirty="0" smtClean="0"/>
            <a:t>ICMS para Estado de origem</a:t>
          </a:r>
          <a:endParaRPr lang="pt-BR" dirty="0"/>
        </a:p>
      </dgm:t>
    </dgm:pt>
    <dgm:pt modelId="{009D7102-81F2-4458-9C70-80EA312A89B1}" type="parTrans" cxnId="{2BE3F6BC-0E74-4EAE-80F0-23A35700F837}">
      <dgm:prSet/>
      <dgm:spPr/>
      <dgm:t>
        <a:bodyPr/>
        <a:lstStyle/>
        <a:p>
          <a:endParaRPr lang="pt-BR"/>
        </a:p>
      </dgm:t>
    </dgm:pt>
    <dgm:pt modelId="{DEC6004F-D6DA-41B3-A49D-6C8A67C39EF9}" type="sibTrans" cxnId="{2BE3F6BC-0E74-4EAE-80F0-23A35700F837}">
      <dgm:prSet/>
      <dgm:spPr/>
      <dgm:t>
        <a:bodyPr/>
        <a:lstStyle/>
        <a:p>
          <a:endParaRPr lang="pt-BR"/>
        </a:p>
      </dgm:t>
    </dgm:pt>
    <dgm:pt modelId="{13B13BD8-2046-47AA-B07E-47980E088BB0}">
      <dgm:prSet/>
      <dgm:spPr/>
      <dgm:t>
        <a:bodyPr/>
        <a:lstStyle/>
        <a:p>
          <a:r>
            <a:rPr lang="pt-BR" dirty="0" smtClean="0"/>
            <a:t>ICMS repartido entre origem e destino</a:t>
          </a:r>
          <a:endParaRPr lang="pt-BR" dirty="0"/>
        </a:p>
      </dgm:t>
    </dgm:pt>
    <dgm:pt modelId="{D7A6C50D-EBF9-4B98-9731-E3097BECB42C}" type="parTrans" cxnId="{1112B1AB-BF58-4071-BD52-0AC9309F52BF}">
      <dgm:prSet/>
      <dgm:spPr/>
      <dgm:t>
        <a:bodyPr/>
        <a:lstStyle/>
        <a:p>
          <a:endParaRPr lang="pt-BR"/>
        </a:p>
      </dgm:t>
    </dgm:pt>
    <dgm:pt modelId="{CE6F61AE-E1FF-4244-A20C-03EC5751C210}" type="sibTrans" cxnId="{1112B1AB-BF58-4071-BD52-0AC9309F52BF}">
      <dgm:prSet/>
      <dgm:spPr/>
      <dgm:t>
        <a:bodyPr/>
        <a:lstStyle/>
        <a:p>
          <a:endParaRPr lang="pt-BR"/>
        </a:p>
      </dgm:t>
    </dgm:pt>
    <dgm:pt modelId="{14BCDA04-0436-4F81-B344-EE81310BA207}">
      <dgm:prSet/>
      <dgm:spPr/>
      <dgm:t>
        <a:bodyPr/>
        <a:lstStyle/>
        <a:p>
          <a:r>
            <a:rPr lang="pt-BR" dirty="0" smtClean="0"/>
            <a:t>ICMS na UF do Consumo</a:t>
          </a:r>
          <a:endParaRPr lang="pt-BR" dirty="0"/>
        </a:p>
      </dgm:t>
    </dgm:pt>
    <dgm:pt modelId="{D2EDE311-109A-4EC2-9520-0AB535AE5CC9}" type="parTrans" cxnId="{AF08E953-15A2-42BC-B0B4-B966F2DCF4E5}">
      <dgm:prSet/>
      <dgm:spPr/>
      <dgm:t>
        <a:bodyPr/>
        <a:lstStyle/>
        <a:p>
          <a:endParaRPr lang="pt-BR"/>
        </a:p>
      </dgm:t>
    </dgm:pt>
    <dgm:pt modelId="{29BF1770-E4F4-4BF2-AFC9-001AD12B8D12}" type="sibTrans" cxnId="{AF08E953-15A2-42BC-B0B4-B966F2DCF4E5}">
      <dgm:prSet/>
      <dgm:spPr/>
      <dgm:t>
        <a:bodyPr/>
        <a:lstStyle/>
        <a:p>
          <a:endParaRPr lang="pt-BR"/>
        </a:p>
      </dgm:t>
    </dgm:pt>
    <dgm:pt modelId="{6A290DA8-8045-4CC6-84CD-27E5C7ADBC4D}">
      <dgm:prSet/>
      <dgm:spPr/>
      <dgm:t>
        <a:bodyPr/>
        <a:lstStyle/>
        <a:p>
          <a:r>
            <a:rPr lang="pt-BR" dirty="0" smtClean="0"/>
            <a:t>Entre contribuintes</a:t>
          </a:r>
          <a:endParaRPr lang="pt-BR" dirty="0"/>
        </a:p>
      </dgm:t>
    </dgm:pt>
    <dgm:pt modelId="{9F5E044A-5D3E-45DB-AA9E-E74230E75D27}" type="parTrans" cxnId="{A1DA1F28-0ECC-448A-B053-BEBB4A5700C7}">
      <dgm:prSet/>
      <dgm:spPr/>
      <dgm:t>
        <a:bodyPr/>
        <a:lstStyle/>
        <a:p>
          <a:endParaRPr lang="pt-BR"/>
        </a:p>
      </dgm:t>
    </dgm:pt>
    <dgm:pt modelId="{6C9C2215-E4F4-40A0-B554-E5CCB57E06B7}" type="sibTrans" cxnId="{A1DA1F28-0ECC-448A-B053-BEBB4A5700C7}">
      <dgm:prSet/>
      <dgm:spPr/>
      <dgm:t>
        <a:bodyPr/>
        <a:lstStyle/>
        <a:p>
          <a:endParaRPr lang="pt-BR"/>
        </a:p>
      </dgm:t>
    </dgm:pt>
    <dgm:pt modelId="{8936F382-5606-4463-A514-D3531951CEA2}">
      <dgm:prSet/>
      <dgm:spPr/>
      <dgm:t>
        <a:bodyPr/>
        <a:lstStyle/>
        <a:p>
          <a:r>
            <a:rPr lang="pt-BR" dirty="0" smtClean="0"/>
            <a:t>Destinado a não contribuinte</a:t>
          </a:r>
          <a:endParaRPr lang="pt-BR" dirty="0"/>
        </a:p>
      </dgm:t>
    </dgm:pt>
    <dgm:pt modelId="{3F65FA86-0BBE-4070-AF9E-744B0C8564E2}" type="parTrans" cxnId="{968F7838-4CE1-4B5C-AF82-927CFA27F98F}">
      <dgm:prSet/>
      <dgm:spPr/>
      <dgm:t>
        <a:bodyPr/>
        <a:lstStyle/>
        <a:p>
          <a:endParaRPr lang="pt-BR"/>
        </a:p>
      </dgm:t>
    </dgm:pt>
    <dgm:pt modelId="{5C942014-45AA-4BE6-BDC9-75B25C281663}" type="sibTrans" cxnId="{968F7838-4CE1-4B5C-AF82-927CFA27F98F}">
      <dgm:prSet/>
      <dgm:spPr/>
      <dgm:t>
        <a:bodyPr/>
        <a:lstStyle/>
        <a:p>
          <a:endParaRPr lang="pt-BR"/>
        </a:p>
      </dgm:t>
    </dgm:pt>
    <dgm:pt modelId="{7E2C2C5F-97E2-4A49-AAB3-B9E0AE557756}">
      <dgm:prSet/>
      <dgm:spPr/>
      <dgm:t>
        <a:bodyPr/>
        <a:lstStyle/>
        <a:p>
          <a:r>
            <a:rPr lang="pt-BR" dirty="0" smtClean="0"/>
            <a:t>Gás Natural e Não derivados do Petróleo</a:t>
          </a:r>
          <a:endParaRPr lang="pt-BR" dirty="0"/>
        </a:p>
      </dgm:t>
    </dgm:pt>
    <dgm:pt modelId="{FE263668-81E1-4370-BB7A-2AFDEF844F71}" type="sibTrans" cxnId="{DEBF545A-D19D-438A-AE75-3FE901F22985}">
      <dgm:prSet/>
      <dgm:spPr/>
      <dgm:t>
        <a:bodyPr/>
        <a:lstStyle/>
        <a:p>
          <a:endParaRPr lang="pt-BR"/>
        </a:p>
      </dgm:t>
    </dgm:pt>
    <dgm:pt modelId="{4A1C48C7-B0AE-4903-ABA9-1C220470D669}" type="parTrans" cxnId="{DEBF545A-D19D-438A-AE75-3FE901F22985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 custLinFactNeighborX="-177" custLinFactNeighborY="1681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185FD1FF-7049-496A-B44E-0E5CD50B6A91}" type="pres">
      <dgm:prSet presAssocID="{4A1C48C7-B0AE-4903-ABA9-1C220470D669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6F41047F-42FF-47B7-8D85-BAFCBA39A7CB}" type="pres">
      <dgm:prSet presAssocID="{4A1C48C7-B0AE-4903-ABA9-1C220470D669}" presName="connTx" presStyleLbl="parChTrans1D2" presStyleIdx="0" presStyleCnt="2"/>
      <dgm:spPr/>
      <dgm:t>
        <a:bodyPr/>
        <a:lstStyle/>
        <a:p>
          <a:endParaRPr lang="pt-BR"/>
        </a:p>
      </dgm:t>
    </dgm:pt>
    <dgm:pt modelId="{C043E076-000D-405B-84A0-628A39E4E0CE}" type="pres">
      <dgm:prSet presAssocID="{7E2C2C5F-97E2-4A49-AAB3-B9E0AE557756}" presName="root2" presStyleCnt="0"/>
      <dgm:spPr/>
    </dgm:pt>
    <dgm:pt modelId="{8A3633CC-C101-47DD-B4A3-EF11897A6BEB}" type="pres">
      <dgm:prSet presAssocID="{7E2C2C5F-97E2-4A49-AAB3-B9E0AE557756}" presName="LevelTwoTextNode" presStyleLbl="node2" presStyleIdx="0" presStyleCnt="2" custLinFactNeighborX="-22616" custLinFactNeighborY="-223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CF54FC3-8776-403E-B374-E5002BD095EC}" type="pres">
      <dgm:prSet presAssocID="{7E2C2C5F-97E2-4A49-AAB3-B9E0AE557756}" presName="level3hierChild" presStyleCnt="0"/>
      <dgm:spPr/>
    </dgm:pt>
    <dgm:pt modelId="{F949034A-FDB7-4102-9A04-570AB14229DD}" type="pres">
      <dgm:prSet presAssocID="{9F5E044A-5D3E-45DB-AA9E-E74230E75D27}" presName="conn2-1" presStyleLbl="parChTrans1D3" presStyleIdx="0" presStyleCnt="3"/>
      <dgm:spPr/>
      <dgm:t>
        <a:bodyPr/>
        <a:lstStyle/>
        <a:p>
          <a:endParaRPr lang="pt-BR"/>
        </a:p>
      </dgm:t>
    </dgm:pt>
    <dgm:pt modelId="{D031B169-063B-4B63-B734-0C89EFE9A707}" type="pres">
      <dgm:prSet presAssocID="{9F5E044A-5D3E-45DB-AA9E-E74230E75D27}" presName="connTx" presStyleLbl="parChTrans1D3" presStyleIdx="0" presStyleCnt="3"/>
      <dgm:spPr/>
      <dgm:t>
        <a:bodyPr/>
        <a:lstStyle/>
        <a:p>
          <a:endParaRPr lang="pt-BR"/>
        </a:p>
      </dgm:t>
    </dgm:pt>
    <dgm:pt modelId="{5F58CFB6-FA7E-4718-AB7D-FB8F1E68D7A8}" type="pres">
      <dgm:prSet presAssocID="{6A290DA8-8045-4CC6-84CD-27E5C7ADBC4D}" presName="root2" presStyleCnt="0"/>
      <dgm:spPr/>
    </dgm:pt>
    <dgm:pt modelId="{84FCBF57-2C1E-4D3B-9344-7699B6E0220D}" type="pres">
      <dgm:prSet presAssocID="{6A290DA8-8045-4CC6-84CD-27E5C7ADBC4D}" presName="LevelTwoTextNode" presStyleLbl="node3" presStyleIdx="0" presStyleCnt="3" custLinFactNeighborX="-39712" custLinFactNeighborY="-3777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6F3179B-7ED7-412C-9A39-C26A5FB1C2FF}" type="pres">
      <dgm:prSet presAssocID="{6A290DA8-8045-4CC6-84CD-27E5C7ADBC4D}" presName="level3hierChild" presStyleCnt="0"/>
      <dgm:spPr/>
    </dgm:pt>
    <dgm:pt modelId="{403349C7-5F08-477B-A077-A4BB08CD6AB0}" type="pres">
      <dgm:prSet presAssocID="{D7A6C50D-EBF9-4B98-9731-E3097BECB42C}" presName="conn2-1" presStyleLbl="parChTrans1D4" presStyleIdx="0" presStyleCnt="2"/>
      <dgm:spPr/>
      <dgm:t>
        <a:bodyPr/>
        <a:lstStyle/>
        <a:p>
          <a:endParaRPr lang="pt-BR"/>
        </a:p>
      </dgm:t>
    </dgm:pt>
    <dgm:pt modelId="{4D674565-994D-4BF1-A748-2088392F56D3}" type="pres">
      <dgm:prSet presAssocID="{D7A6C50D-EBF9-4B98-9731-E3097BECB42C}" presName="connTx" presStyleLbl="parChTrans1D4" presStyleIdx="0" presStyleCnt="2"/>
      <dgm:spPr/>
      <dgm:t>
        <a:bodyPr/>
        <a:lstStyle/>
        <a:p>
          <a:endParaRPr lang="pt-BR"/>
        </a:p>
      </dgm:t>
    </dgm:pt>
    <dgm:pt modelId="{6E0424B1-EC0F-4297-9220-1930D9DDD11D}" type="pres">
      <dgm:prSet presAssocID="{13B13BD8-2046-47AA-B07E-47980E088BB0}" presName="root2" presStyleCnt="0"/>
      <dgm:spPr/>
    </dgm:pt>
    <dgm:pt modelId="{ECC02141-8A79-4561-838C-2D37202B7930}" type="pres">
      <dgm:prSet presAssocID="{13B13BD8-2046-47AA-B07E-47980E088BB0}" presName="LevelTwoTextNode" presStyleLbl="node4" presStyleIdx="0" presStyleCnt="2" custScaleY="197041" custLinFactNeighborX="-19403" custLinFactNeighborY="-4269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E1AF5EB-913B-4E1F-A0F2-B47FA28965B8}" type="pres">
      <dgm:prSet presAssocID="{13B13BD8-2046-47AA-B07E-47980E088BB0}" presName="level3hierChild" presStyleCnt="0"/>
      <dgm:spPr/>
    </dgm:pt>
    <dgm:pt modelId="{C3755C29-22AB-471C-9968-735E53DFB565}" type="pres">
      <dgm:prSet presAssocID="{3F65FA86-0BBE-4070-AF9E-744B0C8564E2}" presName="conn2-1" presStyleLbl="parChTrans1D3" presStyleIdx="1" presStyleCnt="3"/>
      <dgm:spPr/>
      <dgm:t>
        <a:bodyPr/>
        <a:lstStyle/>
        <a:p>
          <a:endParaRPr lang="pt-BR"/>
        </a:p>
      </dgm:t>
    </dgm:pt>
    <dgm:pt modelId="{77C3D928-8948-49B7-B8E8-4B39D911820F}" type="pres">
      <dgm:prSet presAssocID="{3F65FA86-0BBE-4070-AF9E-744B0C8564E2}" presName="connTx" presStyleLbl="parChTrans1D3" presStyleIdx="1" presStyleCnt="3"/>
      <dgm:spPr/>
      <dgm:t>
        <a:bodyPr/>
        <a:lstStyle/>
        <a:p>
          <a:endParaRPr lang="pt-BR"/>
        </a:p>
      </dgm:t>
    </dgm:pt>
    <dgm:pt modelId="{75B8FD95-3C43-4172-97F0-66198E9AB1D6}" type="pres">
      <dgm:prSet presAssocID="{8936F382-5606-4463-A514-D3531951CEA2}" presName="root2" presStyleCnt="0"/>
      <dgm:spPr/>
    </dgm:pt>
    <dgm:pt modelId="{183ECB49-0CC0-4132-8F4C-EA31FFFC95FE}" type="pres">
      <dgm:prSet presAssocID="{8936F382-5606-4463-A514-D3531951CEA2}" presName="LevelTwoTextNode" presStyleLbl="node3" presStyleIdx="1" presStyleCnt="3" custLinFactNeighborX="-38231" custLinFactNeighborY="803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4AC0968-0F9C-4FCB-BA11-6423A317D16D}" type="pres">
      <dgm:prSet presAssocID="{8936F382-5606-4463-A514-D3531951CEA2}" presName="level3hierChild" presStyleCnt="0"/>
      <dgm:spPr/>
    </dgm:pt>
    <dgm:pt modelId="{EA46ED5C-7A48-4179-B45A-5EC46056D9A9}" type="pres">
      <dgm:prSet presAssocID="{009D7102-81F2-4458-9C70-80EA312A89B1}" presName="conn2-1" presStyleLbl="parChTrans1D4" presStyleIdx="1" presStyleCnt="2"/>
      <dgm:spPr/>
      <dgm:t>
        <a:bodyPr/>
        <a:lstStyle/>
        <a:p>
          <a:endParaRPr lang="pt-BR"/>
        </a:p>
      </dgm:t>
    </dgm:pt>
    <dgm:pt modelId="{DBF29612-DB4C-4C69-B2F2-2383F5A719E8}" type="pres">
      <dgm:prSet presAssocID="{009D7102-81F2-4458-9C70-80EA312A89B1}" presName="connTx" presStyleLbl="parChTrans1D4" presStyleIdx="1" presStyleCnt="2"/>
      <dgm:spPr/>
      <dgm:t>
        <a:bodyPr/>
        <a:lstStyle/>
        <a:p>
          <a:endParaRPr lang="pt-BR"/>
        </a:p>
      </dgm:t>
    </dgm:pt>
    <dgm:pt modelId="{5E35ECCA-DCB7-46D1-9D82-B3736DBBEEF2}" type="pres">
      <dgm:prSet presAssocID="{2FE909BD-BCDA-47C2-9659-B13002F31FBB}" presName="root2" presStyleCnt="0"/>
      <dgm:spPr/>
    </dgm:pt>
    <dgm:pt modelId="{A302F7F2-FCCE-4375-A975-EED125CA5711}" type="pres">
      <dgm:prSet presAssocID="{2FE909BD-BCDA-47C2-9659-B13002F31FBB}" presName="LevelTwoTextNode" presStyleLbl="node4" presStyleIdx="1" presStyleCnt="2" custScaleX="103343" custScaleY="186535" custLinFactNeighborX="-19403" custLinFactNeighborY="1244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43D8DC3-33AA-49F6-BA6E-FB9FF3CD1706}" type="pres">
      <dgm:prSet presAssocID="{2FE909BD-BCDA-47C2-9659-B13002F31FBB}" presName="level3hierChild" presStyleCnt="0"/>
      <dgm:spPr/>
    </dgm:pt>
    <dgm:pt modelId="{44AC5E3C-E60F-410C-901F-89A90194580B}" type="pres">
      <dgm:prSet presAssocID="{411FF429-E600-4C27-BBDC-4614D7009189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44C58C4D-6CC9-4905-9AB6-8C6E4563D0BD}" type="pres">
      <dgm:prSet presAssocID="{411FF429-E600-4C27-BBDC-4614D7009189}" presName="connTx" presStyleLbl="parChTrans1D2" presStyleIdx="1" presStyleCnt="2"/>
      <dgm:spPr/>
      <dgm:t>
        <a:bodyPr/>
        <a:lstStyle/>
        <a:p>
          <a:endParaRPr lang="pt-BR"/>
        </a:p>
      </dgm:t>
    </dgm:pt>
    <dgm:pt modelId="{D14BF737-0221-486E-98B2-26872715D013}" type="pres">
      <dgm:prSet presAssocID="{40EDE1F0-9DB7-4FFA-A031-8A1B8ED26076}" presName="root2" presStyleCnt="0"/>
      <dgm:spPr/>
    </dgm:pt>
    <dgm:pt modelId="{A3FB66F1-7E70-48F5-BA8E-ABE481685516}" type="pres">
      <dgm:prSet presAssocID="{40EDE1F0-9DB7-4FFA-A031-8A1B8ED26076}" presName="LevelTwoTextNode" presStyleLbl="node2" presStyleIdx="1" presStyleCnt="2" custLinFactNeighborX="-17273" custLinFactNeighborY="2517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477341-7836-4CE4-AF0C-A4A54D45FE0D}" type="pres">
      <dgm:prSet presAssocID="{40EDE1F0-9DB7-4FFA-A031-8A1B8ED26076}" presName="level3hierChild" presStyleCnt="0"/>
      <dgm:spPr/>
    </dgm:pt>
    <dgm:pt modelId="{5A9873F7-1B7B-453C-8C5D-4AECE003DE93}" type="pres">
      <dgm:prSet presAssocID="{D2EDE311-109A-4EC2-9520-0AB535AE5CC9}" presName="conn2-1" presStyleLbl="parChTrans1D3" presStyleIdx="2" presStyleCnt="3"/>
      <dgm:spPr/>
      <dgm:t>
        <a:bodyPr/>
        <a:lstStyle/>
        <a:p>
          <a:endParaRPr lang="pt-BR"/>
        </a:p>
      </dgm:t>
    </dgm:pt>
    <dgm:pt modelId="{987834E6-8169-4662-91BF-08EBBFA02EF9}" type="pres">
      <dgm:prSet presAssocID="{D2EDE311-109A-4EC2-9520-0AB535AE5CC9}" presName="connTx" presStyleLbl="parChTrans1D3" presStyleIdx="2" presStyleCnt="3"/>
      <dgm:spPr/>
      <dgm:t>
        <a:bodyPr/>
        <a:lstStyle/>
        <a:p>
          <a:endParaRPr lang="pt-BR"/>
        </a:p>
      </dgm:t>
    </dgm:pt>
    <dgm:pt modelId="{2E821A60-E08F-45C1-A21A-EFE5BC02C1A0}" type="pres">
      <dgm:prSet presAssocID="{14BCDA04-0436-4F81-B344-EE81310BA207}" presName="root2" presStyleCnt="0"/>
      <dgm:spPr/>
    </dgm:pt>
    <dgm:pt modelId="{0CF13AE2-E376-49DB-B087-A048AE36B563}" type="pres">
      <dgm:prSet presAssocID="{14BCDA04-0436-4F81-B344-EE81310BA207}" presName="LevelTwoTextNode" presStyleLbl="node3" presStyleIdx="2" presStyleCnt="3" custLinFactNeighborX="-39712" custLinFactNeighborY="2517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D3846F2-3561-4F67-A3ED-F6C47644217E}" type="pres">
      <dgm:prSet presAssocID="{14BCDA04-0436-4F81-B344-EE81310BA207}" presName="level3hierChild" presStyleCnt="0"/>
      <dgm:spPr/>
    </dgm:pt>
  </dgm:ptLst>
  <dgm:cxnLst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854CD2D2-FA60-4E83-A004-F6EDA84C6A99}" type="presOf" srcId="{9F5E044A-5D3E-45DB-AA9E-E74230E75D27}" destId="{D031B169-063B-4B63-B734-0C89EFE9A707}" srcOrd="1" destOrd="0" presId="urn:microsoft.com/office/officeart/2005/8/layout/hierarchy2"/>
    <dgm:cxn modelId="{2EE2E16A-C67B-46A4-83AD-26CC29460DE2}" type="presOf" srcId="{D2EDE311-109A-4EC2-9520-0AB535AE5CC9}" destId="{987834E6-8169-4662-91BF-08EBBFA02EF9}" srcOrd="1" destOrd="0" presId="urn:microsoft.com/office/officeart/2005/8/layout/hierarchy2"/>
    <dgm:cxn modelId="{AF08E953-15A2-42BC-B0B4-B966F2DCF4E5}" srcId="{40EDE1F0-9DB7-4FFA-A031-8A1B8ED26076}" destId="{14BCDA04-0436-4F81-B344-EE81310BA207}" srcOrd="0" destOrd="0" parTransId="{D2EDE311-109A-4EC2-9520-0AB535AE5CC9}" sibTransId="{29BF1770-E4F4-4BF2-AFC9-001AD12B8D12}"/>
    <dgm:cxn modelId="{87F0AF8C-DB81-4351-880C-584169C4D2CA}" type="presOf" srcId="{1EEAAEF9-E66E-415D-A4EB-63C7C89A5674}" destId="{DC22CC4F-84FF-4B4F-BE95-2A4A6C888353}" srcOrd="0" destOrd="0" presId="urn:microsoft.com/office/officeart/2005/8/layout/hierarchy2"/>
    <dgm:cxn modelId="{E2FE2874-6488-4EB2-91E5-4EEC7AD47A1D}" type="presOf" srcId="{3F65FA86-0BBE-4070-AF9E-744B0C8564E2}" destId="{77C3D928-8948-49B7-B8E8-4B39D911820F}" srcOrd="1" destOrd="0" presId="urn:microsoft.com/office/officeart/2005/8/layout/hierarchy2"/>
    <dgm:cxn modelId="{77618F01-F1A4-46DC-9580-23E21A9100D8}" type="presOf" srcId="{009D7102-81F2-4458-9C70-80EA312A89B1}" destId="{EA46ED5C-7A48-4179-B45A-5EC46056D9A9}" srcOrd="0" destOrd="0" presId="urn:microsoft.com/office/officeart/2005/8/layout/hierarchy2"/>
    <dgm:cxn modelId="{9F9CBDC9-7296-4626-AF29-B202E3AE4808}" type="presOf" srcId="{4A1C48C7-B0AE-4903-ABA9-1C220470D669}" destId="{185FD1FF-7049-496A-B44E-0E5CD50B6A91}" srcOrd="0" destOrd="0" presId="urn:microsoft.com/office/officeart/2005/8/layout/hierarchy2"/>
    <dgm:cxn modelId="{2BE3F6BC-0E74-4EAE-80F0-23A35700F837}" srcId="{8936F382-5606-4463-A514-D3531951CEA2}" destId="{2FE909BD-BCDA-47C2-9659-B13002F31FBB}" srcOrd="0" destOrd="0" parTransId="{009D7102-81F2-4458-9C70-80EA312A89B1}" sibTransId="{DEC6004F-D6DA-41B3-A49D-6C8A67C39EF9}"/>
    <dgm:cxn modelId="{83F0DA1B-BF3F-45B5-8077-D7786209B99A}" type="presOf" srcId="{6A290DA8-8045-4CC6-84CD-27E5C7ADBC4D}" destId="{84FCBF57-2C1E-4D3B-9344-7699B6E0220D}" srcOrd="0" destOrd="0" presId="urn:microsoft.com/office/officeart/2005/8/layout/hierarchy2"/>
    <dgm:cxn modelId="{02E639FD-85A4-40BD-AA2C-F613FBBBC2EB}" type="presOf" srcId="{D2EDE311-109A-4EC2-9520-0AB535AE5CC9}" destId="{5A9873F7-1B7B-453C-8C5D-4AECE003DE93}" srcOrd="0" destOrd="0" presId="urn:microsoft.com/office/officeart/2005/8/layout/hierarchy2"/>
    <dgm:cxn modelId="{3B136E48-F42D-4CD2-82E2-5D296211D8C6}" type="presOf" srcId="{7E2C2C5F-97E2-4A49-AAB3-B9E0AE557756}" destId="{8A3633CC-C101-47DD-B4A3-EF11897A6BEB}" srcOrd="0" destOrd="0" presId="urn:microsoft.com/office/officeart/2005/8/layout/hierarchy2"/>
    <dgm:cxn modelId="{55B775AA-61DF-40DF-A241-FD383764CFF1}" type="presOf" srcId="{009D7102-81F2-4458-9C70-80EA312A89B1}" destId="{DBF29612-DB4C-4C69-B2F2-2383F5A719E8}" srcOrd="1" destOrd="0" presId="urn:microsoft.com/office/officeart/2005/8/layout/hierarchy2"/>
    <dgm:cxn modelId="{FEAA0312-B3A3-4EC0-9AAA-70DC7A350E0C}" type="presOf" srcId="{3DED9555-CA6D-410A-8302-BA00BB5DCAC1}" destId="{C0C4E4E9-A144-4BBC-BF79-A7EB154405DA}" srcOrd="0" destOrd="0" presId="urn:microsoft.com/office/officeart/2005/8/layout/hierarchy2"/>
    <dgm:cxn modelId="{992E78E2-A721-4E95-87A0-9FC25EE015B3}" type="presOf" srcId="{9F5E044A-5D3E-45DB-AA9E-E74230E75D27}" destId="{F949034A-FDB7-4102-9A04-570AB14229DD}" srcOrd="0" destOrd="0" presId="urn:microsoft.com/office/officeart/2005/8/layout/hierarchy2"/>
    <dgm:cxn modelId="{8C755838-B7E2-4B08-8887-EB197AF2052D}" type="presOf" srcId="{13B13BD8-2046-47AA-B07E-47980E088BB0}" destId="{ECC02141-8A79-4561-838C-2D37202B7930}" srcOrd="0" destOrd="0" presId="urn:microsoft.com/office/officeart/2005/8/layout/hierarchy2"/>
    <dgm:cxn modelId="{677AB844-C94F-4391-84CD-04433619D25D}" type="presOf" srcId="{40EDE1F0-9DB7-4FFA-A031-8A1B8ED26076}" destId="{A3FB66F1-7E70-48F5-BA8E-ABE481685516}" srcOrd="0" destOrd="0" presId="urn:microsoft.com/office/officeart/2005/8/layout/hierarchy2"/>
    <dgm:cxn modelId="{1CC423DA-FB28-45A8-8318-4C1EEDDCE220}" type="presOf" srcId="{411FF429-E600-4C27-BBDC-4614D7009189}" destId="{44C58C4D-6CC9-4905-9AB6-8C6E4563D0BD}" srcOrd="1" destOrd="0" presId="urn:microsoft.com/office/officeart/2005/8/layout/hierarchy2"/>
    <dgm:cxn modelId="{0ECC102D-3BA9-4C3E-8FA4-D75283B2C693}" type="presOf" srcId="{8936F382-5606-4463-A514-D3531951CEA2}" destId="{183ECB49-0CC0-4132-8F4C-EA31FFFC95FE}" srcOrd="0" destOrd="0" presId="urn:microsoft.com/office/officeart/2005/8/layout/hierarchy2"/>
    <dgm:cxn modelId="{1E308411-99E2-4600-88C4-7838F03FBC7D}" type="presOf" srcId="{4A1C48C7-B0AE-4903-ABA9-1C220470D669}" destId="{6F41047F-42FF-47B7-8D85-BAFCBA39A7CB}" srcOrd="1" destOrd="0" presId="urn:microsoft.com/office/officeart/2005/8/layout/hierarchy2"/>
    <dgm:cxn modelId="{A2A2E319-6993-4D7C-A3B9-E813CA92F736}" srcId="{3DED9555-CA6D-410A-8302-BA00BB5DCAC1}" destId="{40EDE1F0-9DB7-4FFA-A031-8A1B8ED26076}" srcOrd="1" destOrd="0" parTransId="{411FF429-E600-4C27-BBDC-4614D7009189}" sibTransId="{4E3C64CC-E919-4047-B888-5E213EB04676}"/>
    <dgm:cxn modelId="{A1DA1F28-0ECC-448A-B053-BEBB4A5700C7}" srcId="{7E2C2C5F-97E2-4A49-AAB3-B9E0AE557756}" destId="{6A290DA8-8045-4CC6-84CD-27E5C7ADBC4D}" srcOrd="0" destOrd="0" parTransId="{9F5E044A-5D3E-45DB-AA9E-E74230E75D27}" sibTransId="{6C9C2215-E4F4-40A0-B554-E5CCB57E06B7}"/>
    <dgm:cxn modelId="{082F391C-CF62-4D59-AF14-53971B47FD72}" type="presOf" srcId="{411FF429-E600-4C27-BBDC-4614D7009189}" destId="{44AC5E3C-E60F-410C-901F-89A90194580B}" srcOrd="0" destOrd="0" presId="urn:microsoft.com/office/officeart/2005/8/layout/hierarchy2"/>
    <dgm:cxn modelId="{968F7838-4CE1-4B5C-AF82-927CFA27F98F}" srcId="{7E2C2C5F-97E2-4A49-AAB3-B9E0AE557756}" destId="{8936F382-5606-4463-A514-D3531951CEA2}" srcOrd="1" destOrd="0" parTransId="{3F65FA86-0BBE-4070-AF9E-744B0C8564E2}" sibTransId="{5C942014-45AA-4BE6-BDC9-75B25C281663}"/>
    <dgm:cxn modelId="{B3BF8C98-6FD7-4E88-9CA2-F1A4AF2D8DBF}" type="presOf" srcId="{14BCDA04-0436-4F81-B344-EE81310BA207}" destId="{0CF13AE2-E376-49DB-B087-A048AE36B563}" srcOrd="0" destOrd="0" presId="urn:microsoft.com/office/officeart/2005/8/layout/hierarchy2"/>
    <dgm:cxn modelId="{1112B1AB-BF58-4071-BD52-0AC9309F52BF}" srcId="{6A290DA8-8045-4CC6-84CD-27E5C7ADBC4D}" destId="{13B13BD8-2046-47AA-B07E-47980E088BB0}" srcOrd="0" destOrd="0" parTransId="{D7A6C50D-EBF9-4B98-9731-E3097BECB42C}" sibTransId="{CE6F61AE-E1FF-4244-A20C-03EC5751C210}"/>
    <dgm:cxn modelId="{AFB59D8A-111F-451A-9041-35E5DD14EE77}" type="presOf" srcId="{D7A6C50D-EBF9-4B98-9731-E3097BECB42C}" destId="{403349C7-5F08-477B-A077-A4BB08CD6AB0}" srcOrd="0" destOrd="0" presId="urn:microsoft.com/office/officeart/2005/8/layout/hierarchy2"/>
    <dgm:cxn modelId="{0B9B0575-F23D-43FA-8B2F-9B6E57E90124}" type="presOf" srcId="{D7A6C50D-EBF9-4B98-9731-E3097BECB42C}" destId="{4D674565-994D-4BF1-A748-2088392F56D3}" srcOrd="1" destOrd="0" presId="urn:microsoft.com/office/officeart/2005/8/layout/hierarchy2"/>
    <dgm:cxn modelId="{DEBF545A-D19D-438A-AE75-3FE901F22985}" srcId="{3DED9555-CA6D-410A-8302-BA00BB5DCAC1}" destId="{7E2C2C5F-97E2-4A49-AAB3-B9E0AE557756}" srcOrd="0" destOrd="0" parTransId="{4A1C48C7-B0AE-4903-ABA9-1C220470D669}" sibTransId="{FE263668-81E1-4370-BB7A-2AFDEF844F71}"/>
    <dgm:cxn modelId="{A6568BF8-A939-4D97-B02C-685D5B365ED8}" type="presOf" srcId="{3F65FA86-0BBE-4070-AF9E-744B0C8564E2}" destId="{C3755C29-22AB-471C-9968-735E53DFB565}" srcOrd="0" destOrd="0" presId="urn:microsoft.com/office/officeart/2005/8/layout/hierarchy2"/>
    <dgm:cxn modelId="{ABEA63DC-994F-40EF-A91D-100F0994CC26}" type="presOf" srcId="{2FE909BD-BCDA-47C2-9659-B13002F31FBB}" destId="{A302F7F2-FCCE-4375-A975-EED125CA5711}" srcOrd="0" destOrd="0" presId="urn:microsoft.com/office/officeart/2005/8/layout/hierarchy2"/>
    <dgm:cxn modelId="{1A9C5B8D-7AD3-42BE-BA5F-7A76D6BA93CC}" type="presParOf" srcId="{DC22CC4F-84FF-4B4F-BE95-2A4A6C888353}" destId="{88C2D2CE-BB96-469E-AF77-A30FA5E617E0}" srcOrd="0" destOrd="0" presId="urn:microsoft.com/office/officeart/2005/8/layout/hierarchy2"/>
    <dgm:cxn modelId="{E02EF623-38B8-4546-AAA4-EE02307FDB79}" type="presParOf" srcId="{88C2D2CE-BB96-469E-AF77-A30FA5E617E0}" destId="{C0C4E4E9-A144-4BBC-BF79-A7EB154405DA}" srcOrd="0" destOrd="0" presId="urn:microsoft.com/office/officeart/2005/8/layout/hierarchy2"/>
    <dgm:cxn modelId="{D9D0E886-C670-48E6-86C9-6D7EBDF8D4A3}" type="presParOf" srcId="{88C2D2CE-BB96-469E-AF77-A30FA5E617E0}" destId="{CC7C0BE5-1DA0-4213-9C64-7FEF7C21DBC9}" srcOrd="1" destOrd="0" presId="urn:microsoft.com/office/officeart/2005/8/layout/hierarchy2"/>
    <dgm:cxn modelId="{DEBEE3BB-D40A-4791-A85A-C1589F1ED01A}" type="presParOf" srcId="{CC7C0BE5-1DA0-4213-9C64-7FEF7C21DBC9}" destId="{185FD1FF-7049-496A-B44E-0E5CD50B6A91}" srcOrd="0" destOrd="0" presId="urn:microsoft.com/office/officeart/2005/8/layout/hierarchy2"/>
    <dgm:cxn modelId="{CF1B71F5-AD5F-4E5C-992A-FF8AFBF377DC}" type="presParOf" srcId="{185FD1FF-7049-496A-B44E-0E5CD50B6A91}" destId="{6F41047F-42FF-47B7-8D85-BAFCBA39A7CB}" srcOrd="0" destOrd="0" presId="urn:microsoft.com/office/officeart/2005/8/layout/hierarchy2"/>
    <dgm:cxn modelId="{7058301C-E94A-4286-B0A1-3D3C62F9E6B5}" type="presParOf" srcId="{CC7C0BE5-1DA0-4213-9C64-7FEF7C21DBC9}" destId="{C043E076-000D-405B-84A0-628A39E4E0CE}" srcOrd="1" destOrd="0" presId="urn:microsoft.com/office/officeart/2005/8/layout/hierarchy2"/>
    <dgm:cxn modelId="{058DE361-BFE8-4C16-8FC3-59D7F69B4267}" type="presParOf" srcId="{C043E076-000D-405B-84A0-628A39E4E0CE}" destId="{8A3633CC-C101-47DD-B4A3-EF11897A6BEB}" srcOrd="0" destOrd="0" presId="urn:microsoft.com/office/officeart/2005/8/layout/hierarchy2"/>
    <dgm:cxn modelId="{1FD01B1C-CE6E-46C8-AB92-ACE428D844C9}" type="presParOf" srcId="{C043E076-000D-405B-84A0-628A39E4E0CE}" destId="{FCF54FC3-8776-403E-B374-E5002BD095EC}" srcOrd="1" destOrd="0" presId="urn:microsoft.com/office/officeart/2005/8/layout/hierarchy2"/>
    <dgm:cxn modelId="{BC972E39-730B-40E7-934A-CBC6324843B4}" type="presParOf" srcId="{FCF54FC3-8776-403E-B374-E5002BD095EC}" destId="{F949034A-FDB7-4102-9A04-570AB14229DD}" srcOrd="0" destOrd="0" presId="urn:microsoft.com/office/officeart/2005/8/layout/hierarchy2"/>
    <dgm:cxn modelId="{637B5C77-8468-42B2-8F09-CAA632E8019B}" type="presParOf" srcId="{F949034A-FDB7-4102-9A04-570AB14229DD}" destId="{D031B169-063B-4B63-B734-0C89EFE9A707}" srcOrd="0" destOrd="0" presId="urn:microsoft.com/office/officeart/2005/8/layout/hierarchy2"/>
    <dgm:cxn modelId="{D366CDBD-5F6D-4233-9170-F812B6115358}" type="presParOf" srcId="{FCF54FC3-8776-403E-B374-E5002BD095EC}" destId="{5F58CFB6-FA7E-4718-AB7D-FB8F1E68D7A8}" srcOrd="1" destOrd="0" presId="urn:microsoft.com/office/officeart/2005/8/layout/hierarchy2"/>
    <dgm:cxn modelId="{87A0458D-8CDA-46B5-8FED-F823F5ABD1BF}" type="presParOf" srcId="{5F58CFB6-FA7E-4718-AB7D-FB8F1E68D7A8}" destId="{84FCBF57-2C1E-4D3B-9344-7699B6E0220D}" srcOrd="0" destOrd="0" presId="urn:microsoft.com/office/officeart/2005/8/layout/hierarchy2"/>
    <dgm:cxn modelId="{61DEBC3D-9E7A-4507-9DA4-AC0B6A83FF50}" type="presParOf" srcId="{5F58CFB6-FA7E-4718-AB7D-FB8F1E68D7A8}" destId="{56F3179B-7ED7-412C-9A39-C26A5FB1C2FF}" srcOrd="1" destOrd="0" presId="urn:microsoft.com/office/officeart/2005/8/layout/hierarchy2"/>
    <dgm:cxn modelId="{34DE3EAB-BDCE-4646-91C5-57C518781DB8}" type="presParOf" srcId="{56F3179B-7ED7-412C-9A39-C26A5FB1C2FF}" destId="{403349C7-5F08-477B-A077-A4BB08CD6AB0}" srcOrd="0" destOrd="0" presId="urn:microsoft.com/office/officeart/2005/8/layout/hierarchy2"/>
    <dgm:cxn modelId="{AE68D9B5-F18F-43C8-9BE8-E854433E7CD1}" type="presParOf" srcId="{403349C7-5F08-477B-A077-A4BB08CD6AB0}" destId="{4D674565-994D-4BF1-A748-2088392F56D3}" srcOrd="0" destOrd="0" presId="urn:microsoft.com/office/officeart/2005/8/layout/hierarchy2"/>
    <dgm:cxn modelId="{D85DF219-5FFF-4E0F-B075-D6E28672266D}" type="presParOf" srcId="{56F3179B-7ED7-412C-9A39-C26A5FB1C2FF}" destId="{6E0424B1-EC0F-4297-9220-1930D9DDD11D}" srcOrd="1" destOrd="0" presId="urn:microsoft.com/office/officeart/2005/8/layout/hierarchy2"/>
    <dgm:cxn modelId="{9D5BFC36-C569-47E3-B84A-899E0AC73039}" type="presParOf" srcId="{6E0424B1-EC0F-4297-9220-1930D9DDD11D}" destId="{ECC02141-8A79-4561-838C-2D37202B7930}" srcOrd="0" destOrd="0" presId="urn:microsoft.com/office/officeart/2005/8/layout/hierarchy2"/>
    <dgm:cxn modelId="{DFCDBE8E-2DB5-4C2B-BEEA-675E53CB07E5}" type="presParOf" srcId="{6E0424B1-EC0F-4297-9220-1930D9DDD11D}" destId="{BE1AF5EB-913B-4E1F-A0F2-B47FA28965B8}" srcOrd="1" destOrd="0" presId="urn:microsoft.com/office/officeart/2005/8/layout/hierarchy2"/>
    <dgm:cxn modelId="{E2A76944-34CF-4E74-A294-3A94E3C7122E}" type="presParOf" srcId="{FCF54FC3-8776-403E-B374-E5002BD095EC}" destId="{C3755C29-22AB-471C-9968-735E53DFB565}" srcOrd="2" destOrd="0" presId="urn:microsoft.com/office/officeart/2005/8/layout/hierarchy2"/>
    <dgm:cxn modelId="{45634E00-84BD-48DD-9ADC-613802F209D6}" type="presParOf" srcId="{C3755C29-22AB-471C-9968-735E53DFB565}" destId="{77C3D928-8948-49B7-B8E8-4B39D911820F}" srcOrd="0" destOrd="0" presId="urn:microsoft.com/office/officeart/2005/8/layout/hierarchy2"/>
    <dgm:cxn modelId="{034EE19E-B1EE-4E55-BDA4-DBC1959C028D}" type="presParOf" srcId="{FCF54FC3-8776-403E-B374-E5002BD095EC}" destId="{75B8FD95-3C43-4172-97F0-66198E9AB1D6}" srcOrd="3" destOrd="0" presId="urn:microsoft.com/office/officeart/2005/8/layout/hierarchy2"/>
    <dgm:cxn modelId="{85730736-BDE2-49A0-BAA5-DBAE243B7EB9}" type="presParOf" srcId="{75B8FD95-3C43-4172-97F0-66198E9AB1D6}" destId="{183ECB49-0CC0-4132-8F4C-EA31FFFC95FE}" srcOrd="0" destOrd="0" presId="urn:microsoft.com/office/officeart/2005/8/layout/hierarchy2"/>
    <dgm:cxn modelId="{00591866-5829-4757-BE27-B8D7B7967AAD}" type="presParOf" srcId="{75B8FD95-3C43-4172-97F0-66198E9AB1D6}" destId="{54AC0968-0F9C-4FCB-BA11-6423A317D16D}" srcOrd="1" destOrd="0" presId="urn:microsoft.com/office/officeart/2005/8/layout/hierarchy2"/>
    <dgm:cxn modelId="{203C5D9E-8B71-46D9-A96C-87A3B09D3442}" type="presParOf" srcId="{54AC0968-0F9C-4FCB-BA11-6423A317D16D}" destId="{EA46ED5C-7A48-4179-B45A-5EC46056D9A9}" srcOrd="0" destOrd="0" presId="urn:microsoft.com/office/officeart/2005/8/layout/hierarchy2"/>
    <dgm:cxn modelId="{CDF2541F-7D40-460B-A424-5538B1BB3F4E}" type="presParOf" srcId="{EA46ED5C-7A48-4179-B45A-5EC46056D9A9}" destId="{DBF29612-DB4C-4C69-B2F2-2383F5A719E8}" srcOrd="0" destOrd="0" presId="urn:microsoft.com/office/officeart/2005/8/layout/hierarchy2"/>
    <dgm:cxn modelId="{9D129274-F1E9-459F-95CD-02356443B1C9}" type="presParOf" srcId="{54AC0968-0F9C-4FCB-BA11-6423A317D16D}" destId="{5E35ECCA-DCB7-46D1-9D82-B3736DBBEEF2}" srcOrd="1" destOrd="0" presId="urn:microsoft.com/office/officeart/2005/8/layout/hierarchy2"/>
    <dgm:cxn modelId="{640D6427-7C98-4AE8-86B2-77A9A1350641}" type="presParOf" srcId="{5E35ECCA-DCB7-46D1-9D82-B3736DBBEEF2}" destId="{A302F7F2-FCCE-4375-A975-EED125CA5711}" srcOrd="0" destOrd="0" presId="urn:microsoft.com/office/officeart/2005/8/layout/hierarchy2"/>
    <dgm:cxn modelId="{CE7D9E7C-DF07-4142-9BF8-A39C2DA009C1}" type="presParOf" srcId="{5E35ECCA-DCB7-46D1-9D82-B3736DBBEEF2}" destId="{043D8DC3-33AA-49F6-BA6E-FB9FF3CD1706}" srcOrd="1" destOrd="0" presId="urn:microsoft.com/office/officeart/2005/8/layout/hierarchy2"/>
    <dgm:cxn modelId="{34B00DFA-9034-4011-BFF2-00401B766EB3}" type="presParOf" srcId="{CC7C0BE5-1DA0-4213-9C64-7FEF7C21DBC9}" destId="{44AC5E3C-E60F-410C-901F-89A90194580B}" srcOrd="2" destOrd="0" presId="urn:microsoft.com/office/officeart/2005/8/layout/hierarchy2"/>
    <dgm:cxn modelId="{AE945E05-529A-477B-A989-5B8EB8302042}" type="presParOf" srcId="{44AC5E3C-E60F-410C-901F-89A90194580B}" destId="{44C58C4D-6CC9-4905-9AB6-8C6E4563D0BD}" srcOrd="0" destOrd="0" presId="urn:microsoft.com/office/officeart/2005/8/layout/hierarchy2"/>
    <dgm:cxn modelId="{AC431417-7531-4F31-97F3-DB8C9D9DAEBB}" type="presParOf" srcId="{CC7C0BE5-1DA0-4213-9C64-7FEF7C21DBC9}" destId="{D14BF737-0221-486E-98B2-26872715D013}" srcOrd="3" destOrd="0" presId="urn:microsoft.com/office/officeart/2005/8/layout/hierarchy2"/>
    <dgm:cxn modelId="{22F8C7B3-3718-48B0-9E34-DBB79A132B67}" type="presParOf" srcId="{D14BF737-0221-486E-98B2-26872715D013}" destId="{A3FB66F1-7E70-48F5-BA8E-ABE481685516}" srcOrd="0" destOrd="0" presId="urn:microsoft.com/office/officeart/2005/8/layout/hierarchy2"/>
    <dgm:cxn modelId="{399AD0CC-211A-4E40-BC8D-6C49730360A2}" type="presParOf" srcId="{D14BF737-0221-486E-98B2-26872715D013}" destId="{F2477341-7836-4CE4-AF0C-A4A54D45FE0D}" srcOrd="1" destOrd="0" presId="urn:microsoft.com/office/officeart/2005/8/layout/hierarchy2"/>
    <dgm:cxn modelId="{92C59D56-8487-4ABC-B233-F7802A61C602}" type="presParOf" srcId="{F2477341-7836-4CE4-AF0C-A4A54D45FE0D}" destId="{5A9873F7-1B7B-453C-8C5D-4AECE003DE93}" srcOrd="0" destOrd="0" presId="urn:microsoft.com/office/officeart/2005/8/layout/hierarchy2"/>
    <dgm:cxn modelId="{43331C15-577B-4926-B438-8573B17B856C}" type="presParOf" srcId="{5A9873F7-1B7B-453C-8C5D-4AECE003DE93}" destId="{987834E6-8169-4662-91BF-08EBBFA02EF9}" srcOrd="0" destOrd="0" presId="urn:microsoft.com/office/officeart/2005/8/layout/hierarchy2"/>
    <dgm:cxn modelId="{7E65D16A-DD43-492F-A730-ACC6AE1B5B14}" type="presParOf" srcId="{F2477341-7836-4CE4-AF0C-A4A54D45FE0D}" destId="{2E821A60-E08F-45C1-A21A-EFE5BC02C1A0}" srcOrd="1" destOrd="0" presId="urn:microsoft.com/office/officeart/2005/8/layout/hierarchy2"/>
    <dgm:cxn modelId="{F6BAC2EC-DAE6-4302-9D9E-57218A542639}" type="presParOf" srcId="{2E821A60-E08F-45C1-A21A-EFE5BC02C1A0}" destId="{0CF13AE2-E376-49DB-B087-A048AE36B563}" srcOrd="0" destOrd="0" presId="urn:microsoft.com/office/officeart/2005/8/layout/hierarchy2"/>
    <dgm:cxn modelId="{71E7E2B7-E9A2-4F32-B956-BF2A7BA0CD17}" type="presParOf" srcId="{2E821A60-E08F-45C1-A21A-EFE5BC02C1A0}" destId="{4D3846F2-3561-4F67-A3ED-F6C47644217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74A32-A590-42CC-BD35-C3A2AD47FE13}">
      <dsp:nvSpPr>
        <dsp:cNvPr id="0" name=""/>
        <dsp:cNvSpPr/>
      </dsp:nvSpPr>
      <dsp:spPr>
        <a:xfrm>
          <a:off x="2395733" y="0"/>
          <a:ext cx="1609333" cy="868765"/>
        </a:xfrm>
        <a:prstGeom prst="trapezoid">
          <a:avLst>
            <a:gd name="adj" fmla="val 92097"/>
          </a:avLst>
        </a:prstGeom>
        <a:solidFill>
          <a:schemeClr val="accent3"/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400" kern="1200" dirty="0"/>
        </a:p>
      </dsp:txBody>
      <dsp:txXfrm>
        <a:off x="2395733" y="0"/>
        <a:ext cx="1609333" cy="868765"/>
      </dsp:txXfrm>
    </dsp:sp>
    <dsp:sp modelId="{D87C9835-46F2-42AA-9277-9C870B8FC389}">
      <dsp:nvSpPr>
        <dsp:cNvPr id="0" name=""/>
        <dsp:cNvSpPr/>
      </dsp:nvSpPr>
      <dsp:spPr>
        <a:xfrm>
          <a:off x="1600195" y="868765"/>
          <a:ext cx="3200408" cy="868757"/>
        </a:xfrm>
        <a:prstGeom prst="trapezoid">
          <a:avLst>
            <a:gd name="adj" fmla="val 92097"/>
          </a:avLst>
        </a:prstGeom>
        <a:solidFill>
          <a:schemeClr val="accent2"/>
        </a:solidFill>
        <a:ln w="19050" cap="flat" cmpd="sng" algn="ctr">
          <a:solidFill>
            <a:schemeClr val="tx1"/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4800" kern="1200" dirty="0"/>
        </a:p>
      </dsp:txBody>
      <dsp:txXfrm>
        <a:off x="2160267" y="868765"/>
        <a:ext cx="2080265" cy="868757"/>
      </dsp:txXfrm>
    </dsp:sp>
    <dsp:sp modelId="{EB880F1B-F8F7-4FF0-946D-F8DE60E4B57B}">
      <dsp:nvSpPr>
        <dsp:cNvPr id="0" name=""/>
        <dsp:cNvSpPr/>
      </dsp:nvSpPr>
      <dsp:spPr>
        <a:xfrm>
          <a:off x="800097" y="1737522"/>
          <a:ext cx="4800604" cy="868757"/>
        </a:xfrm>
        <a:prstGeom prst="trapezoid">
          <a:avLst>
            <a:gd name="adj" fmla="val 92097"/>
          </a:avLst>
        </a:prstGeom>
        <a:solidFill>
          <a:schemeClr val="accent1">
            <a:lumMod val="60000"/>
            <a:lumOff val="4000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400" kern="1200"/>
        </a:p>
      </dsp:txBody>
      <dsp:txXfrm>
        <a:off x="1640203" y="1737522"/>
        <a:ext cx="3120392" cy="868757"/>
      </dsp:txXfrm>
    </dsp:sp>
    <dsp:sp modelId="{E48DCF4C-5456-436B-AA94-79B55D394194}">
      <dsp:nvSpPr>
        <dsp:cNvPr id="0" name=""/>
        <dsp:cNvSpPr/>
      </dsp:nvSpPr>
      <dsp:spPr>
        <a:xfrm>
          <a:off x="0" y="2606279"/>
          <a:ext cx="6400800" cy="868757"/>
        </a:xfrm>
        <a:prstGeom prst="trapezoid">
          <a:avLst>
            <a:gd name="adj" fmla="val 9209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400" kern="1200" dirty="0"/>
        </a:p>
      </dsp:txBody>
      <dsp:txXfrm>
        <a:off x="1120139" y="2606279"/>
        <a:ext cx="4160520" cy="868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3773" y="2175587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Imposto</a:t>
          </a:r>
          <a:endParaRPr lang="pt-BR" sz="1600" kern="1200" dirty="0"/>
        </a:p>
      </dsp:txBody>
      <dsp:txXfrm>
        <a:off x="25111" y="2196925"/>
        <a:ext cx="1414360" cy="685842"/>
      </dsp:txXfrm>
    </dsp:sp>
    <dsp:sp modelId="{697A1029-EB45-459A-9DF0-2C88B8D56135}">
      <dsp:nvSpPr>
        <dsp:cNvPr id="0" name=""/>
        <dsp:cNvSpPr/>
      </dsp:nvSpPr>
      <dsp:spPr>
        <a:xfrm rot="18509147">
          <a:off x="1283958" y="2157051"/>
          <a:ext cx="936518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936518" y="1625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728805" y="2149897"/>
        <a:ext cx="46825" cy="46825"/>
      </dsp:txXfrm>
    </dsp:sp>
    <dsp:sp modelId="{AAEE8041-D978-4E04-810D-DD7BF7830B4B}">
      <dsp:nvSpPr>
        <dsp:cNvPr id="0" name=""/>
        <dsp:cNvSpPr/>
      </dsp:nvSpPr>
      <dsp:spPr>
        <a:xfrm>
          <a:off x="2043625" y="1442515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Prestação de Serviço</a:t>
          </a:r>
          <a:endParaRPr lang="pt-BR" sz="1600" kern="1200" dirty="0"/>
        </a:p>
      </dsp:txBody>
      <dsp:txXfrm>
        <a:off x="2064963" y="1463853"/>
        <a:ext cx="1414360" cy="685842"/>
      </dsp:txXfrm>
    </dsp:sp>
    <dsp:sp modelId="{185FD1FF-7049-496A-B44E-0E5CD50B6A91}">
      <dsp:nvSpPr>
        <dsp:cNvPr id="0" name=""/>
        <dsp:cNvSpPr/>
      </dsp:nvSpPr>
      <dsp:spPr>
        <a:xfrm rot="18770822">
          <a:off x="3363556" y="1476341"/>
          <a:ext cx="857025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857025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770643" y="1471175"/>
        <a:ext cx="42851" cy="42851"/>
      </dsp:txXfrm>
    </dsp:sp>
    <dsp:sp modelId="{8A3633CC-C101-47DD-B4A3-EF11897A6BEB}">
      <dsp:nvSpPr>
        <dsp:cNvPr id="0" name=""/>
        <dsp:cNvSpPr/>
      </dsp:nvSpPr>
      <dsp:spPr>
        <a:xfrm>
          <a:off x="4083477" y="814168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Transporte</a:t>
          </a:r>
          <a:endParaRPr lang="pt-BR" sz="1600" kern="1200" dirty="0"/>
        </a:p>
      </dsp:txBody>
      <dsp:txXfrm>
        <a:off x="4104815" y="835506"/>
        <a:ext cx="1414360" cy="685842"/>
      </dsp:txXfrm>
    </dsp:sp>
    <dsp:sp modelId="{403349C7-5F08-477B-A077-A4BB08CD6AB0}">
      <dsp:nvSpPr>
        <dsp:cNvPr id="0" name=""/>
        <dsp:cNvSpPr/>
      </dsp:nvSpPr>
      <dsp:spPr>
        <a:xfrm rot="18480924">
          <a:off x="5359586" y="791086"/>
          <a:ext cx="942016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942016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7044" y="783795"/>
        <a:ext cx="47100" cy="47100"/>
      </dsp:txXfrm>
    </dsp:sp>
    <dsp:sp modelId="{ECC02141-8A79-4561-838C-2D37202B7930}">
      <dsp:nvSpPr>
        <dsp:cNvPr id="0" name=""/>
        <dsp:cNvSpPr/>
      </dsp:nvSpPr>
      <dsp:spPr>
        <a:xfrm>
          <a:off x="6120676" y="72004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Intermunicipal</a:t>
          </a:r>
          <a:endParaRPr lang="pt-BR" sz="1600" kern="1200" dirty="0"/>
        </a:p>
      </dsp:txBody>
      <dsp:txXfrm>
        <a:off x="6142014" y="93342"/>
        <a:ext cx="1414360" cy="685842"/>
      </dsp:txXfrm>
    </dsp:sp>
    <dsp:sp modelId="{EA46ED5C-7A48-4179-B45A-5EC46056D9A9}">
      <dsp:nvSpPr>
        <dsp:cNvPr id="0" name=""/>
        <dsp:cNvSpPr/>
      </dsp:nvSpPr>
      <dsp:spPr>
        <a:xfrm rot="1813313">
          <a:off x="5494884" y="1331147"/>
          <a:ext cx="671420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671420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13809" y="1330622"/>
        <a:ext cx="33571" cy="33571"/>
      </dsp:txXfrm>
    </dsp:sp>
    <dsp:sp modelId="{A302F7F2-FCCE-4375-A975-EED125CA5711}">
      <dsp:nvSpPr>
        <dsp:cNvPr id="0" name=""/>
        <dsp:cNvSpPr/>
      </dsp:nvSpPr>
      <dsp:spPr>
        <a:xfrm>
          <a:off x="6120676" y="1152128"/>
          <a:ext cx="1505745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Interestadual</a:t>
          </a:r>
          <a:endParaRPr lang="pt-BR" sz="1600" kern="1200" dirty="0"/>
        </a:p>
      </dsp:txBody>
      <dsp:txXfrm>
        <a:off x="6142014" y="1173466"/>
        <a:ext cx="1463069" cy="685842"/>
      </dsp:txXfrm>
    </dsp:sp>
    <dsp:sp modelId="{33BEE85C-6E6E-44DF-8934-FDACA978E8AA}">
      <dsp:nvSpPr>
        <dsp:cNvPr id="0" name=""/>
        <dsp:cNvSpPr/>
      </dsp:nvSpPr>
      <dsp:spPr>
        <a:xfrm rot="2829178">
          <a:off x="3363556" y="2104688"/>
          <a:ext cx="857025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857025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770643" y="2099522"/>
        <a:ext cx="42851" cy="42851"/>
      </dsp:txXfrm>
    </dsp:sp>
    <dsp:sp modelId="{D712D8ED-09B9-4792-87EA-17D1F9D136DA}">
      <dsp:nvSpPr>
        <dsp:cNvPr id="0" name=""/>
        <dsp:cNvSpPr/>
      </dsp:nvSpPr>
      <dsp:spPr>
        <a:xfrm>
          <a:off x="4083477" y="2070862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Comunicação</a:t>
          </a:r>
          <a:endParaRPr lang="pt-BR" sz="1600" kern="1200" dirty="0"/>
        </a:p>
      </dsp:txBody>
      <dsp:txXfrm>
        <a:off x="4104815" y="2092200"/>
        <a:ext cx="1414360" cy="685842"/>
      </dsp:txXfrm>
    </dsp:sp>
    <dsp:sp modelId="{8F50F809-B0C8-4205-8CA2-DF32CC45F84E}">
      <dsp:nvSpPr>
        <dsp:cNvPr id="0" name=""/>
        <dsp:cNvSpPr/>
      </dsp:nvSpPr>
      <dsp:spPr>
        <a:xfrm>
          <a:off x="5540513" y="2418862"/>
          <a:ext cx="582814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582814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17350" y="2420551"/>
        <a:ext cx="29140" cy="29140"/>
      </dsp:txXfrm>
    </dsp:sp>
    <dsp:sp modelId="{D3C30BB2-B215-4F07-8A2C-DAE98195AEDB}">
      <dsp:nvSpPr>
        <dsp:cNvPr id="0" name=""/>
        <dsp:cNvSpPr/>
      </dsp:nvSpPr>
      <dsp:spPr>
        <a:xfrm>
          <a:off x="6123328" y="2070862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Oneroso</a:t>
          </a:r>
          <a:endParaRPr lang="pt-BR" sz="1600" kern="1200" dirty="0"/>
        </a:p>
      </dsp:txBody>
      <dsp:txXfrm>
        <a:off x="6144666" y="2092200"/>
        <a:ext cx="1414360" cy="685842"/>
      </dsp:txXfrm>
    </dsp:sp>
    <dsp:sp modelId="{44AC5E3C-E60F-410C-901F-89A90194580B}">
      <dsp:nvSpPr>
        <dsp:cNvPr id="0" name=""/>
        <dsp:cNvSpPr/>
      </dsp:nvSpPr>
      <dsp:spPr>
        <a:xfrm rot="3459614">
          <a:off x="1207399" y="2983966"/>
          <a:ext cx="1089797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1089797" y="1625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725053" y="2972981"/>
        <a:ext cx="54489" cy="54489"/>
      </dsp:txXfrm>
    </dsp:sp>
    <dsp:sp modelId="{A3FB66F1-7E70-48F5-BA8E-ABE481685516}">
      <dsp:nvSpPr>
        <dsp:cNvPr id="0" name=""/>
        <dsp:cNvSpPr/>
      </dsp:nvSpPr>
      <dsp:spPr>
        <a:xfrm>
          <a:off x="2043785" y="3096347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Circulação</a:t>
          </a:r>
          <a:endParaRPr lang="pt-BR" sz="1600" kern="1200" dirty="0"/>
        </a:p>
      </dsp:txBody>
      <dsp:txXfrm>
        <a:off x="2065123" y="3117685"/>
        <a:ext cx="1414360" cy="685842"/>
      </dsp:txXfrm>
    </dsp:sp>
    <dsp:sp modelId="{5A9873F7-1B7B-453C-8C5D-4AECE003DE93}">
      <dsp:nvSpPr>
        <dsp:cNvPr id="0" name=""/>
        <dsp:cNvSpPr/>
      </dsp:nvSpPr>
      <dsp:spPr>
        <a:xfrm>
          <a:off x="3500822" y="3444346"/>
          <a:ext cx="603635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603635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787549" y="3445515"/>
        <a:ext cx="30181" cy="30181"/>
      </dsp:txXfrm>
    </dsp:sp>
    <dsp:sp modelId="{0CF13AE2-E376-49DB-B087-A048AE36B563}">
      <dsp:nvSpPr>
        <dsp:cNvPr id="0" name=""/>
        <dsp:cNvSpPr/>
      </dsp:nvSpPr>
      <dsp:spPr>
        <a:xfrm>
          <a:off x="4104458" y="3096347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Mercadorias</a:t>
          </a:r>
          <a:endParaRPr lang="pt-BR" sz="1600" kern="1200" dirty="0"/>
        </a:p>
      </dsp:txBody>
      <dsp:txXfrm>
        <a:off x="4125796" y="3117685"/>
        <a:ext cx="1414360" cy="685842"/>
      </dsp:txXfrm>
    </dsp:sp>
    <dsp:sp modelId="{364484FD-1B08-45B1-9389-52379D1CA3B2}">
      <dsp:nvSpPr>
        <dsp:cNvPr id="0" name=""/>
        <dsp:cNvSpPr/>
      </dsp:nvSpPr>
      <dsp:spPr>
        <a:xfrm>
          <a:off x="5561495" y="3444346"/>
          <a:ext cx="559181" cy="32519"/>
        </a:xfrm>
        <a:custGeom>
          <a:avLst/>
          <a:gdLst/>
          <a:ahLst/>
          <a:cxnLst/>
          <a:rect l="0" t="0" r="0" b="0"/>
          <a:pathLst>
            <a:path>
              <a:moveTo>
                <a:pt x="0" y="16259"/>
              </a:moveTo>
              <a:lnTo>
                <a:pt x="559181" y="1625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27106" y="3446626"/>
        <a:ext cx="27959" cy="27959"/>
      </dsp:txXfrm>
    </dsp:sp>
    <dsp:sp modelId="{76B48470-DD3B-4EF8-8404-A899A7470652}">
      <dsp:nvSpPr>
        <dsp:cNvPr id="0" name=""/>
        <dsp:cNvSpPr/>
      </dsp:nvSpPr>
      <dsp:spPr>
        <a:xfrm>
          <a:off x="6120676" y="3096347"/>
          <a:ext cx="1457036" cy="728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Energia Elétrica</a:t>
          </a:r>
          <a:endParaRPr lang="pt-BR" sz="1600" kern="1200" dirty="0"/>
        </a:p>
      </dsp:txBody>
      <dsp:txXfrm>
        <a:off x="6142014" y="3117685"/>
        <a:ext cx="1414360" cy="6858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2607" y="2074445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Serviço está na LC 116/03</a:t>
          </a:r>
          <a:endParaRPr lang="pt-BR" sz="1300" kern="1200" dirty="0"/>
        </a:p>
      </dsp:txBody>
      <dsp:txXfrm>
        <a:off x="19446" y="2091284"/>
        <a:ext cx="1116199" cy="541260"/>
      </dsp:txXfrm>
    </dsp:sp>
    <dsp:sp modelId="{697A1029-EB45-459A-9DF0-2C88B8D56135}">
      <dsp:nvSpPr>
        <dsp:cNvPr id="0" name=""/>
        <dsp:cNvSpPr/>
      </dsp:nvSpPr>
      <dsp:spPr>
        <a:xfrm rot="18468070">
          <a:off x="1071055" y="2182859"/>
          <a:ext cx="420742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420742" y="128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70907" y="2185172"/>
        <a:ext cx="21037" cy="21037"/>
      </dsp:txXfrm>
    </dsp:sp>
    <dsp:sp modelId="{AAEE8041-D978-4E04-810D-DD7BF7830B4B}">
      <dsp:nvSpPr>
        <dsp:cNvPr id="0" name=""/>
        <dsp:cNvSpPr/>
      </dsp:nvSpPr>
      <dsp:spPr>
        <a:xfrm>
          <a:off x="1410368" y="174199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SIM</a:t>
          </a:r>
          <a:endParaRPr lang="pt-BR" sz="1300" kern="1200" dirty="0"/>
        </a:p>
      </dsp:txBody>
      <dsp:txXfrm>
        <a:off x="1427207" y="1758837"/>
        <a:ext cx="1116199" cy="541260"/>
      </dsp:txXfrm>
    </dsp:sp>
    <dsp:sp modelId="{185FD1FF-7049-496A-B44E-0E5CD50B6A91}">
      <dsp:nvSpPr>
        <dsp:cNvPr id="0" name=""/>
        <dsp:cNvSpPr/>
      </dsp:nvSpPr>
      <dsp:spPr>
        <a:xfrm>
          <a:off x="2560245" y="2016635"/>
          <a:ext cx="280777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280777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693614" y="2022448"/>
        <a:ext cx="14038" cy="14038"/>
      </dsp:txXfrm>
    </dsp:sp>
    <dsp:sp modelId="{8A3633CC-C101-47DD-B4A3-EF11897A6BEB}">
      <dsp:nvSpPr>
        <dsp:cNvPr id="0" name=""/>
        <dsp:cNvSpPr/>
      </dsp:nvSpPr>
      <dsp:spPr>
        <a:xfrm>
          <a:off x="2841022" y="174199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Possui Ressalva?</a:t>
          </a:r>
          <a:endParaRPr lang="pt-BR" sz="1300" kern="1200" dirty="0"/>
        </a:p>
      </dsp:txBody>
      <dsp:txXfrm>
        <a:off x="2857861" y="1758837"/>
        <a:ext cx="1116199" cy="541260"/>
      </dsp:txXfrm>
    </dsp:sp>
    <dsp:sp modelId="{F949034A-FDB7-4102-9A04-570AB14229DD}">
      <dsp:nvSpPr>
        <dsp:cNvPr id="0" name=""/>
        <dsp:cNvSpPr/>
      </dsp:nvSpPr>
      <dsp:spPr>
        <a:xfrm rot="18224164">
          <a:off x="3830145" y="1715971"/>
          <a:ext cx="723094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723094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173614" y="1710726"/>
        <a:ext cx="36154" cy="36154"/>
      </dsp:txXfrm>
    </dsp:sp>
    <dsp:sp modelId="{84FCBF57-2C1E-4D3B-9344-7699B6E0220D}">
      <dsp:nvSpPr>
        <dsp:cNvPr id="0" name=""/>
        <dsp:cNvSpPr/>
      </dsp:nvSpPr>
      <dsp:spPr>
        <a:xfrm>
          <a:off x="4392484" y="1140669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SIM</a:t>
          </a:r>
          <a:endParaRPr lang="pt-BR" sz="1300" kern="1200" dirty="0"/>
        </a:p>
      </dsp:txBody>
      <dsp:txXfrm>
        <a:off x="4409323" y="1157508"/>
        <a:ext cx="1116199" cy="541260"/>
      </dsp:txXfrm>
    </dsp:sp>
    <dsp:sp modelId="{403349C7-5F08-477B-A077-A4BB08CD6AB0}">
      <dsp:nvSpPr>
        <dsp:cNvPr id="0" name=""/>
        <dsp:cNvSpPr/>
      </dsp:nvSpPr>
      <dsp:spPr>
        <a:xfrm rot="21233375">
          <a:off x="5540503" y="1380497"/>
          <a:ext cx="654040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654040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51173" y="1376978"/>
        <a:ext cx="32702" cy="32702"/>
      </dsp:txXfrm>
    </dsp:sp>
    <dsp:sp modelId="{ECC02141-8A79-4561-838C-2D37202B7930}">
      <dsp:nvSpPr>
        <dsp:cNvPr id="0" name=""/>
        <dsp:cNvSpPr/>
      </dsp:nvSpPr>
      <dsp:spPr>
        <a:xfrm>
          <a:off x="6192686" y="792087"/>
          <a:ext cx="1149877" cy="1132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ISS Sobre Serviço e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ICMS sobre material</a:t>
          </a:r>
          <a:endParaRPr lang="pt-BR" sz="1300" kern="1200" dirty="0"/>
        </a:p>
      </dsp:txBody>
      <dsp:txXfrm>
        <a:off x="6225866" y="825267"/>
        <a:ext cx="1083517" cy="1066505"/>
      </dsp:txXfrm>
    </dsp:sp>
    <dsp:sp modelId="{C3755C29-22AB-471C-9968-735E53DFB565}">
      <dsp:nvSpPr>
        <dsp:cNvPr id="0" name=""/>
        <dsp:cNvSpPr/>
      </dsp:nvSpPr>
      <dsp:spPr>
        <a:xfrm rot="3479666">
          <a:off x="3812841" y="2337900"/>
          <a:ext cx="757701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757701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172749" y="2331789"/>
        <a:ext cx="37885" cy="37885"/>
      </dsp:txXfrm>
    </dsp:sp>
    <dsp:sp modelId="{183ECB49-0CC0-4132-8F4C-EA31FFFC95FE}">
      <dsp:nvSpPr>
        <dsp:cNvPr id="0" name=""/>
        <dsp:cNvSpPr/>
      </dsp:nvSpPr>
      <dsp:spPr>
        <a:xfrm>
          <a:off x="4392484" y="2384526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NÃO</a:t>
          </a:r>
          <a:endParaRPr lang="pt-BR" sz="1300" kern="1200" dirty="0"/>
        </a:p>
      </dsp:txBody>
      <dsp:txXfrm>
        <a:off x="4409323" y="2401365"/>
        <a:ext cx="1116199" cy="541260"/>
      </dsp:txXfrm>
    </dsp:sp>
    <dsp:sp modelId="{EA46ED5C-7A48-4179-B45A-5EC46056D9A9}">
      <dsp:nvSpPr>
        <dsp:cNvPr id="0" name=""/>
        <dsp:cNvSpPr/>
      </dsp:nvSpPr>
      <dsp:spPr>
        <a:xfrm rot="710320">
          <a:off x="5535294" y="2727323"/>
          <a:ext cx="664458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664458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50912" y="2723543"/>
        <a:ext cx="33222" cy="33222"/>
      </dsp:txXfrm>
    </dsp:sp>
    <dsp:sp modelId="{A302F7F2-FCCE-4375-A975-EED125CA5711}">
      <dsp:nvSpPr>
        <dsp:cNvPr id="0" name=""/>
        <dsp:cNvSpPr/>
      </dsp:nvSpPr>
      <dsp:spPr>
        <a:xfrm>
          <a:off x="6192686" y="2272083"/>
          <a:ext cx="1188318" cy="10724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ISS Sobre Serviço e Material</a:t>
          </a:r>
          <a:endParaRPr lang="pt-BR" sz="1300" kern="1200" dirty="0"/>
        </a:p>
      </dsp:txBody>
      <dsp:txXfrm>
        <a:off x="6224097" y="2303494"/>
        <a:ext cx="1125496" cy="1009640"/>
      </dsp:txXfrm>
    </dsp:sp>
    <dsp:sp modelId="{44AC5E3C-E60F-410C-901F-89A90194580B}">
      <dsp:nvSpPr>
        <dsp:cNvPr id="0" name=""/>
        <dsp:cNvSpPr/>
      </dsp:nvSpPr>
      <dsp:spPr>
        <a:xfrm rot="3541277">
          <a:off x="1022353" y="2578989"/>
          <a:ext cx="536313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536313" y="128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77102" y="2578413"/>
        <a:ext cx="26815" cy="26815"/>
      </dsp:txXfrm>
    </dsp:sp>
    <dsp:sp modelId="{A3FB66F1-7E70-48F5-BA8E-ABE481685516}">
      <dsp:nvSpPr>
        <dsp:cNvPr id="0" name=""/>
        <dsp:cNvSpPr/>
      </dsp:nvSpPr>
      <dsp:spPr>
        <a:xfrm>
          <a:off x="1428536" y="253425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NÂO</a:t>
          </a:r>
          <a:endParaRPr lang="pt-BR" sz="1300" kern="1200" dirty="0"/>
        </a:p>
      </dsp:txBody>
      <dsp:txXfrm>
        <a:off x="1445375" y="2551097"/>
        <a:ext cx="1116199" cy="541260"/>
      </dsp:txXfrm>
    </dsp:sp>
    <dsp:sp modelId="{5A9873F7-1B7B-453C-8C5D-4AECE003DE93}">
      <dsp:nvSpPr>
        <dsp:cNvPr id="0" name=""/>
        <dsp:cNvSpPr/>
      </dsp:nvSpPr>
      <dsp:spPr>
        <a:xfrm>
          <a:off x="2578413" y="2808895"/>
          <a:ext cx="262609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262609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03153" y="2815162"/>
        <a:ext cx="13130" cy="13130"/>
      </dsp:txXfrm>
    </dsp:sp>
    <dsp:sp modelId="{0CF13AE2-E376-49DB-B087-A048AE36B563}">
      <dsp:nvSpPr>
        <dsp:cNvPr id="0" name=""/>
        <dsp:cNvSpPr/>
      </dsp:nvSpPr>
      <dsp:spPr>
        <a:xfrm>
          <a:off x="2841022" y="253425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ICMS sobre tudo</a:t>
          </a:r>
          <a:endParaRPr lang="pt-BR" sz="1300" kern="1200" dirty="0"/>
        </a:p>
      </dsp:txBody>
      <dsp:txXfrm>
        <a:off x="2857861" y="2551097"/>
        <a:ext cx="1116199" cy="541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0" y="1656905"/>
          <a:ext cx="2926306" cy="735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Imunidades ICMS</a:t>
          </a:r>
          <a:endParaRPr lang="pt-BR" sz="1400" kern="1200" dirty="0"/>
        </a:p>
      </dsp:txBody>
      <dsp:txXfrm>
        <a:off x="21538" y="1678443"/>
        <a:ext cx="2883230" cy="692302"/>
      </dsp:txXfrm>
    </dsp:sp>
    <dsp:sp modelId="{038C9BE0-B729-41B2-842A-225A7F495537}">
      <dsp:nvSpPr>
        <dsp:cNvPr id="0" name=""/>
        <dsp:cNvSpPr/>
      </dsp:nvSpPr>
      <dsp:spPr>
        <a:xfrm rot="18484861">
          <a:off x="2530783" y="1196131"/>
          <a:ext cx="206418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064186" y="160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700" kern="1200"/>
        </a:p>
      </dsp:txBody>
      <dsp:txXfrm>
        <a:off x="3511271" y="1160588"/>
        <a:ext cx="103209" cy="103209"/>
      </dsp:txXfrm>
    </dsp:sp>
    <dsp:sp modelId="{718871FB-C699-4DEE-BCFF-5175E7405499}">
      <dsp:nvSpPr>
        <dsp:cNvPr id="0" name=""/>
        <dsp:cNvSpPr/>
      </dsp:nvSpPr>
      <dsp:spPr>
        <a:xfrm>
          <a:off x="4199445" y="1308"/>
          <a:ext cx="2196507" cy="796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Exportações</a:t>
          </a:r>
          <a:endParaRPr lang="pt-BR" sz="1600" kern="1200" dirty="0"/>
        </a:p>
      </dsp:txBody>
      <dsp:txXfrm>
        <a:off x="4222787" y="24650"/>
        <a:ext cx="2149823" cy="750283"/>
      </dsp:txXfrm>
    </dsp:sp>
    <dsp:sp modelId="{87B33251-E58F-4E54-9CE8-908017294C4C}">
      <dsp:nvSpPr>
        <dsp:cNvPr id="0" name=""/>
        <dsp:cNvSpPr/>
      </dsp:nvSpPr>
      <dsp:spPr>
        <a:xfrm rot="19854682">
          <a:off x="2834426" y="1654388"/>
          <a:ext cx="145689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56899" y="160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526453" y="1634027"/>
        <a:ext cx="72844" cy="72844"/>
      </dsp:txXfrm>
    </dsp:sp>
    <dsp:sp modelId="{A444C5EC-B041-4344-8014-167A351DC6DC}">
      <dsp:nvSpPr>
        <dsp:cNvPr id="0" name=""/>
        <dsp:cNvSpPr/>
      </dsp:nvSpPr>
      <dsp:spPr>
        <a:xfrm>
          <a:off x="4199445" y="917821"/>
          <a:ext cx="2223014" cy="796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Saída de Petróleo/derivados e Energia Elétrica</a:t>
          </a:r>
          <a:endParaRPr lang="pt-BR" sz="1500" kern="1200" dirty="0"/>
        </a:p>
      </dsp:txBody>
      <dsp:txXfrm>
        <a:off x="4222787" y="941163"/>
        <a:ext cx="2176330" cy="750283"/>
      </dsp:txXfrm>
    </dsp:sp>
    <dsp:sp modelId="{86D17AE4-058A-4AE2-8E38-0F7C7EB048A0}">
      <dsp:nvSpPr>
        <dsp:cNvPr id="0" name=""/>
        <dsp:cNvSpPr/>
      </dsp:nvSpPr>
      <dsp:spPr>
        <a:xfrm rot="557314">
          <a:off x="2917849" y="2112644"/>
          <a:ext cx="129005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90054" y="160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530624" y="2096455"/>
        <a:ext cx="64502" cy="64502"/>
      </dsp:txXfrm>
    </dsp:sp>
    <dsp:sp modelId="{ADCA5B14-499C-47B0-B3CB-74370190C3D8}">
      <dsp:nvSpPr>
        <dsp:cNvPr id="0" name=""/>
        <dsp:cNvSpPr/>
      </dsp:nvSpPr>
      <dsp:spPr>
        <a:xfrm>
          <a:off x="4199445" y="1834334"/>
          <a:ext cx="2170000" cy="796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Ouro quando ativo financeiro ou instrumento cambial</a:t>
          </a:r>
          <a:endParaRPr lang="pt-BR" sz="1400" kern="1200" dirty="0"/>
        </a:p>
      </dsp:txBody>
      <dsp:txXfrm>
        <a:off x="4222787" y="1857676"/>
        <a:ext cx="2123316" cy="750283"/>
      </dsp:txXfrm>
    </dsp:sp>
    <dsp:sp modelId="{A1FB2801-B3F6-4063-9872-12D6266ADD77}">
      <dsp:nvSpPr>
        <dsp:cNvPr id="0" name=""/>
        <dsp:cNvSpPr/>
      </dsp:nvSpPr>
      <dsp:spPr>
        <a:xfrm rot="2487512">
          <a:off x="2713477" y="2570901"/>
          <a:ext cx="169879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698798" y="160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/>
        </a:p>
      </dsp:txBody>
      <dsp:txXfrm>
        <a:off x="3520406" y="2544493"/>
        <a:ext cx="84939" cy="84939"/>
      </dsp:txXfrm>
    </dsp:sp>
    <dsp:sp modelId="{852302AA-B613-4E40-B8E7-B97020965BE5}">
      <dsp:nvSpPr>
        <dsp:cNvPr id="0" name=""/>
        <dsp:cNvSpPr/>
      </dsp:nvSpPr>
      <dsp:spPr>
        <a:xfrm>
          <a:off x="4199445" y="2750847"/>
          <a:ext cx="2196507" cy="796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Comunicação não onerosa</a:t>
          </a:r>
          <a:endParaRPr lang="pt-BR" sz="1400" kern="1200" dirty="0"/>
        </a:p>
      </dsp:txBody>
      <dsp:txXfrm>
        <a:off x="4222787" y="2774189"/>
        <a:ext cx="2149823" cy="750283"/>
      </dsp:txXfrm>
    </dsp:sp>
    <dsp:sp modelId="{109B2E07-63DB-489C-9FE7-ADF1B72669BB}">
      <dsp:nvSpPr>
        <dsp:cNvPr id="0" name=""/>
        <dsp:cNvSpPr/>
      </dsp:nvSpPr>
      <dsp:spPr>
        <a:xfrm rot="3482879">
          <a:off x="2360006" y="3029157"/>
          <a:ext cx="240573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405739" y="160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/>
        </a:p>
      </dsp:txBody>
      <dsp:txXfrm>
        <a:off x="3502732" y="2985076"/>
        <a:ext cx="120286" cy="120286"/>
      </dsp:txXfrm>
    </dsp:sp>
    <dsp:sp modelId="{EF332C25-DD0E-4C09-8869-A14B545F6F9B}">
      <dsp:nvSpPr>
        <dsp:cNvPr id="0" name=""/>
        <dsp:cNvSpPr/>
      </dsp:nvSpPr>
      <dsp:spPr>
        <a:xfrm>
          <a:off x="4199445" y="3667360"/>
          <a:ext cx="2170000" cy="796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Material musical</a:t>
          </a:r>
          <a:endParaRPr lang="pt-BR" sz="1400" kern="1200" dirty="0"/>
        </a:p>
      </dsp:txBody>
      <dsp:txXfrm>
        <a:off x="4222787" y="3690702"/>
        <a:ext cx="2123316" cy="7502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499" y="1728912"/>
          <a:ext cx="3582824" cy="900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kern="1200" dirty="0" smtClean="0"/>
            <a:t>IPI não integra a Base de Cálculo do ICMS</a:t>
          </a:r>
          <a:endParaRPr lang="pt-BR" sz="2200" kern="1200" dirty="0"/>
        </a:p>
      </dsp:txBody>
      <dsp:txXfrm>
        <a:off x="26870" y="1755283"/>
        <a:ext cx="3530082" cy="847618"/>
      </dsp:txXfrm>
    </dsp:sp>
    <dsp:sp modelId="{86D17AE4-058A-4AE2-8E38-0F7C7EB048A0}">
      <dsp:nvSpPr>
        <dsp:cNvPr id="0" name=""/>
        <dsp:cNvSpPr/>
      </dsp:nvSpPr>
      <dsp:spPr>
        <a:xfrm rot="17864597">
          <a:off x="3159840" y="1458196"/>
          <a:ext cx="1584626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1584626" y="1966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12538" y="1438246"/>
        <a:ext cx="79231" cy="79231"/>
      </dsp:txXfrm>
    </dsp:sp>
    <dsp:sp modelId="{ADCA5B14-499C-47B0-B3CB-74370190C3D8}">
      <dsp:nvSpPr>
        <dsp:cNvPr id="0" name=""/>
        <dsp:cNvSpPr/>
      </dsp:nvSpPr>
      <dsp:spPr>
        <a:xfrm>
          <a:off x="4320984" y="288747"/>
          <a:ext cx="2656840" cy="975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100" kern="1200" dirty="0" smtClean="0"/>
            <a:t>Industrialização e Comercialização</a:t>
          </a:r>
          <a:endParaRPr lang="pt-BR" sz="2100" kern="1200" dirty="0"/>
        </a:p>
      </dsp:txBody>
      <dsp:txXfrm>
        <a:off x="4349563" y="317326"/>
        <a:ext cx="2599682" cy="918609"/>
      </dsp:txXfrm>
    </dsp:sp>
    <dsp:sp modelId="{A1FB2801-B3F6-4063-9872-12D6266ADD77}">
      <dsp:nvSpPr>
        <dsp:cNvPr id="0" name=""/>
        <dsp:cNvSpPr/>
      </dsp:nvSpPr>
      <dsp:spPr>
        <a:xfrm rot="175559">
          <a:off x="3582842" y="2178279"/>
          <a:ext cx="738623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738623" y="1966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933688" y="2179478"/>
        <a:ext cx="36931" cy="36931"/>
      </dsp:txXfrm>
    </dsp:sp>
    <dsp:sp modelId="{852302AA-B613-4E40-B8E7-B97020965BE5}">
      <dsp:nvSpPr>
        <dsp:cNvPr id="0" name=""/>
        <dsp:cNvSpPr/>
      </dsp:nvSpPr>
      <dsp:spPr>
        <a:xfrm>
          <a:off x="4320984" y="1728912"/>
          <a:ext cx="2689294" cy="975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100" kern="1200" dirty="0" smtClean="0"/>
            <a:t>Entre Contribuintes</a:t>
          </a:r>
          <a:endParaRPr lang="pt-BR" sz="2100" kern="1200" dirty="0"/>
        </a:p>
      </dsp:txBody>
      <dsp:txXfrm>
        <a:off x="4349563" y="1757491"/>
        <a:ext cx="2632136" cy="918609"/>
      </dsp:txXfrm>
    </dsp:sp>
    <dsp:sp modelId="{109B2E07-63DB-489C-9FE7-ADF1B72669BB}">
      <dsp:nvSpPr>
        <dsp:cNvPr id="0" name=""/>
        <dsp:cNvSpPr/>
      </dsp:nvSpPr>
      <dsp:spPr>
        <a:xfrm rot="3603705">
          <a:off x="3176982" y="2862355"/>
          <a:ext cx="1622335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1622335" y="1966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/>
        </a:p>
      </dsp:txBody>
      <dsp:txXfrm>
        <a:off x="3947591" y="2841462"/>
        <a:ext cx="81116" cy="81116"/>
      </dsp:txXfrm>
    </dsp:sp>
    <dsp:sp modelId="{EF332C25-DD0E-4C09-8869-A14B545F6F9B}">
      <dsp:nvSpPr>
        <dsp:cNvPr id="0" name=""/>
        <dsp:cNvSpPr/>
      </dsp:nvSpPr>
      <dsp:spPr>
        <a:xfrm>
          <a:off x="4392976" y="3097065"/>
          <a:ext cx="2656840" cy="975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100" kern="1200" dirty="0" smtClean="0"/>
            <a:t>Fato Gerador dos 2 impostos</a:t>
          </a:r>
          <a:endParaRPr lang="pt-BR" sz="2100" kern="1200" dirty="0"/>
        </a:p>
      </dsp:txBody>
      <dsp:txXfrm>
        <a:off x="4421555" y="3125644"/>
        <a:ext cx="2599682" cy="9186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496" y="2520998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ICMS Monofásico</a:t>
          </a:r>
          <a:endParaRPr lang="pt-BR" sz="1500" kern="1200" dirty="0"/>
        </a:p>
      </dsp:txBody>
      <dsp:txXfrm>
        <a:off x="20230" y="2540732"/>
        <a:ext cx="1308072" cy="634302"/>
      </dsp:txXfrm>
    </dsp:sp>
    <dsp:sp modelId="{185FD1FF-7049-496A-B44E-0E5CD50B6A91}">
      <dsp:nvSpPr>
        <dsp:cNvPr id="0" name=""/>
        <dsp:cNvSpPr/>
      </dsp:nvSpPr>
      <dsp:spPr>
        <a:xfrm rot="17118931">
          <a:off x="1018401" y="2412256"/>
          <a:ext cx="895914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895914" y="1357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443960" y="2403437"/>
        <a:ext cx="44795" cy="44795"/>
      </dsp:txXfrm>
    </dsp:sp>
    <dsp:sp modelId="{8A3633CC-C101-47DD-B4A3-EF11897A6BEB}">
      <dsp:nvSpPr>
        <dsp:cNvPr id="0" name=""/>
        <dsp:cNvSpPr/>
      </dsp:nvSpPr>
      <dsp:spPr>
        <a:xfrm>
          <a:off x="1584679" y="1656901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Gás Natural e Não derivados do Petróleo</a:t>
          </a:r>
          <a:endParaRPr lang="pt-BR" sz="1500" kern="1200" dirty="0"/>
        </a:p>
      </dsp:txBody>
      <dsp:txXfrm>
        <a:off x="1604413" y="1676635"/>
        <a:ext cx="1308072" cy="634302"/>
      </dsp:txXfrm>
    </dsp:sp>
    <dsp:sp modelId="{F949034A-FDB7-4102-9A04-570AB14229DD}">
      <dsp:nvSpPr>
        <dsp:cNvPr id="0" name=""/>
        <dsp:cNvSpPr/>
      </dsp:nvSpPr>
      <dsp:spPr>
        <a:xfrm rot="17294869">
          <a:off x="2593705" y="1512156"/>
          <a:ext cx="985671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985671" y="135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061898" y="1501093"/>
        <a:ext cx="49283" cy="49283"/>
      </dsp:txXfrm>
    </dsp:sp>
    <dsp:sp modelId="{84FCBF57-2C1E-4D3B-9344-7699B6E0220D}">
      <dsp:nvSpPr>
        <dsp:cNvPr id="0" name=""/>
        <dsp:cNvSpPr/>
      </dsp:nvSpPr>
      <dsp:spPr>
        <a:xfrm>
          <a:off x="3240861" y="720798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Entre contribuintes</a:t>
          </a:r>
          <a:endParaRPr lang="pt-BR" sz="1500" kern="1200" dirty="0"/>
        </a:p>
      </dsp:txBody>
      <dsp:txXfrm>
        <a:off x="3260595" y="740532"/>
        <a:ext cx="1308072" cy="634302"/>
      </dsp:txXfrm>
    </dsp:sp>
    <dsp:sp modelId="{403349C7-5F08-477B-A077-A4BB08CD6AB0}">
      <dsp:nvSpPr>
        <dsp:cNvPr id="0" name=""/>
        <dsp:cNvSpPr/>
      </dsp:nvSpPr>
      <dsp:spPr>
        <a:xfrm rot="21459966">
          <a:off x="4588064" y="1027543"/>
          <a:ext cx="813363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813363" y="135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974412" y="1020788"/>
        <a:ext cx="40668" cy="40668"/>
      </dsp:txXfrm>
    </dsp:sp>
    <dsp:sp modelId="{ECC02141-8A79-4561-838C-2D37202B7930}">
      <dsp:nvSpPr>
        <dsp:cNvPr id="0" name=""/>
        <dsp:cNvSpPr/>
      </dsp:nvSpPr>
      <dsp:spPr>
        <a:xfrm>
          <a:off x="5401090" y="360759"/>
          <a:ext cx="1347540" cy="13276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ICMS repartido entre origem e destino</a:t>
          </a:r>
          <a:endParaRPr lang="pt-BR" sz="1500" kern="1200" dirty="0"/>
        </a:p>
      </dsp:txBody>
      <dsp:txXfrm>
        <a:off x="5439974" y="399643"/>
        <a:ext cx="1269772" cy="1249835"/>
      </dsp:txXfrm>
    </dsp:sp>
    <dsp:sp modelId="{C3755C29-22AB-471C-9968-735E53DFB565}">
      <dsp:nvSpPr>
        <dsp:cNvPr id="0" name=""/>
        <dsp:cNvSpPr/>
      </dsp:nvSpPr>
      <dsp:spPr>
        <a:xfrm rot="4006698">
          <a:off x="2679823" y="2363144"/>
          <a:ext cx="833391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833391" y="135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075684" y="2355889"/>
        <a:ext cx="41669" cy="41669"/>
      </dsp:txXfrm>
    </dsp:sp>
    <dsp:sp modelId="{183ECB49-0CC0-4132-8F4C-EA31FFFC95FE}">
      <dsp:nvSpPr>
        <dsp:cNvPr id="0" name=""/>
        <dsp:cNvSpPr/>
      </dsp:nvSpPr>
      <dsp:spPr>
        <a:xfrm>
          <a:off x="3260818" y="2422776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Destinado a não contribuinte</a:t>
          </a:r>
          <a:endParaRPr lang="pt-BR" sz="1500" kern="1200" dirty="0"/>
        </a:p>
      </dsp:txBody>
      <dsp:txXfrm>
        <a:off x="3280552" y="2442510"/>
        <a:ext cx="1308072" cy="634302"/>
      </dsp:txXfrm>
    </dsp:sp>
    <dsp:sp modelId="{EA46ED5C-7A48-4179-B45A-5EC46056D9A9}">
      <dsp:nvSpPr>
        <dsp:cNvPr id="0" name=""/>
        <dsp:cNvSpPr/>
      </dsp:nvSpPr>
      <dsp:spPr>
        <a:xfrm rot="128765">
          <a:off x="4608080" y="2760935"/>
          <a:ext cx="793287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793287" y="135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984892" y="2754682"/>
        <a:ext cx="39664" cy="39664"/>
      </dsp:txXfrm>
    </dsp:sp>
    <dsp:sp modelId="{A302F7F2-FCCE-4375-A975-EED125CA5711}">
      <dsp:nvSpPr>
        <dsp:cNvPr id="0" name=""/>
        <dsp:cNvSpPr/>
      </dsp:nvSpPr>
      <dsp:spPr>
        <a:xfrm>
          <a:off x="5401090" y="2160959"/>
          <a:ext cx="1392589" cy="1256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ICMS para Estado de origem</a:t>
          </a:r>
          <a:endParaRPr lang="pt-BR" sz="1500" kern="1200" dirty="0"/>
        </a:p>
      </dsp:txBody>
      <dsp:txXfrm>
        <a:off x="5437901" y="2197770"/>
        <a:ext cx="1318967" cy="1183195"/>
      </dsp:txXfrm>
    </dsp:sp>
    <dsp:sp modelId="{44AC5E3C-E60F-410C-901F-89A90194580B}">
      <dsp:nvSpPr>
        <dsp:cNvPr id="0" name=""/>
        <dsp:cNvSpPr/>
      </dsp:nvSpPr>
      <dsp:spPr>
        <a:xfrm rot="4122688">
          <a:off x="1077308" y="3240350"/>
          <a:ext cx="850098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850098" y="1357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481105" y="3232676"/>
        <a:ext cx="42504" cy="42504"/>
      </dsp:txXfrm>
    </dsp:sp>
    <dsp:sp modelId="{A3FB66F1-7E70-48F5-BA8E-ABE481685516}">
      <dsp:nvSpPr>
        <dsp:cNvPr id="0" name=""/>
        <dsp:cNvSpPr/>
      </dsp:nvSpPr>
      <dsp:spPr>
        <a:xfrm>
          <a:off x="1656678" y="3313089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Derivados do Petróleo</a:t>
          </a:r>
          <a:endParaRPr lang="pt-BR" sz="1500" kern="1200" dirty="0"/>
        </a:p>
      </dsp:txBody>
      <dsp:txXfrm>
        <a:off x="1676412" y="3332823"/>
        <a:ext cx="1308072" cy="634302"/>
      </dsp:txXfrm>
    </dsp:sp>
    <dsp:sp modelId="{5A9873F7-1B7B-453C-8C5D-4AECE003DE93}">
      <dsp:nvSpPr>
        <dsp:cNvPr id="0" name=""/>
        <dsp:cNvSpPr/>
      </dsp:nvSpPr>
      <dsp:spPr>
        <a:xfrm>
          <a:off x="3004219" y="3636395"/>
          <a:ext cx="236641" cy="27158"/>
        </a:xfrm>
        <a:custGeom>
          <a:avLst/>
          <a:gdLst/>
          <a:ahLst/>
          <a:cxnLst/>
          <a:rect l="0" t="0" r="0" b="0"/>
          <a:pathLst>
            <a:path>
              <a:moveTo>
                <a:pt x="0" y="13579"/>
              </a:moveTo>
              <a:lnTo>
                <a:pt x="236641" y="1357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116624" y="3644058"/>
        <a:ext cx="11832" cy="11832"/>
      </dsp:txXfrm>
    </dsp:sp>
    <dsp:sp modelId="{0CF13AE2-E376-49DB-B087-A048AE36B563}">
      <dsp:nvSpPr>
        <dsp:cNvPr id="0" name=""/>
        <dsp:cNvSpPr/>
      </dsp:nvSpPr>
      <dsp:spPr>
        <a:xfrm>
          <a:off x="3240861" y="3313089"/>
          <a:ext cx="1347540" cy="6737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ICMS na UF do Consumo</a:t>
          </a:r>
          <a:endParaRPr lang="pt-BR" sz="1500" kern="1200" dirty="0"/>
        </a:p>
      </dsp:txBody>
      <dsp:txXfrm>
        <a:off x="3260595" y="3332823"/>
        <a:ext cx="1308072" cy="634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D8247DB-14D6-402D-A9A1-2A8682663704}" type="datetimeFigureOut">
              <a:rPr lang="pt-BR" smtClean="0"/>
              <a:t>19/06/2018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Intensivo de ICMS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endParaRPr lang="pt-BR" sz="4600" b="1" dirty="0" smtClean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ctr">
              <a:buNone/>
            </a:pPr>
            <a:r>
              <a:rPr lang="pt-BR" sz="46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PARTE 1</a:t>
            </a:r>
            <a:endParaRPr lang="pt-BR" sz="46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ctr">
              <a:buNone/>
            </a:pPr>
            <a:r>
              <a:rPr lang="pt-BR" sz="3000" b="1" dirty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ICMS NA CONSTITUIÇÃO FEDERAL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sz="1600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1480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25109547"/>
              </p:ext>
            </p:extLst>
          </p:nvPr>
        </p:nvGraphicFramePr>
        <p:xfrm>
          <a:off x="1143000" y="731838"/>
          <a:ext cx="6400800" cy="3475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10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Elementos do Tributo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77500" lnSpcReduction="20000"/>
          </a:bodyPr>
          <a:lstStyle/>
          <a:p>
            <a:pPr algn="just">
              <a:buFontTx/>
              <a:buChar char="-"/>
            </a:pPr>
            <a:r>
              <a:rPr lang="pt-BR" sz="2600" b="1" i="1" u="sng" dirty="0" smtClean="0"/>
              <a:t>Lei</a:t>
            </a:r>
          </a:p>
          <a:p>
            <a:pPr marL="45720" indent="0" algn="just">
              <a:buNone/>
            </a:pPr>
            <a:r>
              <a:rPr lang="pt-BR" b="1" i="1" u="sng" dirty="0" smtClean="0"/>
              <a:t>CF</a:t>
            </a:r>
          </a:p>
          <a:p>
            <a:pPr marL="45720" indent="0" algn="just">
              <a:buNone/>
            </a:pPr>
            <a:r>
              <a:rPr lang="pt-BR" dirty="0"/>
              <a:t>Art. 5º Todos são iguais perante a lei, sem distinção de qualquer natureza, garantindo-se aos brasileiros e aos estrangeiros residentes no País a inviolabilidade do direito à vida, à liberdade, à igualdade, à segurança e à propriedade, nos termos seguintes</a:t>
            </a:r>
            <a:r>
              <a:rPr lang="pt-BR" dirty="0" smtClean="0"/>
              <a:t>: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II - ninguém será obrigado a fazer ou deixar de fazer alguma coisa senão em virtude de lei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b="1" i="1" u="sng" dirty="0" smtClean="0"/>
              <a:t>CTN</a:t>
            </a:r>
            <a:endParaRPr lang="pt-BR" b="1" i="1" u="sng" dirty="0"/>
          </a:p>
          <a:p>
            <a:pPr marL="45720" indent="0" algn="just">
              <a:buNone/>
            </a:pPr>
            <a:r>
              <a:rPr lang="pt-BR" dirty="0"/>
              <a:t>Art. 3º Tributo é toda prestação pecuniária compulsória, em moeda ou cujo valor nela se possa exprimir, que não constitua sanção de ato ilícito, </a:t>
            </a:r>
            <a:r>
              <a:rPr lang="pt-BR" b="1" dirty="0">
                <a:solidFill>
                  <a:schemeClr val="accent6"/>
                </a:solidFill>
              </a:rPr>
              <a:t>instituída em lei </a:t>
            </a:r>
            <a:r>
              <a:rPr lang="pt-BR" dirty="0"/>
              <a:t>e cobrada mediante atividade administrativa plenamente vinculada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24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Elementos do Tributo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pt-BR" sz="2400" b="1" i="1" u="sng" dirty="0" smtClean="0"/>
              <a:t>Fato Gerador</a:t>
            </a:r>
            <a:endParaRPr lang="pt-BR" sz="2400" b="1" i="1" u="sng" dirty="0"/>
          </a:p>
          <a:p>
            <a:pPr marL="45720" indent="0" algn="just">
              <a:buNone/>
            </a:pPr>
            <a:r>
              <a:rPr lang="pt-BR" dirty="0" smtClean="0"/>
              <a:t>	Circulação de Mercadoria</a:t>
            </a:r>
          </a:p>
          <a:p>
            <a:pPr marL="45720" indent="0" algn="just">
              <a:buNone/>
            </a:pPr>
            <a:r>
              <a:rPr lang="pt-BR" dirty="0" smtClean="0"/>
              <a:t>	Desembaraço Aduaneiro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Fornecimento de alimentação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Prestação de serviço de transportes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Serviços de Comunicação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Energia Elétrica</a:t>
            </a:r>
          </a:p>
          <a:p>
            <a:pPr marL="45720" indent="0" algn="just">
              <a:buNone/>
            </a:pPr>
            <a:r>
              <a:rPr lang="pt-BR" dirty="0" smtClean="0"/>
              <a:t> </a:t>
            </a:r>
          </a:p>
          <a:p>
            <a:pPr algn="just">
              <a:buFontTx/>
              <a:buChar char="-"/>
            </a:pPr>
            <a:r>
              <a:rPr lang="pt-BR" sz="2400" b="1" i="1" u="sng" dirty="0" smtClean="0"/>
              <a:t>Obrigação </a:t>
            </a:r>
            <a:r>
              <a:rPr lang="pt-BR" sz="2400" b="1" i="1" u="sng" dirty="0"/>
              <a:t>tributária principal</a:t>
            </a:r>
          </a:p>
          <a:p>
            <a:pPr marL="45720" indent="0" algn="just">
              <a:buNone/>
            </a:pPr>
            <a:r>
              <a:rPr lang="pt-BR" dirty="0" smtClean="0"/>
              <a:t>	Pagar o imposto devido.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249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Elementos do Tributo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algn="just">
              <a:buFontTx/>
              <a:buChar char="-"/>
            </a:pPr>
            <a:r>
              <a:rPr lang="pt-BR" sz="2400" b="1" i="1" u="sng" dirty="0" smtClean="0"/>
              <a:t>Obrigação </a:t>
            </a:r>
            <a:r>
              <a:rPr lang="pt-BR" sz="2400" b="1" i="1" u="sng" dirty="0"/>
              <a:t>tributária </a:t>
            </a:r>
            <a:r>
              <a:rPr lang="pt-BR" sz="2400" b="1" i="1" u="sng" dirty="0" smtClean="0"/>
              <a:t>acessória</a:t>
            </a:r>
            <a:endParaRPr lang="pt-BR" sz="2400" b="1" i="1" u="sng" dirty="0"/>
          </a:p>
          <a:p>
            <a:pPr marL="45720" indent="0" algn="just">
              <a:buNone/>
            </a:pPr>
            <a:r>
              <a:rPr lang="pt-BR" dirty="0" smtClean="0"/>
              <a:t>	Emitir Nota Fiscal Eletrônica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Enviar declarações</a:t>
            </a:r>
          </a:p>
          <a:p>
            <a:pPr algn="just">
              <a:buFontTx/>
              <a:buChar char="-"/>
            </a:pPr>
            <a:endParaRPr lang="pt-BR" dirty="0"/>
          </a:p>
          <a:p>
            <a:pPr algn="just">
              <a:buFontTx/>
              <a:buChar char="-"/>
            </a:pPr>
            <a:r>
              <a:rPr lang="pt-BR" sz="2400" b="1" i="1" u="sng" dirty="0" smtClean="0"/>
              <a:t>Base de Cálculo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Valor da mercadoria/operação</a:t>
            </a:r>
            <a:r>
              <a:rPr lang="pt-BR" dirty="0"/>
              <a:t>	</a:t>
            </a:r>
          </a:p>
          <a:p>
            <a:pPr algn="just">
              <a:buFontTx/>
              <a:buChar char="-"/>
            </a:pPr>
            <a:endParaRPr lang="pt-BR" dirty="0" smtClean="0"/>
          </a:p>
          <a:p>
            <a:pPr algn="just">
              <a:buFontTx/>
              <a:buChar char="-"/>
            </a:pPr>
            <a:r>
              <a:rPr lang="pt-BR" sz="2400" b="1" i="1" u="sng" dirty="0" smtClean="0"/>
              <a:t>Alíquota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Via de regra a alíquota é 18%, no entanto o ICMS atende ao principio da seletividade podendo variar a alíquota de acordo com o produto.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071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Elementos do Tributo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pt-BR" sz="2400" b="1" i="1" u="sng" dirty="0" smtClean="0"/>
              <a:t>Sujeito Ativo e Passivo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Passivo em quem paga o tributo</a:t>
            </a:r>
          </a:p>
          <a:p>
            <a:pPr marL="4572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Ativo e quem recebe o tributo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	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942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Principais Características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pt-BR" b="1" dirty="0" smtClean="0"/>
              <a:t>Indireto:</a:t>
            </a:r>
            <a:r>
              <a:rPr lang="pt-BR" dirty="0" smtClean="0"/>
              <a:t> O contribuinte do imposto é o consumidor final, ainda que o estabelecimento comercial que realiza o pagamento ao Estado.</a:t>
            </a:r>
          </a:p>
          <a:p>
            <a:pPr marL="45720" indent="0" algn="just">
              <a:buNone/>
            </a:pPr>
            <a:r>
              <a:rPr lang="pt-BR" dirty="0" smtClean="0"/>
              <a:t>	Contribuinte de Fato x Contribuinte Direito</a:t>
            </a:r>
          </a:p>
          <a:p>
            <a:pPr algn="just">
              <a:buFontTx/>
              <a:buChar char="-"/>
            </a:pPr>
            <a:r>
              <a:rPr lang="pt-BR" b="1" dirty="0" smtClean="0"/>
              <a:t>Real:</a:t>
            </a:r>
            <a:r>
              <a:rPr lang="pt-BR" dirty="0" smtClean="0"/>
              <a:t> Incide sobre as coisas e não depende das pessoas envolvidas.</a:t>
            </a:r>
          </a:p>
          <a:p>
            <a:pPr algn="just">
              <a:buFontTx/>
              <a:buChar char="-"/>
            </a:pPr>
            <a:r>
              <a:rPr lang="pt-BR" b="1" dirty="0" smtClean="0"/>
              <a:t>Regressivo:</a:t>
            </a:r>
            <a:r>
              <a:rPr lang="pt-BR" dirty="0" smtClean="0"/>
              <a:t> Proporcionalmente afeta as classes mais baixas, isso de se dar pelo falo que as pessoas de baixa renda vão pagar o mesmo valor de uma cidadão que ganho por exemplo R$ 800.000,00/mês.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94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Principais Características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pt-BR" b="1" dirty="0" smtClean="0"/>
              <a:t>Forma de Lançamento: </a:t>
            </a:r>
            <a:r>
              <a:rPr lang="pt-BR" dirty="0" smtClean="0"/>
              <a:t>Via de regra é feito por homologação.</a:t>
            </a:r>
            <a:endParaRPr lang="pt-BR" b="1" dirty="0" smtClean="0"/>
          </a:p>
          <a:p>
            <a:pPr algn="just">
              <a:buFontTx/>
              <a:buChar char="-"/>
            </a:pPr>
            <a:endParaRPr lang="pt-BR" b="1" dirty="0"/>
          </a:p>
          <a:p>
            <a:pPr algn="just">
              <a:buFontTx/>
              <a:buChar char="-"/>
            </a:pPr>
            <a:r>
              <a:rPr lang="pt-BR" b="1" dirty="0" smtClean="0"/>
              <a:t>Não Cumulativo: </a:t>
            </a:r>
            <a:r>
              <a:rPr lang="pt-BR" dirty="0" smtClean="0"/>
              <a:t>Respeita o regime de compensação, na entrada crédito na saída débito do imposto. Esse princípio constitucional evita o efeito cascata, com isso nas operações posteriores apenas afeta a margem de lucro de cada operação.</a:t>
            </a:r>
          </a:p>
          <a:p>
            <a:pPr algn="just">
              <a:buFontTx/>
              <a:buChar char="-"/>
            </a:pPr>
            <a:endParaRPr lang="pt-BR" dirty="0"/>
          </a:p>
          <a:p>
            <a:pPr algn="just">
              <a:buFontTx/>
              <a:buChar char="-"/>
            </a:pPr>
            <a:r>
              <a:rPr lang="pt-BR" b="1" dirty="0" smtClean="0"/>
              <a:t>Não Progressivo:</a:t>
            </a:r>
            <a:r>
              <a:rPr lang="pt-BR" dirty="0" smtClean="0"/>
              <a:t> A alíquota não sofre variação em função do valor a ser tributado.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68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ICMS na Constituição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Art. 155. Compete aos </a:t>
            </a:r>
            <a:r>
              <a:rPr lang="pt-BR" b="1" dirty="0">
                <a:solidFill>
                  <a:srgbClr val="FF0000"/>
                </a:solidFill>
              </a:rPr>
              <a:t>Estados e ao Distrito Federal </a:t>
            </a:r>
            <a:r>
              <a:rPr lang="pt-BR" dirty="0"/>
              <a:t>instituir impostos sobre: </a:t>
            </a: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o</a:t>
            </a:r>
            <a:r>
              <a:rPr lang="pt-BR" dirty="0" smtClean="0"/>
              <a:t>perações </a:t>
            </a:r>
            <a:r>
              <a:rPr lang="pt-BR" dirty="0"/>
              <a:t>relativas à </a:t>
            </a:r>
            <a:r>
              <a:rPr lang="pt-BR" dirty="0">
                <a:solidFill>
                  <a:srgbClr val="FF0000"/>
                </a:solidFill>
              </a:rPr>
              <a:t>circulação de mercadorias </a:t>
            </a:r>
            <a:r>
              <a:rPr lang="pt-BR" dirty="0"/>
              <a:t>e sobre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prestações de serviços de transporte interestadual e intermunicipal </a:t>
            </a:r>
            <a:r>
              <a:rPr lang="pt-BR" dirty="0"/>
              <a:t>e de </a:t>
            </a:r>
            <a:r>
              <a:rPr lang="pt-BR" dirty="0">
                <a:solidFill>
                  <a:srgbClr val="7030A0"/>
                </a:solidFill>
              </a:rPr>
              <a:t>comunicação</a:t>
            </a:r>
            <a:r>
              <a:rPr lang="pt-BR" dirty="0"/>
              <a:t>, ainda que as operações e as prestações se iniciem no exterior; 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Se houver Território Federal os impostos estaduais ficam sob competência da União(Art. 147 CF)</a:t>
            </a:r>
          </a:p>
        </p:txBody>
      </p:sp>
    </p:spTree>
    <p:extLst>
      <p:ext uri="{BB962C8B-B14F-4D97-AF65-F5344CB8AC3E}">
        <p14:creationId xmlns:p14="http://schemas.microsoft.com/office/powerpoint/2010/main" val="211506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548681"/>
            <a:ext cx="7702624" cy="1008111"/>
          </a:xfrm>
        </p:spPr>
        <p:txBody>
          <a:bodyPr/>
          <a:lstStyle/>
          <a:p>
            <a:pPr marL="182880" indent="0" algn="ctr">
              <a:buNone/>
            </a:pPr>
            <a:r>
              <a:rPr lang="pt-BR" dirty="0" smtClean="0"/>
              <a:t>Definição de ICMS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215175592"/>
              </p:ext>
            </p:extLst>
          </p:nvPr>
        </p:nvGraphicFramePr>
        <p:xfrm>
          <a:off x="611560" y="1772816"/>
          <a:ext cx="763284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ítulo 1"/>
          <p:cNvSpPr txBox="1">
            <a:spLocks/>
          </p:cNvSpPr>
          <p:nvPr/>
        </p:nvSpPr>
        <p:spPr>
          <a:xfrm>
            <a:off x="2915816" y="4293096"/>
            <a:ext cx="936104" cy="2880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>
              <a:buNone/>
            </a:pPr>
            <a:r>
              <a:rPr lang="pt-BR" sz="1200" dirty="0" smtClean="0"/>
              <a:t>E/OU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07811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Vai incidir ICMS ou ISS?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/>
          </a:bodyPr>
          <a:lstStyle/>
          <a:p>
            <a:pPr marL="45720" indent="0" algn="just">
              <a:buNone/>
            </a:pPr>
            <a:r>
              <a:rPr lang="pt-BR" b="1" dirty="0" smtClean="0"/>
              <a:t>1) </a:t>
            </a:r>
            <a:r>
              <a:rPr lang="pt-BR" dirty="0" smtClean="0"/>
              <a:t>Você mora em Ceilândia e contrata uma transportadora para realizar sua mudança até Sobradinho.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b="1" dirty="0"/>
              <a:t>2</a:t>
            </a:r>
            <a:r>
              <a:rPr lang="pt-BR" b="1" dirty="0" smtClean="0"/>
              <a:t>) </a:t>
            </a:r>
            <a:r>
              <a:rPr lang="pt-BR" dirty="0"/>
              <a:t>Você mora em Ceilândia e contrata uma transportadora para realizar sua mudança até </a:t>
            </a:r>
            <a:r>
              <a:rPr lang="pt-BR" dirty="0" smtClean="0"/>
              <a:t>Luziânia.</a:t>
            </a:r>
            <a:endParaRPr lang="pt-BR" dirty="0"/>
          </a:p>
          <a:p>
            <a:pPr marL="45720" indent="0" algn="just">
              <a:buNone/>
            </a:pPr>
            <a:endParaRPr lang="pt-BR" b="1" dirty="0" smtClean="0"/>
          </a:p>
          <a:p>
            <a:pPr marL="45720" indent="0" algn="just">
              <a:buNone/>
            </a:pPr>
            <a:r>
              <a:rPr lang="pt-BR" b="1" dirty="0" smtClean="0"/>
              <a:t>3) </a:t>
            </a:r>
            <a:r>
              <a:rPr lang="pt-BR" dirty="0"/>
              <a:t>Você mora </a:t>
            </a:r>
            <a:r>
              <a:rPr lang="pt-BR" dirty="0" smtClean="0"/>
              <a:t>em Formosa </a:t>
            </a:r>
            <a:r>
              <a:rPr lang="pt-BR" dirty="0"/>
              <a:t>e contrata uma transportadora para realizar sua mudança até </a:t>
            </a:r>
            <a:r>
              <a:rPr lang="pt-BR" dirty="0" smtClean="0"/>
              <a:t>Valparaiso de Goiás.</a:t>
            </a:r>
            <a:endParaRPr lang="pt-BR" dirty="0"/>
          </a:p>
          <a:p>
            <a:pPr marL="45720" indent="0" algn="just">
              <a:buNone/>
            </a:pPr>
            <a:endParaRPr lang="pt-BR" b="1" dirty="0" smtClean="0"/>
          </a:p>
          <a:p>
            <a:pPr marL="45720" indent="0" algn="just">
              <a:buNone/>
            </a:pPr>
            <a:r>
              <a:rPr lang="pt-BR" b="1" dirty="0" smtClean="0"/>
              <a:t>4) </a:t>
            </a:r>
            <a:r>
              <a:rPr lang="pt-BR" dirty="0"/>
              <a:t>Você mora </a:t>
            </a:r>
            <a:r>
              <a:rPr lang="pt-BR" dirty="0" smtClean="0"/>
              <a:t>no Lago Sul </a:t>
            </a:r>
            <a:r>
              <a:rPr lang="pt-BR" dirty="0"/>
              <a:t>e contrata uma transportadora para realizar sua mudança até </a:t>
            </a:r>
            <a:r>
              <a:rPr lang="pt-BR" dirty="0" smtClean="0"/>
              <a:t>Belo Horizonte.</a:t>
            </a:r>
            <a:endParaRPr lang="pt-BR" dirty="0"/>
          </a:p>
          <a:p>
            <a:pPr marL="45720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4270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A principal característica do ICMS é a não cumulatividade, principio esse que evita o efeito cascata(CF/88 artigo 155, §2º).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O </a:t>
            </a:r>
            <a:r>
              <a:rPr lang="pt-BR" dirty="0"/>
              <a:t>imposto previsto no inciso II (ICMS) </a:t>
            </a:r>
            <a:r>
              <a:rPr lang="pt-BR" dirty="0" smtClean="0"/>
              <a:t>atenderá </a:t>
            </a:r>
            <a:r>
              <a:rPr lang="pt-BR" dirty="0"/>
              <a:t>ao seguinte: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</a:t>
            </a:r>
            <a:r>
              <a:rPr lang="pt-BR" b="1" dirty="0" smtClean="0">
                <a:solidFill>
                  <a:srgbClr val="FF0000"/>
                </a:solidFill>
              </a:rPr>
              <a:t>será não-cumulativo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compensando-se</a:t>
            </a:r>
            <a:r>
              <a:rPr lang="pt-BR" dirty="0"/>
              <a:t> o que for devido em cada </a:t>
            </a:r>
            <a:r>
              <a:rPr lang="pt-BR" dirty="0" smtClean="0"/>
              <a:t>operação </a:t>
            </a:r>
            <a:r>
              <a:rPr lang="pt-BR" dirty="0"/>
              <a:t>relativa </a:t>
            </a:r>
            <a:r>
              <a:rPr lang="pt-BR" dirty="0" smtClean="0"/>
              <a:t>circulação </a:t>
            </a:r>
            <a:r>
              <a:rPr lang="pt-BR" dirty="0"/>
              <a:t>de mercadorias ou </a:t>
            </a:r>
            <a:r>
              <a:rPr lang="pt-BR" dirty="0" smtClean="0"/>
              <a:t>prestação </a:t>
            </a:r>
            <a:r>
              <a:rPr lang="pt-BR" dirty="0"/>
              <a:t>de </a:t>
            </a:r>
            <a:r>
              <a:rPr lang="pt-BR" dirty="0" smtClean="0"/>
              <a:t>serviços </a:t>
            </a:r>
            <a:r>
              <a:rPr lang="pt-BR" dirty="0"/>
              <a:t>com </a:t>
            </a:r>
            <a:r>
              <a:rPr lang="pt-BR" b="1" dirty="0">
                <a:solidFill>
                  <a:srgbClr val="0000FF"/>
                </a:solidFill>
              </a:rPr>
              <a:t>o montante cobrado nas anteriores pelo mesmo ou outro Estado ou pelo Distrito Federal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49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endParaRPr lang="pt-BR" dirty="0"/>
          </a:p>
          <a:p>
            <a:pPr marL="45720" indent="0" algn="ctr">
              <a:buNone/>
            </a:pPr>
            <a:r>
              <a:rPr lang="pt-BR" dirty="0" smtClean="0"/>
              <a:t>Compra de Mercadoria = Crédito = ICMS a Recuperar</a:t>
            </a:r>
          </a:p>
          <a:p>
            <a:pPr marL="45720" indent="0" algn="ctr">
              <a:buNone/>
            </a:pPr>
            <a:endParaRPr lang="pt-BR" dirty="0"/>
          </a:p>
          <a:p>
            <a:pPr marL="45720" indent="0" algn="ctr">
              <a:buNone/>
            </a:pPr>
            <a:r>
              <a:rPr lang="pt-BR" dirty="0" smtClean="0"/>
              <a:t>Venda </a:t>
            </a:r>
            <a:r>
              <a:rPr lang="pt-BR" dirty="0"/>
              <a:t>de Mercadoria = </a:t>
            </a:r>
            <a:r>
              <a:rPr lang="pt-BR" dirty="0" smtClean="0"/>
              <a:t>Débito </a:t>
            </a:r>
            <a:r>
              <a:rPr lang="pt-BR" dirty="0"/>
              <a:t>= ICMS a </a:t>
            </a:r>
            <a:r>
              <a:rPr lang="pt-BR" dirty="0" smtClean="0"/>
              <a:t>Recolher</a:t>
            </a:r>
            <a:endParaRPr lang="pt-BR" dirty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sz="2400" b="1" dirty="0" smtClean="0"/>
              <a:t>Quando:</a:t>
            </a:r>
          </a:p>
          <a:p>
            <a:pPr marL="45720" indent="0" algn="ctr">
              <a:buNone/>
            </a:pPr>
            <a:r>
              <a:rPr lang="pt-BR" dirty="0" smtClean="0"/>
              <a:t>Crédito &gt; Débito = ICMS a Recuperar</a:t>
            </a:r>
          </a:p>
          <a:p>
            <a:pPr marL="45720" indent="0" algn="ctr">
              <a:buNone/>
            </a:pPr>
            <a:r>
              <a:rPr lang="pt-BR" dirty="0" smtClean="0"/>
              <a:t>Crédito &lt; Débito = ICMS a Recolher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52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pt-BR" dirty="0" smtClean="0"/>
              <a:t>Exceções à não-cumulatividade</a:t>
            </a:r>
            <a:endParaRPr lang="pt-BR" dirty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1) Inexistência de crédito (CF, art. 155, §2º, II, a)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O </a:t>
            </a:r>
            <a:r>
              <a:rPr lang="pt-BR" dirty="0"/>
              <a:t>imposto previsto no inciso </a:t>
            </a:r>
            <a:r>
              <a:rPr lang="pt-BR" dirty="0" smtClean="0"/>
              <a:t>II </a:t>
            </a:r>
            <a:r>
              <a:rPr lang="pt-BR" dirty="0"/>
              <a:t>atender ao seguinte: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a </a:t>
            </a:r>
            <a:r>
              <a:rPr lang="pt-BR" dirty="0" smtClean="0"/>
              <a:t>isenção </a:t>
            </a:r>
            <a:r>
              <a:rPr lang="pt-BR" dirty="0"/>
              <a:t>ou </a:t>
            </a:r>
            <a:r>
              <a:rPr lang="pt-BR" dirty="0" smtClean="0"/>
              <a:t>não-incidência</a:t>
            </a:r>
            <a:r>
              <a:rPr lang="pt-BR" dirty="0"/>
              <a:t>, salvo </a:t>
            </a:r>
            <a:r>
              <a:rPr lang="pt-BR" dirty="0" smtClean="0"/>
              <a:t>determinação </a:t>
            </a:r>
            <a:r>
              <a:rPr lang="pt-BR" dirty="0"/>
              <a:t>em </a:t>
            </a:r>
            <a:r>
              <a:rPr lang="pt-BR" dirty="0" smtClean="0"/>
              <a:t>contrário </a:t>
            </a:r>
            <a:r>
              <a:rPr lang="pt-BR" dirty="0"/>
              <a:t>da </a:t>
            </a:r>
            <a:r>
              <a:rPr lang="pt-BR" dirty="0" smtClean="0"/>
              <a:t>legislação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dirty="0" smtClean="0">
                <a:solidFill>
                  <a:srgbClr val="FF0000"/>
                </a:solidFill>
              </a:rPr>
              <a:t>não implicará crédito </a:t>
            </a:r>
            <a:r>
              <a:rPr lang="pt-BR" dirty="0" smtClean="0"/>
              <a:t>para compensação com o montante devido nas operações ou prestações seguintes;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553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Caso o contribuinte compre mercadorias para revenda que sejam alcançadas pela isenção ou pela não incidência não há crédito pois não houve débito anterior.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 </a:t>
            </a:r>
            <a:endParaRPr lang="pt-BR" dirty="0"/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2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pt-BR" dirty="0" smtClean="0"/>
              <a:t>Exceções </a:t>
            </a:r>
            <a:r>
              <a:rPr lang="pt-BR" dirty="0"/>
              <a:t>à não-cumulatividade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2) Inexistência </a:t>
            </a:r>
            <a:r>
              <a:rPr lang="pt-BR" dirty="0"/>
              <a:t>de </a:t>
            </a:r>
            <a:r>
              <a:rPr lang="pt-BR" dirty="0" smtClean="0"/>
              <a:t>débito </a:t>
            </a:r>
            <a:r>
              <a:rPr lang="pt-BR" dirty="0"/>
              <a:t>(CF, art. 155, §2º, </a:t>
            </a:r>
            <a:r>
              <a:rPr lang="pt-BR" dirty="0" smtClean="0"/>
              <a:t>II, b)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O </a:t>
            </a:r>
            <a:r>
              <a:rPr lang="pt-BR" dirty="0"/>
              <a:t>imposto previsto no inciso </a:t>
            </a:r>
            <a:r>
              <a:rPr lang="pt-BR" dirty="0" smtClean="0"/>
              <a:t>II atenderá </a:t>
            </a:r>
            <a:r>
              <a:rPr lang="pt-BR" dirty="0"/>
              <a:t>ao seguinte: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a </a:t>
            </a:r>
            <a:r>
              <a:rPr lang="pt-BR" dirty="0" smtClean="0"/>
              <a:t>isenção </a:t>
            </a:r>
            <a:r>
              <a:rPr lang="pt-BR" dirty="0"/>
              <a:t>ou </a:t>
            </a:r>
            <a:r>
              <a:rPr lang="pt-BR" dirty="0" smtClean="0"/>
              <a:t>não-incidência</a:t>
            </a:r>
            <a:r>
              <a:rPr lang="pt-BR" dirty="0"/>
              <a:t>, salvo </a:t>
            </a:r>
            <a:r>
              <a:rPr lang="pt-BR" dirty="0" smtClean="0"/>
              <a:t>determinação </a:t>
            </a:r>
            <a:r>
              <a:rPr lang="pt-BR" dirty="0"/>
              <a:t>em </a:t>
            </a:r>
            <a:r>
              <a:rPr lang="pt-BR" dirty="0" smtClean="0"/>
              <a:t>contrário </a:t>
            </a:r>
            <a:r>
              <a:rPr lang="pt-BR" dirty="0"/>
              <a:t>da </a:t>
            </a:r>
            <a:r>
              <a:rPr lang="pt-BR" dirty="0" smtClean="0"/>
              <a:t>legislação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dirty="0" smtClean="0">
                <a:solidFill>
                  <a:srgbClr val="FF0000"/>
                </a:solidFill>
              </a:rPr>
              <a:t>acarretará </a:t>
            </a:r>
            <a:r>
              <a:rPr lang="pt-BR" b="1" dirty="0">
                <a:solidFill>
                  <a:srgbClr val="FF0000"/>
                </a:solidFill>
              </a:rPr>
              <a:t>a </a:t>
            </a:r>
            <a:r>
              <a:rPr lang="pt-BR" b="1" dirty="0" smtClean="0">
                <a:solidFill>
                  <a:srgbClr val="FF0000"/>
                </a:solidFill>
              </a:rPr>
              <a:t>anulação </a:t>
            </a:r>
            <a:r>
              <a:rPr lang="pt-BR" b="1" dirty="0">
                <a:solidFill>
                  <a:srgbClr val="FF0000"/>
                </a:solidFill>
              </a:rPr>
              <a:t>do </a:t>
            </a:r>
            <a:r>
              <a:rPr lang="pt-BR" b="1" dirty="0" smtClean="0">
                <a:solidFill>
                  <a:srgbClr val="FF0000"/>
                </a:solidFill>
              </a:rPr>
              <a:t>crédito </a:t>
            </a:r>
            <a:r>
              <a:rPr lang="pt-BR" dirty="0"/>
              <a:t>relativo </a:t>
            </a:r>
            <a:r>
              <a:rPr lang="pt-BR" dirty="0" smtClean="0"/>
              <a:t>às operações </a:t>
            </a:r>
            <a:r>
              <a:rPr lang="pt-BR" dirty="0"/>
              <a:t>anteriores; 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864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cumulatividade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Nesse caso é a operação subsequente que não é tributada, seja pela </a:t>
            </a:r>
            <a:r>
              <a:rPr lang="pt-BR" u="sng" dirty="0" smtClean="0"/>
              <a:t>não-incidência</a:t>
            </a:r>
            <a:r>
              <a:rPr lang="pt-BR" dirty="0" smtClean="0"/>
              <a:t> ou por ser </a:t>
            </a:r>
            <a:r>
              <a:rPr lang="pt-BR" u="sng" dirty="0" smtClean="0"/>
              <a:t>imune</a:t>
            </a:r>
            <a:r>
              <a:rPr lang="pt-BR" dirty="0" smtClean="0"/>
              <a:t> ou </a:t>
            </a:r>
            <a:r>
              <a:rPr lang="pt-BR" u="sng" dirty="0" smtClean="0"/>
              <a:t>isenta</a:t>
            </a:r>
            <a:r>
              <a:rPr lang="pt-BR" dirty="0" smtClean="0"/>
              <a:t>, logo não há a cobrança do débito. Nesse sentido o crédito que houve pela operação anterior deve ser anulado.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 </a:t>
            </a:r>
            <a:r>
              <a:rPr lang="pt-BR" dirty="0" smtClean="0"/>
              <a:t>Não se deve anular o crédito no caso de exportações. (Lei 1.254/96, art. 34, III e IV)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26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Alíquota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Outro princípio que afeta o imposto em estudo e a seletividade, de acordo com a CF/88, artigo 155, §2º.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O </a:t>
            </a:r>
            <a:r>
              <a:rPr lang="pt-BR" dirty="0"/>
              <a:t>imposto previsto no inciso </a:t>
            </a:r>
            <a:r>
              <a:rPr lang="pt-BR" dirty="0" smtClean="0"/>
              <a:t>II atenderá </a:t>
            </a:r>
            <a:r>
              <a:rPr lang="pt-BR" dirty="0"/>
              <a:t>ao seguinte: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</a:t>
            </a:r>
            <a:r>
              <a:rPr lang="pt-BR" b="1" dirty="0" smtClean="0">
                <a:solidFill>
                  <a:srgbClr val="FF0000"/>
                </a:solidFill>
              </a:rPr>
              <a:t>poderá </a:t>
            </a:r>
            <a:r>
              <a:rPr lang="pt-BR" b="1" dirty="0">
                <a:solidFill>
                  <a:srgbClr val="FF0000"/>
                </a:solidFill>
              </a:rPr>
              <a:t>ser seletivo</a:t>
            </a:r>
            <a:r>
              <a:rPr lang="pt-BR" dirty="0"/>
              <a:t>, em </a:t>
            </a:r>
            <a:r>
              <a:rPr lang="pt-BR" dirty="0" smtClean="0"/>
              <a:t>função </a:t>
            </a:r>
            <a:r>
              <a:rPr lang="pt-BR" dirty="0"/>
              <a:t>da essencialidade das mercadorias e dos </a:t>
            </a:r>
            <a:r>
              <a:rPr lang="pt-BR" dirty="0" smtClean="0"/>
              <a:t>serviços</a:t>
            </a:r>
            <a:r>
              <a:rPr lang="pt-BR" dirty="0"/>
              <a:t>; 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</a:t>
            </a:r>
            <a:r>
              <a:rPr lang="pt-BR" b="1" dirty="0" smtClean="0">
                <a:solidFill>
                  <a:srgbClr val="FF0000"/>
                </a:solidFill>
              </a:rPr>
              <a:t>A seletividade é opcional!!!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67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Alíquota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As alíquotas interestaduais serão fixadas pelo Senado Federal por iniciativa do Presidente da República ou um terço dos Senadores, aprovados por maioria absoluta. (CF/88, artigo 155, §2º, IV)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IV - </a:t>
            </a:r>
            <a:r>
              <a:rPr lang="pt-BR" dirty="0" smtClean="0"/>
              <a:t>resolução </a:t>
            </a:r>
            <a:r>
              <a:rPr lang="pt-BR" dirty="0"/>
              <a:t>do Senado Federal, de iniciativa do Presidente da </a:t>
            </a:r>
            <a:r>
              <a:rPr lang="pt-BR" dirty="0" smtClean="0"/>
              <a:t>República </a:t>
            </a:r>
            <a:r>
              <a:rPr lang="pt-BR" dirty="0"/>
              <a:t>ou de um </a:t>
            </a:r>
            <a:r>
              <a:rPr lang="pt-BR" dirty="0" smtClean="0"/>
              <a:t>terço </a:t>
            </a:r>
            <a:r>
              <a:rPr lang="pt-BR" dirty="0"/>
              <a:t>dos Senadores, aprovada pela maioria absoluta de seus membros, estabelecer as </a:t>
            </a:r>
            <a:r>
              <a:rPr lang="pt-BR" dirty="0" smtClean="0"/>
              <a:t>alíquotas aplicáveis às operações </a:t>
            </a:r>
            <a:r>
              <a:rPr lang="pt-BR" dirty="0"/>
              <a:t>e </a:t>
            </a:r>
            <a:r>
              <a:rPr lang="pt-BR" dirty="0" smtClean="0"/>
              <a:t>prestações</a:t>
            </a:r>
            <a:r>
              <a:rPr lang="pt-BR" dirty="0"/>
              <a:t>, interestaduais e de </a:t>
            </a:r>
            <a:r>
              <a:rPr lang="pt-BR" dirty="0" smtClean="0"/>
              <a:t>exportação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436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Para os produtos importados ou que tenha em sua composição mais de 40% de produtos importado a alíquota é de 4%. (Resolução Senado Federal 13/2012)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	Serão tributados a 12% os produtos de origem dos Estados das Regiões: </a:t>
            </a:r>
          </a:p>
          <a:p>
            <a:pPr algn="just">
              <a:buFontTx/>
              <a:buChar char="-"/>
            </a:pPr>
            <a:r>
              <a:rPr lang="pt-BR" dirty="0" smtClean="0"/>
              <a:t>Norte; </a:t>
            </a:r>
          </a:p>
          <a:p>
            <a:pPr algn="just">
              <a:buFontTx/>
              <a:buChar char="-"/>
            </a:pPr>
            <a:r>
              <a:rPr lang="pt-BR" dirty="0" smtClean="0"/>
              <a:t>Nordeste;</a:t>
            </a:r>
          </a:p>
          <a:p>
            <a:pPr algn="just">
              <a:buFontTx/>
              <a:buChar char="-"/>
            </a:pPr>
            <a:r>
              <a:rPr lang="pt-BR" dirty="0" smtClean="0"/>
              <a:t>Centro-Oeste; e,</a:t>
            </a:r>
          </a:p>
          <a:p>
            <a:pPr algn="just">
              <a:buFontTx/>
              <a:buChar char="-"/>
            </a:pPr>
            <a:r>
              <a:rPr lang="pt-BR" dirty="0" smtClean="0"/>
              <a:t>E do Espírito Santo.</a:t>
            </a:r>
          </a:p>
        </p:txBody>
      </p:sp>
    </p:spTree>
    <p:extLst>
      <p:ext uri="{BB962C8B-B14F-4D97-AF65-F5344CB8AC3E}">
        <p14:creationId xmlns:p14="http://schemas.microsoft.com/office/powerpoint/2010/main" val="257289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	Serão </a:t>
            </a:r>
            <a:r>
              <a:rPr lang="pt-BR" dirty="0"/>
              <a:t>tributados a </a:t>
            </a:r>
            <a:r>
              <a:rPr lang="pt-BR" dirty="0" smtClean="0"/>
              <a:t>7% </a:t>
            </a:r>
            <a:r>
              <a:rPr lang="pt-BR" dirty="0"/>
              <a:t>os produtos de origem dos Estados das Regiões: </a:t>
            </a:r>
          </a:p>
          <a:p>
            <a:pPr algn="just">
              <a:buFontTx/>
              <a:buChar char="-"/>
            </a:pPr>
            <a:r>
              <a:rPr lang="pt-BR" dirty="0" smtClean="0"/>
              <a:t>Sul; </a:t>
            </a:r>
            <a:endParaRPr lang="pt-BR" dirty="0"/>
          </a:p>
          <a:p>
            <a:pPr algn="just">
              <a:buFontTx/>
              <a:buChar char="-"/>
            </a:pPr>
            <a:r>
              <a:rPr lang="pt-BR" dirty="0" smtClean="0"/>
              <a:t>Sudeste</a:t>
            </a:r>
            <a:r>
              <a:rPr lang="pt-BR" dirty="0"/>
              <a:t>;</a:t>
            </a:r>
          </a:p>
          <a:p>
            <a:pPr algn="just">
              <a:buFontTx/>
              <a:buChar char="-"/>
            </a:pPr>
            <a:r>
              <a:rPr lang="pt-BR" dirty="0" smtClean="0"/>
              <a:t>Exceto o </a:t>
            </a:r>
            <a:r>
              <a:rPr lang="pt-BR" dirty="0"/>
              <a:t>Espírito Santo.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Alíquota de exportação é de 13%(RSF 22/89) 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Exportação é imune (EC 42/2003)</a:t>
            </a:r>
          </a:p>
        </p:txBody>
      </p:sp>
    </p:spTree>
    <p:extLst>
      <p:ext uri="{BB962C8B-B14F-4D97-AF65-F5344CB8AC3E}">
        <p14:creationId xmlns:p14="http://schemas.microsoft.com/office/powerpoint/2010/main" val="261786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885" y="1336204"/>
            <a:ext cx="2450095" cy="17281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5855" y="1300298"/>
            <a:ext cx="1524913" cy="213638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20003" y="2996952"/>
            <a:ext cx="1804229" cy="200805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8445" y="5254126"/>
            <a:ext cx="943635" cy="13512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3058" y="3876419"/>
            <a:ext cx="1555110" cy="1253147"/>
          </a:xfrm>
          <a:prstGeom prst="rect">
            <a:avLst/>
          </a:prstGeom>
        </p:spPr>
      </p:pic>
      <p:sp>
        <p:nvSpPr>
          <p:cNvPr id="11" name="Seta em curva para a direita 10"/>
          <p:cNvSpPr/>
          <p:nvPr/>
        </p:nvSpPr>
        <p:spPr>
          <a:xfrm rot="18878799">
            <a:off x="2670077" y="2951969"/>
            <a:ext cx="808703" cy="20823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Seta em curva para a direita 11"/>
          <p:cNvSpPr/>
          <p:nvPr/>
        </p:nvSpPr>
        <p:spPr>
          <a:xfrm rot="19586830">
            <a:off x="1880764" y="2473502"/>
            <a:ext cx="1469875" cy="494416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Seta para a direita 12"/>
          <p:cNvSpPr/>
          <p:nvPr/>
        </p:nvSpPr>
        <p:spPr>
          <a:xfrm>
            <a:off x="4348445" y="2060848"/>
            <a:ext cx="115783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 em curva para a esquerda 13"/>
          <p:cNvSpPr/>
          <p:nvPr/>
        </p:nvSpPr>
        <p:spPr>
          <a:xfrm rot="18635461">
            <a:off x="5489539" y="719345"/>
            <a:ext cx="896588" cy="391192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4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1885" y="1336204"/>
            <a:ext cx="2450095" cy="17281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57023" y="1300298"/>
            <a:ext cx="1524913" cy="213638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7236" y="3504760"/>
            <a:ext cx="1804229" cy="200805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8445" y="5254126"/>
            <a:ext cx="943635" cy="13512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8502" y="3876419"/>
            <a:ext cx="1555110" cy="1253147"/>
          </a:xfrm>
          <a:prstGeom prst="rect">
            <a:avLst/>
          </a:prstGeom>
        </p:spPr>
      </p:pic>
      <p:sp>
        <p:nvSpPr>
          <p:cNvPr id="3" name="Seta para a esquerda 2"/>
          <p:cNvSpPr/>
          <p:nvPr/>
        </p:nvSpPr>
        <p:spPr>
          <a:xfrm>
            <a:off x="4391980" y="1988840"/>
            <a:ext cx="900100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 em curva para a esquerda 3"/>
          <p:cNvSpPr/>
          <p:nvPr/>
        </p:nvSpPr>
        <p:spPr>
          <a:xfrm rot="20211642">
            <a:off x="7376415" y="1708552"/>
            <a:ext cx="731520" cy="237626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Seta para baixo 12"/>
          <p:cNvSpPr/>
          <p:nvPr/>
        </p:nvSpPr>
        <p:spPr>
          <a:xfrm>
            <a:off x="5582978" y="3064396"/>
            <a:ext cx="357174" cy="724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 em curva para a direita 13"/>
          <p:cNvSpPr/>
          <p:nvPr/>
        </p:nvSpPr>
        <p:spPr>
          <a:xfrm rot="902097">
            <a:off x="4001661" y="2300917"/>
            <a:ext cx="1016639" cy="370153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3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6644" y="1390886"/>
            <a:ext cx="2450095" cy="17281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9264" y="1205414"/>
            <a:ext cx="1524913" cy="213638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3861" y="3584217"/>
            <a:ext cx="1804229" cy="200805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20162" y="5506715"/>
            <a:ext cx="943635" cy="13512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76256" y="3450497"/>
            <a:ext cx="1555110" cy="1253147"/>
          </a:xfrm>
          <a:prstGeom prst="rect">
            <a:avLst/>
          </a:prstGeom>
        </p:spPr>
      </p:pic>
      <p:sp>
        <p:nvSpPr>
          <p:cNvPr id="3" name="Seta para a direita 2"/>
          <p:cNvSpPr/>
          <p:nvPr/>
        </p:nvSpPr>
        <p:spPr>
          <a:xfrm>
            <a:off x="5891789" y="4077071"/>
            <a:ext cx="984467" cy="340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 para cima 3"/>
          <p:cNvSpPr/>
          <p:nvPr/>
        </p:nvSpPr>
        <p:spPr>
          <a:xfrm>
            <a:off x="4944384" y="2920686"/>
            <a:ext cx="419704" cy="93610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 em curva para baixo 4"/>
          <p:cNvSpPr/>
          <p:nvPr/>
        </p:nvSpPr>
        <p:spPr>
          <a:xfrm rot="13283276">
            <a:off x="1502343" y="3734133"/>
            <a:ext cx="2774108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 em curva para cima 10"/>
          <p:cNvSpPr/>
          <p:nvPr/>
        </p:nvSpPr>
        <p:spPr>
          <a:xfrm rot="6414025">
            <a:off x="3309462" y="5292656"/>
            <a:ext cx="1254459" cy="62837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64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33793" y="1166731"/>
            <a:ext cx="2450095" cy="17281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75036" y="962633"/>
            <a:ext cx="1524913" cy="213638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62434" y="3325609"/>
            <a:ext cx="1804229" cy="200805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8533" y="5296887"/>
            <a:ext cx="943635" cy="13512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08104" y="3703063"/>
            <a:ext cx="1555110" cy="1253147"/>
          </a:xfrm>
          <a:prstGeom prst="rect">
            <a:avLst/>
          </a:prstGeom>
        </p:spPr>
      </p:pic>
      <p:sp>
        <p:nvSpPr>
          <p:cNvPr id="3" name="Seta para cima 2"/>
          <p:cNvSpPr/>
          <p:nvPr/>
        </p:nvSpPr>
        <p:spPr>
          <a:xfrm>
            <a:off x="6346081" y="2921539"/>
            <a:ext cx="288032" cy="8081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 em curva para baixo 3"/>
          <p:cNvSpPr/>
          <p:nvPr/>
        </p:nvSpPr>
        <p:spPr>
          <a:xfrm rot="7635409">
            <a:off x="5452161" y="5378465"/>
            <a:ext cx="2075873" cy="5836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Seta para a esquerda 4"/>
          <p:cNvSpPr/>
          <p:nvPr/>
        </p:nvSpPr>
        <p:spPr>
          <a:xfrm>
            <a:off x="4726296" y="4175377"/>
            <a:ext cx="988554" cy="288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em curva para baixo 11"/>
          <p:cNvSpPr/>
          <p:nvPr/>
        </p:nvSpPr>
        <p:spPr>
          <a:xfrm rot="12894344">
            <a:off x="3416499" y="3207017"/>
            <a:ext cx="2934779" cy="46536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27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5792" y="1287452"/>
            <a:ext cx="2450095" cy="17281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68144" y="1240435"/>
            <a:ext cx="1524913" cy="213638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0618" y="2808269"/>
            <a:ext cx="1804229" cy="200805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59464" y="5473044"/>
            <a:ext cx="943635" cy="135128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156" y="3877602"/>
            <a:ext cx="1555110" cy="1253147"/>
          </a:xfrm>
          <a:prstGeom prst="rect">
            <a:avLst/>
          </a:prstGeom>
        </p:spPr>
      </p:pic>
      <p:sp>
        <p:nvSpPr>
          <p:cNvPr id="3" name="Seta para cima 2"/>
          <p:cNvSpPr/>
          <p:nvPr/>
        </p:nvSpPr>
        <p:spPr>
          <a:xfrm>
            <a:off x="4631281" y="4816323"/>
            <a:ext cx="228751" cy="65672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 em curva para cima 3"/>
          <p:cNvSpPr/>
          <p:nvPr/>
        </p:nvSpPr>
        <p:spPr>
          <a:xfrm rot="17991683">
            <a:off x="4671509" y="3749844"/>
            <a:ext cx="4880223" cy="189540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Seta em curva para cima 4"/>
          <p:cNvSpPr/>
          <p:nvPr/>
        </p:nvSpPr>
        <p:spPr>
          <a:xfrm rot="19239051">
            <a:off x="4984431" y="5475099"/>
            <a:ext cx="2339569" cy="73152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 em curva para a esquerda 10"/>
          <p:cNvSpPr/>
          <p:nvPr/>
        </p:nvSpPr>
        <p:spPr>
          <a:xfrm rot="8658573">
            <a:off x="1986023" y="2541114"/>
            <a:ext cx="997647" cy="440224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 -  </a:t>
            </a:r>
            <a:r>
              <a:rPr lang="pt-BR" b="1" dirty="0">
                <a:solidFill>
                  <a:srgbClr val="FF0000"/>
                </a:solidFill>
              </a:rPr>
              <a:t>facultado</a:t>
            </a:r>
            <a:r>
              <a:rPr lang="pt-BR" dirty="0"/>
              <a:t> ao Senado Federal: </a:t>
            </a: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dirty="0" smtClean="0">
                <a:solidFill>
                  <a:srgbClr val="FF0000"/>
                </a:solidFill>
              </a:rPr>
              <a:t>estabelecer alíquotas mínimas </a:t>
            </a:r>
            <a:r>
              <a:rPr lang="pt-BR" dirty="0"/>
              <a:t>nas </a:t>
            </a:r>
            <a:r>
              <a:rPr lang="pt-BR" dirty="0" smtClean="0"/>
              <a:t>operações </a:t>
            </a:r>
            <a:r>
              <a:rPr lang="pt-BR" dirty="0"/>
              <a:t>internas, mediante </a:t>
            </a:r>
            <a:r>
              <a:rPr lang="pt-BR" dirty="0" smtClean="0"/>
              <a:t>resolução </a:t>
            </a:r>
            <a:r>
              <a:rPr lang="pt-BR" dirty="0"/>
              <a:t>de iniciativa de um </a:t>
            </a:r>
            <a:r>
              <a:rPr lang="pt-BR" dirty="0" smtClean="0"/>
              <a:t>terço </a:t>
            </a:r>
            <a:r>
              <a:rPr lang="pt-BR" dirty="0"/>
              <a:t>e aprovada pela maioria absoluta de seus membros;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dirty="0">
                <a:solidFill>
                  <a:srgbClr val="FF0000"/>
                </a:solidFill>
              </a:rPr>
              <a:t>fixar </a:t>
            </a:r>
            <a:r>
              <a:rPr lang="pt-BR" b="1" dirty="0" smtClean="0">
                <a:solidFill>
                  <a:srgbClr val="FF0000"/>
                </a:solidFill>
              </a:rPr>
              <a:t>alíquotas máximas </a:t>
            </a:r>
            <a:r>
              <a:rPr lang="pt-BR" dirty="0"/>
              <a:t>nas mesmas </a:t>
            </a:r>
            <a:r>
              <a:rPr lang="pt-BR" dirty="0" smtClean="0"/>
              <a:t>operações </a:t>
            </a:r>
            <a:r>
              <a:rPr lang="pt-BR" dirty="0"/>
              <a:t>para resolver conflito </a:t>
            </a:r>
            <a:r>
              <a:rPr lang="pt-BR" dirty="0" smtClean="0"/>
              <a:t>específico </a:t>
            </a:r>
            <a:r>
              <a:rPr lang="pt-BR" dirty="0"/>
              <a:t>que envolva interesse de Estados, mediante </a:t>
            </a:r>
            <a:r>
              <a:rPr lang="pt-BR" dirty="0" smtClean="0"/>
              <a:t>resolução </a:t>
            </a:r>
            <a:r>
              <a:rPr lang="pt-BR" dirty="0"/>
              <a:t>de iniciativa da maioria absoluta e aprovada por dois </a:t>
            </a:r>
            <a:r>
              <a:rPr lang="pt-BR" dirty="0" smtClean="0"/>
              <a:t>terços </a:t>
            </a:r>
            <a:r>
              <a:rPr lang="pt-BR" dirty="0"/>
              <a:t>de seus membros; 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84" y="1135952"/>
            <a:ext cx="1570484" cy="15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4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Alíquota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Por ser uma faculdade a Carta Magna se resguardou, estabeleceu que as alíquotas internas do ICMS não poderão ser menores que a alíquota interestadual.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VI - salvo deliberação em contrário dos Estados e do Distrito Federal, nos termos do disposto no inciso XII, "g", as alíquotas internas, nas operações relativas à circulação de mercadorias e nas prestações de serviços, </a:t>
            </a:r>
            <a:r>
              <a:rPr lang="pt-BR" b="1" dirty="0">
                <a:solidFill>
                  <a:srgbClr val="FF0000"/>
                </a:solidFill>
              </a:rPr>
              <a:t>não poderão ser inferiores às previstas para as operações interestaduais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Salvo se houver deliberação dos Estados através de convênio (LC 24/1975)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493" y="622768"/>
            <a:ext cx="1570484" cy="15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3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 smtClean="0"/>
              <a:t>Para ocorrer a incidência deve ter ocorrido o fato gerador e isso já vem tratado na CF, importante salientar que a lista não é exaustiva, tanto as Leis Estaduais quanto os regulamentos do ICMS trazem outras hipóteses de incidência.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IX - </a:t>
            </a:r>
            <a:r>
              <a:rPr lang="pt-BR" dirty="0" smtClean="0"/>
              <a:t>incidirá também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</a:t>
            </a:r>
            <a:r>
              <a:rPr lang="pt-BR" dirty="0"/>
              <a:t>) sobre a </a:t>
            </a:r>
            <a:r>
              <a:rPr lang="pt-BR" b="1" dirty="0">
                <a:solidFill>
                  <a:srgbClr val="FF0000"/>
                </a:solidFill>
              </a:rPr>
              <a:t>entrada de bem ou mercadoria importados </a:t>
            </a:r>
            <a:r>
              <a:rPr lang="pt-BR" dirty="0"/>
              <a:t>do exterior </a:t>
            </a:r>
            <a:r>
              <a:rPr lang="pt-BR" b="1" dirty="0">
                <a:solidFill>
                  <a:srgbClr val="FF0000"/>
                </a:solidFill>
              </a:rPr>
              <a:t>por pessoa </a:t>
            </a:r>
            <a:r>
              <a:rPr lang="pt-BR" b="1" dirty="0" smtClean="0">
                <a:solidFill>
                  <a:srgbClr val="FF0000"/>
                </a:solidFill>
              </a:rPr>
              <a:t>física </a:t>
            </a:r>
            <a:r>
              <a:rPr lang="pt-BR" b="1" dirty="0">
                <a:solidFill>
                  <a:srgbClr val="FF0000"/>
                </a:solidFill>
              </a:rPr>
              <a:t>ou </a:t>
            </a:r>
            <a:r>
              <a:rPr lang="pt-BR" b="1" dirty="0" smtClean="0">
                <a:solidFill>
                  <a:srgbClr val="FF0000"/>
                </a:solidFill>
              </a:rPr>
              <a:t>jurídica</a:t>
            </a:r>
            <a:r>
              <a:rPr lang="pt-BR" b="1" dirty="0">
                <a:solidFill>
                  <a:srgbClr val="FF0000"/>
                </a:solidFill>
              </a:rPr>
              <a:t>, ainda que </a:t>
            </a:r>
            <a:r>
              <a:rPr lang="pt-BR" b="1" dirty="0" smtClean="0">
                <a:solidFill>
                  <a:srgbClr val="FF0000"/>
                </a:solidFill>
              </a:rPr>
              <a:t>não </a:t>
            </a:r>
            <a:r>
              <a:rPr lang="pt-BR" b="1" dirty="0">
                <a:solidFill>
                  <a:srgbClr val="FF0000"/>
                </a:solidFill>
              </a:rPr>
              <a:t>seja contribuinte habitual do imposto</a:t>
            </a:r>
            <a:r>
              <a:rPr lang="pt-BR" dirty="0"/>
              <a:t>, qualquer que </a:t>
            </a:r>
            <a:r>
              <a:rPr lang="pt-BR" dirty="0" smtClean="0"/>
              <a:t>seja </a:t>
            </a:r>
            <a:r>
              <a:rPr lang="pt-BR" dirty="0"/>
              <a:t>a sua finalidade, assim como sobre o </a:t>
            </a:r>
            <a:r>
              <a:rPr lang="pt-BR" b="1" dirty="0" smtClean="0">
                <a:solidFill>
                  <a:srgbClr val="FF0000"/>
                </a:solidFill>
              </a:rPr>
              <a:t>serviço </a:t>
            </a:r>
            <a:r>
              <a:rPr lang="pt-BR" b="1" dirty="0">
                <a:solidFill>
                  <a:srgbClr val="FF0000"/>
                </a:solidFill>
              </a:rPr>
              <a:t>prestado no exterior</a:t>
            </a:r>
            <a:r>
              <a:rPr lang="pt-BR" dirty="0"/>
              <a:t>, cabendo o imposto ao Estado onde estiver situado o </a:t>
            </a:r>
            <a:r>
              <a:rPr lang="pt-BR" dirty="0" smtClean="0"/>
              <a:t>domicílio </a:t>
            </a:r>
            <a:r>
              <a:rPr lang="pt-BR" dirty="0"/>
              <a:t>ou o estabelecimento do </a:t>
            </a:r>
            <a:r>
              <a:rPr lang="pt-BR" dirty="0" smtClean="0"/>
              <a:t>destinatário </a:t>
            </a:r>
            <a:r>
              <a:rPr lang="pt-BR" dirty="0"/>
              <a:t>da mercadoria, bem ou </a:t>
            </a:r>
            <a:r>
              <a:rPr lang="pt-BR" dirty="0" smtClean="0"/>
              <a:t>serviço</a:t>
            </a:r>
            <a:r>
              <a:rPr lang="pt-BR" dirty="0"/>
              <a:t>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55277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Exemplos: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1 </a:t>
            </a:r>
            <a:r>
              <a:rPr lang="pt-BR" dirty="0" smtClean="0"/>
              <a:t>– Marcelinho Carioca, morador </a:t>
            </a:r>
            <a:r>
              <a:rPr lang="pt-BR" dirty="0"/>
              <a:t>de </a:t>
            </a:r>
            <a:r>
              <a:rPr lang="pt-BR" dirty="0" smtClean="0"/>
              <a:t>São Sebastião-DF, </a:t>
            </a:r>
            <a:r>
              <a:rPr lang="pt-BR" dirty="0"/>
              <a:t>importa um </a:t>
            </a:r>
            <a:r>
              <a:rPr lang="pt-BR" dirty="0" smtClean="0"/>
              <a:t>Relógio através </a:t>
            </a:r>
            <a:r>
              <a:rPr lang="pt-BR" dirty="0"/>
              <a:t>do Porto de </a:t>
            </a:r>
            <a:r>
              <a:rPr lang="pt-BR" dirty="0" smtClean="0"/>
              <a:t>Santos/SP.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2 – Uma empresa de materiais esportivos de Minas Gerais importa bolas de futebol pelo porto de Vitória/ES.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Onde o ICMS é devido?</a:t>
            </a:r>
          </a:p>
        </p:txBody>
      </p:sp>
    </p:spTree>
    <p:extLst>
      <p:ext uri="{BB962C8B-B14F-4D97-AF65-F5344CB8AC3E}">
        <p14:creationId xmlns:p14="http://schemas.microsoft.com/office/powerpoint/2010/main" val="118496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IX - </a:t>
            </a:r>
            <a:r>
              <a:rPr lang="pt-BR" dirty="0" smtClean="0"/>
              <a:t>incidirá também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dirty="0">
                <a:solidFill>
                  <a:srgbClr val="FF0000"/>
                </a:solidFill>
              </a:rPr>
              <a:t>sobre o valor total da </a:t>
            </a:r>
            <a:r>
              <a:rPr lang="pt-BR" b="1" dirty="0" smtClean="0">
                <a:solidFill>
                  <a:srgbClr val="FF0000"/>
                </a:solidFill>
              </a:rPr>
              <a:t>operação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quando mercadorias forem fornecidas com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 smtClean="0">
                <a:solidFill>
                  <a:srgbClr val="FF0000"/>
                </a:solidFill>
              </a:rPr>
              <a:t>não </a:t>
            </a:r>
            <a:r>
              <a:rPr lang="pt-BR" b="1" dirty="0">
                <a:solidFill>
                  <a:srgbClr val="FF0000"/>
                </a:solidFill>
              </a:rPr>
              <a:t>compreendidos na </a:t>
            </a:r>
            <a:r>
              <a:rPr lang="pt-BR" b="1" dirty="0" smtClean="0">
                <a:solidFill>
                  <a:srgbClr val="FF0000"/>
                </a:solidFill>
              </a:rPr>
              <a:t>competência tributária </a:t>
            </a:r>
            <a:r>
              <a:rPr lang="pt-BR" b="1" dirty="0">
                <a:solidFill>
                  <a:srgbClr val="FF0000"/>
                </a:solidFill>
              </a:rPr>
              <a:t>dos </a:t>
            </a:r>
            <a:r>
              <a:rPr lang="pt-BR" b="1" dirty="0" smtClean="0">
                <a:solidFill>
                  <a:srgbClr val="FF0000"/>
                </a:solidFill>
              </a:rPr>
              <a:t>Municípios;</a:t>
            </a:r>
            <a:endParaRPr lang="pt-BR" b="1" dirty="0">
              <a:solidFill>
                <a:srgbClr val="FF0000"/>
              </a:solidFill>
            </a:endParaRPr>
          </a:p>
          <a:p>
            <a:pPr marL="45720" indent="0" algn="just">
              <a:buNone/>
            </a:pPr>
            <a:endParaRPr lang="pt-BR" b="1" dirty="0" smtClean="0">
              <a:solidFill>
                <a:srgbClr val="FF0000"/>
              </a:solidFill>
            </a:endParaRPr>
          </a:p>
          <a:p>
            <a:pPr marL="45720" indent="0" algn="just">
              <a:buNone/>
            </a:pPr>
            <a:r>
              <a:rPr lang="pt-BR" b="1" dirty="0" smtClean="0">
                <a:solidFill>
                  <a:srgbClr val="FF0000"/>
                </a:solidFill>
              </a:rPr>
              <a:t>Importante!!!</a:t>
            </a:r>
          </a:p>
          <a:p>
            <a:pPr marL="45720" indent="0" algn="just">
              <a:buNone/>
            </a:pPr>
            <a:r>
              <a:rPr lang="pt-BR" dirty="0"/>
              <a:t>Quando os serviços não estiverem na competência dos municípios e forem fornecidos junto com a mercadorias, serão tributados pelo ICMS.</a:t>
            </a:r>
          </a:p>
        </p:txBody>
      </p:sp>
    </p:spTree>
    <p:extLst>
      <p:ext uri="{BB962C8B-B14F-4D97-AF65-F5344CB8AC3E}">
        <p14:creationId xmlns:p14="http://schemas.microsoft.com/office/powerpoint/2010/main" val="77107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pt-BR" dirty="0" smtClean="0"/>
              <a:t>Exceções</a:t>
            </a:r>
          </a:p>
          <a:p>
            <a:pPr marL="45720" indent="0" algn="ctr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7.02 — </a:t>
            </a:r>
            <a:r>
              <a:rPr lang="pt-BR" dirty="0" smtClean="0"/>
              <a:t>Execução</a:t>
            </a:r>
            <a:r>
              <a:rPr lang="pt-BR" dirty="0"/>
              <a:t>, por </a:t>
            </a:r>
            <a:r>
              <a:rPr lang="pt-BR" dirty="0" smtClean="0"/>
              <a:t>administração</a:t>
            </a:r>
            <a:r>
              <a:rPr lang="pt-BR" dirty="0"/>
              <a:t>, empreitada ou </a:t>
            </a:r>
            <a:r>
              <a:rPr lang="pt-BR" dirty="0" err="1"/>
              <a:t>subempreitada</a:t>
            </a:r>
            <a:r>
              <a:rPr lang="pt-BR" dirty="0"/>
              <a:t>, de obras de </a:t>
            </a:r>
            <a:r>
              <a:rPr lang="pt-BR" dirty="0" smtClean="0"/>
              <a:t>construção </a:t>
            </a:r>
            <a:r>
              <a:rPr lang="pt-BR" dirty="0"/>
              <a:t>civil, </a:t>
            </a:r>
            <a:r>
              <a:rPr lang="pt-BR" dirty="0" smtClean="0"/>
              <a:t>hidráulica </a:t>
            </a:r>
            <a:r>
              <a:rPr lang="pt-BR" dirty="0"/>
              <a:t>ou </a:t>
            </a:r>
            <a:r>
              <a:rPr lang="pt-BR" dirty="0" smtClean="0"/>
              <a:t>elétrica </a:t>
            </a:r>
            <a:r>
              <a:rPr lang="pt-BR" dirty="0"/>
              <a:t>e de outras obras semelhantes, inclusive sondagem, </a:t>
            </a:r>
            <a:r>
              <a:rPr lang="pt-BR" dirty="0" smtClean="0"/>
              <a:t>perfuração </a:t>
            </a:r>
            <a:r>
              <a:rPr lang="pt-BR" dirty="0"/>
              <a:t>de </a:t>
            </a:r>
            <a:r>
              <a:rPr lang="pt-BR" dirty="0" smtClean="0"/>
              <a:t>poços</a:t>
            </a:r>
            <a:r>
              <a:rPr lang="pt-BR" dirty="0"/>
              <a:t>, </a:t>
            </a:r>
            <a:r>
              <a:rPr lang="pt-BR" dirty="0" smtClean="0"/>
              <a:t>escavação</a:t>
            </a:r>
            <a:r>
              <a:rPr lang="pt-BR" dirty="0"/>
              <a:t>, drenagem e </a:t>
            </a:r>
            <a:r>
              <a:rPr lang="pt-BR" dirty="0" smtClean="0"/>
              <a:t>irrigação</a:t>
            </a:r>
            <a:r>
              <a:rPr lang="pt-BR" dirty="0"/>
              <a:t>, terraplanagem, </a:t>
            </a:r>
            <a:r>
              <a:rPr lang="pt-BR" dirty="0" smtClean="0"/>
              <a:t>pavimentação</a:t>
            </a:r>
            <a:r>
              <a:rPr lang="pt-BR" dirty="0"/>
              <a:t>, concretagem e a </a:t>
            </a:r>
            <a:r>
              <a:rPr lang="pt-BR" dirty="0" smtClean="0"/>
              <a:t>instalação </a:t>
            </a:r>
            <a:r>
              <a:rPr lang="pt-BR" dirty="0"/>
              <a:t>e montagem de produtos, </a:t>
            </a:r>
            <a:r>
              <a:rPr lang="pt-BR" dirty="0" smtClean="0"/>
              <a:t>peças </a:t>
            </a:r>
            <a:r>
              <a:rPr lang="pt-BR" dirty="0"/>
              <a:t>e equipamentos </a:t>
            </a:r>
            <a:r>
              <a:rPr lang="pt-BR" b="1" dirty="0">
                <a:solidFill>
                  <a:srgbClr val="0000FF"/>
                </a:solidFill>
              </a:rPr>
              <a:t>(exceto o fornecimento de mercadorias produzidas pelo prestador de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fora do local da </a:t>
            </a:r>
            <a:r>
              <a:rPr lang="pt-BR" b="1" dirty="0" smtClean="0">
                <a:solidFill>
                  <a:srgbClr val="0000FF"/>
                </a:solidFill>
              </a:rPr>
              <a:t>prestação </a:t>
            </a:r>
            <a:r>
              <a:rPr lang="pt-BR" b="1" dirty="0">
                <a:solidFill>
                  <a:srgbClr val="0000FF"/>
                </a:solidFill>
              </a:rPr>
              <a:t>dos </a:t>
            </a:r>
            <a:r>
              <a:rPr lang="pt-BR" b="1" dirty="0" smtClean="0">
                <a:solidFill>
                  <a:srgbClr val="0000FF"/>
                </a:solidFill>
              </a:rPr>
              <a:t>serviços</a:t>
            </a:r>
            <a:r>
              <a:rPr lang="pt-BR" b="1" dirty="0">
                <a:solidFill>
                  <a:srgbClr val="0000FF"/>
                </a:solidFill>
              </a:rPr>
              <a:t>, que fica sujeito ao ICMS). </a:t>
            </a:r>
            <a:endParaRPr lang="pt-BR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61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7.05 — </a:t>
            </a:r>
            <a:r>
              <a:rPr lang="pt-BR" dirty="0" smtClean="0"/>
              <a:t>Reparação</a:t>
            </a:r>
            <a:r>
              <a:rPr lang="pt-BR" dirty="0"/>
              <a:t>, </a:t>
            </a:r>
            <a:r>
              <a:rPr lang="pt-BR" dirty="0" smtClean="0"/>
              <a:t>conservação </a:t>
            </a:r>
            <a:r>
              <a:rPr lang="pt-BR" dirty="0"/>
              <a:t>e reforma de </a:t>
            </a:r>
            <a:r>
              <a:rPr lang="pt-BR" dirty="0" smtClean="0"/>
              <a:t>edifícios</a:t>
            </a:r>
            <a:r>
              <a:rPr lang="pt-BR" dirty="0"/>
              <a:t>, estradas, pontes, portos e </a:t>
            </a:r>
            <a:r>
              <a:rPr lang="pt-BR" dirty="0" smtClean="0"/>
              <a:t>congêneres </a:t>
            </a:r>
            <a:r>
              <a:rPr lang="pt-BR" b="1" dirty="0">
                <a:solidFill>
                  <a:srgbClr val="0000FF"/>
                </a:solidFill>
              </a:rPr>
              <a:t>(exceto o fornecimento de mercadorias produzidas pelo prestador dos </a:t>
            </a:r>
            <a:r>
              <a:rPr lang="pt-BR" b="1" dirty="0" smtClean="0">
                <a:solidFill>
                  <a:srgbClr val="0000FF"/>
                </a:solidFill>
              </a:rPr>
              <a:t>serviços</a:t>
            </a:r>
            <a:r>
              <a:rPr lang="pt-BR" b="1" dirty="0">
                <a:solidFill>
                  <a:srgbClr val="0000FF"/>
                </a:solidFill>
              </a:rPr>
              <a:t>, fora do local da </a:t>
            </a:r>
            <a:r>
              <a:rPr lang="pt-BR" b="1" dirty="0" smtClean="0">
                <a:solidFill>
                  <a:srgbClr val="0000FF"/>
                </a:solidFill>
              </a:rPr>
              <a:t>prestação </a:t>
            </a:r>
            <a:r>
              <a:rPr lang="pt-BR" b="1" dirty="0">
                <a:solidFill>
                  <a:srgbClr val="0000FF"/>
                </a:solidFill>
              </a:rPr>
              <a:t>dos </a:t>
            </a:r>
            <a:r>
              <a:rPr lang="pt-BR" b="1" dirty="0" smtClean="0">
                <a:solidFill>
                  <a:srgbClr val="0000FF"/>
                </a:solidFill>
              </a:rPr>
              <a:t>serviços</a:t>
            </a:r>
            <a:r>
              <a:rPr lang="pt-BR" b="1" dirty="0">
                <a:solidFill>
                  <a:srgbClr val="0000FF"/>
                </a:solidFill>
              </a:rPr>
              <a:t>, que fica sujeito ao ICMS).</a:t>
            </a:r>
            <a:r>
              <a:rPr lang="pt-BR" dirty="0"/>
              <a:t> 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7.06 </a:t>
            </a:r>
            <a:r>
              <a:rPr lang="pt-BR" dirty="0"/>
              <a:t>— </a:t>
            </a:r>
            <a:r>
              <a:rPr lang="pt-BR" dirty="0" smtClean="0"/>
              <a:t>Colocação </a:t>
            </a:r>
            <a:r>
              <a:rPr lang="pt-BR" dirty="0"/>
              <a:t>e </a:t>
            </a:r>
            <a:r>
              <a:rPr lang="pt-BR" dirty="0" smtClean="0"/>
              <a:t>instalação </a:t>
            </a:r>
            <a:r>
              <a:rPr lang="pt-BR" dirty="0"/>
              <a:t>de tapetes, carpetes, assoalhos, cortinas, revestimentos de parede, vidros, </a:t>
            </a:r>
            <a:r>
              <a:rPr lang="pt-BR" dirty="0" smtClean="0"/>
              <a:t>divisórias</a:t>
            </a:r>
            <a:r>
              <a:rPr lang="pt-BR" dirty="0"/>
              <a:t>, placas de gesso e </a:t>
            </a:r>
            <a:r>
              <a:rPr lang="pt-BR" dirty="0" smtClean="0"/>
              <a:t>congêneres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com material fornecido pelo tomador do </a:t>
            </a:r>
            <a:r>
              <a:rPr lang="pt-BR" b="1" dirty="0" smtClean="0">
                <a:solidFill>
                  <a:srgbClr val="0000FF"/>
                </a:solidFill>
              </a:rPr>
              <a:t>serviço</a:t>
            </a:r>
            <a:r>
              <a:rPr lang="pt-BR" b="1" dirty="0">
                <a:solidFill>
                  <a:srgbClr val="0000FF"/>
                </a:solidFill>
              </a:rPr>
              <a:t>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7955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9.01 — Hospedagem de qualquer natureza em </a:t>
            </a:r>
            <a:r>
              <a:rPr lang="pt-BR" dirty="0" smtClean="0"/>
              <a:t>hotéis</a:t>
            </a:r>
            <a:r>
              <a:rPr lang="pt-BR" dirty="0"/>
              <a:t>, apart-</a:t>
            </a:r>
            <a:r>
              <a:rPr lang="pt-BR" dirty="0" err="1"/>
              <a:t>service</a:t>
            </a:r>
            <a:r>
              <a:rPr lang="pt-BR" dirty="0"/>
              <a:t> condominiais, flat, </a:t>
            </a:r>
            <a:r>
              <a:rPr lang="pt-BR" dirty="0" smtClean="0"/>
              <a:t>apart-hotéis</a:t>
            </a:r>
            <a:r>
              <a:rPr lang="pt-BR" dirty="0"/>
              <a:t>, </a:t>
            </a:r>
            <a:r>
              <a:rPr lang="pt-BR" dirty="0" smtClean="0"/>
              <a:t>hotéis residência</a:t>
            </a:r>
            <a:r>
              <a:rPr lang="pt-BR" dirty="0"/>
              <a:t>, </a:t>
            </a:r>
            <a:r>
              <a:rPr lang="pt-BR" dirty="0" err="1"/>
              <a:t>residence-service</a:t>
            </a:r>
            <a:r>
              <a:rPr lang="pt-BR" dirty="0"/>
              <a:t>, </a:t>
            </a:r>
            <a:r>
              <a:rPr lang="pt-BR" dirty="0" err="1"/>
              <a:t>suite</a:t>
            </a:r>
            <a:r>
              <a:rPr lang="pt-BR" dirty="0"/>
              <a:t> </a:t>
            </a:r>
            <a:r>
              <a:rPr lang="pt-BR" dirty="0" err="1"/>
              <a:t>service</a:t>
            </a:r>
            <a:r>
              <a:rPr lang="pt-BR" dirty="0"/>
              <a:t>, hotelaria </a:t>
            </a:r>
            <a:r>
              <a:rPr lang="pt-BR" dirty="0" smtClean="0"/>
              <a:t>marítima</a:t>
            </a:r>
            <a:r>
              <a:rPr lang="pt-BR" dirty="0"/>
              <a:t>, </a:t>
            </a:r>
            <a:r>
              <a:rPr lang="pt-BR" dirty="0" smtClean="0"/>
              <a:t>motéis</a:t>
            </a:r>
            <a:r>
              <a:rPr lang="pt-BR" dirty="0"/>
              <a:t>, </a:t>
            </a:r>
            <a:r>
              <a:rPr lang="pt-BR" dirty="0" smtClean="0"/>
              <a:t>pensões </a:t>
            </a:r>
            <a:r>
              <a:rPr lang="pt-BR" dirty="0"/>
              <a:t>e </a:t>
            </a:r>
            <a:r>
              <a:rPr lang="pt-BR" dirty="0" smtClean="0"/>
              <a:t>congêneres</a:t>
            </a:r>
            <a:r>
              <a:rPr lang="pt-BR" dirty="0"/>
              <a:t>; </a:t>
            </a:r>
            <a:r>
              <a:rPr lang="pt-BR" dirty="0" smtClean="0"/>
              <a:t>ocupação </a:t>
            </a:r>
            <a:r>
              <a:rPr lang="pt-BR" dirty="0"/>
              <a:t>por temporada com fornecimento de </a:t>
            </a:r>
            <a:r>
              <a:rPr lang="pt-BR" dirty="0" smtClean="0"/>
              <a:t>serviço </a:t>
            </a:r>
            <a:r>
              <a:rPr lang="pt-BR" b="1" dirty="0">
                <a:solidFill>
                  <a:srgbClr val="0000FF"/>
                </a:solidFill>
              </a:rPr>
              <a:t>(o valor da </a:t>
            </a:r>
            <a:r>
              <a:rPr lang="pt-BR" b="1" dirty="0" smtClean="0">
                <a:solidFill>
                  <a:srgbClr val="0000FF"/>
                </a:solidFill>
              </a:rPr>
              <a:t>alimentação </a:t>
            </a:r>
            <a:r>
              <a:rPr lang="pt-BR" b="1" dirty="0">
                <a:solidFill>
                  <a:srgbClr val="0000FF"/>
                </a:solidFill>
              </a:rPr>
              <a:t>e gorjeta, quando </a:t>
            </a:r>
            <a:r>
              <a:rPr lang="pt-BR" b="1" dirty="0" smtClean="0">
                <a:solidFill>
                  <a:srgbClr val="0000FF"/>
                </a:solidFill>
              </a:rPr>
              <a:t>incluído </a:t>
            </a:r>
            <a:r>
              <a:rPr lang="pt-BR" b="1" dirty="0">
                <a:solidFill>
                  <a:srgbClr val="0000FF"/>
                </a:solidFill>
              </a:rPr>
              <a:t>no </a:t>
            </a:r>
            <a:r>
              <a:rPr lang="pt-BR" b="1" dirty="0" smtClean="0">
                <a:solidFill>
                  <a:srgbClr val="0000FF"/>
                </a:solidFill>
              </a:rPr>
              <a:t>preço </a:t>
            </a:r>
            <a:r>
              <a:rPr lang="pt-BR" b="1" dirty="0">
                <a:solidFill>
                  <a:srgbClr val="0000FF"/>
                </a:solidFill>
              </a:rPr>
              <a:t>da </a:t>
            </a:r>
            <a:r>
              <a:rPr lang="pt-BR" b="1" dirty="0" smtClean="0">
                <a:solidFill>
                  <a:srgbClr val="0000FF"/>
                </a:solidFill>
              </a:rPr>
              <a:t>diária</a:t>
            </a:r>
            <a:r>
              <a:rPr lang="pt-BR" b="1" dirty="0">
                <a:solidFill>
                  <a:srgbClr val="0000FF"/>
                </a:solidFill>
              </a:rPr>
              <a:t>, fica sujeito ao Imposto Sobre </a:t>
            </a:r>
            <a:r>
              <a:rPr lang="pt-BR" b="1" dirty="0" smtClean="0">
                <a:solidFill>
                  <a:srgbClr val="0000FF"/>
                </a:solidFill>
              </a:rPr>
              <a:t>Serviços).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91655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14.01 — </a:t>
            </a:r>
            <a:r>
              <a:rPr lang="pt-BR" dirty="0" smtClean="0"/>
              <a:t>Lubrificação</a:t>
            </a:r>
            <a:r>
              <a:rPr lang="pt-BR" dirty="0"/>
              <a:t>, limpeza, </a:t>
            </a:r>
            <a:r>
              <a:rPr lang="pt-BR" dirty="0" smtClean="0"/>
              <a:t>lustração</a:t>
            </a:r>
            <a:r>
              <a:rPr lang="pt-BR" dirty="0"/>
              <a:t>, </a:t>
            </a:r>
            <a:r>
              <a:rPr lang="pt-BR" dirty="0" smtClean="0"/>
              <a:t>revisão</a:t>
            </a:r>
            <a:r>
              <a:rPr lang="pt-BR" dirty="0"/>
              <a:t>, carga e recarga, conserto, </a:t>
            </a:r>
            <a:r>
              <a:rPr lang="pt-BR" dirty="0" smtClean="0"/>
              <a:t>restauração</a:t>
            </a:r>
            <a:r>
              <a:rPr lang="pt-BR" dirty="0"/>
              <a:t>, blindagem, </a:t>
            </a:r>
            <a:r>
              <a:rPr lang="pt-BR" dirty="0" smtClean="0"/>
              <a:t>manutenção </a:t>
            </a:r>
            <a:r>
              <a:rPr lang="pt-BR" dirty="0"/>
              <a:t>e </a:t>
            </a:r>
            <a:r>
              <a:rPr lang="pt-BR" dirty="0" smtClean="0"/>
              <a:t>conservação </a:t>
            </a:r>
            <a:r>
              <a:rPr lang="pt-BR" dirty="0"/>
              <a:t>de </a:t>
            </a:r>
            <a:r>
              <a:rPr lang="pt-BR" dirty="0" smtClean="0"/>
              <a:t>máquinas</a:t>
            </a:r>
            <a:r>
              <a:rPr lang="pt-BR" dirty="0"/>
              <a:t>, </a:t>
            </a:r>
            <a:r>
              <a:rPr lang="pt-BR" dirty="0" smtClean="0"/>
              <a:t>veículos</a:t>
            </a:r>
            <a:r>
              <a:rPr lang="pt-BR" dirty="0"/>
              <a:t>, aparelhos, equipamentos, motores, elevadores ou de qualquer objeto </a:t>
            </a:r>
            <a:r>
              <a:rPr lang="pt-BR" b="1" dirty="0">
                <a:solidFill>
                  <a:srgbClr val="0000FF"/>
                </a:solidFill>
              </a:rPr>
              <a:t>(exceto </a:t>
            </a:r>
            <a:r>
              <a:rPr lang="pt-BR" b="1" dirty="0" smtClean="0">
                <a:solidFill>
                  <a:srgbClr val="0000FF"/>
                </a:solidFill>
              </a:rPr>
              <a:t>peças </a:t>
            </a:r>
            <a:r>
              <a:rPr lang="pt-BR" b="1" dirty="0">
                <a:solidFill>
                  <a:srgbClr val="0000FF"/>
                </a:solidFill>
              </a:rPr>
              <a:t>e partes empregadas, que ficam sujeitas ao ICMS).</a:t>
            </a:r>
            <a:endParaRPr lang="pt-BR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1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14.03 — Recondicionamento de motores </a:t>
            </a:r>
            <a:r>
              <a:rPr lang="pt-BR" b="1" dirty="0">
                <a:solidFill>
                  <a:srgbClr val="0000FF"/>
                </a:solidFill>
              </a:rPr>
              <a:t>(exceto </a:t>
            </a:r>
            <a:r>
              <a:rPr lang="pt-BR" b="1" dirty="0" smtClean="0">
                <a:solidFill>
                  <a:srgbClr val="0000FF"/>
                </a:solidFill>
              </a:rPr>
              <a:t>peças </a:t>
            </a:r>
            <a:r>
              <a:rPr lang="pt-BR" b="1" dirty="0">
                <a:solidFill>
                  <a:srgbClr val="0000FF"/>
                </a:solidFill>
              </a:rPr>
              <a:t>e partes empregadas, que ficam sujeitas ao ICMS). </a:t>
            </a:r>
            <a:endParaRPr lang="pt-BR" b="1" dirty="0" smtClean="0">
              <a:solidFill>
                <a:srgbClr val="0000FF"/>
              </a:solidFill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14.09 </a:t>
            </a:r>
            <a:r>
              <a:rPr lang="pt-BR" dirty="0"/>
              <a:t>— Alfaiataria e costura, </a:t>
            </a:r>
            <a:r>
              <a:rPr lang="pt-BR" b="1" dirty="0">
                <a:solidFill>
                  <a:srgbClr val="0000FF"/>
                </a:solidFill>
              </a:rPr>
              <a:t>quando o material for fornecido pelo </a:t>
            </a:r>
            <a:r>
              <a:rPr lang="pt-BR" b="1" dirty="0" smtClean="0">
                <a:solidFill>
                  <a:srgbClr val="0000FF"/>
                </a:solidFill>
              </a:rPr>
              <a:t>usuário </a:t>
            </a:r>
            <a:r>
              <a:rPr lang="pt-BR" b="1" dirty="0">
                <a:solidFill>
                  <a:srgbClr val="0000FF"/>
                </a:solidFill>
              </a:rPr>
              <a:t>final, exceto aviamento. </a:t>
            </a:r>
            <a:endParaRPr lang="pt-BR" b="1" dirty="0" smtClean="0">
              <a:solidFill>
                <a:srgbClr val="0000FF"/>
              </a:solidFill>
            </a:endParaRP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17.11 </a:t>
            </a:r>
            <a:r>
              <a:rPr lang="pt-BR" dirty="0"/>
              <a:t>— </a:t>
            </a:r>
            <a:r>
              <a:rPr lang="pt-BR" dirty="0" smtClean="0"/>
              <a:t>Organização </a:t>
            </a:r>
            <a:r>
              <a:rPr lang="pt-BR" dirty="0"/>
              <a:t>de festas e </a:t>
            </a:r>
            <a:r>
              <a:rPr lang="pt-BR" dirty="0" smtClean="0"/>
              <a:t>recepções</a:t>
            </a:r>
            <a:r>
              <a:rPr lang="pt-BR" dirty="0"/>
              <a:t>; </a:t>
            </a:r>
            <a:r>
              <a:rPr lang="pt-BR" dirty="0" smtClean="0"/>
              <a:t>bufê </a:t>
            </a:r>
            <a:r>
              <a:rPr lang="pt-BR" b="1" dirty="0">
                <a:solidFill>
                  <a:srgbClr val="0000FF"/>
                </a:solidFill>
              </a:rPr>
              <a:t>(exceto o fornecimento de </a:t>
            </a:r>
            <a:r>
              <a:rPr lang="pt-BR" b="1" dirty="0" smtClean="0">
                <a:solidFill>
                  <a:srgbClr val="0000FF"/>
                </a:solidFill>
              </a:rPr>
              <a:t>alimentação </a:t>
            </a:r>
            <a:r>
              <a:rPr lang="pt-BR" b="1" dirty="0">
                <a:solidFill>
                  <a:srgbClr val="0000FF"/>
                </a:solidFill>
              </a:rPr>
              <a:t>e bebidas, que fica sujeito ao ICMS).</a:t>
            </a:r>
            <a:endParaRPr lang="pt-BR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9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548681"/>
            <a:ext cx="7702624" cy="1008111"/>
          </a:xfrm>
        </p:spPr>
        <p:txBody>
          <a:bodyPr/>
          <a:lstStyle/>
          <a:p>
            <a:pPr marL="182880" indent="0" algn="ctr">
              <a:buNone/>
            </a:pPr>
            <a:r>
              <a:rPr lang="pt-BR" dirty="0" smtClean="0"/>
              <a:t>Esquema de Incidência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625633534"/>
              </p:ext>
            </p:extLst>
          </p:nvPr>
        </p:nvGraphicFramePr>
        <p:xfrm>
          <a:off x="611560" y="1772816"/>
          <a:ext cx="763284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ítulo 1"/>
          <p:cNvSpPr txBox="1">
            <a:spLocks/>
          </p:cNvSpPr>
          <p:nvPr/>
        </p:nvSpPr>
        <p:spPr>
          <a:xfrm>
            <a:off x="2915816" y="4293096"/>
            <a:ext cx="936104" cy="2880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>
              <a:buNone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2403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85000" lnSpcReduction="20000"/>
          </a:bodyPr>
          <a:lstStyle/>
          <a:p>
            <a:pPr marL="45720" indent="0" algn="just">
              <a:buNone/>
            </a:pPr>
            <a:r>
              <a:rPr lang="pt-BR" dirty="0" smtClean="0"/>
              <a:t>Exemplos: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1 – Bruno viajou para um resort em Fernando de Noronha – PE, ALL Inclusive. 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2 – Eu comprei uma BMW 320i, após algum tempo de uso, houve a necessidade de realizar uma manutenção houve venda de mercadoria e a prestação de serviços.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3 – Uma construtora contratada para realizar uma obra e no canteiro da obra fabrica blocos de concreto.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4 - </a:t>
            </a:r>
            <a:r>
              <a:rPr lang="pt-BR" dirty="0"/>
              <a:t>Uma construtora contratada para realizar uma obra e </a:t>
            </a:r>
            <a:r>
              <a:rPr lang="pt-BR" dirty="0" smtClean="0"/>
              <a:t>fora </a:t>
            </a:r>
            <a:r>
              <a:rPr lang="pt-BR" dirty="0"/>
              <a:t>da obra fabrica blocos de concreto.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0562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Há casos em que o ICMS não incidirá, são eles: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>
              <a:buNone/>
            </a:pPr>
            <a:r>
              <a:rPr lang="pt-BR" dirty="0" smtClean="0"/>
              <a:t>X </a:t>
            </a:r>
            <a:r>
              <a:rPr lang="pt-BR" dirty="0"/>
              <a:t>- </a:t>
            </a:r>
            <a:r>
              <a:rPr lang="pt-BR" dirty="0" smtClean="0"/>
              <a:t>não incidirá:</a:t>
            </a: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dirty="0" smtClean="0">
                <a:solidFill>
                  <a:srgbClr val="FF0000"/>
                </a:solidFill>
              </a:rPr>
              <a:t>sobre operações que </a:t>
            </a:r>
            <a:r>
              <a:rPr lang="pt-BR" b="1" dirty="0">
                <a:solidFill>
                  <a:srgbClr val="FF0000"/>
                </a:solidFill>
              </a:rPr>
              <a:t>destinem mercadorias para o </a:t>
            </a:r>
            <a:r>
              <a:rPr lang="pt-BR" b="1" dirty="0" smtClean="0">
                <a:solidFill>
                  <a:srgbClr val="FF0000"/>
                </a:solidFill>
              </a:rPr>
              <a:t>exterior, nem </a:t>
            </a:r>
            <a:r>
              <a:rPr lang="pt-BR" b="1" dirty="0">
                <a:solidFill>
                  <a:srgbClr val="FF0000"/>
                </a:solidFill>
              </a:rPr>
              <a:t>sobre </a:t>
            </a:r>
            <a:r>
              <a:rPr lang="pt-BR" b="1" dirty="0" smtClean="0">
                <a:solidFill>
                  <a:srgbClr val="FF0000"/>
                </a:solidFill>
              </a:rPr>
              <a:t>serviços </a:t>
            </a:r>
            <a:r>
              <a:rPr lang="pt-BR" b="1" dirty="0">
                <a:solidFill>
                  <a:srgbClr val="FF0000"/>
                </a:solidFill>
              </a:rPr>
              <a:t>prestados </a:t>
            </a:r>
            <a:r>
              <a:rPr lang="pt-BR" b="1" dirty="0" smtClean="0">
                <a:solidFill>
                  <a:srgbClr val="FF0000"/>
                </a:solidFill>
              </a:rPr>
              <a:t>a destinatários </a:t>
            </a:r>
            <a:r>
              <a:rPr lang="pt-BR" b="1" dirty="0">
                <a:solidFill>
                  <a:srgbClr val="FF0000"/>
                </a:solidFill>
              </a:rPr>
              <a:t>no </a:t>
            </a:r>
            <a:r>
              <a:rPr lang="pt-BR" b="1" dirty="0" smtClean="0">
                <a:solidFill>
                  <a:srgbClr val="FF0000"/>
                </a:solidFill>
              </a:rPr>
              <a:t>exterior</a:t>
            </a:r>
            <a:r>
              <a:rPr lang="pt-BR" dirty="0" smtClean="0"/>
              <a:t>, </a:t>
            </a:r>
            <a:r>
              <a:rPr lang="pt-BR" b="1" dirty="0" smtClean="0">
                <a:solidFill>
                  <a:srgbClr val="0000FF"/>
                </a:solidFill>
              </a:rPr>
              <a:t>assegurada </a:t>
            </a:r>
            <a:r>
              <a:rPr lang="pt-BR" b="1" dirty="0">
                <a:solidFill>
                  <a:srgbClr val="0000FF"/>
                </a:solidFill>
              </a:rPr>
              <a:t>a </a:t>
            </a:r>
            <a:r>
              <a:rPr lang="pt-BR" b="1" dirty="0" smtClean="0">
                <a:solidFill>
                  <a:srgbClr val="0000FF"/>
                </a:solidFill>
              </a:rPr>
              <a:t>manutenção </a:t>
            </a:r>
            <a:r>
              <a:rPr lang="pt-BR" b="1" dirty="0">
                <a:solidFill>
                  <a:srgbClr val="0000FF"/>
                </a:solidFill>
              </a:rPr>
              <a:t>e o aproveitamento do montante </a:t>
            </a:r>
            <a:r>
              <a:rPr lang="pt-BR" b="1" dirty="0" smtClean="0">
                <a:solidFill>
                  <a:srgbClr val="0000FF"/>
                </a:solidFill>
              </a:rPr>
              <a:t>do imposto cobrado </a:t>
            </a:r>
            <a:r>
              <a:rPr lang="pt-BR" b="1" dirty="0">
                <a:solidFill>
                  <a:srgbClr val="0000FF"/>
                </a:solidFill>
              </a:rPr>
              <a:t>nas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e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anteriores</a:t>
            </a:r>
            <a:r>
              <a:rPr lang="pt-BR" dirty="0" smtClean="0">
                <a:solidFill>
                  <a:srgbClr val="0000FF"/>
                </a:solidFill>
              </a:rPr>
              <a:t>;</a:t>
            </a:r>
          </a:p>
          <a:p>
            <a:pPr marL="45720" indent="0" algn="just">
              <a:buNone/>
            </a:pPr>
            <a:endParaRPr lang="pt-BR" dirty="0" smtClean="0">
              <a:solidFill>
                <a:srgbClr val="0000FF"/>
              </a:solidFill>
            </a:endParaRPr>
          </a:p>
          <a:p>
            <a:pPr marL="45720" indent="0" algn="just">
              <a:buNone/>
            </a:pPr>
            <a:r>
              <a:rPr lang="pt-BR" b="1" dirty="0" err="1" smtClean="0">
                <a:solidFill>
                  <a:schemeClr val="tx1"/>
                </a:solidFill>
              </a:rPr>
              <a:t>Obs</a:t>
            </a:r>
            <a:r>
              <a:rPr lang="pt-BR" b="1" dirty="0" smtClean="0">
                <a:solidFill>
                  <a:schemeClr val="tx1"/>
                </a:solidFill>
              </a:rPr>
              <a:t>: </a:t>
            </a:r>
            <a:r>
              <a:rPr lang="pt-BR" dirty="0" smtClean="0">
                <a:solidFill>
                  <a:schemeClr val="tx1"/>
                </a:solidFill>
              </a:rPr>
              <a:t>Duplo beneficio fiscal.</a:t>
            </a:r>
          </a:p>
        </p:txBody>
      </p:sp>
    </p:spTree>
    <p:extLst>
      <p:ext uri="{BB962C8B-B14F-4D97-AF65-F5344CB8AC3E}">
        <p14:creationId xmlns:p14="http://schemas.microsoft.com/office/powerpoint/2010/main" val="193049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0275" y="332656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X - </a:t>
            </a:r>
            <a:r>
              <a:rPr lang="pt-BR" dirty="0" smtClean="0"/>
              <a:t>não incidirá: </a:t>
            </a:r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sobre </a:t>
            </a:r>
            <a:r>
              <a:rPr lang="pt-BR" dirty="0" smtClean="0"/>
              <a:t>operações </a:t>
            </a:r>
            <a:r>
              <a:rPr lang="pt-BR" dirty="0"/>
              <a:t>que </a:t>
            </a:r>
            <a:r>
              <a:rPr lang="pt-BR" b="1" dirty="0">
                <a:solidFill>
                  <a:srgbClr val="FF0000"/>
                </a:solidFill>
              </a:rPr>
              <a:t>destinem a outros Estados </a:t>
            </a:r>
            <a:r>
              <a:rPr lang="pt-BR" dirty="0" smtClean="0"/>
              <a:t>petróleo</a:t>
            </a:r>
            <a:r>
              <a:rPr lang="pt-BR" dirty="0"/>
              <a:t>, inclusive lubrificantes, </a:t>
            </a:r>
            <a:r>
              <a:rPr lang="pt-BR" dirty="0" smtClean="0"/>
              <a:t>combustíveis líquidos </a:t>
            </a:r>
            <a:r>
              <a:rPr lang="pt-BR" dirty="0"/>
              <a:t>e gasosos dele derivados, e energia </a:t>
            </a:r>
            <a:r>
              <a:rPr lang="pt-BR" dirty="0" smtClean="0"/>
              <a:t>elétrica</a:t>
            </a:r>
            <a:r>
              <a:rPr lang="pt-BR" dirty="0"/>
              <a:t>;</a:t>
            </a: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c) sobre o </a:t>
            </a:r>
            <a:r>
              <a:rPr lang="pt-BR" b="1" dirty="0">
                <a:solidFill>
                  <a:srgbClr val="FF0000"/>
                </a:solidFill>
              </a:rPr>
              <a:t>ouro</a:t>
            </a:r>
            <a:r>
              <a:rPr lang="pt-BR" dirty="0"/>
              <a:t>, nas </a:t>
            </a:r>
            <a:r>
              <a:rPr lang="pt-BR" dirty="0" smtClean="0"/>
              <a:t>hipóteses </a:t>
            </a:r>
            <a:r>
              <a:rPr lang="pt-BR" dirty="0"/>
              <a:t>definidas no art. 153</a:t>
            </a:r>
            <a:r>
              <a:rPr lang="pt-BR" dirty="0" smtClean="0"/>
              <a:t>,§ 5º;</a:t>
            </a:r>
          </a:p>
          <a:p>
            <a:pPr marL="45720" indent="0" algn="just">
              <a:buNone/>
            </a:pPr>
            <a:r>
              <a:rPr lang="pt-BR" b="1" dirty="0" err="1" smtClean="0">
                <a:solidFill>
                  <a:schemeClr val="tx1"/>
                </a:solidFill>
              </a:rPr>
              <a:t>Obs</a:t>
            </a:r>
            <a:r>
              <a:rPr lang="pt-BR" b="1" dirty="0" smtClean="0">
                <a:solidFill>
                  <a:schemeClr val="tx1"/>
                </a:solidFill>
              </a:rPr>
              <a:t>: </a:t>
            </a:r>
            <a:r>
              <a:rPr lang="pt-BR" dirty="0" smtClean="0"/>
              <a:t>Quando o ouro for definido como ativo financeiro ou instrumento cambial, ou seja, quando o ouro não for comercializado como mercadoria.</a:t>
            </a:r>
            <a:endParaRPr lang="pt-BR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5793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</a:t>
            </a: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X - </a:t>
            </a:r>
            <a:r>
              <a:rPr lang="pt-BR" dirty="0" smtClean="0"/>
              <a:t>não incidirá: </a:t>
            </a:r>
          </a:p>
          <a:p>
            <a:pPr marL="45720" indent="0" algn="just">
              <a:buNone/>
            </a:pPr>
            <a:r>
              <a:rPr lang="pt-BR" dirty="0" smtClean="0"/>
              <a:t>d</a:t>
            </a:r>
            <a:r>
              <a:rPr lang="pt-BR" dirty="0"/>
              <a:t>) nas </a:t>
            </a:r>
            <a:r>
              <a:rPr lang="pt-BR" dirty="0" smtClean="0"/>
              <a:t>prestações </a:t>
            </a:r>
            <a:r>
              <a:rPr lang="pt-BR" dirty="0"/>
              <a:t>de </a:t>
            </a:r>
            <a:r>
              <a:rPr lang="pt-BR" dirty="0" smtClean="0"/>
              <a:t>serviço </a:t>
            </a:r>
            <a:r>
              <a:rPr lang="pt-BR" dirty="0"/>
              <a:t>de </a:t>
            </a:r>
            <a:r>
              <a:rPr lang="pt-BR" dirty="0" smtClean="0">
                <a:solidFill>
                  <a:srgbClr val="FF0000"/>
                </a:solidFill>
              </a:rPr>
              <a:t>comunicação</a:t>
            </a:r>
            <a:r>
              <a:rPr lang="pt-BR" dirty="0" smtClean="0"/>
              <a:t> </a:t>
            </a:r>
            <a:r>
              <a:rPr lang="pt-BR" dirty="0"/>
              <a:t>nas modalidades de </a:t>
            </a:r>
            <a:r>
              <a:rPr lang="pt-BR" dirty="0" smtClean="0"/>
              <a:t>radiodifusão </a:t>
            </a:r>
            <a:r>
              <a:rPr lang="pt-BR" dirty="0"/>
              <a:t>sonora e de sons e imagens de </a:t>
            </a:r>
            <a:r>
              <a:rPr lang="pt-BR" dirty="0" smtClean="0">
                <a:solidFill>
                  <a:srgbClr val="FF0000"/>
                </a:solidFill>
              </a:rPr>
              <a:t>recepção </a:t>
            </a:r>
            <a:r>
              <a:rPr lang="pt-BR" dirty="0">
                <a:solidFill>
                  <a:srgbClr val="FF0000"/>
                </a:solidFill>
              </a:rPr>
              <a:t>livre e gratuita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e) fonogramas e videofonogramas musicais </a:t>
            </a:r>
            <a:r>
              <a:rPr lang="pt-BR" dirty="0">
                <a:solidFill>
                  <a:srgbClr val="FF0000"/>
                </a:solidFill>
              </a:rPr>
              <a:t>produzidos no Brasil</a:t>
            </a:r>
            <a:r>
              <a:rPr lang="pt-BR" dirty="0"/>
              <a:t> contendo obras musicais ou </a:t>
            </a:r>
            <a:r>
              <a:rPr lang="pt-BR" dirty="0" err="1"/>
              <a:t>literomusicais</a:t>
            </a:r>
            <a:r>
              <a:rPr lang="pt-BR" dirty="0"/>
              <a:t> de </a:t>
            </a:r>
            <a:r>
              <a:rPr lang="pt-BR" dirty="0">
                <a:solidFill>
                  <a:srgbClr val="FF0000"/>
                </a:solidFill>
              </a:rPr>
              <a:t>autores brasileiros </a:t>
            </a:r>
            <a:r>
              <a:rPr lang="pt-BR" dirty="0"/>
              <a:t>e/ou obras em geral </a:t>
            </a:r>
            <a:r>
              <a:rPr lang="pt-BR" dirty="0">
                <a:solidFill>
                  <a:srgbClr val="FF0000"/>
                </a:solidFill>
              </a:rPr>
              <a:t>interpretadas por artistas brasileiros</a:t>
            </a:r>
            <a:r>
              <a:rPr lang="pt-BR" dirty="0"/>
              <a:t> bem como os suportes materiais ou arquivos digitais que os contenham, </a:t>
            </a:r>
            <a:r>
              <a:rPr lang="pt-BR" b="1" dirty="0">
                <a:solidFill>
                  <a:srgbClr val="0000FF"/>
                </a:solidFill>
              </a:rPr>
              <a:t>salvo</a:t>
            </a:r>
            <a:r>
              <a:rPr lang="pt-BR" dirty="0">
                <a:solidFill>
                  <a:srgbClr val="0000FF"/>
                </a:solidFill>
              </a:rPr>
              <a:t> na etapa de </a:t>
            </a:r>
            <a:r>
              <a:rPr lang="pt-BR" dirty="0" smtClean="0">
                <a:solidFill>
                  <a:srgbClr val="0000FF"/>
                </a:solidFill>
              </a:rPr>
              <a:t>replicação </a:t>
            </a:r>
            <a:r>
              <a:rPr lang="pt-BR" dirty="0">
                <a:solidFill>
                  <a:srgbClr val="0000FF"/>
                </a:solidFill>
              </a:rPr>
              <a:t>industrial de </a:t>
            </a:r>
            <a:r>
              <a:rPr lang="pt-BR" dirty="0" smtClean="0">
                <a:solidFill>
                  <a:srgbClr val="0000FF"/>
                </a:solidFill>
              </a:rPr>
              <a:t>mídias ópticas </a:t>
            </a:r>
            <a:r>
              <a:rPr lang="pt-BR" dirty="0">
                <a:solidFill>
                  <a:srgbClr val="0000FF"/>
                </a:solidFill>
              </a:rPr>
              <a:t>de leitura a laser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30343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79799513"/>
              </p:ext>
            </p:extLst>
          </p:nvPr>
        </p:nvGraphicFramePr>
        <p:xfrm>
          <a:off x="827088" y="1916113"/>
          <a:ext cx="7058025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99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ICMS x IPI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b="1" dirty="0" smtClean="0"/>
              <a:t>Exemplo:</a:t>
            </a:r>
          </a:p>
          <a:p>
            <a:pPr marL="45720" indent="0" algn="just">
              <a:buNone/>
            </a:pPr>
            <a:endParaRPr lang="pt-BR" b="1" dirty="0"/>
          </a:p>
          <a:p>
            <a:pPr marL="45720" indent="0" algn="just">
              <a:buNone/>
            </a:pPr>
            <a:r>
              <a:rPr lang="pt-BR" dirty="0" smtClean="0"/>
              <a:t>1 – A fábrica ATUAL.COM venda celulares por R$ 100,00 para o contribuinte TEC.CELULARES revender com a alíquota de 12% de ICMS e 10% de IPI.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2 - A </a:t>
            </a:r>
            <a:r>
              <a:rPr lang="pt-BR" dirty="0"/>
              <a:t>fábrica ATUAL.COM venda celulares por R$ 100,00 para </a:t>
            </a:r>
            <a:r>
              <a:rPr lang="pt-BR" dirty="0" smtClean="0"/>
              <a:t>uma Barbearia com </a:t>
            </a:r>
            <a:r>
              <a:rPr lang="pt-BR" dirty="0"/>
              <a:t>a alíquota de 12% de ICMS e 10% de IPI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Qual a Base de Cálculo do ICMS?</a:t>
            </a:r>
            <a:endParaRPr lang="pt-BR" dirty="0"/>
          </a:p>
          <a:p>
            <a:pPr marL="45720" indent="0" algn="just">
              <a:buNone/>
            </a:pPr>
            <a:endParaRPr lang="pt-BR" b="1" dirty="0" smtClean="0"/>
          </a:p>
        </p:txBody>
      </p:sp>
    </p:spTree>
    <p:extLst>
      <p:ext uri="{BB962C8B-B14F-4D97-AF65-F5344CB8AC3E}">
        <p14:creationId xmlns:p14="http://schemas.microsoft.com/office/powerpoint/2010/main" val="281701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ICMS x IPI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61903525"/>
              </p:ext>
            </p:extLst>
          </p:nvPr>
        </p:nvGraphicFramePr>
        <p:xfrm>
          <a:off x="827088" y="1916113"/>
          <a:ext cx="7058025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874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136904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Reserva de Lei Complementar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Algumas regulações sobre ICMS somente podem ser criadas ou alteradas por meio de Lei Complementar.</a:t>
            </a:r>
          </a:p>
          <a:p>
            <a:pPr marL="45720" indent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pt-BR" dirty="0"/>
              <a:t>XII - cabe  lei complementar: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definir </a:t>
            </a:r>
            <a:r>
              <a:rPr lang="pt-BR" dirty="0"/>
              <a:t>seus contribuintes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dispor sobre </a:t>
            </a:r>
            <a:r>
              <a:rPr lang="pt-BR" dirty="0" smtClean="0"/>
              <a:t>substituição tributária;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c</a:t>
            </a:r>
            <a:r>
              <a:rPr lang="pt-BR" dirty="0"/>
              <a:t>) disciplinar o regime de </a:t>
            </a:r>
            <a:r>
              <a:rPr lang="pt-BR" dirty="0" smtClean="0"/>
              <a:t>compensação </a:t>
            </a:r>
            <a:r>
              <a:rPr lang="pt-BR" dirty="0"/>
              <a:t>do imposto;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701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776864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Reserva de Lei Complementar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d) fixar, para efeito de sua cobrança e definição do estabelecimento responsável, o local das operações relativas  circulação de mercadorias e das prestações de serviços;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e</a:t>
            </a:r>
            <a:r>
              <a:rPr lang="pt-BR" dirty="0"/>
              <a:t>) excluir da </a:t>
            </a:r>
            <a:r>
              <a:rPr lang="pt-BR" dirty="0" smtClean="0"/>
              <a:t>incidência </a:t>
            </a:r>
            <a:r>
              <a:rPr lang="pt-BR" dirty="0"/>
              <a:t>do imposto, nas </a:t>
            </a:r>
            <a:r>
              <a:rPr lang="pt-BR" dirty="0" smtClean="0"/>
              <a:t>exportações </a:t>
            </a:r>
            <a:r>
              <a:rPr lang="pt-BR" dirty="0"/>
              <a:t>para o exterior, </a:t>
            </a:r>
            <a:r>
              <a:rPr lang="pt-BR" dirty="0" smtClean="0"/>
              <a:t>serviços </a:t>
            </a:r>
            <a:r>
              <a:rPr lang="pt-BR" dirty="0"/>
              <a:t>e outros produtos </a:t>
            </a:r>
            <a:r>
              <a:rPr lang="pt-BR" dirty="0" smtClean="0"/>
              <a:t>além </a:t>
            </a:r>
            <a:r>
              <a:rPr lang="pt-BR" dirty="0"/>
              <a:t>dos mencionados no inciso X, "a"; </a:t>
            </a: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f) prever casos de </a:t>
            </a:r>
            <a:r>
              <a:rPr lang="pt-BR" dirty="0" smtClean="0"/>
              <a:t>manutenção </a:t>
            </a:r>
            <a:r>
              <a:rPr lang="pt-BR" dirty="0"/>
              <a:t>de </a:t>
            </a:r>
            <a:r>
              <a:rPr lang="pt-BR" dirty="0" smtClean="0"/>
              <a:t>crédito</a:t>
            </a:r>
            <a:r>
              <a:rPr lang="pt-BR" dirty="0"/>
              <a:t>, relativamente  remessa para outro Estado e </a:t>
            </a:r>
            <a:r>
              <a:rPr lang="pt-BR" dirty="0" smtClean="0"/>
              <a:t>exportação </a:t>
            </a:r>
            <a:r>
              <a:rPr lang="pt-BR" dirty="0"/>
              <a:t>para o exterior, de </a:t>
            </a:r>
            <a:r>
              <a:rPr lang="pt-BR" dirty="0" smtClean="0"/>
              <a:t>serviços </a:t>
            </a:r>
            <a:r>
              <a:rPr lang="pt-BR" dirty="0"/>
              <a:t>e de mercadorias;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293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416824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Reserva de Lei Complementar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g) regular a forma como, mediante </a:t>
            </a:r>
            <a:r>
              <a:rPr lang="pt-BR" dirty="0" smtClean="0"/>
              <a:t>deliberação </a:t>
            </a:r>
            <a:r>
              <a:rPr lang="pt-BR" dirty="0"/>
              <a:t>dos Estados e do Distrito Federal, </a:t>
            </a:r>
            <a:r>
              <a:rPr lang="pt-BR" dirty="0" smtClean="0"/>
              <a:t>isenções</a:t>
            </a:r>
            <a:r>
              <a:rPr lang="pt-BR" dirty="0"/>
              <a:t>, incentivos e </a:t>
            </a:r>
            <a:r>
              <a:rPr lang="pt-BR" dirty="0" smtClean="0"/>
              <a:t>benefícios </a:t>
            </a:r>
            <a:r>
              <a:rPr lang="pt-BR" dirty="0"/>
              <a:t>fiscais </a:t>
            </a:r>
            <a:r>
              <a:rPr lang="pt-BR" dirty="0" smtClean="0"/>
              <a:t>serão </a:t>
            </a:r>
            <a:r>
              <a:rPr lang="pt-BR" dirty="0"/>
              <a:t>concedidos e revogados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h) definir os </a:t>
            </a:r>
            <a:r>
              <a:rPr lang="pt-BR" dirty="0" smtClean="0"/>
              <a:t>combustíveis </a:t>
            </a:r>
            <a:r>
              <a:rPr lang="pt-BR" dirty="0"/>
              <a:t>e lubrificantes sobre os quais o imposto incidir uma </a:t>
            </a:r>
            <a:r>
              <a:rPr lang="pt-BR" dirty="0" smtClean="0"/>
              <a:t>única </a:t>
            </a:r>
            <a:r>
              <a:rPr lang="pt-BR" dirty="0"/>
              <a:t>vez, qualquer que seja a sua finalidade, </a:t>
            </a:r>
            <a:r>
              <a:rPr lang="pt-BR" dirty="0" smtClean="0"/>
              <a:t>hipótese </a:t>
            </a:r>
            <a:r>
              <a:rPr lang="pt-BR" dirty="0"/>
              <a:t>em que no se aplicar o disposto no inciso X, b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i) fixar a base de </a:t>
            </a:r>
            <a:r>
              <a:rPr lang="pt-BR" dirty="0" smtClean="0"/>
              <a:t>cálculo</a:t>
            </a:r>
            <a:r>
              <a:rPr lang="pt-BR" dirty="0"/>
              <a:t>, de modo que o montante do imposto a integre, </a:t>
            </a:r>
            <a:r>
              <a:rPr lang="pt-BR" dirty="0" smtClean="0"/>
              <a:t>também </a:t>
            </a:r>
            <a:r>
              <a:rPr lang="pt-BR" dirty="0"/>
              <a:t>na </a:t>
            </a:r>
            <a:r>
              <a:rPr lang="pt-BR" dirty="0" smtClean="0"/>
              <a:t>importação </a:t>
            </a:r>
            <a:r>
              <a:rPr lang="pt-BR" dirty="0"/>
              <a:t>do exterior de bem, mercadoria ou </a:t>
            </a:r>
            <a:r>
              <a:rPr lang="pt-BR" dirty="0" smtClean="0"/>
              <a:t>serviço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84355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 Restrita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3º À exceção </a:t>
            </a:r>
            <a:r>
              <a:rPr lang="pt-BR" dirty="0"/>
              <a:t>dos impostos de que tratam o </a:t>
            </a:r>
            <a:r>
              <a:rPr lang="pt-BR" b="1" dirty="0">
                <a:solidFill>
                  <a:srgbClr val="0000FF"/>
                </a:solidFill>
              </a:rPr>
              <a:t>inciso II do </a:t>
            </a:r>
            <a:r>
              <a:rPr lang="pt-BR" b="1" i="1" dirty="0">
                <a:solidFill>
                  <a:srgbClr val="0000FF"/>
                </a:solidFill>
              </a:rPr>
              <a:t>caput</a:t>
            </a:r>
            <a:r>
              <a:rPr lang="pt-BR" b="1" dirty="0">
                <a:solidFill>
                  <a:srgbClr val="0000FF"/>
                </a:solidFill>
              </a:rPr>
              <a:t> deste artigo</a:t>
            </a:r>
            <a:r>
              <a:rPr lang="pt-BR" dirty="0"/>
              <a:t> e o </a:t>
            </a:r>
            <a:r>
              <a:rPr lang="pt-BR" b="1" dirty="0">
                <a:solidFill>
                  <a:srgbClr val="0000FF"/>
                </a:solidFill>
              </a:rPr>
              <a:t>art. 153, I e II</a:t>
            </a:r>
            <a:r>
              <a:rPr lang="pt-BR" dirty="0"/>
              <a:t>, nenhum outro imposto poder incidir sobre </a:t>
            </a:r>
            <a:r>
              <a:rPr lang="pt-BR" dirty="0" smtClean="0"/>
              <a:t>operações </a:t>
            </a:r>
            <a:r>
              <a:rPr lang="pt-BR" dirty="0"/>
              <a:t>relativas a </a:t>
            </a:r>
            <a:r>
              <a:rPr lang="pt-BR" dirty="0">
                <a:solidFill>
                  <a:srgbClr val="FF0000"/>
                </a:solidFill>
              </a:rPr>
              <a:t>energia </a:t>
            </a:r>
            <a:r>
              <a:rPr lang="pt-BR" dirty="0" smtClean="0">
                <a:solidFill>
                  <a:srgbClr val="FF0000"/>
                </a:solidFill>
              </a:rPr>
              <a:t>elétrica</a:t>
            </a:r>
            <a:r>
              <a:rPr lang="pt-BR" dirty="0"/>
              <a:t>, </a:t>
            </a:r>
            <a:r>
              <a:rPr lang="pt-BR" dirty="0" smtClean="0"/>
              <a:t>serviços </a:t>
            </a:r>
            <a:r>
              <a:rPr lang="pt-BR" dirty="0"/>
              <a:t>de </a:t>
            </a:r>
            <a:r>
              <a:rPr lang="pt-BR" dirty="0" smtClean="0">
                <a:solidFill>
                  <a:srgbClr val="FF0000"/>
                </a:solidFill>
              </a:rPr>
              <a:t>telecomunicações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derivados de </a:t>
            </a:r>
            <a:r>
              <a:rPr lang="pt-BR" dirty="0" smtClean="0">
                <a:solidFill>
                  <a:srgbClr val="FF0000"/>
                </a:solidFill>
              </a:rPr>
              <a:t>petróleo</a:t>
            </a:r>
            <a:r>
              <a:rPr lang="pt-BR" dirty="0"/>
              <a:t>, </a:t>
            </a:r>
            <a:r>
              <a:rPr lang="pt-BR" dirty="0" smtClean="0">
                <a:solidFill>
                  <a:srgbClr val="FF0000"/>
                </a:solidFill>
              </a:rPr>
              <a:t>combustíveis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>
                <a:solidFill>
                  <a:srgbClr val="FF0000"/>
                </a:solidFill>
              </a:rPr>
              <a:t>minerais do </a:t>
            </a:r>
            <a:r>
              <a:rPr lang="pt-BR" dirty="0" smtClean="0">
                <a:solidFill>
                  <a:srgbClr val="FF0000"/>
                </a:solidFill>
              </a:rPr>
              <a:t>País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48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512168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Tributação dos combustíveis e Lubrificantes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4º Na hipótese </a:t>
            </a:r>
            <a:r>
              <a:rPr lang="pt-BR" dirty="0"/>
              <a:t>do inciso XII, h, </a:t>
            </a:r>
            <a:r>
              <a:rPr lang="pt-BR" dirty="0" smtClean="0"/>
              <a:t>observar-se-á o </a:t>
            </a:r>
            <a:r>
              <a:rPr lang="pt-BR" dirty="0"/>
              <a:t>seguinte: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nas </a:t>
            </a:r>
            <a:r>
              <a:rPr lang="pt-BR" dirty="0" smtClean="0"/>
              <a:t>operações </a:t>
            </a:r>
            <a:r>
              <a:rPr lang="pt-BR" dirty="0"/>
              <a:t>com os lubrificantes e </a:t>
            </a:r>
            <a:r>
              <a:rPr lang="pt-BR" dirty="0" smtClean="0"/>
              <a:t>combustíveis </a:t>
            </a:r>
            <a:r>
              <a:rPr lang="pt-BR" dirty="0"/>
              <a:t>derivados de </a:t>
            </a:r>
            <a:r>
              <a:rPr lang="pt-BR" dirty="0" smtClean="0"/>
              <a:t>petróleo</a:t>
            </a:r>
            <a:r>
              <a:rPr lang="pt-BR" dirty="0"/>
              <a:t>, o imposto caber ao Estado onde ocorrer o consumo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II - nas </a:t>
            </a:r>
            <a:r>
              <a:rPr lang="pt-BR" dirty="0" smtClean="0"/>
              <a:t>operações </a:t>
            </a:r>
            <a:r>
              <a:rPr lang="pt-BR" dirty="0"/>
              <a:t>interestaduais, entre contribuintes, com </a:t>
            </a:r>
            <a:r>
              <a:rPr lang="pt-BR" dirty="0" smtClean="0"/>
              <a:t>gás </a:t>
            </a:r>
            <a:r>
              <a:rPr lang="pt-BR" dirty="0"/>
              <a:t>natural e seus derivados, e lubrificantes e </a:t>
            </a:r>
            <a:r>
              <a:rPr lang="pt-BR" dirty="0" smtClean="0"/>
              <a:t>combustíveis não incluídos </a:t>
            </a:r>
            <a:r>
              <a:rPr lang="pt-BR" dirty="0"/>
              <a:t>no inciso I deste </a:t>
            </a:r>
            <a:r>
              <a:rPr lang="pt-BR" dirty="0" smtClean="0"/>
              <a:t>parágrafo</a:t>
            </a:r>
            <a:r>
              <a:rPr lang="pt-BR" dirty="0"/>
              <a:t>, o imposto </a:t>
            </a:r>
            <a:r>
              <a:rPr lang="pt-BR" dirty="0" smtClean="0"/>
              <a:t>será </a:t>
            </a:r>
            <a:r>
              <a:rPr lang="pt-BR" dirty="0"/>
              <a:t>repartido entre os Estados de origem e de destino, mantendo-se a mesma proporcionalidade que ocorre nas </a:t>
            </a:r>
            <a:r>
              <a:rPr lang="pt-BR" dirty="0" smtClean="0"/>
              <a:t>operações </a:t>
            </a:r>
            <a:r>
              <a:rPr lang="pt-BR" dirty="0"/>
              <a:t>com as demais </a:t>
            </a:r>
            <a:r>
              <a:rPr lang="pt-BR" dirty="0" smtClean="0"/>
              <a:t>mercadorias;</a:t>
            </a:r>
          </a:p>
        </p:txBody>
      </p:sp>
    </p:spTree>
    <p:extLst>
      <p:ext uri="{BB962C8B-B14F-4D97-AF65-F5344CB8AC3E}">
        <p14:creationId xmlns:p14="http://schemas.microsoft.com/office/powerpoint/2010/main" val="178734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512168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Tributação dos combustíveis e Lubrificantes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III - nas </a:t>
            </a:r>
            <a:r>
              <a:rPr lang="pt-BR" dirty="0" smtClean="0"/>
              <a:t>operações </a:t>
            </a:r>
            <a:r>
              <a:rPr lang="pt-BR" dirty="0"/>
              <a:t>interestaduais com </a:t>
            </a:r>
            <a:r>
              <a:rPr lang="pt-BR" dirty="0" smtClean="0"/>
              <a:t>gás </a:t>
            </a:r>
            <a:r>
              <a:rPr lang="pt-BR" dirty="0"/>
              <a:t>natural e seus derivados, e lubrificantes e </a:t>
            </a:r>
            <a:r>
              <a:rPr lang="pt-BR" dirty="0" smtClean="0"/>
              <a:t>combustíveis não incluídos </a:t>
            </a:r>
            <a:r>
              <a:rPr lang="pt-BR" dirty="0"/>
              <a:t>no inciso I deste </a:t>
            </a:r>
            <a:r>
              <a:rPr lang="pt-BR" dirty="0" smtClean="0"/>
              <a:t>parágrafo</a:t>
            </a:r>
            <a:r>
              <a:rPr lang="pt-BR" dirty="0"/>
              <a:t>, destinadas a </a:t>
            </a:r>
            <a:r>
              <a:rPr lang="pt-BR" dirty="0" smtClean="0"/>
              <a:t>não </a:t>
            </a:r>
            <a:r>
              <a:rPr lang="pt-BR" dirty="0"/>
              <a:t>contribuinte, o imposto caber ao Estado de origem;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36956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512168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Tributação dos combustíveis e Lubrificantes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2592153"/>
              </p:ext>
            </p:extLst>
          </p:nvPr>
        </p:nvGraphicFramePr>
        <p:xfrm>
          <a:off x="827088" y="1916113"/>
          <a:ext cx="7058025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34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512168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Tributação dos combustíveis e Lubrificantes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IV - as </a:t>
            </a:r>
            <a:r>
              <a:rPr lang="pt-BR" dirty="0" smtClean="0"/>
              <a:t>alíquotas </a:t>
            </a:r>
            <a:r>
              <a:rPr lang="pt-BR" dirty="0"/>
              <a:t>do imposto </a:t>
            </a:r>
            <a:r>
              <a:rPr lang="pt-BR" dirty="0" smtClean="0"/>
              <a:t>serão </a:t>
            </a:r>
            <a:r>
              <a:rPr lang="pt-BR" dirty="0"/>
              <a:t>definidas mediante </a:t>
            </a:r>
            <a:r>
              <a:rPr lang="pt-BR" dirty="0" smtClean="0"/>
              <a:t>deliberação </a:t>
            </a:r>
            <a:r>
              <a:rPr lang="pt-BR" dirty="0"/>
              <a:t>dos Estados e Distrito Federal, nos termos do §</a:t>
            </a:r>
            <a:r>
              <a:rPr lang="pt-BR" dirty="0" smtClean="0"/>
              <a:t>2º, </a:t>
            </a:r>
            <a:r>
              <a:rPr lang="pt-BR" dirty="0"/>
              <a:t>XII, g, observando-se o seguinte:  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a) serão </a:t>
            </a:r>
            <a:r>
              <a:rPr lang="pt-BR" dirty="0"/>
              <a:t>uniformes em todo o </a:t>
            </a:r>
            <a:r>
              <a:rPr lang="pt-BR" dirty="0" smtClean="0"/>
              <a:t>território </a:t>
            </a:r>
            <a:r>
              <a:rPr lang="pt-BR" dirty="0"/>
              <a:t>nacional, podendo ser diferenciadas por produto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b) </a:t>
            </a:r>
            <a:r>
              <a:rPr lang="pt-BR" dirty="0" smtClean="0"/>
              <a:t>poderão </a:t>
            </a:r>
            <a:r>
              <a:rPr lang="pt-BR" dirty="0"/>
              <a:t>ser </a:t>
            </a:r>
            <a:r>
              <a:rPr lang="pt-BR" dirty="0" smtClean="0"/>
              <a:t>específicas</a:t>
            </a:r>
            <a:r>
              <a:rPr lang="pt-BR" dirty="0"/>
              <a:t>, por unidade de medida adotada, ou </a:t>
            </a:r>
            <a:r>
              <a:rPr lang="pt-BR" i="1" dirty="0"/>
              <a:t>ad valorem</a:t>
            </a:r>
            <a:r>
              <a:rPr lang="pt-BR" dirty="0"/>
              <a:t>, incidindo sobre o valor da </a:t>
            </a:r>
            <a:r>
              <a:rPr lang="pt-BR" dirty="0" smtClean="0"/>
              <a:t>operação </a:t>
            </a:r>
            <a:r>
              <a:rPr lang="pt-BR" dirty="0"/>
              <a:t>ou sobre o </a:t>
            </a:r>
            <a:r>
              <a:rPr lang="pt-BR" dirty="0" smtClean="0"/>
              <a:t>preço </a:t>
            </a:r>
            <a:r>
              <a:rPr lang="pt-BR" dirty="0"/>
              <a:t>que o produto ou seu similar </a:t>
            </a:r>
            <a:r>
              <a:rPr lang="pt-BR" dirty="0" smtClean="0"/>
              <a:t>alcançaria </a:t>
            </a:r>
            <a:r>
              <a:rPr lang="pt-BR" dirty="0"/>
              <a:t>em uma venda em </a:t>
            </a:r>
            <a:r>
              <a:rPr lang="pt-BR" dirty="0" smtClean="0"/>
              <a:t>condições </a:t>
            </a:r>
            <a:r>
              <a:rPr lang="pt-BR" dirty="0"/>
              <a:t>de livre </a:t>
            </a:r>
            <a:r>
              <a:rPr lang="pt-BR" dirty="0" smtClean="0"/>
              <a:t>concorrência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55312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512168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Tributação dos combustíveis e Lubrificantes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c</a:t>
            </a:r>
            <a:r>
              <a:rPr lang="pt-BR" dirty="0"/>
              <a:t>) </a:t>
            </a:r>
            <a:r>
              <a:rPr lang="pt-BR" dirty="0" smtClean="0"/>
              <a:t>poderão </a:t>
            </a:r>
            <a:r>
              <a:rPr lang="pt-BR" dirty="0"/>
              <a:t>ser reduzidas e restabelecidas, no se lhes aplicando o </a:t>
            </a:r>
            <a:r>
              <a:rPr lang="pt-BR" dirty="0" smtClean="0"/>
              <a:t>disposto </a:t>
            </a:r>
            <a:r>
              <a:rPr lang="pt-BR" dirty="0"/>
              <a:t>no art. 150, III, b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ctr">
              <a:buNone/>
            </a:pPr>
            <a:r>
              <a:rPr lang="pt-BR" b="1" dirty="0" smtClean="0">
                <a:solidFill>
                  <a:srgbClr val="0000FF"/>
                </a:solidFill>
              </a:rPr>
              <a:t>Respeita o princípio da </a:t>
            </a:r>
            <a:r>
              <a:rPr lang="pt-BR" b="1" dirty="0" err="1" smtClean="0">
                <a:solidFill>
                  <a:srgbClr val="0000FF"/>
                </a:solidFill>
              </a:rPr>
              <a:t>noventena</a:t>
            </a:r>
            <a:endParaRPr lang="pt-BR" b="1" dirty="0" smtClean="0">
              <a:solidFill>
                <a:srgbClr val="0000FF"/>
              </a:solidFill>
            </a:endParaRPr>
          </a:p>
          <a:p>
            <a:pPr marL="45720" indent="0" algn="ctr">
              <a:buNone/>
            </a:pPr>
            <a:r>
              <a:rPr lang="pt-BR" b="1" dirty="0" smtClean="0"/>
              <a:t>x</a:t>
            </a:r>
            <a:endParaRPr lang="pt-BR" b="1" dirty="0"/>
          </a:p>
          <a:p>
            <a:pPr marL="45720" indent="0" algn="ctr">
              <a:buNone/>
            </a:pPr>
            <a:r>
              <a:rPr lang="pt-BR" b="1" dirty="0" smtClean="0">
                <a:solidFill>
                  <a:srgbClr val="FF0000"/>
                </a:solidFill>
              </a:rPr>
              <a:t>Não respeita o princípio da anterioridade</a:t>
            </a:r>
          </a:p>
        </p:txBody>
      </p:sp>
    </p:spTree>
    <p:extLst>
      <p:ext uri="{BB962C8B-B14F-4D97-AF65-F5344CB8AC3E}">
        <p14:creationId xmlns:p14="http://schemas.microsoft.com/office/powerpoint/2010/main" val="379090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gração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ntegração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ção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760</TotalTime>
  <Words>2678</Words>
  <Application>Microsoft Office PowerPoint</Application>
  <PresentationFormat>Apresentação na tela (4:3)</PresentationFormat>
  <Paragraphs>317</Paragraphs>
  <Slides>53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4" baseType="lpstr">
      <vt:lpstr>Integração</vt:lpstr>
      <vt:lpstr>Intensivo de ICMS </vt:lpstr>
      <vt:lpstr>Apresentação do PowerPoint</vt:lpstr>
      <vt:lpstr>Elementos do Tributo </vt:lpstr>
      <vt:lpstr>Elementos do Tributo </vt:lpstr>
      <vt:lpstr>Elementos do Tributo </vt:lpstr>
      <vt:lpstr>Elementos do Tributo </vt:lpstr>
      <vt:lpstr>Principais Características </vt:lpstr>
      <vt:lpstr>Principais Características </vt:lpstr>
      <vt:lpstr>ICMS na Constituição </vt:lpstr>
      <vt:lpstr>Definição de ICMS</vt:lpstr>
      <vt:lpstr>Vai incidir ICMS ou ISS? </vt:lpstr>
      <vt:lpstr>Não cumulatividade </vt:lpstr>
      <vt:lpstr>Não cumulatividade </vt:lpstr>
      <vt:lpstr>Não cumulatividade </vt:lpstr>
      <vt:lpstr>Não cumulatividade </vt:lpstr>
      <vt:lpstr>Não cumulatividade </vt:lpstr>
      <vt:lpstr>Não cumulatividade </vt:lpstr>
      <vt:lpstr>Alíquota </vt:lpstr>
      <vt:lpstr>Alíquota </vt:lpstr>
      <vt:lpstr>Alíquota </vt:lpstr>
      <vt:lpstr>Alíquota </vt:lpstr>
      <vt:lpstr>Alíquota </vt:lpstr>
      <vt:lpstr>Alíquota </vt:lpstr>
      <vt:lpstr>Alíquota </vt:lpstr>
      <vt:lpstr>Alíquota </vt:lpstr>
      <vt:lpstr>Alíquota </vt:lpstr>
      <vt:lpstr>Alíquota </vt:lpstr>
      <vt:lpstr>Alíquota </vt:lpstr>
      <vt:lpstr>Incidência </vt:lpstr>
      <vt:lpstr>Incidência </vt:lpstr>
      <vt:lpstr>Incidência </vt:lpstr>
      <vt:lpstr>Incidência </vt:lpstr>
      <vt:lpstr>Incidência </vt:lpstr>
      <vt:lpstr>Incidência </vt:lpstr>
      <vt:lpstr>Incidência </vt:lpstr>
      <vt:lpstr>Incidência </vt:lpstr>
      <vt:lpstr>Esquema de Incidência</vt:lpstr>
      <vt:lpstr>Incidência </vt:lpstr>
      <vt:lpstr>Não Incidência </vt:lpstr>
      <vt:lpstr>Não Incidência </vt:lpstr>
      <vt:lpstr>Não Incidência </vt:lpstr>
      <vt:lpstr>Não Incidência </vt:lpstr>
      <vt:lpstr>ICMS x IPI </vt:lpstr>
      <vt:lpstr>ICMS x IPI </vt:lpstr>
      <vt:lpstr>Reserva de Lei Complementar </vt:lpstr>
      <vt:lpstr>Reserva de Lei Complementar </vt:lpstr>
      <vt:lpstr>Reserva de Lei Complementar </vt:lpstr>
      <vt:lpstr>Incidência Restrita </vt:lpstr>
      <vt:lpstr>Tributação dos combustíveis e Lubrificantes </vt:lpstr>
      <vt:lpstr>Tributação dos combustíveis e Lubrificantes </vt:lpstr>
      <vt:lpstr>Tributação dos combustíveis e Lubrificantes </vt:lpstr>
      <vt:lpstr>Tributação dos combustíveis e Lubrificantes </vt:lpstr>
      <vt:lpstr>Tributação dos combustíveis e Lubrificantes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Definição de ICMS</dc:title>
  <dc:creator>ASUS</dc:creator>
  <cp:lastModifiedBy>ASUS</cp:lastModifiedBy>
  <cp:revision>52</cp:revision>
  <cp:lastPrinted>2018-06-18T13:14:56Z</cp:lastPrinted>
  <dcterms:created xsi:type="dcterms:W3CDTF">2018-03-21T16:06:44Z</dcterms:created>
  <dcterms:modified xsi:type="dcterms:W3CDTF">2018-06-19T20:35:34Z</dcterms:modified>
</cp:coreProperties>
</file>