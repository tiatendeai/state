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8" r:id="rId2"/>
  </p:sldMasterIdLst>
  <p:sldIdLst>
    <p:sldId id="256" r:id="rId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-84" y="-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631" y="2129984"/>
            <a:ext cx="7772739" cy="1470394"/>
          </a:xfrm>
          <a:prstGeom prst="rect">
            <a:avLst/>
          </a:prstGeom>
        </p:spPr>
        <p:txBody>
          <a:bodyPr lIns="80165" tIns="40083" rIns="80165" bIns="40083"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61" y="3885528"/>
            <a:ext cx="6401479" cy="1752664"/>
          </a:xfrm>
          <a:prstGeom prst="rect">
            <a:avLst/>
          </a:prstGeom>
        </p:spPr>
        <p:txBody>
          <a:bodyPr lIns="80165" tIns="40083" rIns="80165" bIns="40083"/>
          <a:lstStyle>
            <a:lvl1pPr marL="0" indent="0" algn="ctr">
              <a:buNone/>
              <a:defRPr/>
            </a:lvl1pPr>
            <a:lvl2pPr marL="400827" indent="0" algn="ctr">
              <a:buNone/>
              <a:defRPr/>
            </a:lvl2pPr>
            <a:lvl3pPr marL="801654" indent="0" algn="ctr">
              <a:buNone/>
              <a:defRPr/>
            </a:lvl3pPr>
            <a:lvl4pPr marL="1202482" indent="0" algn="ctr">
              <a:buNone/>
              <a:defRPr/>
            </a:lvl4pPr>
            <a:lvl5pPr marL="1603309" indent="0" algn="ctr">
              <a:buNone/>
              <a:defRPr/>
            </a:lvl5pPr>
            <a:lvl6pPr marL="2004136" indent="0" algn="ctr">
              <a:buNone/>
              <a:defRPr/>
            </a:lvl6pPr>
            <a:lvl7pPr marL="2404963" indent="0" algn="ctr">
              <a:buNone/>
              <a:defRPr/>
            </a:lvl7pPr>
            <a:lvl8pPr marL="2805791" indent="0" algn="ctr">
              <a:buNone/>
              <a:defRPr/>
            </a:lvl8pPr>
            <a:lvl9pPr marL="3206618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304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40" y="275070"/>
            <a:ext cx="8228920" cy="1142039"/>
          </a:xfrm>
          <a:prstGeom prst="rect">
            <a:avLst/>
          </a:prstGeom>
        </p:spPr>
        <p:txBody>
          <a:bodyPr lIns="80165" tIns="40083" rIns="80165" bIns="40083"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540" y="1600008"/>
            <a:ext cx="8228920" cy="4526395"/>
          </a:xfrm>
          <a:prstGeom prst="rect">
            <a:avLst/>
          </a:prstGeom>
        </p:spPr>
        <p:txBody>
          <a:bodyPr lIns="80165" tIns="40083" rIns="80165" bIns="40083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1226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88" y="4406863"/>
            <a:ext cx="7772739" cy="1362383"/>
          </a:xfrm>
          <a:prstGeom prst="rect">
            <a:avLst/>
          </a:prstGeom>
        </p:spPr>
        <p:txBody>
          <a:bodyPr lIns="80165" tIns="40083" rIns="80165" bIns="40083" anchor="t"/>
          <a:lstStyle>
            <a:lvl1pPr algn="l">
              <a:defRPr sz="3500" b="1" cap="all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288" y="2906225"/>
            <a:ext cx="7772739" cy="1500638"/>
          </a:xfrm>
          <a:prstGeom prst="rect">
            <a:avLst/>
          </a:prstGeom>
        </p:spPr>
        <p:txBody>
          <a:bodyPr lIns="80165" tIns="40083" rIns="80165" bIns="40083" anchor="b"/>
          <a:lstStyle>
            <a:lvl1pPr marL="0" indent="0">
              <a:buNone/>
              <a:defRPr sz="1800"/>
            </a:lvl1pPr>
            <a:lvl2pPr marL="400827" indent="0">
              <a:buNone/>
              <a:defRPr sz="1600"/>
            </a:lvl2pPr>
            <a:lvl3pPr marL="801654" indent="0">
              <a:buNone/>
              <a:defRPr sz="1400"/>
            </a:lvl3pPr>
            <a:lvl4pPr marL="1202482" indent="0">
              <a:buNone/>
              <a:defRPr sz="1200"/>
            </a:lvl4pPr>
            <a:lvl5pPr marL="1603309" indent="0">
              <a:buNone/>
              <a:defRPr sz="1200"/>
            </a:lvl5pPr>
            <a:lvl6pPr marL="2004136" indent="0">
              <a:buNone/>
              <a:defRPr sz="1200"/>
            </a:lvl6pPr>
            <a:lvl7pPr marL="2404963" indent="0">
              <a:buNone/>
              <a:defRPr sz="1200"/>
            </a:lvl7pPr>
            <a:lvl8pPr marL="2805791" indent="0">
              <a:buNone/>
              <a:defRPr sz="1200"/>
            </a:lvl8pPr>
            <a:lvl9pPr marL="3206618" indent="0">
              <a:buNone/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767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40" y="275070"/>
            <a:ext cx="8228920" cy="1142039"/>
          </a:xfrm>
          <a:prstGeom prst="rect">
            <a:avLst/>
          </a:prstGeom>
        </p:spPr>
        <p:txBody>
          <a:bodyPr lIns="80165" tIns="40083" rIns="80165" bIns="40083"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540" y="1600008"/>
            <a:ext cx="4048613" cy="4526395"/>
          </a:xfrm>
          <a:prstGeom prst="rect">
            <a:avLst/>
          </a:prstGeom>
        </p:spPr>
        <p:txBody>
          <a:bodyPr lIns="80165" tIns="40083" rIns="80165" bIns="40083"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490" y="1600008"/>
            <a:ext cx="4049970" cy="4526395"/>
          </a:xfrm>
          <a:prstGeom prst="rect">
            <a:avLst/>
          </a:prstGeom>
        </p:spPr>
        <p:txBody>
          <a:bodyPr lIns="80165" tIns="40083" rIns="80165" bIns="40083"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96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40" y="275070"/>
            <a:ext cx="8228920" cy="1142039"/>
          </a:xfrm>
          <a:prstGeom prst="rect">
            <a:avLst/>
          </a:prstGeom>
        </p:spPr>
        <p:txBody>
          <a:bodyPr lIns="80165" tIns="40083" rIns="80165" bIns="40083"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40" y="1535201"/>
            <a:ext cx="4040467" cy="639427"/>
          </a:xfrm>
          <a:prstGeom prst="rect">
            <a:avLst/>
          </a:prstGeom>
        </p:spPr>
        <p:txBody>
          <a:bodyPr lIns="80165" tIns="40083" rIns="80165" bIns="40083" anchor="b"/>
          <a:lstStyle>
            <a:lvl1pPr marL="0" indent="0">
              <a:buNone/>
              <a:defRPr sz="2100" b="1"/>
            </a:lvl1pPr>
            <a:lvl2pPr marL="400827" indent="0">
              <a:buNone/>
              <a:defRPr sz="1800" b="1"/>
            </a:lvl2pPr>
            <a:lvl3pPr marL="801654" indent="0">
              <a:buNone/>
              <a:defRPr sz="1600" b="1"/>
            </a:lvl3pPr>
            <a:lvl4pPr marL="1202482" indent="0">
              <a:buNone/>
              <a:defRPr sz="1400" b="1"/>
            </a:lvl4pPr>
            <a:lvl5pPr marL="1603309" indent="0">
              <a:buNone/>
              <a:defRPr sz="1400" b="1"/>
            </a:lvl5pPr>
            <a:lvl6pPr marL="2004136" indent="0">
              <a:buNone/>
              <a:defRPr sz="1400" b="1"/>
            </a:lvl6pPr>
            <a:lvl7pPr marL="2404963" indent="0">
              <a:buNone/>
              <a:defRPr sz="1400" b="1"/>
            </a:lvl7pPr>
            <a:lvl8pPr marL="2805791" indent="0">
              <a:buNone/>
              <a:defRPr sz="1400" b="1"/>
            </a:lvl8pPr>
            <a:lvl9pPr marL="3206618" indent="0">
              <a:buNone/>
              <a:defRPr sz="14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40" y="2174628"/>
            <a:ext cx="4040467" cy="3951775"/>
          </a:xfrm>
          <a:prstGeom prst="rect">
            <a:avLst/>
          </a:prstGeom>
        </p:spPr>
        <p:txBody>
          <a:bodyPr lIns="80165" tIns="40083" rIns="80165" bIns="40083"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637" y="1535201"/>
            <a:ext cx="4041824" cy="639427"/>
          </a:xfrm>
          <a:prstGeom prst="rect">
            <a:avLst/>
          </a:prstGeom>
        </p:spPr>
        <p:txBody>
          <a:bodyPr lIns="80165" tIns="40083" rIns="80165" bIns="40083" anchor="b"/>
          <a:lstStyle>
            <a:lvl1pPr marL="0" indent="0">
              <a:buNone/>
              <a:defRPr sz="2100" b="1"/>
            </a:lvl1pPr>
            <a:lvl2pPr marL="400827" indent="0">
              <a:buNone/>
              <a:defRPr sz="1800" b="1"/>
            </a:lvl2pPr>
            <a:lvl3pPr marL="801654" indent="0">
              <a:buNone/>
              <a:defRPr sz="1600" b="1"/>
            </a:lvl3pPr>
            <a:lvl4pPr marL="1202482" indent="0">
              <a:buNone/>
              <a:defRPr sz="1400" b="1"/>
            </a:lvl4pPr>
            <a:lvl5pPr marL="1603309" indent="0">
              <a:buNone/>
              <a:defRPr sz="1400" b="1"/>
            </a:lvl5pPr>
            <a:lvl6pPr marL="2004136" indent="0">
              <a:buNone/>
              <a:defRPr sz="1400" b="1"/>
            </a:lvl6pPr>
            <a:lvl7pPr marL="2404963" indent="0">
              <a:buNone/>
              <a:defRPr sz="1400" b="1"/>
            </a:lvl7pPr>
            <a:lvl8pPr marL="2805791" indent="0">
              <a:buNone/>
              <a:defRPr sz="1400" b="1"/>
            </a:lvl8pPr>
            <a:lvl9pPr marL="3206618" indent="0">
              <a:buNone/>
              <a:defRPr sz="14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637" y="2174628"/>
            <a:ext cx="4041824" cy="3951775"/>
          </a:xfrm>
          <a:prstGeom prst="rect">
            <a:avLst/>
          </a:prstGeom>
        </p:spPr>
        <p:txBody>
          <a:bodyPr lIns="80165" tIns="40083" rIns="80165" bIns="40083"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993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40" y="275070"/>
            <a:ext cx="8228920" cy="1142039"/>
          </a:xfrm>
          <a:prstGeom prst="rect">
            <a:avLst/>
          </a:prstGeom>
        </p:spPr>
        <p:txBody>
          <a:bodyPr lIns="80165" tIns="40083" rIns="80165" bIns="40083"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98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85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40" y="273629"/>
            <a:ext cx="3008627" cy="1160762"/>
          </a:xfrm>
          <a:prstGeom prst="rect">
            <a:avLst/>
          </a:prstGeom>
        </p:spPr>
        <p:txBody>
          <a:bodyPr lIns="80165" tIns="40083" rIns="80165" bIns="40083" anchor="b"/>
          <a:lstStyle>
            <a:lvl1pPr algn="l">
              <a:defRPr sz="1800" b="1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782" y="273629"/>
            <a:ext cx="5111679" cy="5852774"/>
          </a:xfrm>
          <a:prstGeom prst="rect">
            <a:avLst/>
          </a:prstGeom>
        </p:spPr>
        <p:txBody>
          <a:bodyPr lIns="80165" tIns="40083" rIns="80165" bIns="40083"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40" y="1434391"/>
            <a:ext cx="3008627" cy="4692013"/>
          </a:xfrm>
          <a:prstGeom prst="rect">
            <a:avLst/>
          </a:prstGeom>
        </p:spPr>
        <p:txBody>
          <a:bodyPr lIns="80165" tIns="40083" rIns="80165" bIns="40083"/>
          <a:lstStyle>
            <a:lvl1pPr marL="0" indent="0">
              <a:buNone/>
              <a:defRPr sz="1200"/>
            </a:lvl1pPr>
            <a:lvl2pPr marL="400827" indent="0">
              <a:buNone/>
              <a:defRPr sz="1100"/>
            </a:lvl2pPr>
            <a:lvl3pPr marL="801654" indent="0">
              <a:buNone/>
              <a:defRPr sz="900"/>
            </a:lvl3pPr>
            <a:lvl4pPr marL="1202482" indent="0">
              <a:buNone/>
              <a:defRPr sz="800"/>
            </a:lvl4pPr>
            <a:lvl5pPr marL="1603309" indent="0">
              <a:buNone/>
              <a:defRPr sz="800"/>
            </a:lvl5pPr>
            <a:lvl6pPr marL="2004136" indent="0">
              <a:buNone/>
              <a:defRPr sz="800"/>
            </a:lvl6pPr>
            <a:lvl7pPr marL="2404963" indent="0">
              <a:buNone/>
              <a:defRPr sz="800"/>
            </a:lvl7pPr>
            <a:lvl8pPr marL="2805791" indent="0">
              <a:buNone/>
              <a:defRPr sz="800"/>
            </a:lvl8pPr>
            <a:lvl9pPr marL="3206618" indent="0">
              <a:buNone/>
              <a:defRPr sz="8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7344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43" y="4800025"/>
            <a:ext cx="5486400" cy="567420"/>
          </a:xfrm>
          <a:prstGeom prst="rect">
            <a:avLst/>
          </a:prstGeom>
        </p:spPr>
        <p:txBody>
          <a:bodyPr lIns="80165" tIns="40083" rIns="80165" bIns="40083" anchor="b"/>
          <a:lstStyle>
            <a:lvl1pPr algn="l">
              <a:defRPr sz="1800" b="1"/>
            </a:lvl1pPr>
          </a:lstStyle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43" y="612065"/>
            <a:ext cx="5486400" cy="4115952"/>
          </a:xfrm>
          <a:prstGeom prst="rect">
            <a:avLst/>
          </a:prstGeom>
        </p:spPr>
        <p:txBody>
          <a:bodyPr lIns="80165" tIns="40083" rIns="80165" bIns="40083"/>
          <a:lstStyle>
            <a:lvl1pPr marL="0" indent="0">
              <a:buNone/>
              <a:defRPr sz="2800"/>
            </a:lvl1pPr>
            <a:lvl2pPr marL="400827" indent="0">
              <a:buNone/>
              <a:defRPr sz="2500"/>
            </a:lvl2pPr>
            <a:lvl3pPr marL="801654" indent="0">
              <a:buNone/>
              <a:defRPr sz="2100"/>
            </a:lvl3pPr>
            <a:lvl4pPr marL="1202482" indent="0">
              <a:buNone/>
              <a:defRPr sz="1800"/>
            </a:lvl4pPr>
            <a:lvl5pPr marL="1603309" indent="0">
              <a:buNone/>
              <a:defRPr sz="1800"/>
            </a:lvl5pPr>
            <a:lvl6pPr marL="2004136" indent="0">
              <a:buNone/>
              <a:defRPr sz="1800"/>
            </a:lvl6pPr>
            <a:lvl7pPr marL="2404963" indent="0">
              <a:buNone/>
              <a:defRPr sz="1800"/>
            </a:lvl7pPr>
            <a:lvl8pPr marL="2805791" indent="0">
              <a:buNone/>
              <a:defRPr sz="1800"/>
            </a:lvl8pPr>
            <a:lvl9pPr marL="3206618" indent="0">
              <a:buNone/>
              <a:defRPr sz="18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lang="en-GB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43" y="5367444"/>
            <a:ext cx="5486400" cy="805044"/>
          </a:xfrm>
          <a:prstGeom prst="rect">
            <a:avLst/>
          </a:prstGeom>
        </p:spPr>
        <p:txBody>
          <a:bodyPr lIns="80165" tIns="40083" rIns="80165" bIns="40083"/>
          <a:lstStyle>
            <a:lvl1pPr marL="0" indent="0">
              <a:buNone/>
              <a:defRPr sz="1200"/>
            </a:lvl1pPr>
            <a:lvl2pPr marL="400827" indent="0">
              <a:buNone/>
              <a:defRPr sz="1100"/>
            </a:lvl2pPr>
            <a:lvl3pPr marL="801654" indent="0">
              <a:buNone/>
              <a:defRPr sz="900"/>
            </a:lvl3pPr>
            <a:lvl4pPr marL="1202482" indent="0">
              <a:buNone/>
              <a:defRPr sz="800"/>
            </a:lvl4pPr>
            <a:lvl5pPr marL="1603309" indent="0">
              <a:buNone/>
              <a:defRPr sz="800"/>
            </a:lvl5pPr>
            <a:lvl6pPr marL="2004136" indent="0">
              <a:buNone/>
              <a:defRPr sz="800"/>
            </a:lvl6pPr>
            <a:lvl7pPr marL="2404963" indent="0">
              <a:buNone/>
              <a:defRPr sz="800"/>
            </a:lvl7pPr>
            <a:lvl8pPr marL="2805791" indent="0">
              <a:buNone/>
              <a:defRPr sz="800"/>
            </a:lvl8pPr>
            <a:lvl9pPr marL="3206618" indent="0">
              <a:buNone/>
              <a:defRPr sz="8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803580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40" y="275070"/>
            <a:ext cx="8228920" cy="1142039"/>
          </a:xfrm>
          <a:prstGeom prst="rect">
            <a:avLst/>
          </a:prstGeom>
        </p:spPr>
        <p:txBody>
          <a:bodyPr lIns="80165" tIns="40083" rIns="80165" bIns="40083"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540" y="1600008"/>
            <a:ext cx="8228920" cy="4526395"/>
          </a:xfrm>
          <a:prstGeom prst="rect">
            <a:avLst/>
          </a:prstGeom>
        </p:spPr>
        <p:txBody>
          <a:bodyPr vert="eaVert" lIns="80165" tIns="40083" rIns="80165" bIns="40083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430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570" y="275069"/>
            <a:ext cx="2056890" cy="5851334"/>
          </a:xfrm>
          <a:prstGeom prst="rect">
            <a:avLst/>
          </a:prstGeom>
        </p:spPr>
        <p:txBody>
          <a:bodyPr vert="eaVert" lIns="80165" tIns="40083" rIns="80165" bIns="40083"/>
          <a:lstStyle/>
          <a:p>
            <a:r>
              <a:rPr lang="pt-BR" smtClean="0"/>
              <a:t>Clique para editar o título mestre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540" y="275069"/>
            <a:ext cx="6041692" cy="5851334"/>
          </a:xfrm>
          <a:prstGeom prst="rect">
            <a:avLst/>
          </a:prstGeom>
        </p:spPr>
        <p:txBody>
          <a:bodyPr vert="eaVert" lIns="80165" tIns="40083" rIns="80165" bIns="40083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599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9377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9180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72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045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noProof="0" smtClean="0"/>
              <a:t>Clique no ícone para adicionar uma imagem online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981746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55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16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44722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60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73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678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538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10738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0157234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188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05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7"/>
          <a:srcRect t="37646"/>
          <a:stretch>
            <a:fillRect/>
          </a:stretch>
        </p:blipFill>
        <p:spPr bwMode="auto">
          <a:xfrm>
            <a:off x="0" y="0"/>
            <a:ext cx="91471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2216150" y="6359525"/>
            <a:ext cx="5083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0165" tIns="40083" rIns="80165" bIns="40083" anchor="ctr"/>
          <a:lstStyle/>
          <a:p>
            <a:pPr>
              <a:defRPr/>
            </a:pPr>
            <a:endParaRPr lang="en-GB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5689600" y="6169025"/>
            <a:ext cx="306387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0165" tIns="40083" rIns="80165" bIns="40083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sv-SE" sz="1100">
                <a:solidFill>
                  <a:srgbClr val="808080"/>
                </a:solidFill>
                <a:latin typeface="News Gothic" pitchFamily="2" charset="0"/>
              </a:rPr>
              <a:t>www.tranter.com</a:t>
            </a:r>
            <a:endParaRPr lang="sv-SE" sz="1100">
              <a:latin typeface="News Gothic" pitchFamily="2" charset="0"/>
            </a:endParaRPr>
          </a:p>
        </p:txBody>
      </p:sp>
      <p:pic>
        <p:nvPicPr>
          <p:cNvPr id="1029" name="Picture 5" descr="Tranter_CMYK_PO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28625" y="6081713"/>
            <a:ext cx="1635125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327525" y="6477000"/>
            <a:ext cx="103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2D251213-1D06-4449-A9A6-9730949B0B9B}" type="slidenum">
              <a:rPr lang="en-US">
                <a:solidFill>
                  <a:schemeClr val="bg1"/>
                </a:solidFill>
              </a:rPr>
              <a:pPr>
                <a:defRPr/>
              </a:pPr>
              <a:t>‹#›</a:t>
            </a:fld>
            <a:r>
              <a:rPr lang="en-US" dirty="0">
                <a:solidFill>
                  <a:schemeClr val="bg1"/>
                </a:solidFill>
              </a:rPr>
              <a:t> of 18</a:t>
            </a:r>
          </a:p>
        </p:txBody>
      </p:sp>
    </p:spTree>
    <p:extLst>
      <p:ext uri="{BB962C8B-B14F-4D97-AF65-F5344CB8AC3E}">
        <p14:creationId xmlns:p14="http://schemas.microsoft.com/office/powerpoint/2010/main" val="209850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hf hdr="0" ftr="0" dt="0"/>
  <p:txStyles>
    <p:titleStyle>
      <a:lvl1pPr algn="ctr" defTabSz="871538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71538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18" charset="0"/>
        </a:defRPr>
      </a:lvl2pPr>
      <a:lvl3pPr algn="ctr" defTabSz="871538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18" charset="0"/>
        </a:defRPr>
      </a:lvl3pPr>
      <a:lvl4pPr algn="ctr" defTabSz="871538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18" charset="0"/>
        </a:defRPr>
      </a:lvl4pPr>
      <a:lvl5pPr algn="ctr" defTabSz="871538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18" charset="0"/>
        </a:defRPr>
      </a:lvl5pPr>
      <a:lvl6pPr marL="400827" algn="ctr" defTabSz="872635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18" charset="0"/>
        </a:defRPr>
      </a:lvl6pPr>
      <a:lvl7pPr marL="801654" algn="ctr" defTabSz="872635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18" charset="0"/>
        </a:defRPr>
      </a:lvl7pPr>
      <a:lvl8pPr marL="1202482" algn="ctr" defTabSz="872635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18" charset="0"/>
        </a:defRPr>
      </a:lvl8pPr>
      <a:lvl9pPr marL="1603309" algn="ctr" defTabSz="872635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18" charset="0"/>
        </a:defRPr>
      </a:lvl9pPr>
    </p:titleStyle>
    <p:bodyStyle>
      <a:lvl1pPr marL="327025" indent="-327025" algn="l" defTabSz="871538" rtl="0" eaLnBrk="1" fontAlgn="base" hangingPunct="1">
        <a:spcBef>
          <a:spcPct val="20000"/>
        </a:spcBef>
        <a:spcAft>
          <a:spcPct val="0"/>
        </a:spcAft>
        <a:buChar char="•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09613" indent="-271463" algn="l" defTabSz="871538" rtl="0" eaLnBrk="1" fontAlgn="base" hangingPunct="1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</a:defRPr>
      </a:lvl2pPr>
      <a:lvl3pPr marL="1090613" indent="-217488" algn="l" defTabSz="871538" rtl="0" eaLnBrk="1" fontAlgn="base" hangingPunct="1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525588" indent="-215900" algn="l" defTabSz="871538" rtl="0" eaLnBrk="1" fontAlgn="base" hangingPunct="1">
        <a:spcBef>
          <a:spcPct val="20000"/>
        </a:spcBef>
        <a:spcAft>
          <a:spcPct val="0"/>
        </a:spcAft>
        <a:buChar char="–"/>
        <a:defRPr sz="1900">
          <a:solidFill>
            <a:schemeClr val="tx1"/>
          </a:solidFill>
          <a:latin typeface="+mn-lt"/>
        </a:defRPr>
      </a:lvl4pPr>
      <a:lvl5pPr marL="1963738" indent="-217488" algn="l" defTabSz="871538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5pPr>
      <a:lvl6pPr marL="2364603" indent="-218507" algn="l" defTabSz="872635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6pPr>
      <a:lvl7pPr marL="2765430" indent="-218507" algn="l" defTabSz="872635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7pPr>
      <a:lvl8pPr marL="3166257" indent="-218507" algn="l" defTabSz="872635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8pPr>
      <a:lvl9pPr marL="3567085" indent="-218507" algn="l" defTabSz="872635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0165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0827" algn="l" defTabSz="80165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54" algn="l" defTabSz="80165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2482" algn="l" defTabSz="80165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3309" algn="l" defTabSz="80165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4136" algn="l" defTabSz="80165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4963" algn="l" defTabSz="80165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5791" algn="l" defTabSz="80165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6618" algn="l" defTabSz="80165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566" name="Object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Presentation" r:id="rId14" imgW="4571831" imgH="3428932" progId="PowerPoint.Show.8">
                  <p:embed/>
                </p:oleObj>
              </mc:Choice>
              <mc:Fallback>
                <p:oleObj name="Presentation" r:id="rId14" imgW="4571831" imgH="3428932" progId="PowerPoint.Show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21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ctr" defTabSz="957263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57263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kzidenz Grotesk BE Md" charset="0"/>
        </a:defRPr>
      </a:lvl2pPr>
      <a:lvl3pPr algn="ctr" defTabSz="957263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kzidenz Grotesk BE Md" charset="0"/>
        </a:defRPr>
      </a:lvl3pPr>
      <a:lvl4pPr algn="ctr" defTabSz="957263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kzidenz Grotesk BE Md" charset="0"/>
        </a:defRPr>
      </a:lvl4pPr>
      <a:lvl5pPr algn="ctr" defTabSz="957263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kzidenz Grotesk BE Md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kzidenz Grotesk BE Md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kzidenz Grotesk BE Md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kzidenz Grotesk BE Md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kzidenz Grotesk BE Md" charset="0"/>
        </a:defRPr>
      </a:lvl9pPr>
    </p:titleStyle>
    <p:bodyStyle>
      <a:lvl1pPr marL="358775" indent="-358775" algn="l" defTabSz="957263" rtl="0" eaLnBrk="1" fontAlgn="base" hangingPunct="1">
        <a:spcBef>
          <a:spcPct val="2000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eaLnBrk="1" fontAlgn="base" hangingPunct="1">
        <a:spcBef>
          <a:spcPct val="20000"/>
        </a:spcBef>
        <a:spcAft>
          <a:spcPct val="0"/>
        </a:spcAft>
        <a:buChar char="–"/>
        <a:defRPr sz="2900">
          <a:solidFill>
            <a:schemeClr val="tx1"/>
          </a:solidFill>
          <a:latin typeface="+mn-lt"/>
        </a:defRPr>
      </a:lvl2pPr>
      <a:lvl3pPr marL="1196975" indent="-239713" algn="l" defTabSz="957263" rtl="0" eaLnBrk="1" fontAlgn="base" hangingPunct="1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n-lt"/>
        </a:defRPr>
      </a:lvl3pPr>
      <a:lvl4pPr marL="1676400" indent="-239713" algn="l" defTabSz="957263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4pPr>
      <a:lvl5pPr marL="2155825" indent="-239713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5pPr>
      <a:lvl6pPr marL="2613025" indent="-239713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6pPr>
      <a:lvl7pPr marL="3070225" indent="-239713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7pPr>
      <a:lvl8pPr marL="3527425" indent="-239713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8pPr>
      <a:lvl9pPr marL="3984625" indent="-239713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silva@tranter.co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22288" y="1662545"/>
            <a:ext cx="7772739" cy="1362383"/>
          </a:xfrm>
        </p:spPr>
        <p:txBody>
          <a:bodyPr/>
          <a:lstStyle/>
          <a:p>
            <a:r>
              <a:rPr lang="pt-B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Analista fiscal </a:t>
            </a:r>
            <a:endParaRPr lang="pt-B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722288" y="360444"/>
            <a:ext cx="7772739" cy="1302101"/>
          </a:xfrm>
        </p:spPr>
        <p:txBody>
          <a:bodyPr/>
          <a:lstStyle/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OPORTUNIDADE PARA: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633675" y="2287518"/>
            <a:ext cx="397498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200" b="1" dirty="0" smtClean="0">
                <a:latin typeface="Euphemia" panose="020B05030401020201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PRÉ-REQUISITOS:</a:t>
            </a:r>
          </a:p>
          <a:p>
            <a:pPr marL="285750" indent="-285750">
              <a:buBlip>
                <a:blip r:embed="rId2"/>
              </a:buBlip>
            </a:pPr>
            <a:r>
              <a:rPr lang="pt-BR" sz="1200" dirty="0">
                <a:latin typeface="Euphemia" panose="020B0503040102020104" pitchFamily="34" charset="0"/>
              </a:rPr>
              <a:t>Graduação em Ciências Contábeis, Administração ou Econômica</a:t>
            </a:r>
            <a:r>
              <a:rPr lang="pt-BR" sz="1200" dirty="0" smtClean="0">
                <a:latin typeface="Euphemia" panose="020B0503040102020104" pitchFamily="34" charset="0"/>
              </a:rPr>
              <a:t>.</a:t>
            </a:r>
            <a:endParaRPr lang="pt-BR" sz="1200" dirty="0">
              <a:latin typeface="Euphemia" panose="020B05030401020201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pt-BR" sz="1200" dirty="0" smtClean="0">
              <a:latin typeface="Euphemia" panose="020B05030401020201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Blip>
                <a:blip r:embed="rId2"/>
              </a:buBlip>
            </a:pPr>
            <a:r>
              <a:rPr lang="pt-BR" sz="1200" dirty="0" smtClean="0">
                <a:latin typeface="Euphemia" panose="020B0503040102020104" pitchFamily="34" charset="0"/>
              </a:rPr>
              <a:t> </a:t>
            </a:r>
            <a:r>
              <a:rPr lang="pt-BR" sz="1200" dirty="0">
                <a:latin typeface="Euphemia" panose="020B0503040102020104" pitchFamily="34" charset="0"/>
              </a:rPr>
              <a:t>Experiência em ambiente fabril ou indústria será um diferencial</a:t>
            </a:r>
            <a:r>
              <a:rPr lang="pt-BR" sz="1200" dirty="0" smtClean="0">
                <a:latin typeface="Euphemia" panose="020B0503040102020104" pitchFamily="34" charset="0"/>
              </a:rPr>
              <a:t>.</a:t>
            </a:r>
            <a:r>
              <a:rPr lang="pt-BR" sz="1200" dirty="0" smtClean="0">
                <a:latin typeface="Euphemia" panose="020B0503040102020104" pitchFamily="34" charset="0"/>
              </a:rPr>
              <a:t>.</a:t>
            </a:r>
          </a:p>
          <a:p>
            <a:pPr marL="285750" indent="-285750">
              <a:buBlip>
                <a:blip r:embed="rId2"/>
              </a:buBlip>
            </a:pPr>
            <a:r>
              <a:rPr lang="pt-BR" sz="1200" dirty="0">
                <a:latin typeface="Euphemia" panose="020B0503040102020104" pitchFamily="34" charset="0"/>
              </a:rPr>
              <a:t>Habilidades intermediária com pacote Office, principalmente Excel. </a:t>
            </a:r>
            <a:endParaRPr lang="pt-BR" sz="1200" dirty="0" smtClean="0">
              <a:latin typeface="Euphemia" panose="020B0503040102020104" pitchFamily="34" charset="0"/>
            </a:endParaRPr>
          </a:p>
          <a:p>
            <a:pPr marL="285750" indent="-285750">
              <a:buBlip>
                <a:blip r:embed="rId2"/>
              </a:buBlip>
            </a:pPr>
            <a:r>
              <a:rPr lang="pt-BR" sz="1200" dirty="0" smtClean="0">
                <a:latin typeface="Euphemia" panose="020B0503040102020104" pitchFamily="34" charset="0"/>
              </a:rPr>
              <a:t>Conhecimentos </a:t>
            </a:r>
            <a:r>
              <a:rPr lang="pt-BR" sz="1200" dirty="0">
                <a:latin typeface="Euphemia" panose="020B0503040102020104" pitchFamily="34" charset="0"/>
              </a:rPr>
              <a:t>em ERP Softimatic será um diferencial.</a:t>
            </a:r>
            <a:r>
              <a:rPr lang="pt-BR" sz="1200" dirty="0"/>
              <a:t> </a:t>
            </a:r>
            <a:endParaRPr lang="pt-BR" sz="1200" dirty="0" smtClean="0">
              <a:latin typeface="Euphemia" panose="020B05030401020201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718051" y="2287518"/>
            <a:ext cx="41510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2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PRINCIPAIS ATIVIDADES:</a:t>
            </a:r>
          </a:p>
          <a:p>
            <a:pPr marL="285750" indent="-285750">
              <a:buBlip>
                <a:blip r:embed="rId2"/>
              </a:buBlip>
            </a:pPr>
            <a:r>
              <a:rPr lang="pt-BR" sz="1200" dirty="0">
                <a:latin typeface="Euphemia" panose="020B0503040102020104" pitchFamily="34" charset="0"/>
              </a:rPr>
              <a:t>Executar toda rotina do departamento fiscal com integração com a contabilidade. </a:t>
            </a:r>
            <a:endParaRPr lang="pt-BR" sz="1200" dirty="0" smtClean="0">
              <a:latin typeface="Euphemia" panose="020B0503040102020104" pitchFamily="34" charset="0"/>
            </a:endParaRPr>
          </a:p>
          <a:p>
            <a:pPr marL="285750" indent="-285750">
              <a:buBlip>
                <a:blip r:embed="rId2"/>
              </a:buBlip>
            </a:pPr>
            <a:r>
              <a:rPr lang="pt-BR" sz="1200" dirty="0" smtClean="0">
                <a:latin typeface="Euphemia" panose="020B0503040102020104" pitchFamily="34" charset="0"/>
              </a:rPr>
              <a:t>Atender </a:t>
            </a:r>
            <a:r>
              <a:rPr lang="pt-BR" sz="1200" dirty="0">
                <a:latin typeface="Euphemia" panose="020B0503040102020104" pitchFamily="34" charset="0"/>
              </a:rPr>
              <a:t>os prazos para obrigações acessórias através do envio eletrônico das declarações (GIA, DCTF, DIRF e SPED contribuições e IPI/ICMS).</a:t>
            </a:r>
            <a:r>
              <a:rPr lang="pt-BR" sz="1200" dirty="0" smtClean="0">
                <a:latin typeface="Euphemia" panose="020B0503040102020104" pitchFamily="34" charset="0"/>
              </a:rPr>
              <a:t>.</a:t>
            </a:r>
            <a:endParaRPr lang="pt-BR" sz="1200" dirty="0">
              <a:latin typeface="Euphemia" panose="020B0503040102020104" pitchFamily="34" charset="0"/>
            </a:endParaRPr>
          </a:p>
          <a:p>
            <a:pPr marL="285750" indent="-285750">
              <a:buBlip>
                <a:blip r:embed="rId2"/>
              </a:buBlip>
            </a:pPr>
            <a:r>
              <a:rPr lang="pt-BR" sz="1200" dirty="0" smtClean="0">
                <a:latin typeface="Euphemia" panose="020B0503040102020104" pitchFamily="34" charset="0"/>
              </a:rPr>
              <a:t>Atender </a:t>
            </a:r>
            <a:r>
              <a:rPr lang="pt-BR" sz="1200" dirty="0">
                <a:latin typeface="Euphemia" panose="020B0503040102020104" pitchFamily="34" charset="0"/>
              </a:rPr>
              <a:t>auditorias e fiscalizações, controlar as certidões, participar do fechamento mensal, trimestral </a:t>
            </a:r>
            <a:r>
              <a:rPr lang="pt-BR" sz="1200" dirty="0" smtClean="0">
                <a:latin typeface="Euphemia" panose="020B0503040102020104" pitchFamily="34" charset="0"/>
              </a:rPr>
              <a:t>e anual.</a:t>
            </a:r>
          </a:p>
          <a:p>
            <a:pPr marL="285750" indent="-285750">
              <a:buBlip>
                <a:blip r:embed="rId2"/>
              </a:buBlip>
            </a:pPr>
            <a:r>
              <a:rPr lang="pt-BR" sz="1200" dirty="0">
                <a:latin typeface="Euphemia" panose="020B0503040102020104" pitchFamily="34" charset="0"/>
              </a:rPr>
              <a:t>Atuar em órgão </a:t>
            </a:r>
            <a:r>
              <a:rPr lang="pt-BR" sz="1200" dirty="0" smtClean="0">
                <a:latin typeface="Euphemia" panose="020B0503040102020104" pitchFamily="34" charset="0"/>
              </a:rPr>
              <a:t>públicos e nas </a:t>
            </a:r>
            <a:r>
              <a:rPr lang="pt-BR" sz="1200" dirty="0">
                <a:latin typeface="Euphemia" panose="020B0503040102020104" pitchFamily="34" charset="0"/>
              </a:rPr>
              <a:t>resoluções fiscais e planejar ações de melhoria.</a:t>
            </a:r>
            <a:endParaRPr lang="pt-BR" sz="1200" dirty="0">
              <a:latin typeface="Euphemia" panose="020B05030401020201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22287" y="4780508"/>
            <a:ext cx="7772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2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BENEFÍCIOS:</a:t>
            </a:r>
          </a:p>
          <a:p>
            <a:r>
              <a:rPr lang="pt-BR" sz="1200" dirty="0">
                <a:latin typeface="Euphemia" panose="020B05030401020201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Assistência Médica e Odontológica, Vale Refeição e Alimentação, Seguro de </a:t>
            </a:r>
            <a:r>
              <a:rPr lang="pt-BR" sz="1200" dirty="0" smtClean="0">
                <a:latin typeface="Euphemia" panose="020B05030401020201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Vida.</a:t>
            </a:r>
            <a:endParaRPr lang="pt-BR" sz="1200" dirty="0">
              <a:latin typeface="Euphemia" panose="020B05030401020201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pt-BR" sz="12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pt-BR" sz="1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Local: Cotia / SP</a:t>
            </a:r>
          </a:p>
          <a:p>
            <a:r>
              <a:rPr lang="pt-BR" sz="12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Atende aos requisitos? Envie seu currículo </a:t>
            </a:r>
            <a:r>
              <a:rPr lang="pt-BR" sz="1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 pretensão salarial para: </a:t>
            </a:r>
            <a:r>
              <a:rPr lang="pt-BR" sz="12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hlinkClick r:id="rId3"/>
              </a:rPr>
              <a:t>ssilva@tranter.com</a:t>
            </a:r>
            <a:r>
              <a:rPr lang="pt-BR" sz="12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Boa sorte!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061748423"/>
      </p:ext>
    </p:extLst>
  </p:cSld>
  <p:clrMapOvr>
    <a:masterClrMapping/>
  </p:clrMapOvr>
</p:sld>
</file>

<file path=ppt/theme/theme1.xml><?xml version="1.0" encoding="utf-8"?>
<a:theme xmlns:a="http://schemas.openxmlformats.org/drawingml/2006/main" name="TRANTER templateGlobal">
  <a:themeElements>
    <a:clrScheme name="PPT excl 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 excl plate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PPT excl 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excl 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excl 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excl 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excl 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excl 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excl 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excl 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excl 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excl 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excl 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excl 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TRANTER templateGlobal" id="{9BB3F0A4-057B-46D7-B5A7-2C4A43DA9A5E}" vid="{8FCA33E1-AB2B-45EC-B325-6076FEDEC80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kzidenz Grotesk BE Md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TRANTER templateGlobal</Template>
  <TotalTime>72</TotalTime>
  <Words>145</Words>
  <Application>Microsoft Office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TRANTER templateGlobal</vt:lpstr>
      <vt:lpstr>Default Design</vt:lpstr>
      <vt:lpstr>Presentation</vt:lpstr>
      <vt:lpstr>Analista fiscal </vt:lpstr>
    </vt:vector>
  </TitlesOfParts>
  <Company>Tranter,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Thatiane Bezerra</dc:creator>
  <cp:lastModifiedBy>Sheila Silva</cp:lastModifiedBy>
  <cp:revision>13</cp:revision>
  <dcterms:created xsi:type="dcterms:W3CDTF">2019-03-13T19:37:13Z</dcterms:created>
  <dcterms:modified xsi:type="dcterms:W3CDTF">2019-05-14T12:18:09Z</dcterms:modified>
</cp:coreProperties>
</file>