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6"/>
  </p:notesMasterIdLst>
  <p:sldIdLst>
    <p:sldId id="301" r:id="rId2"/>
    <p:sldId id="374" r:id="rId3"/>
    <p:sldId id="508" r:id="rId4"/>
    <p:sldId id="260" r:id="rId5"/>
    <p:sldId id="457" r:id="rId6"/>
    <p:sldId id="375" r:id="rId7"/>
    <p:sldId id="458" r:id="rId8"/>
    <p:sldId id="376" r:id="rId9"/>
    <p:sldId id="459" r:id="rId10"/>
    <p:sldId id="377" r:id="rId11"/>
    <p:sldId id="460" r:id="rId12"/>
    <p:sldId id="378" r:id="rId13"/>
    <p:sldId id="461" r:id="rId14"/>
    <p:sldId id="379" r:id="rId15"/>
    <p:sldId id="462" r:id="rId16"/>
    <p:sldId id="380" r:id="rId17"/>
    <p:sldId id="463" r:id="rId18"/>
    <p:sldId id="381" r:id="rId19"/>
    <p:sldId id="465" r:id="rId20"/>
    <p:sldId id="466" r:id="rId21"/>
    <p:sldId id="468" r:id="rId22"/>
    <p:sldId id="469" r:id="rId23"/>
    <p:sldId id="472" r:id="rId24"/>
    <p:sldId id="470" r:id="rId25"/>
    <p:sldId id="471" r:id="rId26"/>
    <p:sldId id="467" r:id="rId27"/>
    <p:sldId id="473" r:id="rId28"/>
    <p:sldId id="474" r:id="rId29"/>
    <p:sldId id="475" r:id="rId30"/>
    <p:sldId id="476" r:id="rId31"/>
    <p:sldId id="478" r:id="rId32"/>
    <p:sldId id="464" r:id="rId33"/>
    <p:sldId id="382" r:id="rId34"/>
    <p:sldId id="383" r:id="rId35"/>
    <p:sldId id="477" r:id="rId36"/>
    <p:sldId id="479" r:id="rId37"/>
    <p:sldId id="480" r:id="rId38"/>
    <p:sldId id="481" r:id="rId39"/>
    <p:sldId id="482" r:id="rId40"/>
    <p:sldId id="483" r:id="rId41"/>
    <p:sldId id="484" r:id="rId42"/>
    <p:sldId id="485" r:id="rId43"/>
    <p:sldId id="486" r:id="rId44"/>
    <p:sldId id="487" r:id="rId45"/>
    <p:sldId id="488" r:id="rId46"/>
    <p:sldId id="489" r:id="rId47"/>
    <p:sldId id="490" r:id="rId48"/>
    <p:sldId id="491" r:id="rId49"/>
    <p:sldId id="492" r:id="rId50"/>
    <p:sldId id="493" r:id="rId51"/>
    <p:sldId id="496" r:id="rId52"/>
    <p:sldId id="497" r:id="rId53"/>
    <p:sldId id="498" r:id="rId54"/>
    <p:sldId id="499" r:id="rId55"/>
    <p:sldId id="500" r:id="rId56"/>
    <p:sldId id="502" r:id="rId57"/>
    <p:sldId id="501" r:id="rId58"/>
    <p:sldId id="503" r:id="rId59"/>
    <p:sldId id="504" r:id="rId60"/>
    <p:sldId id="505" r:id="rId61"/>
    <p:sldId id="506" r:id="rId62"/>
    <p:sldId id="507" r:id="rId63"/>
    <p:sldId id="509" r:id="rId64"/>
    <p:sldId id="510" r:id="rId65"/>
  </p:sldIdLst>
  <p:sldSz cx="12192000" cy="6858000"/>
  <p:notesSz cx="6858000" cy="9144000"/>
  <p:embeddedFontLst>
    <p:embeddedFont>
      <p:font typeface="Calibri" panose="020F0502020204030204" pitchFamily="34" charset="0"/>
      <p:regular r:id="rId67"/>
      <p:bold r:id="rId68"/>
      <p:italic r:id="rId69"/>
      <p:boldItalic r:id="rId7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runa Conde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A26F8C-9B21-4A21-B1C4-2CC687D14F9D}" v="5311" dt="2018-09-20T11:17:34.174"/>
  </p1510:revLst>
</p1510:revInfo>
</file>

<file path=ppt/tableStyles.xml><?xml version="1.0" encoding="utf-8"?>
<a:tblStyleLst xmlns:a="http://schemas.openxmlformats.org/drawingml/2006/main" def="{48CF6179-7BAB-485B-80B5-C8844E0661EF}">
  <a:tblStyle styleId="{48CF6179-7BAB-485B-80B5-C8844E0661EF}" styleName="Table_0">
    <a:wholeTb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4AFB4673-C660-4690-A94B-06F70EFDBAA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E9EFF7"/>
          </a:solidFill>
        </a:fill>
      </a:tcStyle>
    </a:wholeTbl>
    <a:band1H>
      <a:tcStyle>
        <a:tcBdr/>
        <a:fill>
          <a:solidFill>
            <a:srgbClr val="D0DEEF"/>
          </a:solidFill>
        </a:fill>
      </a:tcStyle>
    </a:band1H>
    <a:band1V>
      <a:tcStyle>
        <a:tcBdr/>
        <a:fill>
          <a:solidFill>
            <a:srgbClr val="D0DEEF"/>
          </a:solidFill>
        </a:fill>
      </a:tcStyle>
    </a:band1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2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3.fntdata"/><Relationship Id="rId77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4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commentAuthors" Target="commentAuthors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ago Arantes" userId="88aeb8729d4c2748" providerId="LiveId" clId="{94EBF746-9EB3-46B6-B79F-2F27EAA27707}"/>
    <pc:docChg chg="undo custSel addSld delSld modSld modMainMaster">
      <pc:chgData name="Thiago Arantes" userId="88aeb8729d4c2748" providerId="LiveId" clId="{94EBF746-9EB3-46B6-B79F-2F27EAA27707}" dt="2018-09-19T17:36:38.156" v="2770"/>
      <pc:docMkLst>
        <pc:docMk/>
      </pc:docMkLst>
      <pc:sldChg chg="del">
        <pc:chgData name="Thiago Arantes" userId="88aeb8729d4c2748" providerId="LiveId" clId="{94EBF746-9EB3-46B6-B79F-2F27EAA27707}" dt="2018-09-19T01:48:08.796" v="463" actId="2696"/>
        <pc:sldMkLst>
          <pc:docMk/>
          <pc:sldMk cId="3741809594" sldId="259"/>
        </pc:sldMkLst>
      </pc:sldChg>
      <pc:sldChg chg="addSp delSp modSp">
        <pc:chgData name="Thiago Arantes" userId="88aeb8729d4c2748" providerId="LiveId" clId="{94EBF746-9EB3-46B6-B79F-2F27EAA27707}" dt="2018-09-19T03:20:32.047" v="2584" actId="478"/>
        <pc:sldMkLst>
          <pc:docMk/>
          <pc:sldMk cId="1312729598" sldId="260"/>
        </pc:sldMkLst>
        <pc:spChg chg="add del mod">
          <ac:chgData name="Thiago Arantes" userId="88aeb8729d4c2748" providerId="LiveId" clId="{94EBF746-9EB3-46B6-B79F-2F27EAA27707}" dt="2018-09-19T03:20:32.047" v="2584" actId="478"/>
          <ac:spMkLst>
            <pc:docMk/>
            <pc:sldMk cId="1312729598" sldId="260"/>
            <ac:spMk id="3" creationId="{AFDBF3B6-3D4F-4307-9BFF-DDA3A20BA4AD}"/>
          </ac:spMkLst>
        </pc:spChg>
        <pc:spChg chg="del mod">
          <ac:chgData name="Thiago Arantes" userId="88aeb8729d4c2748" providerId="LiveId" clId="{94EBF746-9EB3-46B6-B79F-2F27EAA27707}" dt="2018-09-19T03:02:55.808" v="2456" actId="478"/>
          <ac:spMkLst>
            <pc:docMk/>
            <pc:sldMk cId="1312729598" sldId="260"/>
            <ac:spMk id="90" creationId="{00000000-0000-0000-0000-000000000000}"/>
          </ac:spMkLst>
        </pc:spChg>
        <pc:spChg chg="mod">
          <ac:chgData name="Thiago Arantes" userId="88aeb8729d4c2748" providerId="LiveId" clId="{94EBF746-9EB3-46B6-B79F-2F27EAA27707}" dt="2018-09-19T02:00:58.734" v="1069" actId="6549"/>
          <ac:spMkLst>
            <pc:docMk/>
            <pc:sldMk cId="1312729598" sldId="260"/>
            <ac:spMk id="91" creationId="{00000000-0000-0000-0000-000000000000}"/>
          </ac:spMkLst>
        </pc:spChg>
      </pc:sldChg>
      <pc:sldChg chg="del">
        <pc:chgData name="Thiago Arantes" userId="88aeb8729d4c2748" providerId="LiveId" clId="{94EBF746-9EB3-46B6-B79F-2F27EAA27707}" dt="2018-09-19T01:48:08.200" v="444" actId="2696"/>
        <pc:sldMkLst>
          <pc:docMk/>
          <pc:sldMk cId="4231654883" sldId="261"/>
        </pc:sldMkLst>
      </pc:sldChg>
      <pc:sldChg chg="del">
        <pc:chgData name="Thiago Arantes" userId="88aeb8729d4c2748" providerId="LiveId" clId="{94EBF746-9EB3-46B6-B79F-2F27EAA27707}" dt="2018-09-19T01:48:08.219" v="445" actId="2696"/>
        <pc:sldMkLst>
          <pc:docMk/>
          <pc:sldMk cId="985794440" sldId="262"/>
        </pc:sldMkLst>
      </pc:sldChg>
      <pc:sldChg chg="del">
        <pc:chgData name="Thiago Arantes" userId="88aeb8729d4c2748" providerId="LiveId" clId="{94EBF746-9EB3-46B6-B79F-2F27EAA27707}" dt="2018-09-19T01:48:08.249" v="446" actId="2696"/>
        <pc:sldMkLst>
          <pc:docMk/>
          <pc:sldMk cId="696497990" sldId="263"/>
        </pc:sldMkLst>
      </pc:sldChg>
      <pc:sldChg chg="del">
        <pc:chgData name="Thiago Arantes" userId="88aeb8729d4c2748" providerId="LiveId" clId="{94EBF746-9EB3-46B6-B79F-2F27EAA27707}" dt="2018-09-19T01:48:08.270" v="447" actId="2696"/>
        <pc:sldMkLst>
          <pc:docMk/>
          <pc:sldMk cId="1683234379" sldId="264"/>
        </pc:sldMkLst>
      </pc:sldChg>
      <pc:sldChg chg="del">
        <pc:chgData name="Thiago Arantes" userId="88aeb8729d4c2748" providerId="LiveId" clId="{94EBF746-9EB3-46B6-B79F-2F27EAA27707}" dt="2018-09-19T01:48:08.291" v="448" actId="2696"/>
        <pc:sldMkLst>
          <pc:docMk/>
          <pc:sldMk cId="4244620404" sldId="265"/>
        </pc:sldMkLst>
      </pc:sldChg>
      <pc:sldChg chg="del">
        <pc:chgData name="Thiago Arantes" userId="88aeb8729d4c2748" providerId="LiveId" clId="{94EBF746-9EB3-46B6-B79F-2F27EAA27707}" dt="2018-09-19T01:48:08.336" v="450" actId="2696"/>
        <pc:sldMkLst>
          <pc:docMk/>
          <pc:sldMk cId="2193794390" sldId="266"/>
        </pc:sldMkLst>
      </pc:sldChg>
      <pc:sldChg chg="del">
        <pc:chgData name="Thiago Arantes" userId="88aeb8729d4c2748" providerId="LiveId" clId="{94EBF746-9EB3-46B6-B79F-2F27EAA27707}" dt="2018-09-19T01:48:08.314" v="449" actId="2696"/>
        <pc:sldMkLst>
          <pc:docMk/>
          <pc:sldMk cId="4103252370" sldId="267"/>
        </pc:sldMkLst>
      </pc:sldChg>
      <pc:sldChg chg="del">
        <pc:chgData name="Thiago Arantes" userId="88aeb8729d4c2748" providerId="LiveId" clId="{94EBF746-9EB3-46B6-B79F-2F27EAA27707}" dt="2018-09-19T01:48:08.357" v="451" actId="2696"/>
        <pc:sldMkLst>
          <pc:docMk/>
          <pc:sldMk cId="395610492" sldId="268"/>
        </pc:sldMkLst>
      </pc:sldChg>
      <pc:sldChg chg="del">
        <pc:chgData name="Thiago Arantes" userId="88aeb8729d4c2748" providerId="LiveId" clId="{94EBF746-9EB3-46B6-B79F-2F27EAA27707}" dt="2018-09-19T01:48:08.370" v="452" actId="2696"/>
        <pc:sldMkLst>
          <pc:docMk/>
          <pc:sldMk cId="2183433673" sldId="269"/>
        </pc:sldMkLst>
      </pc:sldChg>
      <pc:sldChg chg="del">
        <pc:chgData name="Thiago Arantes" userId="88aeb8729d4c2748" providerId="LiveId" clId="{94EBF746-9EB3-46B6-B79F-2F27EAA27707}" dt="2018-09-19T01:48:08.393" v="453" actId="2696"/>
        <pc:sldMkLst>
          <pc:docMk/>
          <pc:sldMk cId="2218485691" sldId="270"/>
        </pc:sldMkLst>
      </pc:sldChg>
      <pc:sldChg chg="del">
        <pc:chgData name="Thiago Arantes" userId="88aeb8729d4c2748" providerId="LiveId" clId="{94EBF746-9EB3-46B6-B79F-2F27EAA27707}" dt="2018-09-19T01:48:08.414" v="454" actId="2696"/>
        <pc:sldMkLst>
          <pc:docMk/>
          <pc:sldMk cId="3611003656" sldId="271"/>
        </pc:sldMkLst>
      </pc:sldChg>
      <pc:sldChg chg="del">
        <pc:chgData name="Thiago Arantes" userId="88aeb8729d4c2748" providerId="LiveId" clId="{94EBF746-9EB3-46B6-B79F-2F27EAA27707}" dt="2018-09-19T01:48:08.434" v="455" actId="2696"/>
        <pc:sldMkLst>
          <pc:docMk/>
          <pc:sldMk cId="1936049489" sldId="272"/>
        </pc:sldMkLst>
      </pc:sldChg>
      <pc:sldChg chg="del">
        <pc:chgData name="Thiago Arantes" userId="88aeb8729d4c2748" providerId="LiveId" clId="{94EBF746-9EB3-46B6-B79F-2F27EAA27707}" dt="2018-09-19T01:48:08.447" v="456" actId="2696"/>
        <pc:sldMkLst>
          <pc:docMk/>
          <pc:sldMk cId="328048044" sldId="273"/>
        </pc:sldMkLst>
      </pc:sldChg>
      <pc:sldChg chg="del">
        <pc:chgData name="Thiago Arantes" userId="88aeb8729d4c2748" providerId="LiveId" clId="{94EBF746-9EB3-46B6-B79F-2F27EAA27707}" dt="2018-09-19T01:48:08.562" v="457" actId="2696"/>
        <pc:sldMkLst>
          <pc:docMk/>
          <pc:sldMk cId="3668507006" sldId="274"/>
        </pc:sldMkLst>
      </pc:sldChg>
      <pc:sldChg chg="del">
        <pc:chgData name="Thiago Arantes" userId="88aeb8729d4c2748" providerId="LiveId" clId="{94EBF746-9EB3-46B6-B79F-2F27EAA27707}" dt="2018-09-19T01:48:08.630" v="458" actId="2696"/>
        <pc:sldMkLst>
          <pc:docMk/>
          <pc:sldMk cId="1324950843" sldId="275"/>
        </pc:sldMkLst>
      </pc:sldChg>
      <pc:sldChg chg="del">
        <pc:chgData name="Thiago Arantes" userId="88aeb8729d4c2748" providerId="LiveId" clId="{94EBF746-9EB3-46B6-B79F-2F27EAA27707}" dt="2018-09-19T01:48:08.680" v="459" actId="2696"/>
        <pc:sldMkLst>
          <pc:docMk/>
          <pc:sldMk cId="625014282" sldId="276"/>
        </pc:sldMkLst>
      </pc:sldChg>
      <pc:sldChg chg="del">
        <pc:chgData name="Thiago Arantes" userId="88aeb8729d4c2748" providerId="LiveId" clId="{94EBF746-9EB3-46B6-B79F-2F27EAA27707}" dt="2018-09-19T01:48:08.729" v="460" actId="2696"/>
        <pc:sldMkLst>
          <pc:docMk/>
          <pc:sldMk cId="4186770230" sldId="277"/>
        </pc:sldMkLst>
      </pc:sldChg>
      <pc:sldChg chg="del">
        <pc:chgData name="Thiago Arantes" userId="88aeb8729d4c2748" providerId="LiveId" clId="{94EBF746-9EB3-46B6-B79F-2F27EAA27707}" dt="2018-09-19T01:48:08.746" v="461" actId="2696"/>
        <pc:sldMkLst>
          <pc:docMk/>
          <pc:sldMk cId="286995135" sldId="278"/>
        </pc:sldMkLst>
      </pc:sldChg>
      <pc:sldChg chg="del">
        <pc:chgData name="Thiago Arantes" userId="88aeb8729d4c2748" providerId="LiveId" clId="{94EBF746-9EB3-46B6-B79F-2F27EAA27707}" dt="2018-09-19T01:48:08.780" v="462" actId="2696"/>
        <pc:sldMkLst>
          <pc:docMk/>
          <pc:sldMk cId="3066661346" sldId="279"/>
        </pc:sldMkLst>
      </pc:sldChg>
      <pc:sldChg chg="del">
        <pc:chgData name="Thiago Arantes" userId="88aeb8729d4c2748" providerId="LiveId" clId="{94EBF746-9EB3-46B6-B79F-2F27EAA27707}" dt="2018-09-19T01:48:08.811" v="464" actId="2696"/>
        <pc:sldMkLst>
          <pc:docMk/>
          <pc:sldMk cId="2063931682" sldId="280"/>
        </pc:sldMkLst>
      </pc:sldChg>
      <pc:sldChg chg="del">
        <pc:chgData name="Thiago Arantes" userId="88aeb8729d4c2748" providerId="LiveId" clId="{94EBF746-9EB3-46B6-B79F-2F27EAA27707}" dt="2018-09-19T01:48:08.824" v="465" actId="2696"/>
        <pc:sldMkLst>
          <pc:docMk/>
          <pc:sldMk cId="3009894847" sldId="281"/>
        </pc:sldMkLst>
      </pc:sldChg>
      <pc:sldChg chg="del">
        <pc:chgData name="Thiago Arantes" userId="88aeb8729d4c2748" providerId="LiveId" clId="{94EBF746-9EB3-46B6-B79F-2F27EAA27707}" dt="2018-09-19T01:48:08.848" v="466" actId="2696"/>
        <pc:sldMkLst>
          <pc:docMk/>
          <pc:sldMk cId="2322283986" sldId="282"/>
        </pc:sldMkLst>
      </pc:sldChg>
      <pc:sldChg chg="del">
        <pc:chgData name="Thiago Arantes" userId="88aeb8729d4c2748" providerId="LiveId" clId="{94EBF746-9EB3-46B6-B79F-2F27EAA27707}" dt="2018-09-19T01:48:08.870" v="467" actId="2696"/>
        <pc:sldMkLst>
          <pc:docMk/>
          <pc:sldMk cId="170191991" sldId="283"/>
        </pc:sldMkLst>
      </pc:sldChg>
      <pc:sldChg chg="del">
        <pc:chgData name="Thiago Arantes" userId="88aeb8729d4c2748" providerId="LiveId" clId="{94EBF746-9EB3-46B6-B79F-2F27EAA27707}" dt="2018-09-19T01:48:08.886" v="468" actId="2696"/>
        <pc:sldMkLst>
          <pc:docMk/>
          <pc:sldMk cId="2676662855" sldId="284"/>
        </pc:sldMkLst>
      </pc:sldChg>
      <pc:sldChg chg="del">
        <pc:chgData name="Thiago Arantes" userId="88aeb8729d4c2748" providerId="LiveId" clId="{94EBF746-9EB3-46B6-B79F-2F27EAA27707}" dt="2018-09-19T01:48:08.916" v="469" actId="2696"/>
        <pc:sldMkLst>
          <pc:docMk/>
          <pc:sldMk cId="1220462005" sldId="285"/>
        </pc:sldMkLst>
      </pc:sldChg>
      <pc:sldChg chg="del">
        <pc:chgData name="Thiago Arantes" userId="88aeb8729d4c2748" providerId="LiveId" clId="{94EBF746-9EB3-46B6-B79F-2F27EAA27707}" dt="2018-09-19T01:48:08.934" v="470" actId="2696"/>
        <pc:sldMkLst>
          <pc:docMk/>
          <pc:sldMk cId="3601766726" sldId="286"/>
        </pc:sldMkLst>
      </pc:sldChg>
      <pc:sldChg chg="del">
        <pc:chgData name="Thiago Arantes" userId="88aeb8729d4c2748" providerId="LiveId" clId="{94EBF746-9EB3-46B6-B79F-2F27EAA27707}" dt="2018-09-19T01:48:08.956" v="471" actId="2696"/>
        <pc:sldMkLst>
          <pc:docMk/>
          <pc:sldMk cId="1063535707" sldId="287"/>
        </pc:sldMkLst>
      </pc:sldChg>
      <pc:sldChg chg="del">
        <pc:chgData name="Thiago Arantes" userId="88aeb8729d4c2748" providerId="LiveId" clId="{94EBF746-9EB3-46B6-B79F-2F27EAA27707}" dt="2018-09-19T01:48:08.983" v="472" actId="2696"/>
        <pc:sldMkLst>
          <pc:docMk/>
          <pc:sldMk cId="3337758504" sldId="288"/>
        </pc:sldMkLst>
      </pc:sldChg>
      <pc:sldChg chg="del">
        <pc:chgData name="Thiago Arantes" userId="88aeb8729d4c2748" providerId="LiveId" clId="{94EBF746-9EB3-46B6-B79F-2F27EAA27707}" dt="2018-09-19T01:48:09.015" v="473" actId="2696"/>
        <pc:sldMkLst>
          <pc:docMk/>
          <pc:sldMk cId="1306222052" sldId="289"/>
        </pc:sldMkLst>
      </pc:sldChg>
      <pc:sldChg chg="del">
        <pc:chgData name="Thiago Arantes" userId="88aeb8729d4c2748" providerId="LiveId" clId="{94EBF746-9EB3-46B6-B79F-2F27EAA27707}" dt="2018-09-19T01:48:09.032" v="474" actId="2696"/>
        <pc:sldMkLst>
          <pc:docMk/>
          <pc:sldMk cId="1552008909" sldId="290"/>
        </pc:sldMkLst>
      </pc:sldChg>
      <pc:sldChg chg="del">
        <pc:chgData name="Thiago Arantes" userId="88aeb8729d4c2748" providerId="LiveId" clId="{94EBF746-9EB3-46B6-B79F-2F27EAA27707}" dt="2018-09-19T01:48:09.048" v="475" actId="2696"/>
        <pc:sldMkLst>
          <pc:docMk/>
          <pc:sldMk cId="3246054162" sldId="291"/>
        </pc:sldMkLst>
      </pc:sldChg>
      <pc:sldChg chg="del">
        <pc:chgData name="Thiago Arantes" userId="88aeb8729d4c2748" providerId="LiveId" clId="{94EBF746-9EB3-46B6-B79F-2F27EAA27707}" dt="2018-09-19T01:48:09.079" v="476" actId="2696"/>
        <pc:sldMkLst>
          <pc:docMk/>
          <pc:sldMk cId="1256050689" sldId="292"/>
        </pc:sldMkLst>
      </pc:sldChg>
      <pc:sldChg chg="del">
        <pc:chgData name="Thiago Arantes" userId="88aeb8729d4c2748" providerId="LiveId" clId="{94EBF746-9EB3-46B6-B79F-2F27EAA27707}" dt="2018-09-19T01:48:09.100" v="477" actId="2696"/>
        <pc:sldMkLst>
          <pc:docMk/>
          <pc:sldMk cId="3412034035" sldId="293"/>
        </pc:sldMkLst>
      </pc:sldChg>
      <pc:sldChg chg="del">
        <pc:chgData name="Thiago Arantes" userId="88aeb8729d4c2748" providerId="LiveId" clId="{94EBF746-9EB3-46B6-B79F-2F27EAA27707}" dt="2018-09-19T01:48:09.116" v="478" actId="2696"/>
        <pc:sldMkLst>
          <pc:docMk/>
          <pc:sldMk cId="4286441836" sldId="294"/>
        </pc:sldMkLst>
      </pc:sldChg>
      <pc:sldChg chg="del">
        <pc:chgData name="Thiago Arantes" userId="88aeb8729d4c2748" providerId="LiveId" clId="{94EBF746-9EB3-46B6-B79F-2F27EAA27707}" dt="2018-09-19T01:48:09.134" v="479" actId="2696"/>
        <pc:sldMkLst>
          <pc:docMk/>
          <pc:sldMk cId="213543327" sldId="295"/>
        </pc:sldMkLst>
      </pc:sldChg>
      <pc:sldChg chg="del">
        <pc:chgData name="Thiago Arantes" userId="88aeb8729d4c2748" providerId="LiveId" clId="{94EBF746-9EB3-46B6-B79F-2F27EAA27707}" dt="2018-09-19T01:48:09.181" v="480" actId="2696"/>
        <pc:sldMkLst>
          <pc:docMk/>
          <pc:sldMk cId="3662620328" sldId="296"/>
        </pc:sldMkLst>
      </pc:sldChg>
      <pc:sldChg chg="del">
        <pc:chgData name="Thiago Arantes" userId="88aeb8729d4c2748" providerId="LiveId" clId="{94EBF746-9EB3-46B6-B79F-2F27EAA27707}" dt="2018-09-19T01:48:09.206" v="481" actId="2696"/>
        <pc:sldMkLst>
          <pc:docMk/>
          <pc:sldMk cId="3646405493" sldId="297"/>
        </pc:sldMkLst>
      </pc:sldChg>
      <pc:sldChg chg="del">
        <pc:chgData name="Thiago Arantes" userId="88aeb8729d4c2748" providerId="LiveId" clId="{94EBF746-9EB3-46B6-B79F-2F27EAA27707}" dt="2018-09-19T01:48:09.224" v="482" actId="2696"/>
        <pc:sldMkLst>
          <pc:docMk/>
          <pc:sldMk cId="1312522452" sldId="298"/>
        </pc:sldMkLst>
      </pc:sldChg>
      <pc:sldChg chg="del">
        <pc:chgData name="Thiago Arantes" userId="88aeb8729d4c2748" providerId="LiveId" clId="{94EBF746-9EB3-46B6-B79F-2F27EAA27707}" dt="2018-09-19T01:48:09.258" v="483" actId="2696"/>
        <pc:sldMkLst>
          <pc:docMk/>
          <pc:sldMk cId="3617783220" sldId="299"/>
        </pc:sldMkLst>
      </pc:sldChg>
      <pc:sldChg chg="del">
        <pc:chgData name="Thiago Arantes" userId="88aeb8729d4c2748" providerId="LiveId" clId="{94EBF746-9EB3-46B6-B79F-2F27EAA27707}" dt="2018-09-19T01:48:09.280" v="484" actId="2696"/>
        <pc:sldMkLst>
          <pc:docMk/>
          <pc:sldMk cId="4016730590" sldId="300"/>
        </pc:sldMkLst>
      </pc:sldChg>
      <pc:sldChg chg="addSp modSp">
        <pc:chgData name="Thiago Arantes" userId="88aeb8729d4c2748" providerId="LiveId" clId="{94EBF746-9EB3-46B6-B79F-2F27EAA27707}" dt="2018-09-19T03:02:25.695" v="2455" actId="14100"/>
        <pc:sldMkLst>
          <pc:docMk/>
          <pc:sldMk cId="117933382" sldId="301"/>
        </pc:sldMkLst>
        <pc:spChg chg="add mod ord">
          <ac:chgData name="Thiago Arantes" userId="88aeb8729d4c2748" providerId="LiveId" clId="{94EBF746-9EB3-46B6-B79F-2F27EAA27707}" dt="2018-09-19T03:02:25.695" v="2455" actId="14100"/>
          <ac:spMkLst>
            <pc:docMk/>
            <pc:sldMk cId="117933382" sldId="301"/>
            <ac:spMk id="7" creationId="{59170248-A143-44F9-AA0C-2C9EB1B7C903}"/>
          </ac:spMkLst>
        </pc:spChg>
      </pc:sldChg>
      <pc:sldChg chg="modSp">
        <pc:chgData name="Thiago Arantes" userId="88aeb8729d4c2748" providerId="LiveId" clId="{94EBF746-9EB3-46B6-B79F-2F27EAA27707}" dt="2018-09-19T03:01:00.482" v="2447" actId="1036"/>
        <pc:sldMkLst>
          <pc:docMk/>
          <pc:sldMk cId="4030510176" sldId="374"/>
        </pc:sldMkLst>
        <pc:spChg chg="mod">
          <ac:chgData name="Thiago Arantes" userId="88aeb8729d4c2748" providerId="LiveId" clId="{94EBF746-9EB3-46B6-B79F-2F27EAA27707}" dt="2018-09-19T03:01:00.482" v="2447" actId="1036"/>
          <ac:spMkLst>
            <pc:docMk/>
            <pc:sldMk cId="4030510176" sldId="374"/>
            <ac:spMk id="4" creationId="{00000000-0000-0000-0000-000000000000}"/>
          </ac:spMkLst>
        </pc:spChg>
        <pc:spChg chg="mod">
          <ac:chgData name="Thiago Arantes" userId="88aeb8729d4c2748" providerId="LiveId" clId="{94EBF746-9EB3-46B6-B79F-2F27EAA27707}" dt="2018-09-19T03:01:00.482" v="2447" actId="1036"/>
          <ac:spMkLst>
            <pc:docMk/>
            <pc:sldMk cId="4030510176" sldId="374"/>
            <ac:spMk id="5" creationId="{00000000-0000-0000-0000-000000000000}"/>
          </ac:spMkLst>
        </pc:spChg>
        <pc:spChg chg="mod">
          <ac:chgData name="Thiago Arantes" userId="88aeb8729d4c2748" providerId="LiveId" clId="{94EBF746-9EB3-46B6-B79F-2F27EAA27707}" dt="2018-09-19T03:01:00.482" v="2447" actId="1036"/>
          <ac:spMkLst>
            <pc:docMk/>
            <pc:sldMk cId="4030510176" sldId="374"/>
            <ac:spMk id="12" creationId="{C3ED76F4-4F25-41AA-816B-10CDD517B645}"/>
          </ac:spMkLst>
        </pc:spChg>
        <pc:spChg chg="mod">
          <ac:chgData name="Thiago Arantes" userId="88aeb8729d4c2748" providerId="LiveId" clId="{94EBF746-9EB3-46B6-B79F-2F27EAA27707}" dt="2018-09-19T03:01:00.482" v="2447" actId="1036"/>
          <ac:spMkLst>
            <pc:docMk/>
            <pc:sldMk cId="4030510176" sldId="374"/>
            <ac:spMk id="13" creationId="{1D2B4E80-DEA8-405A-BC6B-691D3A1A7181}"/>
          </ac:spMkLst>
        </pc:spChg>
        <pc:picChg chg="mod">
          <ac:chgData name="Thiago Arantes" userId="88aeb8729d4c2748" providerId="LiveId" clId="{94EBF746-9EB3-46B6-B79F-2F27EAA27707}" dt="2018-09-19T03:01:00.482" v="2447" actId="1036"/>
          <ac:picMkLst>
            <pc:docMk/>
            <pc:sldMk cId="4030510176" sldId="374"/>
            <ac:picMk id="7" creationId="{2EFC1260-172A-4D71-B1AA-66EE08442546}"/>
          </ac:picMkLst>
        </pc:picChg>
        <pc:picChg chg="mod">
          <ac:chgData name="Thiago Arantes" userId="88aeb8729d4c2748" providerId="LiveId" clId="{94EBF746-9EB3-46B6-B79F-2F27EAA27707}" dt="2018-09-19T03:01:00.482" v="2447" actId="1036"/>
          <ac:picMkLst>
            <pc:docMk/>
            <pc:sldMk cId="4030510176" sldId="374"/>
            <ac:picMk id="9" creationId="{F3331693-CEA9-4485-A546-618620C31097}"/>
          </ac:picMkLst>
        </pc:picChg>
      </pc:sldChg>
      <pc:sldChg chg="addSp delSp modSp add">
        <pc:chgData name="Thiago Arantes" userId="88aeb8729d4c2748" providerId="LiveId" clId="{94EBF746-9EB3-46B6-B79F-2F27EAA27707}" dt="2018-09-19T03:03:12.940" v="2460" actId="478"/>
        <pc:sldMkLst>
          <pc:docMk/>
          <pc:sldMk cId="559867758" sldId="375"/>
        </pc:sldMkLst>
        <pc:spChg chg="add del mod">
          <ac:chgData name="Thiago Arantes" userId="88aeb8729d4c2748" providerId="LiveId" clId="{94EBF746-9EB3-46B6-B79F-2F27EAA27707}" dt="2018-09-19T03:03:12.940" v="2460" actId="478"/>
          <ac:spMkLst>
            <pc:docMk/>
            <pc:sldMk cId="559867758" sldId="375"/>
            <ac:spMk id="3" creationId="{7D60FEB1-84AE-4D71-AFF7-F0E028420FFD}"/>
          </ac:spMkLst>
        </pc:spChg>
        <pc:spChg chg="add del">
          <ac:chgData name="Thiago Arantes" userId="88aeb8729d4c2748" providerId="LiveId" clId="{94EBF746-9EB3-46B6-B79F-2F27EAA27707}" dt="2018-09-19T03:03:04.653" v="2458" actId="478"/>
          <ac:spMkLst>
            <pc:docMk/>
            <pc:sldMk cId="559867758" sldId="375"/>
            <ac:spMk id="4" creationId="{722CE8D2-124B-4B51-85D1-B9022937E9A9}"/>
          </ac:spMkLst>
        </pc:spChg>
        <pc:spChg chg="del">
          <ac:chgData name="Thiago Arantes" userId="88aeb8729d4c2748" providerId="LiveId" clId="{94EBF746-9EB3-46B6-B79F-2F27EAA27707}" dt="2018-09-19T03:03:06.818" v="2459" actId="478"/>
          <ac:spMkLst>
            <pc:docMk/>
            <pc:sldMk cId="559867758" sldId="375"/>
            <ac:spMk id="90" creationId="{00000000-0000-0000-0000-000000000000}"/>
          </ac:spMkLst>
        </pc:spChg>
        <pc:spChg chg="mod">
          <ac:chgData name="Thiago Arantes" userId="88aeb8729d4c2748" providerId="LiveId" clId="{94EBF746-9EB3-46B6-B79F-2F27EAA27707}" dt="2018-09-19T02:01:03.656" v="1070" actId="6549"/>
          <ac:spMkLst>
            <pc:docMk/>
            <pc:sldMk cId="559867758" sldId="375"/>
            <ac:spMk id="91" creationId="{00000000-0000-0000-0000-000000000000}"/>
          </ac:spMkLst>
        </pc:spChg>
      </pc:sldChg>
      <pc:sldChg chg="addSp delSp modSp add">
        <pc:chgData name="Thiago Arantes" userId="88aeb8729d4c2748" providerId="LiveId" clId="{94EBF746-9EB3-46B6-B79F-2F27EAA27707}" dt="2018-09-19T03:03:26.119" v="2462" actId="478"/>
        <pc:sldMkLst>
          <pc:docMk/>
          <pc:sldMk cId="3370131263" sldId="376"/>
        </pc:sldMkLst>
        <pc:spChg chg="add del mod">
          <ac:chgData name="Thiago Arantes" userId="88aeb8729d4c2748" providerId="LiveId" clId="{94EBF746-9EB3-46B6-B79F-2F27EAA27707}" dt="2018-09-19T03:03:26.119" v="2462" actId="478"/>
          <ac:spMkLst>
            <pc:docMk/>
            <pc:sldMk cId="3370131263" sldId="376"/>
            <ac:spMk id="3" creationId="{1DFA8B47-8536-4088-9D66-E4B0E298ED0C}"/>
          </ac:spMkLst>
        </pc:spChg>
        <pc:spChg chg="del">
          <ac:chgData name="Thiago Arantes" userId="88aeb8729d4c2748" providerId="LiveId" clId="{94EBF746-9EB3-46B6-B79F-2F27EAA27707}" dt="2018-09-19T03:03:21.872" v="2461" actId="478"/>
          <ac:spMkLst>
            <pc:docMk/>
            <pc:sldMk cId="3370131263" sldId="376"/>
            <ac:spMk id="90" creationId="{00000000-0000-0000-0000-000000000000}"/>
          </ac:spMkLst>
        </pc:spChg>
        <pc:spChg chg="mod">
          <ac:chgData name="Thiago Arantes" userId="88aeb8729d4c2748" providerId="LiveId" clId="{94EBF746-9EB3-46B6-B79F-2F27EAA27707}" dt="2018-09-19T02:13:03.153" v="1703" actId="20577"/>
          <ac:spMkLst>
            <pc:docMk/>
            <pc:sldMk cId="3370131263" sldId="376"/>
            <ac:spMk id="91" creationId="{00000000-0000-0000-0000-000000000000}"/>
          </ac:spMkLst>
        </pc:spChg>
      </pc:sldChg>
      <pc:sldChg chg="addSp delSp modSp add">
        <pc:chgData name="Thiago Arantes" userId="88aeb8729d4c2748" providerId="LiveId" clId="{94EBF746-9EB3-46B6-B79F-2F27EAA27707}" dt="2018-09-19T03:03:39.134" v="2464" actId="478"/>
        <pc:sldMkLst>
          <pc:docMk/>
          <pc:sldMk cId="3978046627" sldId="377"/>
        </pc:sldMkLst>
        <pc:spChg chg="add del mod">
          <ac:chgData name="Thiago Arantes" userId="88aeb8729d4c2748" providerId="LiveId" clId="{94EBF746-9EB3-46B6-B79F-2F27EAA27707}" dt="2018-09-19T03:03:39.134" v="2464" actId="478"/>
          <ac:spMkLst>
            <pc:docMk/>
            <pc:sldMk cId="3978046627" sldId="377"/>
            <ac:spMk id="3" creationId="{45B6BA3D-97D4-4323-BF9E-A0B28BCFF565}"/>
          </ac:spMkLst>
        </pc:spChg>
        <pc:spChg chg="del">
          <ac:chgData name="Thiago Arantes" userId="88aeb8729d4c2748" providerId="LiveId" clId="{94EBF746-9EB3-46B6-B79F-2F27EAA27707}" dt="2018-09-19T03:03:35.122" v="2463" actId="478"/>
          <ac:spMkLst>
            <pc:docMk/>
            <pc:sldMk cId="3978046627" sldId="377"/>
            <ac:spMk id="90" creationId="{00000000-0000-0000-0000-000000000000}"/>
          </ac:spMkLst>
        </pc:spChg>
        <pc:spChg chg="mod">
          <ac:chgData name="Thiago Arantes" userId="88aeb8729d4c2748" providerId="LiveId" clId="{94EBF746-9EB3-46B6-B79F-2F27EAA27707}" dt="2018-09-19T02:00:34.934" v="997" actId="20577"/>
          <ac:spMkLst>
            <pc:docMk/>
            <pc:sldMk cId="3978046627" sldId="377"/>
            <ac:spMk id="91" creationId="{00000000-0000-0000-0000-000000000000}"/>
          </ac:spMkLst>
        </pc:spChg>
      </pc:sldChg>
      <pc:sldChg chg="addSp delSp modSp add">
        <pc:chgData name="Thiago Arantes" userId="88aeb8729d4c2748" providerId="LiveId" clId="{94EBF746-9EB3-46B6-B79F-2F27EAA27707}" dt="2018-09-19T03:03:50.912" v="2466" actId="478"/>
        <pc:sldMkLst>
          <pc:docMk/>
          <pc:sldMk cId="2068211814" sldId="378"/>
        </pc:sldMkLst>
        <pc:spChg chg="add del mod">
          <ac:chgData name="Thiago Arantes" userId="88aeb8729d4c2748" providerId="LiveId" clId="{94EBF746-9EB3-46B6-B79F-2F27EAA27707}" dt="2018-09-19T03:03:50.912" v="2466" actId="478"/>
          <ac:spMkLst>
            <pc:docMk/>
            <pc:sldMk cId="2068211814" sldId="378"/>
            <ac:spMk id="3" creationId="{CE6C23EC-7D10-4E13-82C7-CFDBBDA29CF4}"/>
          </ac:spMkLst>
        </pc:spChg>
        <pc:spChg chg="del">
          <ac:chgData name="Thiago Arantes" userId="88aeb8729d4c2748" providerId="LiveId" clId="{94EBF746-9EB3-46B6-B79F-2F27EAA27707}" dt="2018-09-19T03:03:47.626" v="2465" actId="478"/>
          <ac:spMkLst>
            <pc:docMk/>
            <pc:sldMk cId="2068211814" sldId="378"/>
            <ac:spMk id="90" creationId="{00000000-0000-0000-0000-000000000000}"/>
          </ac:spMkLst>
        </pc:spChg>
        <pc:spChg chg="mod">
          <ac:chgData name="Thiago Arantes" userId="88aeb8729d4c2748" providerId="LiveId" clId="{94EBF746-9EB3-46B6-B79F-2F27EAA27707}" dt="2018-09-19T02:02:01.500" v="1083" actId="20577"/>
          <ac:spMkLst>
            <pc:docMk/>
            <pc:sldMk cId="2068211814" sldId="378"/>
            <ac:spMk id="91" creationId="{00000000-0000-0000-0000-000000000000}"/>
          </ac:spMkLst>
        </pc:spChg>
      </pc:sldChg>
      <pc:sldChg chg="addSp delSp modSp add">
        <pc:chgData name="Thiago Arantes" userId="88aeb8729d4c2748" providerId="LiveId" clId="{94EBF746-9EB3-46B6-B79F-2F27EAA27707}" dt="2018-09-19T03:04:01.421" v="2468" actId="478"/>
        <pc:sldMkLst>
          <pc:docMk/>
          <pc:sldMk cId="1694783281" sldId="379"/>
        </pc:sldMkLst>
        <pc:spChg chg="add del mod">
          <ac:chgData name="Thiago Arantes" userId="88aeb8729d4c2748" providerId="LiveId" clId="{94EBF746-9EB3-46B6-B79F-2F27EAA27707}" dt="2018-09-19T03:04:01.421" v="2468" actId="478"/>
          <ac:spMkLst>
            <pc:docMk/>
            <pc:sldMk cId="1694783281" sldId="379"/>
            <ac:spMk id="3" creationId="{AE1E72F7-3135-490E-BA77-2C17106CDCDF}"/>
          </ac:spMkLst>
        </pc:spChg>
        <pc:spChg chg="del">
          <ac:chgData name="Thiago Arantes" userId="88aeb8729d4c2748" providerId="LiveId" clId="{94EBF746-9EB3-46B6-B79F-2F27EAA27707}" dt="2018-09-19T03:03:56.842" v="2467" actId="478"/>
          <ac:spMkLst>
            <pc:docMk/>
            <pc:sldMk cId="1694783281" sldId="379"/>
            <ac:spMk id="90" creationId="{00000000-0000-0000-0000-000000000000}"/>
          </ac:spMkLst>
        </pc:spChg>
        <pc:spChg chg="mod">
          <ac:chgData name="Thiago Arantes" userId="88aeb8729d4c2748" providerId="LiveId" clId="{94EBF746-9EB3-46B6-B79F-2F27EAA27707}" dt="2018-09-19T02:04:07.627" v="1168" actId="20577"/>
          <ac:spMkLst>
            <pc:docMk/>
            <pc:sldMk cId="1694783281" sldId="379"/>
            <ac:spMk id="91" creationId="{00000000-0000-0000-0000-000000000000}"/>
          </ac:spMkLst>
        </pc:spChg>
      </pc:sldChg>
      <pc:sldChg chg="addSp delSp modSp add">
        <pc:chgData name="Thiago Arantes" userId="88aeb8729d4c2748" providerId="LiveId" clId="{94EBF746-9EB3-46B6-B79F-2F27EAA27707}" dt="2018-09-19T03:04:13.173" v="2470" actId="478"/>
        <pc:sldMkLst>
          <pc:docMk/>
          <pc:sldMk cId="4168822837" sldId="380"/>
        </pc:sldMkLst>
        <pc:spChg chg="add del mod">
          <ac:chgData name="Thiago Arantes" userId="88aeb8729d4c2748" providerId="LiveId" clId="{94EBF746-9EB3-46B6-B79F-2F27EAA27707}" dt="2018-09-19T03:04:13.173" v="2470" actId="478"/>
          <ac:spMkLst>
            <pc:docMk/>
            <pc:sldMk cId="4168822837" sldId="380"/>
            <ac:spMk id="3" creationId="{A5CEFE38-C02B-47D2-ADE7-9E822CB9EB90}"/>
          </ac:spMkLst>
        </pc:spChg>
        <pc:spChg chg="del">
          <ac:chgData name="Thiago Arantes" userId="88aeb8729d4c2748" providerId="LiveId" clId="{94EBF746-9EB3-46B6-B79F-2F27EAA27707}" dt="2018-09-19T03:04:06.687" v="2469" actId="478"/>
          <ac:spMkLst>
            <pc:docMk/>
            <pc:sldMk cId="4168822837" sldId="380"/>
            <ac:spMk id="90" creationId="{00000000-0000-0000-0000-000000000000}"/>
          </ac:spMkLst>
        </pc:spChg>
        <pc:spChg chg="mod">
          <ac:chgData name="Thiago Arantes" userId="88aeb8729d4c2748" providerId="LiveId" clId="{94EBF746-9EB3-46B6-B79F-2F27EAA27707}" dt="2018-09-19T02:04:17.075" v="1169"/>
          <ac:spMkLst>
            <pc:docMk/>
            <pc:sldMk cId="4168822837" sldId="380"/>
            <ac:spMk id="91" creationId="{00000000-0000-0000-0000-000000000000}"/>
          </ac:spMkLst>
        </pc:spChg>
      </pc:sldChg>
      <pc:sldChg chg="addSp delSp modSp add">
        <pc:chgData name="Thiago Arantes" userId="88aeb8729d4c2748" providerId="LiveId" clId="{94EBF746-9EB3-46B6-B79F-2F27EAA27707}" dt="2018-09-19T03:04:20.888" v="2472" actId="478"/>
        <pc:sldMkLst>
          <pc:docMk/>
          <pc:sldMk cId="749011074" sldId="381"/>
        </pc:sldMkLst>
        <pc:spChg chg="add del mod">
          <ac:chgData name="Thiago Arantes" userId="88aeb8729d4c2748" providerId="LiveId" clId="{94EBF746-9EB3-46B6-B79F-2F27EAA27707}" dt="2018-09-19T03:04:20.888" v="2472" actId="478"/>
          <ac:spMkLst>
            <pc:docMk/>
            <pc:sldMk cId="749011074" sldId="381"/>
            <ac:spMk id="3" creationId="{7AF91868-51BA-460D-9856-98D176031F57}"/>
          </ac:spMkLst>
        </pc:spChg>
        <pc:spChg chg="del">
          <ac:chgData name="Thiago Arantes" userId="88aeb8729d4c2748" providerId="LiveId" clId="{94EBF746-9EB3-46B6-B79F-2F27EAA27707}" dt="2018-09-19T03:04:17.328" v="2471" actId="478"/>
          <ac:spMkLst>
            <pc:docMk/>
            <pc:sldMk cId="749011074" sldId="381"/>
            <ac:spMk id="90" creationId="{00000000-0000-0000-0000-000000000000}"/>
          </ac:spMkLst>
        </pc:spChg>
        <pc:spChg chg="mod">
          <ac:chgData name="Thiago Arantes" userId="88aeb8729d4c2748" providerId="LiveId" clId="{94EBF746-9EB3-46B6-B79F-2F27EAA27707}" dt="2018-09-19T02:07:53.794" v="1607" actId="20577"/>
          <ac:spMkLst>
            <pc:docMk/>
            <pc:sldMk cId="749011074" sldId="381"/>
            <ac:spMk id="91" creationId="{00000000-0000-0000-0000-000000000000}"/>
          </ac:spMkLst>
        </pc:spChg>
      </pc:sldChg>
      <pc:sldChg chg="modSp add del">
        <pc:chgData name="Thiago Arantes" userId="88aeb8729d4c2748" providerId="LiveId" clId="{94EBF746-9EB3-46B6-B79F-2F27EAA27707}" dt="2018-09-19T02:35:11.567" v="1865" actId="2696"/>
        <pc:sldMkLst>
          <pc:docMk/>
          <pc:sldMk cId="1101390281" sldId="382"/>
        </pc:sldMkLst>
        <pc:spChg chg="mod">
          <ac:chgData name="Thiago Arantes" userId="88aeb8729d4c2748" providerId="LiveId" clId="{94EBF746-9EB3-46B6-B79F-2F27EAA27707}" dt="2018-09-19T02:10:11.452" v="1654" actId="20577"/>
          <ac:spMkLst>
            <pc:docMk/>
            <pc:sldMk cId="1101390281" sldId="382"/>
            <ac:spMk id="91" creationId="{00000000-0000-0000-0000-000000000000}"/>
          </ac:spMkLst>
        </pc:spChg>
      </pc:sldChg>
      <pc:sldChg chg="addSp delSp modSp add">
        <pc:chgData name="Thiago Arantes" userId="88aeb8729d4c2748" providerId="LiveId" clId="{94EBF746-9EB3-46B6-B79F-2F27EAA27707}" dt="2018-09-19T17:36:21.874" v="2768" actId="20577"/>
        <pc:sldMkLst>
          <pc:docMk/>
          <pc:sldMk cId="2324070345" sldId="382"/>
        </pc:sldMkLst>
        <pc:spChg chg="add del mod">
          <ac:chgData name="Thiago Arantes" userId="88aeb8729d4c2748" providerId="LiveId" clId="{94EBF746-9EB3-46B6-B79F-2F27EAA27707}" dt="2018-09-19T03:05:36.460" v="2491" actId="478"/>
          <ac:spMkLst>
            <pc:docMk/>
            <pc:sldMk cId="2324070345" sldId="382"/>
            <ac:spMk id="3" creationId="{A97797FE-087F-4DB0-A160-A46B3251B52D}"/>
          </ac:spMkLst>
        </pc:spChg>
        <pc:spChg chg="del">
          <ac:chgData name="Thiago Arantes" userId="88aeb8729d4c2748" providerId="LiveId" clId="{94EBF746-9EB3-46B6-B79F-2F27EAA27707}" dt="2018-09-19T03:05:31.680" v="2490" actId="478"/>
          <ac:spMkLst>
            <pc:docMk/>
            <pc:sldMk cId="2324070345" sldId="382"/>
            <ac:spMk id="90" creationId="{00000000-0000-0000-0000-000000000000}"/>
          </ac:spMkLst>
        </pc:spChg>
        <pc:spChg chg="mod">
          <ac:chgData name="Thiago Arantes" userId="88aeb8729d4c2748" providerId="LiveId" clId="{94EBF746-9EB3-46B6-B79F-2F27EAA27707}" dt="2018-09-19T17:36:21.874" v="2768" actId="20577"/>
          <ac:spMkLst>
            <pc:docMk/>
            <pc:sldMk cId="2324070345" sldId="382"/>
            <ac:spMk id="91" creationId="{00000000-0000-0000-0000-000000000000}"/>
          </ac:spMkLst>
        </pc:spChg>
      </pc:sldChg>
      <pc:sldChg chg="addSp delSp modSp add">
        <pc:chgData name="Thiago Arantes" userId="88aeb8729d4c2748" providerId="LiveId" clId="{94EBF746-9EB3-46B6-B79F-2F27EAA27707}" dt="2018-09-19T17:36:30.155" v="2769"/>
        <pc:sldMkLst>
          <pc:docMk/>
          <pc:sldMk cId="1390965528" sldId="383"/>
        </pc:sldMkLst>
        <pc:spChg chg="add del mod">
          <ac:chgData name="Thiago Arantes" userId="88aeb8729d4c2748" providerId="LiveId" clId="{94EBF746-9EB3-46B6-B79F-2F27EAA27707}" dt="2018-09-19T03:05:45.523" v="2493" actId="478"/>
          <ac:spMkLst>
            <pc:docMk/>
            <pc:sldMk cId="1390965528" sldId="383"/>
            <ac:spMk id="3" creationId="{D2E2B9F3-08FF-46A6-B7BC-B2C114D88155}"/>
          </ac:spMkLst>
        </pc:spChg>
        <pc:spChg chg="del">
          <ac:chgData name="Thiago Arantes" userId="88aeb8729d4c2748" providerId="LiveId" clId="{94EBF746-9EB3-46B6-B79F-2F27EAA27707}" dt="2018-09-19T03:05:41.927" v="2492" actId="478"/>
          <ac:spMkLst>
            <pc:docMk/>
            <pc:sldMk cId="1390965528" sldId="383"/>
            <ac:spMk id="90" creationId="{00000000-0000-0000-0000-000000000000}"/>
          </ac:spMkLst>
        </pc:spChg>
        <pc:spChg chg="mod">
          <ac:chgData name="Thiago Arantes" userId="88aeb8729d4c2748" providerId="LiveId" clId="{94EBF746-9EB3-46B6-B79F-2F27EAA27707}" dt="2018-09-19T17:36:30.155" v="2769"/>
          <ac:spMkLst>
            <pc:docMk/>
            <pc:sldMk cId="1390965528" sldId="383"/>
            <ac:spMk id="91" creationId="{00000000-0000-0000-0000-000000000000}"/>
          </ac:spMkLst>
        </pc:spChg>
      </pc:sldChg>
      <pc:sldChg chg="modSp add del">
        <pc:chgData name="Thiago Arantes" userId="88aeb8729d4c2748" providerId="LiveId" clId="{94EBF746-9EB3-46B6-B79F-2F27EAA27707}" dt="2018-09-19T02:35:11.581" v="1866" actId="2696"/>
        <pc:sldMkLst>
          <pc:docMk/>
          <pc:sldMk cId="3208175843" sldId="383"/>
        </pc:sldMkLst>
        <pc:spChg chg="mod">
          <ac:chgData name="Thiago Arantes" userId="88aeb8729d4c2748" providerId="LiveId" clId="{94EBF746-9EB3-46B6-B79F-2F27EAA27707}" dt="2018-09-19T02:11:16.718" v="1667" actId="20577"/>
          <ac:spMkLst>
            <pc:docMk/>
            <pc:sldMk cId="3208175843" sldId="383"/>
            <ac:spMk id="91" creationId="{00000000-0000-0000-0000-000000000000}"/>
          </ac:spMkLst>
        </pc:spChg>
      </pc:sldChg>
      <pc:sldChg chg="addSp delSp modSp add">
        <pc:chgData name="Thiago Arantes" userId="88aeb8729d4c2748" providerId="LiveId" clId="{94EBF746-9EB3-46B6-B79F-2F27EAA27707}" dt="2018-09-19T03:03:01.119" v="2457" actId="478"/>
        <pc:sldMkLst>
          <pc:docMk/>
          <pc:sldMk cId="4024060411" sldId="457"/>
        </pc:sldMkLst>
        <pc:spChg chg="add del">
          <ac:chgData name="Thiago Arantes" userId="88aeb8729d4c2748" providerId="LiveId" clId="{94EBF746-9EB3-46B6-B79F-2F27EAA27707}" dt="2018-09-19T03:03:01.119" v="2457" actId="478"/>
          <ac:spMkLst>
            <pc:docMk/>
            <pc:sldMk cId="4024060411" sldId="457"/>
            <ac:spMk id="3" creationId="{DB95568E-AD55-4359-B1F9-7B74D12D997E}"/>
          </ac:spMkLst>
        </pc:spChg>
        <pc:spChg chg="mod">
          <ac:chgData name="Thiago Arantes" userId="88aeb8729d4c2748" providerId="LiveId" clId="{94EBF746-9EB3-46B6-B79F-2F27EAA27707}" dt="2018-09-19T02:14:53.889" v="1706" actId="207"/>
          <ac:spMkLst>
            <pc:docMk/>
            <pc:sldMk cId="4024060411" sldId="457"/>
            <ac:spMk id="4" creationId="{00000000-0000-0000-0000-000000000000}"/>
          </ac:spMkLst>
        </pc:spChg>
      </pc:sldChg>
      <pc:sldChg chg="modSp add">
        <pc:chgData name="Thiago Arantes" userId="88aeb8729d4c2748" providerId="LiveId" clId="{94EBF746-9EB3-46B6-B79F-2F27EAA27707}" dt="2018-09-19T02:15:20.009" v="1708"/>
        <pc:sldMkLst>
          <pc:docMk/>
          <pc:sldMk cId="537865437" sldId="458"/>
        </pc:sldMkLst>
        <pc:spChg chg="mod">
          <ac:chgData name="Thiago Arantes" userId="88aeb8729d4c2748" providerId="LiveId" clId="{94EBF746-9EB3-46B6-B79F-2F27EAA27707}" dt="2018-09-19T02:15:20.009" v="1708"/>
          <ac:spMkLst>
            <pc:docMk/>
            <pc:sldMk cId="537865437" sldId="458"/>
            <ac:spMk id="4" creationId="{00000000-0000-0000-0000-000000000000}"/>
          </ac:spMkLst>
        </pc:spChg>
      </pc:sldChg>
      <pc:sldChg chg="modSp add">
        <pc:chgData name="Thiago Arantes" userId="88aeb8729d4c2748" providerId="LiveId" clId="{94EBF746-9EB3-46B6-B79F-2F27EAA27707}" dt="2018-09-19T02:15:38.746" v="1710"/>
        <pc:sldMkLst>
          <pc:docMk/>
          <pc:sldMk cId="2204953556" sldId="459"/>
        </pc:sldMkLst>
        <pc:spChg chg="mod">
          <ac:chgData name="Thiago Arantes" userId="88aeb8729d4c2748" providerId="LiveId" clId="{94EBF746-9EB3-46B6-B79F-2F27EAA27707}" dt="2018-09-19T02:15:38.746" v="1710"/>
          <ac:spMkLst>
            <pc:docMk/>
            <pc:sldMk cId="2204953556" sldId="459"/>
            <ac:spMk id="4" creationId="{00000000-0000-0000-0000-000000000000}"/>
          </ac:spMkLst>
        </pc:spChg>
      </pc:sldChg>
      <pc:sldChg chg="modSp add">
        <pc:chgData name="Thiago Arantes" userId="88aeb8729d4c2748" providerId="LiveId" clId="{94EBF746-9EB3-46B6-B79F-2F27EAA27707}" dt="2018-09-19T02:15:53.030" v="1712"/>
        <pc:sldMkLst>
          <pc:docMk/>
          <pc:sldMk cId="80070792" sldId="460"/>
        </pc:sldMkLst>
        <pc:spChg chg="mod">
          <ac:chgData name="Thiago Arantes" userId="88aeb8729d4c2748" providerId="LiveId" clId="{94EBF746-9EB3-46B6-B79F-2F27EAA27707}" dt="2018-09-19T02:15:53.030" v="1712"/>
          <ac:spMkLst>
            <pc:docMk/>
            <pc:sldMk cId="80070792" sldId="460"/>
            <ac:spMk id="4" creationId="{00000000-0000-0000-0000-000000000000}"/>
          </ac:spMkLst>
        </pc:spChg>
      </pc:sldChg>
      <pc:sldChg chg="modSp add">
        <pc:chgData name="Thiago Arantes" userId="88aeb8729d4c2748" providerId="LiveId" clId="{94EBF746-9EB3-46B6-B79F-2F27EAA27707}" dt="2018-09-19T02:16:08.402" v="1714"/>
        <pc:sldMkLst>
          <pc:docMk/>
          <pc:sldMk cId="3003368314" sldId="461"/>
        </pc:sldMkLst>
        <pc:spChg chg="mod">
          <ac:chgData name="Thiago Arantes" userId="88aeb8729d4c2748" providerId="LiveId" clId="{94EBF746-9EB3-46B6-B79F-2F27EAA27707}" dt="2018-09-19T02:16:08.402" v="1714"/>
          <ac:spMkLst>
            <pc:docMk/>
            <pc:sldMk cId="3003368314" sldId="461"/>
            <ac:spMk id="4" creationId="{00000000-0000-0000-0000-000000000000}"/>
          </ac:spMkLst>
        </pc:spChg>
      </pc:sldChg>
      <pc:sldChg chg="modSp add">
        <pc:chgData name="Thiago Arantes" userId="88aeb8729d4c2748" providerId="LiveId" clId="{94EBF746-9EB3-46B6-B79F-2F27EAA27707}" dt="2018-09-19T02:16:25.530" v="1716"/>
        <pc:sldMkLst>
          <pc:docMk/>
          <pc:sldMk cId="2734458017" sldId="462"/>
        </pc:sldMkLst>
        <pc:spChg chg="mod">
          <ac:chgData name="Thiago Arantes" userId="88aeb8729d4c2748" providerId="LiveId" clId="{94EBF746-9EB3-46B6-B79F-2F27EAA27707}" dt="2018-09-19T02:16:25.530" v="1716"/>
          <ac:spMkLst>
            <pc:docMk/>
            <pc:sldMk cId="2734458017" sldId="462"/>
            <ac:spMk id="4" creationId="{00000000-0000-0000-0000-000000000000}"/>
          </ac:spMkLst>
        </pc:spChg>
      </pc:sldChg>
      <pc:sldChg chg="modSp add">
        <pc:chgData name="Thiago Arantes" userId="88aeb8729d4c2748" providerId="LiveId" clId="{94EBF746-9EB3-46B6-B79F-2F27EAA27707}" dt="2018-09-19T02:16:41.396" v="1718"/>
        <pc:sldMkLst>
          <pc:docMk/>
          <pc:sldMk cId="1116653801" sldId="463"/>
        </pc:sldMkLst>
        <pc:spChg chg="mod">
          <ac:chgData name="Thiago Arantes" userId="88aeb8729d4c2748" providerId="LiveId" clId="{94EBF746-9EB3-46B6-B79F-2F27EAA27707}" dt="2018-09-19T02:16:41.396" v="1718"/>
          <ac:spMkLst>
            <pc:docMk/>
            <pc:sldMk cId="1116653801" sldId="463"/>
            <ac:spMk id="4" creationId="{00000000-0000-0000-0000-000000000000}"/>
          </ac:spMkLst>
        </pc:spChg>
      </pc:sldChg>
      <pc:sldChg chg="modSp add">
        <pc:chgData name="Thiago Arantes" userId="88aeb8729d4c2748" providerId="LiveId" clId="{94EBF746-9EB3-46B6-B79F-2F27EAA27707}" dt="2018-09-19T17:36:14.748" v="2764" actId="20577"/>
        <pc:sldMkLst>
          <pc:docMk/>
          <pc:sldMk cId="1067631241" sldId="464"/>
        </pc:sldMkLst>
        <pc:spChg chg="mod">
          <ac:chgData name="Thiago Arantes" userId="88aeb8729d4c2748" providerId="LiveId" clId="{94EBF746-9EB3-46B6-B79F-2F27EAA27707}" dt="2018-09-19T17:36:14.748" v="2764" actId="20577"/>
          <ac:spMkLst>
            <pc:docMk/>
            <pc:sldMk cId="1067631241" sldId="464"/>
            <ac:spMk id="4" creationId="{00000000-0000-0000-0000-000000000000}"/>
          </ac:spMkLst>
        </pc:spChg>
      </pc:sldChg>
      <pc:sldChg chg="modSp add del">
        <pc:chgData name="Thiago Arantes" userId="88aeb8729d4c2748" providerId="LiveId" clId="{94EBF746-9EB3-46B6-B79F-2F27EAA27707}" dt="2018-09-19T02:35:11.522" v="1864" actId="2696"/>
        <pc:sldMkLst>
          <pc:docMk/>
          <pc:sldMk cId="2303473998" sldId="464"/>
        </pc:sldMkLst>
        <pc:spChg chg="mod">
          <ac:chgData name="Thiago Arantes" userId="88aeb8729d4c2748" providerId="LiveId" clId="{94EBF746-9EB3-46B6-B79F-2F27EAA27707}" dt="2018-09-19T02:16:59.728" v="1720"/>
          <ac:spMkLst>
            <pc:docMk/>
            <pc:sldMk cId="2303473998" sldId="464"/>
            <ac:spMk id="4" creationId="{00000000-0000-0000-0000-000000000000}"/>
          </ac:spMkLst>
        </pc:spChg>
      </pc:sldChg>
      <pc:sldChg chg="modSp add">
        <pc:chgData name="Thiago Arantes" userId="88aeb8729d4c2748" providerId="LiveId" clId="{94EBF746-9EB3-46B6-B79F-2F27EAA27707}" dt="2018-09-19T02:17:27.801" v="1730" actId="20577"/>
        <pc:sldMkLst>
          <pc:docMk/>
          <pc:sldMk cId="1174471104" sldId="465"/>
        </pc:sldMkLst>
        <pc:spChg chg="mod">
          <ac:chgData name="Thiago Arantes" userId="88aeb8729d4c2748" providerId="LiveId" clId="{94EBF746-9EB3-46B6-B79F-2F27EAA27707}" dt="2018-09-19T02:17:27.801" v="1730" actId="20577"/>
          <ac:spMkLst>
            <pc:docMk/>
            <pc:sldMk cId="1174471104" sldId="465"/>
            <ac:spMk id="4" creationId="{00000000-0000-0000-0000-000000000000}"/>
          </ac:spMkLst>
        </pc:spChg>
      </pc:sldChg>
      <pc:sldChg chg="addSp delSp modSp add">
        <pc:chgData name="Thiago Arantes" userId="88aeb8729d4c2748" providerId="LiveId" clId="{94EBF746-9EB3-46B6-B79F-2F27EAA27707}" dt="2018-09-19T03:04:27.831" v="2474" actId="478"/>
        <pc:sldMkLst>
          <pc:docMk/>
          <pc:sldMk cId="1477183012" sldId="466"/>
        </pc:sldMkLst>
        <pc:spChg chg="add del mod">
          <ac:chgData name="Thiago Arantes" userId="88aeb8729d4c2748" providerId="LiveId" clId="{94EBF746-9EB3-46B6-B79F-2F27EAA27707}" dt="2018-09-19T03:04:27.831" v="2474" actId="478"/>
          <ac:spMkLst>
            <pc:docMk/>
            <pc:sldMk cId="1477183012" sldId="466"/>
            <ac:spMk id="3" creationId="{B98A841C-33D9-47A2-A386-3DEC227254C5}"/>
          </ac:spMkLst>
        </pc:spChg>
        <pc:spChg chg="del">
          <ac:chgData name="Thiago Arantes" userId="88aeb8729d4c2748" providerId="LiveId" clId="{94EBF746-9EB3-46B6-B79F-2F27EAA27707}" dt="2018-09-19T03:04:26.069" v="2473" actId="478"/>
          <ac:spMkLst>
            <pc:docMk/>
            <pc:sldMk cId="1477183012" sldId="466"/>
            <ac:spMk id="90" creationId="{00000000-0000-0000-0000-000000000000}"/>
          </ac:spMkLst>
        </pc:spChg>
        <pc:spChg chg="mod">
          <ac:chgData name="Thiago Arantes" userId="88aeb8729d4c2748" providerId="LiveId" clId="{94EBF746-9EB3-46B6-B79F-2F27EAA27707}" dt="2018-09-19T02:35:32.288" v="1871" actId="20577"/>
          <ac:spMkLst>
            <pc:docMk/>
            <pc:sldMk cId="1477183012" sldId="466"/>
            <ac:spMk id="91" creationId="{00000000-0000-0000-0000-000000000000}"/>
          </ac:spMkLst>
        </pc:spChg>
      </pc:sldChg>
      <pc:sldChg chg="addSp delSp modSp add">
        <pc:chgData name="Thiago Arantes" userId="88aeb8729d4c2748" providerId="LiveId" clId="{94EBF746-9EB3-46B6-B79F-2F27EAA27707}" dt="2018-09-19T03:05:15.002" v="2486" actId="478"/>
        <pc:sldMkLst>
          <pc:docMk/>
          <pc:sldMk cId="2381169411" sldId="467"/>
        </pc:sldMkLst>
        <pc:spChg chg="add del mod">
          <ac:chgData name="Thiago Arantes" userId="88aeb8729d4c2748" providerId="LiveId" clId="{94EBF746-9EB3-46B6-B79F-2F27EAA27707}" dt="2018-09-19T03:05:15.002" v="2486" actId="478"/>
          <ac:spMkLst>
            <pc:docMk/>
            <pc:sldMk cId="2381169411" sldId="467"/>
            <ac:spMk id="3" creationId="{77663045-0DE3-4A42-BB86-55C5D998C953}"/>
          </ac:spMkLst>
        </pc:spChg>
        <pc:spChg chg="del">
          <ac:chgData name="Thiago Arantes" userId="88aeb8729d4c2748" providerId="LiveId" clId="{94EBF746-9EB3-46B6-B79F-2F27EAA27707}" dt="2018-09-19T03:05:10.596" v="2485" actId="478"/>
          <ac:spMkLst>
            <pc:docMk/>
            <pc:sldMk cId="2381169411" sldId="467"/>
            <ac:spMk id="90" creationId="{00000000-0000-0000-0000-000000000000}"/>
          </ac:spMkLst>
        </pc:spChg>
      </pc:sldChg>
      <pc:sldChg chg="addSp delSp modSp add">
        <pc:chgData name="Thiago Arantes" userId="88aeb8729d4c2748" providerId="LiveId" clId="{94EBF746-9EB3-46B6-B79F-2F27EAA27707}" dt="2018-09-19T03:04:36.199" v="2476" actId="478"/>
        <pc:sldMkLst>
          <pc:docMk/>
          <pc:sldMk cId="4239141755" sldId="468"/>
        </pc:sldMkLst>
        <pc:spChg chg="add del mod">
          <ac:chgData name="Thiago Arantes" userId="88aeb8729d4c2748" providerId="LiveId" clId="{94EBF746-9EB3-46B6-B79F-2F27EAA27707}" dt="2018-09-19T03:04:36.199" v="2476" actId="478"/>
          <ac:spMkLst>
            <pc:docMk/>
            <pc:sldMk cId="4239141755" sldId="468"/>
            <ac:spMk id="3" creationId="{9CA2E185-5AC0-49A1-AC86-8CDA2ABEBCE4}"/>
          </ac:spMkLst>
        </pc:spChg>
        <pc:spChg chg="del">
          <ac:chgData name="Thiago Arantes" userId="88aeb8729d4c2748" providerId="LiveId" clId="{94EBF746-9EB3-46B6-B79F-2F27EAA27707}" dt="2018-09-19T03:04:32.861" v="2475" actId="478"/>
          <ac:spMkLst>
            <pc:docMk/>
            <pc:sldMk cId="4239141755" sldId="468"/>
            <ac:spMk id="90" creationId="{00000000-0000-0000-0000-000000000000}"/>
          </ac:spMkLst>
        </pc:spChg>
        <pc:spChg chg="mod">
          <ac:chgData name="Thiago Arantes" userId="88aeb8729d4c2748" providerId="LiveId" clId="{94EBF746-9EB3-46B6-B79F-2F27EAA27707}" dt="2018-09-19T02:23:24.190" v="1753" actId="114"/>
          <ac:spMkLst>
            <pc:docMk/>
            <pc:sldMk cId="4239141755" sldId="468"/>
            <ac:spMk id="91" creationId="{00000000-0000-0000-0000-000000000000}"/>
          </ac:spMkLst>
        </pc:spChg>
      </pc:sldChg>
      <pc:sldChg chg="addSp delSp modSp add">
        <pc:chgData name="Thiago Arantes" userId="88aeb8729d4c2748" providerId="LiveId" clId="{94EBF746-9EB3-46B6-B79F-2F27EAA27707}" dt="2018-09-19T03:04:44.458" v="2478" actId="478"/>
        <pc:sldMkLst>
          <pc:docMk/>
          <pc:sldMk cId="1009554496" sldId="469"/>
        </pc:sldMkLst>
        <pc:spChg chg="add del mod">
          <ac:chgData name="Thiago Arantes" userId="88aeb8729d4c2748" providerId="LiveId" clId="{94EBF746-9EB3-46B6-B79F-2F27EAA27707}" dt="2018-09-19T03:04:44.458" v="2478" actId="478"/>
          <ac:spMkLst>
            <pc:docMk/>
            <pc:sldMk cId="1009554496" sldId="469"/>
            <ac:spMk id="3" creationId="{4A251468-030D-44FB-A4F8-C1FC3389460B}"/>
          </ac:spMkLst>
        </pc:spChg>
        <pc:spChg chg="del">
          <ac:chgData name="Thiago Arantes" userId="88aeb8729d4c2748" providerId="LiveId" clId="{94EBF746-9EB3-46B6-B79F-2F27EAA27707}" dt="2018-09-19T03:04:39.933" v="2477" actId="478"/>
          <ac:spMkLst>
            <pc:docMk/>
            <pc:sldMk cId="1009554496" sldId="469"/>
            <ac:spMk id="90" creationId="{00000000-0000-0000-0000-000000000000}"/>
          </ac:spMkLst>
        </pc:spChg>
        <pc:spChg chg="mod">
          <ac:chgData name="Thiago Arantes" userId="88aeb8729d4c2748" providerId="LiveId" clId="{94EBF746-9EB3-46B6-B79F-2F27EAA27707}" dt="2018-09-19T02:38:04.337" v="1873" actId="20577"/>
          <ac:spMkLst>
            <pc:docMk/>
            <pc:sldMk cId="1009554496" sldId="469"/>
            <ac:spMk id="91" creationId="{00000000-0000-0000-0000-000000000000}"/>
          </ac:spMkLst>
        </pc:spChg>
      </pc:sldChg>
      <pc:sldChg chg="addSp delSp modSp add">
        <pc:chgData name="Thiago Arantes" userId="88aeb8729d4c2748" providerId="LiveId" clId="{94EBF746-9EB3-46B6-B79F-2F27EAA27707}" dt="2018-09-19T03:04:59.218" v="2482" actId="478"/>
        <pc:sldMkLst>
          <pc:docMk/>
          <pc:sldMk cId="1458765868" sldId="470"/>
        </pc:sldMkLst>
        <pc:spChg chg="add del mod">
          <ac:chgData name="Thiago Arantes" userId="88aeb8729d4c2748" providerId="LiveId" clId="{94EBF746-9EB3-46B6-B79F-2F27EAA27707}" dt="2018-09-19T03:04:59.218" v="2482" actId="478"/>
          <ac:spMkLst>
            <pc:docMk/>
            <pc:sldMk cId="1458765868" sldId="470"/>
            <ac:spMk id="3" creationId="{3AF58C1D-D147-4CF1-99B1-53EDC471FA4C}"/>
          </ac:spMkLst>
        </pc:spChg>
        <pc:spChg chg="del">
          <ac:chgData name="Thiago Arantes" userId="88aeb8729d4c2748" providerId="LiveId" clId="{94EBF746-9EB3-46B6-B79F-2F27EAA27707}" dt="2018-09-19T03:04:56.787" v="2481" actId="478"/>
          <ac:spMkLst>
            <pc:docMk/>
            <pc:sldMk cId="1458765868" sldId="470"/>
            <ac:spMk id="90" creationId="{00000000-0000-0000-0000-000000000000}"/>
          </ac:spMkLst>
        </pc:spChg>
        <pc:spChg chg="mod">
          <ac:chgData name="Thiago Arantes" userId="88aeb8729d4c2748" providerId="LiveId" clId="{94EBF746-9EB3-46B6-B79F-2F27EAA27707}" dt="2018-09-19T02:24:42.462" v="1771" actId="12"/>
          <ac:spMkLst>
            <pc:docMk/>
            <pc:sldMk cId="1458765868" sldId="470"/>
            <ac:spMk id="91" creationId="{00000000-0000-0000-0000-000000000000}"/>
          </ac:spMkLst>
        </pc:spChg>
      </pc:sldChg>
      <pc:sldChg chg="addSp delSp modSp add">
        <pc:chgData name="Thiago Arantes" userId="88aeb8729d4c2748" providerId="LiveId" clId="{94EBF746-9EB3-46B6-B79F-2F27EAA27707}" dt="2018-09-19T03:05:07.309" v="2484" actId="478"/>
        <pc:sldMkLst>
          <pc:docMk/>
          <pc:sldMk cId="3221291289" sldId="471"/>
        </pc:sldMkLst>
        <pc:spChg chg="add del mod">
          <ac:chgData name="Thiago Arantes" userId="88aeb8729d4c2748" providerId="LiveId" clId="{94EBF746-9EB3-46B6-B79F-2F27EAA27707}" dt="2018-09-19T03:05:07.309" v="2484" actId="478"/>
          <ac:spMkLst>
            <pc:docMk/>
            <pc:sldMk cId="3221291289" sldId="471"/>
            <ac:spMk id="3" creationId="{546F9B11-0033-47C5-BC88-41C4D4B3CC92}"/>
          </ac:spMkLst>
        </pc:spChg>
        <pc:spChg chg="del">
          <ac:chgData name="Thiago Arantes" userId="88aeb8729d4c2748" providerId="LiveId" clId="{94EBF746-9EB3-46B6-B79F-2F27EAA27707}" dt="2018-09-19T03:05:02.936" v="2483" actId="478"/>
          <ac:spMkLst>
            <pc:docMk/>
            <pc:sldMk cId="3221291289" sldId="471"/>
            <ac:spMk id="90" creationId="{00000000-0000-0000-0000-000000000000}"/>
          </ac:spMkLst>
        </pc:spChg>
        <pc:spChg chg="mod">
          <ac:chgData name="Thiago Arantes" userId="88aeb8729d4c2748" providerId="LiveId" clId="{94EBF746-9EB3-46B6-B79F-2F27EAA27707}" dt="2018-09-19T02:54:35.935" v="2229" actId="20577"/>
          <ac:spMkLst>
            <pc:docMk/>
            <pc:sldMk cId="3221291289" sldId="471"/>
            <ac:spMk id="91" creationId="{00000000-0000-0000-0000-000000000000}"/>
          </ac:spMkLst>
        </pc:spChg>
      </pc:sldChg>
      <pc:sldChg chg="addSp delSp modSp add">
        <pc:chgData name="Thiago Arantes" userId="88aeb8729d4c2748" providerId="LiveId" clId="{94EBF746-9EB3-46B6-B79F-2F27EAA27707}" dt="2018-09-19T03:04:52.798" v="2480" actId="478"/>
        <pc:sldMkLst>
          <pc:docMk/>
          <pc:sldMk cId="1424994650" sldId="472"/>
        </pc:sldMkLst>
        <pc:spChg chg="add del mod">
          <ac:chgData name="Thiago Arantes" userId="88aeb8729d4c2748" providerId="LiveId" clId="{94EBF746-9EB3-46B6-B79F-2F27EAA27707}" dt="2018-09-19T03:04:52.798" v="2480" actId="478"/>
          <ac:spMkLst>
            <pc:docMk/>
            <pc:sldMk cId="1424994650" sldId="472"/>
            <ac:spMk id="3" creationId="{788C8274-04A8-4DEF-9705-6AC0B558B356}"/>
          </ac:spMkLst>
        </pc:spChg>
        <pc:spChg chg="del">
          <ac:chgData name="Thiago Arantes" userId="88aeb8729d4c2748" providerId="LiveId" clId="{94EBF746-9EB3-46B6-B79F-2F27EAA27707}" dt="2018-09-19T03:04:50.130" v="2479" actId="478"/>
          <ac:spMkLst>
            <pc:docMk/>
            <pc:sldMk cId="1424994650" sldId="472"/>
            <ac:spMk id="90" creationId="{00000000-0000-0000-0000-000000000000}"/>
          </ac:spMkLst>
        </pc:spChg>
        <pc:spChg chg="mod">
          <ac:chgData name="Thiago Arantes" userId="88aeb8729d4c2748" providerId="LiveId" clId="{94EBF746-9EB3-46B6-B79F-2F27EAA27707}" dt="2018-09-19T02:38:09.786" v="1874" actId="20577"/>
          <ac:spMkLst>
            <pc:docMk/>
            <pc:sldMk cId="1424994650" sldId="472"/>
            <ac:spMk id="91" creationId="{00000000-0000-0000-0000-000000000000}"/>
          </ac:spMkLst>
        </pc:spChg>
      </pc:sldChg>
      <pc:sldChg chg="addSp delSp modSp add">
        <pc:chgData name="Thiago Arantes" userId="88aeb8729d4c2748" providerId="LiveId" clId="{94EBF746-9EB3-46B6-B79F-2F27EAA27707}" dt="2018-09-19T03:05:21.413" v="2488" actId="478"/>
        <pc:sldMkLst>
          <pc:docMk/>
          <pc:sldMk cId="4288411986" sldId="473"/>
        </pc:sldMkLst>
        <pc:spChg chg="add mod">
          <ac:chgData name="Thiago Arantes" userId="88aeb8729d4c2748" providerId="LiveId" clId="{94EBF746-9EB3-46B6-B79F-2F27EAA27707}" dt="2018-09-19T02:57:35.615" v="2408" actId="1035"/>
          <ac:spMkLst>
            <pc:docMk/>
            <pc:sldMk cId="4288411986" sldId="473"/>
            <ac:spMk id="2" creationId="{92C5FC20-B1F0-4E2D-B55A-99748438490C}"/>
          </ac:spMkLst>
        </pc:spChg>
        <pc:spChg chg="add mod">
          <ac:chgData name="Thiago Arantes" userId="88aeb8729d4c2748" providerId="LiveId" clId="{94EBF746-9EB3-46B6-B79F-2F27EAA27707}" dt="2018-09-19T02:57:35.615" v="2408" actId="1035"/>
          <ac:spMkLst>
            <pc:docMk/>
            <pc:sldMk cId="4288411986" sldId="473"/>
            <ac:spMk id="5" creationId="{F0F990D4-718A-4141-B2F0-A89BCE3AD7A3}"/>
          </ac:spMkLst>
        </pc:spChg>
        <pc:spChg chg="add mod">
          <ac:chgData name="Thiago Arantes" userId="88aeb8729d4c2748" providerId="LiveId" clId="{94EBF746-9EB3-46B6-B79F-2F27EAA27707}" dt="2018-09-19T02:57:35.615" v="2408" actId="1035"/>
          <ac:spMkLst>
            <pc:docMk/>
            <pc:sldMk cId="4288411986" sldId="473"/>
            <ac:spMk id="6" creationId="{94BD294F-8167-4B9A-947D-8A003CCE67E4}"/>
          </ac:spMkLst>
        </pc:spChg>
        <pc:spChg chg="add mod">
          <ac:chgData name="Thiago Arantes" userId="88aeb8729d4c2748" providerId="LiveId" clId="{94EBF746-9EB3-46B6-B79F-2F27EAA27707}" dt="2018-09-19T02:57:35.615" v="2408" actId="1035"/>
          <ac:spMkLst>
            <pc:docMk/>
            <pc:sldMk cId="4288411986" sldId="473"/>
            <ac:spMk id="7" creationId="{BFB346BD-AC63-4ADD-96CB-07FB07F869AB}"/>
          </ac:spMkLst>
        </pc:spChg>
        <pc:spChg chg="add mod">
          <ac:chgData name="Thiago Arantes" userId="88aeb8729d4c2748" providerId="LiveId" clId="{94EBF746-9EB3-46B6-B79F-2F27EAA27707}" dt="2018-09-19T02:57:35.615" v="2408" actId="1035"/>
          <ac:spMkLst>
            <pc:docMk/>
            <pc:sldMk cId="4288411986" sldId="473"/>
            <ac:spMk id="8" creationId="{2C49ED93-6919-4963-AC85-D7741CA73005}"/>
          </ac:spMkLst>
        </pc:spChg>
        <pc:spChg chg="add del mod">
          <ac:chgData name="Thiago Arantes" userId="88aeb8729d4c2748" providerId="LiveId" clId="{94EBF746-9EB3-46B6-B79F-2F27EAA27707}" dt="2018-09-19T03:05:21.413" v="2488" actId="478"/>
          <ac:spMkLst>
            <pc:docMk/>
            <pc:sldMk cId="4288411986" sldId="473"/>
            <ac:spMk id="19" creationId="{578DA280-9214-46C8-8131-C0D3539D3C2A}"/>
          </ac:spMkLst>
        </pc:spChg>
        <pc:spChg chg="del">
          <ac:chgData name="Thiago Arantes" userId="88aeb8729d4c2748" providerId="LiveId" clId="{94EBF746-9EB3-46B6-B79F-2F27EAA27707}" dt="2018-09-19T03:05:18.981" v="2487" actId="478"/>
          <ac:spMkLst>
            <pc:docMk/>
            <pc:sldMk cId="4288411986" sldId="473"/>
            <ac:spMk id="90" creationId="{00000000-0000-0000-0000-000000000000}"/>
          </ac:spMkLst>
        </pc:spChg>
        <pc:spChg chg="mod">
          <ac:chgData name="Thiago Arantes" userId="88aeb8729d4c2748" providerId="LiveId" clId="{94EBF746-9EB3-46B6-B79F-2F27EAA27707}" dt="2018-09-19T02:57:27.883" v="2407" actId="20577"/>
          <ac:spMkLst>
            <pc:docMk/>
            <pc:sldMk cId="4288411986" sldId="473"/>
            <ac:spMk id="91" creationId="{00000000-0000-0000-0000-000000000000}"/>
          </ac:spMkLst>
        </pc:spChg>
        <pc:cxnChg chg="add mod">
          <ac:chgData name="Thiago Arantes" userId="88aeb8729d4c2748" providerId="LiveId" clId="{94EBF746-9EB3-46B6-B79F-2F27EAA27707}" dt="2018-09-19T02:57:35.615" v="2408" actId="1035"/>
          <ac:cxnSpMkLst>
            <pc:docMk/>
            <pc:sldMk cId="4288411986" sldId="473"/>
            <ac:cxnSpMk id="4" creationId="{3A10B320-4DB2-4B7B-9E2F-4A81AA78CDFE}"/>
          </ac:cxnSpMkLst>
        </pc:cxnChg>
        <pc:cxnChg chg="add mod">
          <ac:chgData name="Thiago Arantes" userId="88aeb8729d4c2748" providerId="LiveId" clId="{94EBF746-9EB3-46B6-B79F-2F27EAA27707}" dt="2018-09-19T02:57:35.615" v="2408" actId="1035"/>
          <ac:cxnSpMkLst>
            <pc:docMk/>
            <pc:sldMk cId="4288411986" sldId="473"/>
            <ac:cxnSpMk id="10" creationId="{B077B2A5-E4AB-46B2-86A9-60D5FB55AB2A}"/>
          </ac:cxnSpMkLst>
        </pc:cxnChg>
        <pc:cxnChg chg="add mod">
          <ac:chgData name="Thiago Arantes" userId="88aeb8729d4c2748" providerId="LiveId" clId="{94EBF746-9EB3-46B6-B79F-2F27EAA27707}" dt="2018-09-19T02:57:35.615" v="2408" actId="1035"/>
          <ac:cxnSpMkLst>
            <pc:docMk/>
            <pc:sldMk cId="4288411986" sldId="473"/>
            <ac:cxnSpMk id="12" creationId="{A71A84F5-744E-46C0-BE63-FF81A17B52AE}"/>
          </ac:cxnSpMkLst>
        </pc:cxnChg>
        <pc:cxnChg chg="add mod">
          <ac:chgData name="Thiago Arantes" userId="88aeb8729d4c2748" providerId="LiveId" clId="{94EBF746-9EB3-46B6-B79F-2F27EAA27707}" dt="2018-09-19T02:57:35.615" v="2408" actId="1035"/>
          <ac:cxnSpMkLst>
            <pc:docMk/>
            <pc:sldMk cId="4288411986" sldId="473"/>
            <ac:cxnSpMk id="14" creationId="{79236882-DA5F-4381-A7E8-93DCDFAB9A59}"/>
          </ac:cxnSpMkLst>
        </pc:cxnChg>
      </pc:sldChg>
      <pc:sldChg chg="modSp add">
        <pc:chgData name="Thiago Arantes" userId="88aeb8729d4c2748" providerId="LiveId" clId="{94EBF746-9EB3-46B6-B79F-2F27EAA27707}" dt="2018-09-19T03:08:57.132" v="2524" actId="20577"/>
        <pc:sldMkLst>
          <pc:docMk/>
          <pc:sldMk cId="429749033" sldId="474"/>
        </pc:sldMkLst>
        <pc:spChg chg="mod">
          <ac:chgData name="Thiago Arantes" userId="88aeb8729d4c2748" providerId="LiveId" clId="{94EBF746-9EB3-46B6-B79F-2F27EAA27707}" dt="2018-09-19T03:08:57.132" v="2524" actId="20577"/>
          <ac:spMkLst>
            <pc:docMk/>
            <pc:sldMk cId="429749033" sldId="474"/>
            <ac:spMk id="91" creationId="{00000000-0000-0000-0000-000000000000}"/>
          </ac:spMkLst>
        </pc:spChg>
      </pc:sldChg>
      <pc:sldChg chg="modSp add del">
        <pc:chgData name="Thiago Arantes" userId="88aeb8729d4c2748" providerId="LiveId" clId="{94EBF746-9EB3-46B6-B79F-2F27EAA27707}" dt="2018-09-19T03:05:24.957" v="2489" actId="2696"/>
        <pc:sldMkLst>
          <pc:docMk/>
          <pc:sldMk cId="2628339820" sldId="474"/>
        </pc:sldMkLst>
        <pc:spChg chg="mod">
          <ac:chgData name="Thiago Arantes" userId="88aeb8729d4c2748" providerId="LiveId" clId="{94EBF746-9EB3-46B6-B79F-2F27EAA27707}" dt="2018-09-19T02:57:15.083" v="2397"/>
          <ac:spMkLst>
            <pc:docMk/>
            <pc:sldMk cId="2628339820" sldId="474"/>
            <ac:spMk id="91" creationId="{00000000-0000-0000-0000-000000000000}"/>
          </ac:spMkLst>
        </pc:spChg>
      </pc:sldChg>
      <pc:sldChg chg="modSp add">
        <pc:chgData name="Thiago Arantes" userId="88aeb8729d4c2748" providerId="LiveId" clId="{94EBF746-9EB3-46B6-B79F-2F27EAA27707}" dt="2018-09-19T03:13:00.263" v="2562" actId="207"/>
        <pc:sldMkLst>
          <pc:docMk/>
          <pc:sldMk cId="1645119021" sldId="475"/>
        </pc:sldMkLst>
        <pc:spChg chg="mod">
          <ac:chgData name="Thiago Arantes" userId="88aeb8729d4c2748" providerId="LiveId" clId="{94EBF746-9EB3-46B6-B79F-2F27EAA27707}" dt="2018-09-19T03:13:00.263" v="2562" actId="207"/>
          <ac:spMkLst>
            <pc:docMk/>
            <pc:sldMk cId="1645119021" sldId="475"/>
            <ac:spMk id="91" creationId="{00000000-0000-0000-0000-000000000000}"/>
          </ac:spMkLst>
        </pc:spChg>
      </pc:sldChg>
      <pc:sldChg chg="modSp add">
        <pc:chgData name="Thiago Arantes" userId="88aeb8729d4c2748" providerId="LiveId" clId="{94EBF746-9EB3-46B6-B79F-2F27EAA27707}" dt="2018-09-19T03:13:08.094" v="2563" actId="207"/>
        <pc:sldMkLst>
          <pc:docMk/>
          <pc:sldMk cId="3925068350" sldId="476"/>
        </pc:sldMkLst>
        <pc:spChg chg="mod">
          <ac:chgData name="Thiago Arantes" userId="88aeb8729d4c2748" providerId="LiveId" clId="{94EBF746-9EB3-46B6-B79F-2F27EAA27707}" dt="2018-09-19T03:13:08.094" v="2563" actId="207"/>
          <ac:spMkLst>
            <pc:docMk/>
            <pc:sldMk cId="3925068350" sldId="476"/>
            <ac:spMk id="91" creationId="{00000000-0000-0000-0000-000000000000}"/>
          </ac:spMkLst>
        </pc:spChg>
      </pc:sldChg>
      <pc:sldChg chg="modSp add">
        <pc:chgData name="Thiago Arantes" userId="88aeb8729d4c2748" providerId="LiveId" clId="{94EBF746-9EB3-46B6-B79F-2F27EAA27707}" dt="2018-09-19T17:36:38.156" v="2770"/>
        <pc:sldMkLst>
          <pc:docMk/>
          <pc:sldMk cId="2195213237" sldId="477"/>
        </pc:sldMkLst>
        <pc:spChg chg="mod">
          <ac:chgData name="Thiago Arantes" userId="88aeb8729d4c2748" providerId="LiveId" clId="{94EBF746-9EB3-46B6-B79F-2F27EAA27707}" dt="2018-09-19T17:36:38.156" v="2770"/>
          <ac:spMkLst>
            <pc:docMk/>
            <pc:sldMk cId="2195213237" sldId="477"/>
            <ac:spMk id="91" creationId="{00000000-0000-0000-0000-000000000000}"/>
          </ac:spMkLst>
        </pc:spChg>
      </pc:sldChg>
      <pc:sldChg chg="modSp add">
        <pc:chgData name="Thiago Arantes" userId="88aeb8729d4c2748" providerId="LiveId" clId="{94EBF746-9EB3-46B6-B79F-2F27EAA27707}" dt="2018-09-19T11:19:56.835" v="2760" actId="20577"/>
        <pc:sldMkLst>
          <pc:docMk/>
          <pc:sldMk cId="3520366936" sldId="478"/>
        </pc:sldMkLst>
        <pc:spChg chg="mod">
          <ac:chgData name="Thiago Arantes" userId="88aeb8729d4c2748" providerId="LiveId" clId="{94EBF746-9EB3-46B6-B79F-2F27EAA27707}" dt="2018-09-19T11:19:56.835" v="2760" actId="20577"/>
          <ac:spMkLst>
            <pc:docMk/>
            <pc:sldMk cId="3520366936" sldId="478"/>
            <ac:spMk id="91" creationId="{00000000-0000-0000-0000-000000000000}"/>
          </ac:spMkLst>
        </pc:spChg>
      </pc:sldChg>
      <pc:sldMasterChg chg="addSp delSp modSp">
        <pc:chgData name="Thiago Arantes" userId="88aeb8729d4c2748" providerId="LiveId" clId="{94EBF746-9EB3-46B6-B79F-2F27EAA27707}" dt="2018-09-19T11:00:39.646" v="2653" actId="14100"/>
        <pc:sldMasterMkLst>
          <pc:docMk/>
          <pc:sldMasterMk cId="0" sldId="2147483659"/>
        </pc:sldMasterMkLst>
        <pc:spChg chg="add mod ord">
          <ac:chgData name="Thiago Arantes" userId="88aeb8729d4c2748" providerId="LiveId" clId="{94EBF746-9EB3-46B6-B79F-2F27EAA27707}" dt="2018-09-19T03:00:24.568" v="2423" actId="14100"/>
          <ac:spMkLst>
            <pc:docMk/>
            <pc:sldMasterMk cId="0" sldId="2147483659"/>
            <ac:spMk id="4" creationId="{0A6CC08F-F5E3-4E6B-8D83-51B6B7A22BE5}"/>
          </ac:spMkLst>
        </pc:spChg>
        <pc:spChg chg="add del mod">
          <ac:chgData name="Thiago Arantes" userId="88aeb8729d4c2748" providerId="LiveId" clId="{94EBF746-9EB3-46B6-B79F-2F27EAA27707}" dt="2018-09-19T03:15:28.460" v="2566" actId="478"/>
          <ac:spMkLst>
            <pc:docMk/>
            <pc:sldMasterMk cId="0" sldId="2147483659"/>
            <ac:spMk id="5" creationId="{A2D6D3D9-FA9A-4496-9948-9DE08EF2567C}"/>
          </ac:spMkLst>
        </pc:spChg>
        <pc:spChg chg="add mod">
          <ac:chgData name="Thiago Arantes" userId="88aeb8729d4c2748" providerId="LiveId" clId="{94EBF746-9EB3-46B6-B79F-2F27EAA27707}" dt="2018-09-19T03:02:07.102" v="2454" actId="207"/>
          <ac:spMkLst>
            <pc:docMk/>
            <pc:sldMasterMk cId="0" sldId="2147483659"/>
            <ac:spMk id="11" creationId="{D01C04D6-BB0F-4EE9-B7BF-AE09D72A5D39}"/>
          </ac:spMkLst>
        </pc:spChg>
        <pc:spChg chg="add del mod ord">
          <ac:chgData name="Thiago Arantes" userId="88aeb8729d4c2748" providerId="LiveId" clId="{94EBF746-9EB3-46B6-B79F-2F27EAA27707}" dt="2018-09-19T03:19:35.188" v="2575" actId="478"/>
          <ac:spMkLst>
            <pc:docMk/>
            <pc:sldMasterMk cId="0" sldId="2147483659"/>
            <ac:spMk id="12" creationId="{DC436428-6617-475E-93E3-4DE416812515}"/>
          </ac:spMkLst>
        </pc:spChg>
        <pc:spChg chg="add del mod ord">
          <ac:chgData name="Thiago Arantes" userId="88aeb8729d4c2748" providerId="LiveId" clId="{94EBF746-9EB3-46B6-B79F-2F27EAA27707}" dt="2018-09-19T10:54:50.679" v="2625" actId="478"/>
          <ac:spMkLst>
            <pc:docMk/>
            <pc:sldMasterMk cId="0" sldId="2147483659"/>
            <ac:spMk id="13" creationId="{2EB7442A-F59A-4589-AC8F-D0B39B84F49F}"/>
          </ac:spMkLst>
        </pc:spChg>
        <pc:spChg chg="add mod ord">
          <ac:chgData name="Thiago Arantes" userId="88aeb8729d4c2748" providerId="LiveId" clId="{94EBF746-9EB3-46B6-B79F-2F27EAA27707}" dt="2018-09-19T11:00:39.646" v="2653" actId="14100"/>
          <ac:spMkLst>
            <pc:docMk/>
            <pc:sldMasterMk cId="0" sldId="2147483659"/>
            <ac:spMk id="14" creationId="{24FDCA86-23D3-4595-81DE-5E5E854884E0}"/>
          </ac:spMkLst>
        </pc:spChg>
        <pc:picChg chg="add mod">
          <ac:chgData name="Thiago Arantes" userId="88aeb8729d4c2748" providerId="LiveId" clId="{94EBF746-9EB3-46B6-B79F-2F27EAA27707}" dt="2018-09-19T03:21:20.612" v="2587" actId="14100"/>
          <ac:picMkLst>
            <pc:docMk/>
            <pc:sldMasterMk cId="0" sldId="2147483659"/>
            <ac:picMk id="3" creationId="{FBAC1AB2-A5AF-40B6-B86D-288AFEE388C5}"/>
          </ac:picMkLst>
        </pc:picChg>
      </pc:sldMasterChg>
    </pc:docChg>
  </pc:docChgLst>
  <pc:docChgLst>
    <pc:chgData name="Thiago Arantes" userId="88aeb8729d4c2748" providerId="LiveId" clId="{C9A26F8C-9B21-4A21-B1C4-2CC687D14F9D}"/>
    <pc:docChg chg="undo custSel addSld delSld modSld sldOrd">
      <pc:chgData name="Thiago Arantes" userId="88aeb8729d4c2748" providerId="LiveId" clId="{C9A26F8C-9B21-4A21-B1C4-2CC687D14F9D}" dt="2018-09-20T11:17:34.174" v="2529" actId="20577"/>
      <pc:docMkLst>
        <pc:docMk/>
      </pc:docMkLst>
      <pc:sldChg chg="modSp">
        <pc:chgData name="Thiago Arantes" userId="88aeb8729d4c2748" providerId="LiveId" clId="{C9A26F8C-9B21-4A21-B1C4-2CC687D14F9D}" dt="2018-09-20T09:16:09.418" v="2387" actId="6549"/>
        <pc:sldMkLst>
          <pc:docMk/>
          <pc:sldMk cId="2068211814" sldId="378"/>
        </pc:sldMkLst>
        <pc:spChg chg="mod">
          <ac:chgData name="Thiago Arantes" userId="88aeb8729d4c2748" providerId="LiveId" clId="{C9A26F8C-9B21-4A21-B1C4-2CC687D14F9D}" dt="2018-09-20T09:16:09.418" v="2387" actId="6549"/>
          <ac:spMkLst>
            <pc:docMk/>
            <pc:sldMk cId="2068211814" sldId="378"/>
            <ac:spMk id="91" creationId="{00000000-0000-0000-0000-000000000000}"/>
          </ac:spMkLst>
        </pc:spChg>
      </pc:sldChg>
      <pc:sldChg chg="modSp">
        <pc:chgData name="Thiago Arantes" userId="88aeb8729d4c2748" providerId="LiveId" clId="{C9A26F8C-9B21-4A21-B1C4-2CC687D14F9D}" dt="2018-09-19T20:25:01.183" v="2083" actId="6549"/>
        <pc:sldMkLst>
          <pc:docMk/>
          <pc:sldMk cId="4288411986" sldId="473"/>
        </pc:sldMkLst>
        <pc:spChg chg="mod">
          <ac:chgData name="Thiago Arantes" userId="88aeb8729d4c2748" providerId="LiveId" clId="{C9A26F8C-9B21-4A21-B1C4-2CC687D14F9D}" dt="2018-09-19T20:25:01.183" v="2083" actId="6549"/>
          <ac:spMkLst>
            <pc:docMk/>
            <pc:sldMk cId="4288411986" sldId="473"/>
            <ac:spMk id="91" creationId="{00000000-0000-0000-0000-000000000000}"/>
          </ac:spMkLst>
        </pc:spChg>
      </pc:sldChg>
      <pc:sldChg chg="modSp">
        <pc:chgData name="Thiago Arantes" userId="88aeb8729d4c2748" providerId="LiveId" clId="{C9A26F8C-9B21-4A21-B1C4-2CC687D14F9D}" dt="2018-09-19T20:25:31.397" v="2100" actId="20577"/>
        <pc:sldMkLst>
          <pc:docMk/>
          <pc:sldMk cId="2195213237" sldId="477"/>
        </pc:sldMkLst>
        <pc:spChg chg="mod">
          <ac:chgData name="Thiago Arantes" userId="88aeb8729d4c2748" providerId="LiveId" clId="{C9A26F8C-9B21-4A21-B1C4-2CC687D14F9D}" dt="2018-09-19T20:25:31.397" v="2100" actId="20577"/>
          <ac:spMkLst>
            <pc:docMk/>
            <pc:sldMk cId="2195213237" sldId="477"/>
            <ac:spMk id="91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19T18:36:46.399" v="23" actId="20577"/>
        <pc:sldMkLst>
          <pc:docMk/>
          <pc:sldMk cId="1035203403" sldId="479"/>
        </pc:sldMkLst>
        <pc:spChg chg="mod">
          <ac:chgData name="Thiago Arantes" userId="88aeb8729d4c2748" providerId="LiveId" clId="{C9A26F8C-9B21-4A21-B1C4-2CC687D14F9D}" dt="2018-09-19T18:36:46.399" v="23" actId="20577"/>
          <ac:spMkLst>
            <pc:docMk/>
            <pc:sldMk cId="1035203403" sldId="479"/>
            <ac:spMk id="4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19T19:03:12.343" v="75" actId="20577"/>
        <pc:sldMkLst>
          <pc:docMk/>
          <pc:sldMk cId="3998246535" sldId="480"/>
        </pc:sldMkLst>
        <pc:spChg chg="mod">
          <ac:chgData name="Thiago Arantes" userId="88aeb8729d4c2748" providerId="LiveId" clId="{C9A26F8C-9B21-4A21-B1C4-2CC687D14F9D}" dt="2018-09-19T19:03:12.343" v="75" actId="20577"/>
          <ac:spMkLst>
            <pc:docMk/>
            <pc:sldMk cId="3998246535" sldId="480"/>
            <ac:spMk id="91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19T19:04:04.283" v="79" actId="6549"/>
        <pc:sldMkLst>
          <pc:docMk/>
          <pc:sldMk cId="1383668786" sldId="481"/>
        </pc:sldMkLst>
        <pc:spChg chg="mod">
          <ac:chgData name="Thiago Arantes" userId="88aeb8729d4c2748" providerId="LiveId" clId="{C9A26F8C-9B21-4A21-B1C4-2CC687D14F9D}" dt="2018-09-19T19:04:04.283" v="79" actId="6549"/>
          <ac:spMkLst>
            <pc:docMk/>
            <pc:sldMk cId="1383668786" sldId="481"/>
            <ac:spMk id="91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19T19:16:47.071" v="305" actId="20577"/>
        <pc:sldMkLst>
          <pc:docMk/>
          <pc:sldMk cId="2606448912" sldId="482"/>
        </pc:sldMkLst>
        <pc:spChg chg="mod">
          <ac:chgData name="Thiago Arantes" userId="88aeb8729d4c2748" providerId="LiveId" clId="{C9A26F8C-9B21-4A21-B1C4-2CC687D14F9D}" dt="2018-09-19T19:16:47.071" v="305" actId="20577"/>
          <ac:spMkLst>
            <pc:docMk/>
            <pc:sldMk cId="2606448912" sldId="482"/>
            <ac:spMk id="91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19T19:17:00.829" v="308" actId="114"/>
        <pc:sldMkLst>
          <pc:docMk/>
          <pc:sldMk cId="4089917645" sldId="483"/>
        </pc:sldMkLst>
        <pc:spChg chg="mod">
          <ac:chgData name="Thiago Arantes" userId="88aeb8729d4c2748" providerId="LiveId" clId="{C9A26F8C-9B21-4A21-B1C4-2CC687D14F9D}" dt="2018-09-19T19:17:00.829" v="308" actId="114"/>
          <ac:spMkLst>
            <pc:docMk/>
            <pc:sldMk cId="4089917645" sldId="483"/>
            <ac:spMk id="91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20T11:17:34.174" v="2529" actId="20577"/>
        <pc:sldMkLst>
          <pc:docMk/>
          <pc:sldMk cId="1432246611" sldId="484"/>
        </pc:sldMkLst>
        <pc:spChg chg="mod">
          <ac:chgData name="Thiago Arantes" userId="88aeb8729d4c2748" providerId="LiveId" clId="{C9A26F8C-9B21-4A21-B1C4-2CC687D14F9D}" dt="2018-09-20T11:17:34.174" v="2529" actId="20577"/>
          <ac:spMkLst>
            <pc:docMk/>
            <pc:sldMk cId="1432246611" sldId="484"/>
            <ac:spMk id="91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19T19:28:18.781" v="782" actId="6549"/>
        <pc:sldMkLst>
          <pc:docMk/>
          <pc:sldMk cId="1356996231" sldId="485"/>
        </pc:sldMkLst>
        <pc:spChg chg="mod">
          <ac:chgData name="Thiago Arantes" userId="88aeb8729d4c2748" providerId="LiveId" clId="{C9A26F8C-9B21-4A21-B1C4-2CC687D14F9D}" dt="2018-09-19T19:28:18.781" v="782" actId="6549"/>
          <ac:spMkLst>
            <pc:docMk/>
            <pc:sldMk cId="1356996231" sldId="485"/>
            <ac:spMk id="91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19T19:29:32.898" v="792" actId="113"/>
        <pc:sldMkLst>
          <pc:docMk/>
          <pc:sldMk cId="2818348256" sldId="486"/>
        </pc:sldMkLst>
        <pc:spChg chg="mod">
          <ac:chgData name="Thiago Arantes" userId="88aeb8729d4c2748" providerId="LiveId" clId="{C9A26F8C-9B21-4A21-B1C4-2CC687D14F9D}" dt="2018-09-19T19:29:32.898" v="792" actId="113"/>
          <ac:spMkLst>
            <pc:docMk/>
            <pc:sldMk cId="2818348256" sldId="486"/>
            <ac:spMk id="91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19T19:31:44.280" v="832" actId="20577"/>
        <pc:sldMkLst>
          <pc:docMk/>
          <pc:sldMk cId="1717094716" sldId="487"/>
        </pc:sldMkLst>
        <pc:spChg chg="mod">
          <ac:chgData name="Thiago Arantes" userId="88aeb8729d4c2748" providerId="LiveId" clId="{C9A26F8C-9B21-4A21-B1C4-2CC687D14F9D}" dt="2018-09-19T19:31:44.280" v="832" actId="20577"/>
          <ac:spMkLst>
            <pc:docMk/>
            <pc:sldMk cId="1717094716" sldId="487"/>
            <ac:spMk id="91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19T19:31:55.451" v="837" actId="20577"/>
        <pc:sldMkLst>
          <pc:docMk/>
          <pc:sldMk cId="3435381012" sldId="488"/>
        </pc:sldMkLst>
        <pc:spChg chg="mod">
          <ac:chgData name="Thiago Arantes" userId="88aeb8729d4c2748" providerId="LiveId" clId="{C9A26F8C-9B21-4A21-B1C4-2CC687D14F9D}" dt="2018-09-19T19:31:55.451" v="837" actId="20577"/>
          <ac:spMkLst>
            <pc:docMk/>
            <pc:sldMk cId="3435381012" sldId="488"/>
            <ac:spMk id="91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19T19:32:44.115" v="891" actId="255"/>
        <pc:sldMkLst>
          <pc:docMk/>
          <pc:sldMk cId="3769728736" sldId="489"/>
        </pc:sldMkLst>
        <pc:spChg chg="mod">
          <ac:chgData name="Thiago Arantes" userId="88aeb8729d4c2748" providerId="LiveId" clId="{C9A26F8C-9B21-4A21-B1C4-2CC687D14F9D}" dt="2018-09-19T19:32:44.115" v="891" actId="255"/>
          <ac:spMkLst>
            <pc:docMk/>
            <pc:sldMk cId="3769728736" sldId="489"/>
            <ac:spMk id="91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19T19:34:06.262" v="992" actId="20577"/>
        <pc:sldMkLst>
          <pc:docMk/>
          <pc:sldMk cId="2431904821" sldId="490"/>
        </pc:sldMkLst>
        <pc:spChg chg="mod">
          <ac:chgData name="Thiago Arantes" userId="88aeb8729d4c2748" providerId="LiveId" clId="{C9A26F8C-9B21-4A21-B1C4-2CC687D14F9D}" dt="2018-09-19T19:34:06.262" v="992" actId="20577"/>
          <ac:spMkLst>
            <pc:docMk/>
            <pc:sldMk cId="2431904821" sldId="490"/>
            <ac:spMk id="91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19T19:35:14.556" v="1015" actId="20577"/>
        <pc:sldMkLst>
          <pc:docMk/>
          <pc:sldMk cId="539393155" sldId="491"/>
        </pc:sldMkLst>
        <pc:spChg chg="mod">
          <ac:chgData name="Thiago Arantes" userId="88aeb8729d4c2748" providerId="LiveId" clId="{C9A26F8C-9B21-4A21-B1C4-2CC687D14F9D}" dt="2018-09-19T19:35:14.556" v="1015" actId="20577"/>
          <ac:spMkLst>
            <pc:docMk/>
            <pc:sldMk cId="539393155" sldId="491"/>
            <ac:spMk id="91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19T19:35:28.794" v="1024" actId="20577"/>
        <pc:sldMkLst>
          <pc:docMk/>
          <pc:sldMk cId="1004512142" sldId="492"/>
        </pc:sldMkLst>
        <pc:spChg chg="mod">
          <ac:chgData name="Thiago Arantes" userId="88aeb8729d4c2748" providerId="LiveId" clId="{C9A26F8C-9B21-4A21-B1C4-2CC687D14F9D}" dt="2018-09-19T19:35:28.794" v="1024" actId="20577"/>
          <ac:spMkLst>
            <pc:docMk/>
            <pc:sldMk cId="1004512142" sldId="492"/>
            <ac:spMk id="91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19T19:38:25.541" v="1069" actId="20577"/>
        <pc:sldMkLst>
          <pc:docMk/>
          <pc:sldMk cId="1799694803" sldId="493"/>
        </pc:sldMkLst>
        <pc:spChg chg="mod">
          <ac:chgData name="Thiago Arantes" userId="88aeb8729d4c2748" providerId="LiveId" clId="{C9A26F8C-9B21-4A21-B1C4-2CC687D14F9D}" dt="2018-09-19T19:38:25.541" v="1069" actId="20577"/>
          <ac:spMkLst>
            <pc:docMk/>
            <pc:sldMk cId="1799694803" sldId="493"/>
            <ac:spMk id="4" creationId="{00000000-0000-0000-0000-000000000000}"/>
          </ac:spMkLst>
        </pc:spChg>
      </pc:sldChg>
      <pc:sldChg chg="add del">
        <pc:chgData name="Thiago Arantes" userId="88aeb8729d4c2748" providerId="LiveId" clId="{C9A26F8C-9B21-4A21-B1C4-2CC687D14F9D}" dt="2018-09-19T19:38:00.349" v="1026" actId="2696"/>
        <pc:sldMkLst>
          <pc:docMk/>
          <pc:sldMk cId="1988679007" sldId="493"/>
        </pc:sldMkLst>
      </pc:sldChg>
      <pc:sldChg chg="addSp modSp add del">
        <pc:chgData name="Thiago Arantes" userId="88aeb8729d4c2748" providerId="LiveId" clId="{C9A26F8C-9B21-4A21-B1C4-2CC687D14F9D}" dt="2018-09-19T20:26:14.228" v="2101" actId="2696"/>
        <pc:sldMkLst>
          <pc:docMk/>
          <pc:sldMk cId="3887515302" sldId="494"/>
        </pc:sldMkLst>
        <pc:spChg chg="add mod">
          <ac:chgData name="Thiago Arantes" userId="88aeb8729d4c2748" providerId="LiveId" clId="{C9A26F8C-9B21-4A21-B1C4-2CC687D14F9D}" dt="2018-09-19T19:39:19.217" v="1123" actId="1035"/>
          <ac:spMkLst>
            <pc:docMk/>
            <pc:sldMk cId="3887515302" sldId="494"/>
            <ac:spMk id="3" creationId="{DB97AD98-7FA8-4822-8BB5-D4173E97F40A}"/>
          </ac:spMkLst>
        </pc:spChg>
        <pc:spChg chg="add mod">
          <ac:chgData name="Thiago Arantes" userId="88aeb8729d4c2748" providerId="LiveId" clId="{C9A26F8C-9B21-4A21-B1C4-2CC687D14F9D}" dt="2018-09-19T19:39:11.902" v="1101" actId="1036"/>
          <ac:spMkLst>
            <pc:docMk/>
            <pc:sldMk cId="3887515302" sldId="494"/>
            <ac:spMk id="4" creationId="{42D85284-5253-48C0-9796-E570A1B5C46B}"/>
          </ac:spMkLst>
        </pc:spChg>
        <pc:spChg chg="add mod">
          <ac:chgData name="Thiago Arantes" userId="88aeb8729d4c2748" providerId="LiveId" clId="{C9A26F8C-9B21-4A21-B1C4-2CC687D14F9D}" dt="2018-09-19T19:39:19.217" v="1123" actId="1035"/>
          <ac:spMkLst>
            <pc:docMk/>
            <pc:sldMk cId="3887515302" sldId="494"/>
            <ac:spMk id="5" creationId="{8C35C78F-6360-41A5-90FF-A9CF99C74675}"/>
          </ac:spMkLst>
        </pc:spChg>
        <pc:spChg chg="add mod">
          <ac:chgData name="Thiago Arantes" userId="88aeb8729d4c2748" providerId="LiveId" clId="{C9A26F8C-9B21-4A21-B1C4-2CC687D14F9D}" dt="2018-09-19T19:39:19.217" v="1123" actId="1035"/>
          <ac:spMkLst>
            <pc:docMk/>
            <pc:sldMk cId="3887515302" sldId="494"/>
            <ac:spMk id="6" creationId="{8DA77A67-1740-43BD-99C4-CECF9C101E1B}"/>
          </ac:spMkLst>
        </pc:spChg>
        <pc:spChg chg="add mod">
          <ac:chgData name="Thiago Arantes" userId="88aeb8729d4c2748" providerId="LiveId" clId="{C9A26F8C-9B21-4A21-B1C4-2CC687D14F9D}" dt="2018-09-19T19:39:19.217" v="1123" actId="1035"/>
          <ac:spMkLst>
            <pc:docMk/>
            <pc:sldMk cId="3887515302" sldId="494"/>
            <ac:spMk id="7" creationId="{0E8D79C2-8CF1-4DFA-8D5D-91625848171C}"/>
          </ac:spMkLst>
        </pc:spChg>
        <pc:spChg chg="add mod">
          <ac:chgData name="Thiago Arantes" userId="88aeb8729d4c2748" providerId="LiveId" clId="{C9A26F8C-9B21-4A21-B1C4-2CC687D14F9D}" dt="2018-09-19T19:39:19.217" v="1123" actId="1035"/>
          <ac:spMkLst>
            <pc:docMk/>
            <pc:sldMk cId="3887515302" sldId="494"/>
            <ac:spMk id="8" creationId="{E6D32AA8-F770-4C28-BF41-B1753FA448C5}"/>
          </ac:spMkLst>
        </pc:spChg>
        <pc:spChg chg="add mod">
          <ac:chgData name="Thiago Arantes" userId="88aeb8729d4c2748" providerId="LiveId" clId="{C9A26F8C-9B21-4A21-B1C4-2CC687D14F9D}" dt="2018-09-19T19:39:26.239" v="1158" actId="1036"/>
          <ac:spMkLst>
            <pc:docMk/>
            <pc:sldMk cId="3887515302" sldId="494"/>
            <ac:spMk id="9" creationId="{A97FA6A0-B8AD-402C-93E3-6764BEE62450}"/>
          </ac:spMkLst>
        </pc:spChg>
        <pc:spChg chg="add mod">
          <ac:chgData name="Thiago Arantes" userId="88aeb8729d4c2748" providerId="LiveId" clId="{C9A26F8C-9B21-4A21-B1C4-2CC687D14F9D}" dt="2018-09-19T19:39:26.239" v="1158" actId="1036"/>
          <ac:spMkLst>
            <pc:docMk/>
            <pc:sldMk cId="3887515302" sldId="494"/>
            <ac:spMk id="10" creationId="{BD41C8EA-4418-4C32-9296-D74BA98A1F8F}"/>
          </ac:spMkLst>
        </pc:spChg>
        <pc:spChg chg="add mod">
          <ac:chgData name="Thiago Arantes" userId="88aeb8729d4c2748" providerId="LiveId" clId="{C9A26F8C-9B21-4A21-B1C4-2CC687D14F9D}" dt="2018-09-19T19:39:26.239" v="1158" actId="1036"/>
          <ac:spMkLst>
            <pc:docMk/>
            <pc:sldMk cId="3887515302" sldId="494"/>
            <ac:spMk id="11" creationId="{3C6A1DE3-C0A5-4D7E-9F8C-D10ABABBCAFC}"/>
          </ac:spMkLst>
        </pc:spChg>
        <pc:spChg chg="add mod">
          <ac:chgData name="Thiago Arantes" userId="88aeb8729d4c2748" providerId="LiveId" clId="{C9A26F8C-9B21-4A21-B1C4-2CC687D14F9D}" dt="2018-09-19T19:39:26.239" v="1158" actId="1036"/>
          <ac:spMkLst>
            <pc:docMk/>
            <pc:sldMk cId="3887515302" sldId="494"/>
            <ac:spMk id="12" creationId="{DB57FA4A-5CA8-41BE-B1DC-50EBB23BEC6E}"/>
          </ac:spMkLst>
        </pc:spChg>
        <pc:spChg chg="add mod">
          <ac:chgData name="Thiago Arantes" userId="88aeb8729d4c2748" providerId="LiveId" clId="{C9A26F8C-9B21-4A21-B1C4-2CC687D14F9D}" dt="2018-09-19T19:39:26.239" v="1158" actId="1036"/>
          <ac:spMkLst>
            <pc:docMk/>
            <pc:sldMk cId="3887515302" sldId="494"/>
            <ac:spMk id="13" creationId="{9B2EF58E-C635-4525-B65D-9B9716C1F4AD}"/>
          </ac:spMkLst>
        </pc:spChg>
        <pc:spChg chg="add mod">
          <ac:chgData name="Thiago Arantes" userId="88aeb8729d4c2748" providerId="LiveId" clId="{C9A26F8C-9B21-4A21-B1C4-2CC687D14F9D}" dt="2018-09-19T19:39:11.902" v="1101" actId="1036"/>
          <ac:spMkLst>
            <pc:docMk/>
            <pc:sldMk cId="3887515302" sldId="494"/>
            <ac:spMk id="14" creationId="{84573933-5AF9-42D5-B526-E93227D3617B}"/>
          </ac:spMkLst>
        </pc:spChg>
        <pc:spChg chg="mod">
          <ac:chgData name="Thiago Arantes" userId="88aeb8729d4c2748" providerId="LiveId" clId="{C9A26F8C-9B21-4A21-B1C4-2CC687D14F9D}" dt="2018-09-19T19:38:46.725" v="1072" actId="20577"/>
          <ac:spMkLst>
            <pc:docMk/>
            <pc:sldMk cId="3887515302" sldId="494"/>
            <ac:spMk id="91" creationId="{00000000-0000-0000-0000-000000000000}"/>
          </ac:spMkLst>
        </pc:spChg>
        <pc:cxnChg chg="add mod">
          <ac:chgData name="Thiago Arantes" userId="88aeb8729d4c2748" providerId="LiveId" clId="{C9A26F8C-9B21-4A21-B1C4-2CC687D14F9D}" dt="2018-09-19T19:39:19.217" v="1123" actId="1035"/>
          <ac:cxnSpMkLst>
            <pc:docMk/>
            <pc:sldMk cId="3887515302" sldId="494"/>
            <ac:cxnSpMk id="15" creationId="{F65BD3C5-E9BA-48E9-81BB-6F6D3E9AF2BE}"/>
          </ac:cxnSpMkLst>
        </pc:cxnChg>
        <pc:cxnChg chg="add mod">
          <ac:chgData name="Thiago Arantes" userId="88aeb8729d4c2748" providerId="LiveId" clId="{C9A26F8C-9B21-4A21-B1C4-2CC687D14F9D}" dt="2018-09-19T19:39:11.902" v="1101" actId="1036"/>
          <ac:cxnSpMkLst>
            <pc:docMk/>
            <pc:sldMk cId="3887515302" sldId="494"/>
            <ac:cxnSpMk id="16" creationId="{5A155B25-9EF7-4CFB-94F2-583CC56069B4}"/>
          </ac:cxnSpMkLst>
        </pc:cxnChg>
        <pc:cxnChg chg="add mod">
          <ac:chgData name="Thiago Arantes" userId="88aeb8729d4c2748" providerId="LiveId" clId="{C9A26F8C-9B21-4A21-B1C4-2CC687D14F9D}" dt="2018-09-19T19:39:26.239" v="1158" actId="1036"/>
          <ac:cxnSpMkLst>
            <pc:docMk/>
            <pc:sldMk cId="3887515302" sldId="494"/>
            <ac:cxnSpMk id="17" creationId="{8FBF0965-AA5A-414E-8C40-B68CE2381D0C}"/>
          </ac:cxnSpMkLst>
        </pc:cxnChg>
      </pc:sldChg>
      <pc:sldChg chg="addSp delSp modSp add del">
        <pc:chgData name="Thiago Arantes" userId="88aeb8729d4c2748" providerId="LiveId" clId="{C9A26F8C-9B21-4A21-B1C4-2CC687D14F9D}" dt="2018-09-19T20:26:17.080" v="2102" actId="2696"/>
        <pc:sldMkLst>
          <pc:docMk/>
          <pc:sldMk cId="3225328406" sldId="495"/>
        </pc:sldMkLst>
        <pc:spChg chg="add del">
          <ac:chgData name="Thiago Arantes" userId="88aeb8729d4c2748" providerId="LiveId" clId="{C9A26F8C-9B21-4A21-B1C4-2CC687D14F9D}" dt="2018-09-19T19:39:44.567" v="1162" actId="478"/>
          <ac:spMkLst>
            <pc:docMk/>
            <pc:sldMk cId="3225328406" sldId="495"/>
            <ac:spMk id="3" creationId="{DB97AD98-7FA8-4822-8BB5-D4173E97F40A}"/>
          </ac:spMkLst>
        </pc:spChg>
        <pc:spChg chg="add del">
          <ac:chgData name="Thiago Arantes" userId="88aeb8729d4c2748" providerId="LiveId" clId="{C9A26F8C-9B21-4A21-B1C4-2CC687D14F9D}" dt="2018-09-19T19:39:44.567" v="1162" actId="478"/>
          <ac:spMkLst>
            <pc:docMk/>
            <pc:sldMk cId="3225328406" sldId="495"/>
            <ac:spMk id="4" creationId="{42D85284-5253-48C0-9796-E570A1B5C46B}"/>
          </ac:spMkLst>
        </pc:spChg>
        <pc:spChg chg="add del">
          <ac:chgData name="Thiago Arantes" userId="88aeb8729d4c2748" providerId="LiveId" clId="{C9A26F8C-9B21-4A21-B1C4-2CC687D14F9D}" dt="2018-09-19T19:39:44.567" v="1162" actId="478"/>
          <ac:spMkLst>
            <pc:docMk/>
            <pc:sldMk cId="3225328406" sldId="495"/>
            <ac:spMk id="5" creationId="{8C35C78F-6360-41A5-90FF-A9CF99C74675}"/>
          </ac:spMkLst>
        </pc:spChg>
        <pc:spChg chg="add del">
          <ac:chgData name="Thiago Arantes" userId="88aeb8729d4c2748" providerId="LiveId" clId="{C9A26F8C-9B21-4A21-B1C4-2CC687D14F9D}" dt="2018-09-19T19:39:44.567" v="1162" actId="478"/>
          <ac:spMkLst>
            <pc:docMk/>
            <pc:sldMk cId="3225328406" sldId="495"/>
            <ac:spMk id="6" creationId="{8DA77A67-1740-43BD-99C4-CECF9C101E1B}"/>
          </ac:spMkLst>
        </pc:spChg>
        <pc:spChg chg="add del">
          <ac:chgData name="Thiago Arantes" userId="88aeb8729d4c2748" providerId="LiveId" clId="{C9A26F8C-9B21-4A21-B1C4-2CC687D14F9D}" dt="2018-09-19T19:39:44.567" v="1162" actId="478"/>
          <ac:spMkLst>
            <pc:docMk/>
            <pc:sldMk cId="3225328406" sldId="495"/>
            <ac:spMk id="7" creationId="{0E8D79C2-8CF1-4DFA-8D5D-91625848171C}"/>
          </ac:spMkLst>
        </pc:spChg>
        <pc:spChg chg="add del">
          <ac:chgData name="Thiago Arantes" userId="88aeb8729d4c2748" providerId="LiveId" clId="{C9A26F8C-9B21-4A21-B1C4-2CC687D14F9D}" dt="2018-09-19T19:39:44.567" v="1162" actId="478"/>
          <ac:spMkLst>
            <pc:docMk/>
            <pc:sldMk cId="3225328406" sldId="495"/>
            <ac:spMk id="8" creationId="{E6D32AA8-F770-4C28-BF41-B1753FA448C5}"/>
          </ac:spMkLst>
        </pc:spChg>
        <pc:spChg chg="add del">
          <ac:chgData name="Thiago Arantes" userId="88aeb8729d4c2748" providerId="LiveId" clId="{C9A26F8C-9B21-4A21-B1C4-2CC687D14F9D}" dt="2018-09-19T19:39:44.567" v="1162" actId="478"/>
          <ac:spMkLst>
            <pc:docMk/>
            <pc:sldMk cId="3225328406" sldId="495"/>
            <ac:spMk id="9" creationId="{A97FA6A0-B8AD-402C-93E3-6764BEE62450}"/>
          </ac:spMkLst>
        </pc:spChg>
        <pc:spChg chg="add del">
          <ac:chgData name="Thiago Arantes" userId="88aeb8729d4c2748" providerId="LiveId" clId="{C9A26F8C-9B21-4A21-B1C4-2CC687D14F9D}" dt="2018-09-19T19:39:44.567" v="1162" actId="478"/>
          <ac:spMkLst>
            <pc:docMk/>
            <pc:sldMk cId="3225328406" sldId="495"/>
            <ac:spMk id="10" creationId="{BD41C8EA-4418-4C32-9296-D74BA98A1F8F}"/>
          </ac:spMkLst>
        </pc:spChg>
        <pc:spChg chg="add del">
          <ac:chgData name="Thiago Arantes" userId="88aeb8729d4c2748" providerId="LiveId" clId="{C9A26F8C-9B21-4A21-B1C4-2CC687D14F9D}" dt="2018-09-19T19:39:44.567" v="1162" actId="478"/>
          <ac:spMkLst>
            <pc:docMk/>
            <pc:sldMk cId="3225328406" sldId="495"/>
            <ac:spMk id="11" creationId="{3C6A1DE3-C0A5-4D7E-9F8C-D10ABABBCAFC}"/>
          </ac:spMkLst>
        </pc:spChg>
        <pc:spChg chg="add del">
          <ac:chgData name="Thiago Arantes" userId="88aeb8729d4c2748" providerId="LiveId" clId="{C9A26F8C-9B21-4A21-B1C4-2CC687D14F9D}" dt="2018-09-19T19:39:44.567" v="1162" actId="478"/>
          <ac:spMkLst>
            <pc:docMk/>
            <pc:sldMk cId="3225328406" sldId="495"/>
            <ac:spMk id="12" creationId="{DB57FA4A-5CA8-41BE-B1DC-50EBB23BEC6E}"/>
          </ac:spMkLst>
        </pc:spChg>
        <pc:spChg chg="add del">
          <ac:chgData name="Thiago Arantes" userId="88aeb8729d4c2748" providerId="LiveId" clId="{C9A26F8C-9B21-4A21-B1C4-2CC687D14F9D}" dt="2018-09-19T19:39:44.567" v="1162" actId="478"/>
          <ac:spMkLst>
            <pc:docMk/>
            <pc:sldMk cId="3225328406" sldId="495"/>
            <ac:spMk id="13" creationId="{9B2EF58E-C635-4525-B65D-9B9716C1F4AD}"/>
          </ac:spMkLst>
        </pc:spChg>
        <pc:spChg chg="add del">
          <ac:chgData name="Thiago Arantes" userId="88aeb8729d4c2748" providerId="LiveId" clId="{C9A26F8C-9B21-4A21-B1C4-2CC687D14F9D}" dt="2018-09-19T19:39:44.567" v="1162" actId="478"/>
          <ac:spMkLst>
            <pc:docMk/>
            <pc:sldMk cId="3225328406" sldId="495"/>
            <ac:spMk id="14" creationId="{84573933-5AF9-42D5-B526-E93227D3617B}"/>
          </ac:spMkLst>
        </pc:spChg>
        <pc:spChg chg="add del mod">
          <ac:chgData name="Thiago Arantes" userId="88aeb8729d4c2748" providerId="LiveId" clId="{C9A26F8C-9B21-4A21-B1C4-2CC687D14F9D}" dt="2018-09-19T19:39:40.940" v="1161" actId="478"/>
          <ac:spMkLst>
            <pc:docMk/>
            <pc:sldMk cId="3225328406" sldId="495"/>
            <ac:spMk id="18" creationId="{4F36BCB9-2C08-4D81-A9EC-AD1110823BA0}"/>
          </ac:spMkLst>
        </pc:spChg>
        <pc:spChg chg="add del mod">
          <ac:chgData name="Thiago Arantes" userId="88aeb8729d4c2748" providerId="LiveId" clId="{C9A26F8C-9B21-4A21-B1C4-2CC687D14F9D}" dt="2018-09-19T19:40:08.797" v="1215" actId="207"/>
          <ac:spMkLst>
            <pc:docMk/>
            <pc:sldMk cId="3225328406" sldId="495"/>
            <ac:spMk id="91" creationId="{00000000-0000-0000-0000-000000000000}"/>
          </ac:spMkLst>
        </pc:spChg>
        <pc:cxnChg chg="add del mod">
          <ac:chgData name="Thiago Arantes" userId="88aeb8729d4c2748" providerId="LiveId" clId="{C9A26F8C-9B21-4A21-B1C4-2CC687D14F9D}" dt="2018-09-19T19:39:44.567" v="1162" actId="478"/>
          <ac:cxnSpMkLst>
            <pc:docMk/>
            <pc:sldMk cId="3225328406" sldId="495"/>
            <ac:cxnSpMk id="15" creationId="{F65BD3C5-E9BA-48E9-81BB-6F6D3E9AF2BE}"/>
          </ac:cxnSpMkLst>
        </pc:cxnChg>
        <pc:cxnChg chg="add del mod">
          <ac:chgData name="Thiago Arantes" userId="88aeb8729d4c2748" providerId="LiveId" clId="{C9A26F8C-9B21-4A21-B1C4-2CC687D14F9D}" dt="2018-09-19T19:39:44.567" v="1162" actId="478"/>
          <ac:cxnSpMkLst>
            <pc:docMk/>
            <pc:sldMk cId="3225328406" sldId="495"/>
            <ac:cxnSpMk id="16" creationId="{5A155B25-9EF7-4CFB-94F2-583CC56069B4}"/>
          </ac:cxnSpMkLst>
        </pc:cxnChg>
        <pc:cxnChg chg="add del mod">
          <ac:chgData name="Thiago Arantes" userId="88aeb8729d4c2748" providerId="LiveId" clId="{C9A26F8C-9B21-4A21-B1C4-2CC687D14F9D}" dt="2018-09-19T19:39:44.567" v="1162" actId="478"/>
          <ac:cxnSpMkLst>
            <pc:docMk/>
            <pc:sldMk cId="3225328406" sldId="495"/>
            <ac:cxnSpMk id="17" creationId="{8FBF0965-AA5A-414E-8C40-B68CE2381D0C}"/>
          </ac:cxnSpMkLst>
        </pc:cxnChg>
      </pc:sldChg>
      <pc:sldChg chg="modSp add">
        <pc:chgData name="Thiago Arantes" userId="88aeb8729d4c2748" providerId="LiveId" clId="{C9A26F8C-9B21-4A21-B1C4-2CC687D14F9D}" dt="2018-09-19T19:42:46.552" v="1553" actId="1035"/>
        <pc:sldMkLst>
          <pc:docMk/>
          <pc:sldMk cId="1541995547" sldId="496"/>
        </pc:sldMkLst>
        <pc:spChg chg="mod">
          <ac:chgData name="Thiago Arantes" userId="88aeb8729d4c2748" providerId="LiveId" clId="{C9A26F8C-9B21-4A21-B1C4-2CC687D14F9D}" dt="2018-09-19T19:42:23.578" v="1483" actId="1037"/>
          <ac:spMkLst>
            <pc:docMk/>
            <pc:sldMk cId="1541995547" sldId="496"/>
            <ac:spMk id="3" creationId="{DB97AD98-7FA8-4822-8BB5-D4173E97F40A}"/>
          </ac:spMkLst>
        </pc:spChg>
        <pc:spChg chg="mod">
          <ac:chgData name="Thiago Arantes" userId="88aeb8729d4c2748" providerId="LiveId" clId="{C9A26F8C-9B21-4A21-B1C4-2CC687D14F9D}" dt="2018-09-19T19:42:02.424" v="1409" actId="1036"/>
          <ac:spMkLst>
            <pc:docMk/>
            <pc:sldMk cId="1541995547" sldId="496"/>
            <ac:spMk id="4" creationId="{42D85284-5253-48C0-9796-E570A1B5C46B}"/>
          </ac:spMkLst>
        </pc:spChg>
        <pc:spChg chg="mod">
          <ac:chgData name="Thiago Arantes" userId="88aeb8729d4c2748" providerId="LiveId" clId="{C9A26F8C-9B21-4A21-B1C4-2CC687D14F9D}" dt="2018-09-19T19:42:23.578" v="1483" actId="1037"/>
          <ac:spMkLst>
            <pc:docMk/>
            <pc:sldMk cId="1541995547" sldId="496"/>
            <ac:spMk id="5" creationId="{8C35C78F-6360-41A5-90FF-A9CF99C74675}"/>
          </ac:spMkLst>
        </pc:spChg>
        <pc:spChg chg="mod">
          <ac:chgData name="Thiago Arantes" userId="88aeb8729d4c2748" providerId="LiveId" clId="{C9A26F8C-9B21-4A21-B1C4-2CC687D14F9D}" dt="2018-09-19T19:42:23.578" v="1483" actId="1037"/>
          <ac:spMkLst>
            <pc:docMk/>
            <pc:sldMk cId="1541995547" sldId="496"/>
            <ac:spMk id="6" creationId="{8DA77A67-1740-43BD-99C4-CECF9C101E1B}"/>
          </ac:spMkLst>
        </pc:spChg>
        <pc:spChg chg="mod">
          <ac:chgData name="Thiago Arantes" userId="88aeb8729d4c2748" providerId="LiveId" clId="{C9A26F8C-9B21-4A21-B1C4-2CC687D14F9D}" dt="2018-09-19T19:42:23.578" v="1483" actId="1037"/>
          <ac:spMkLst>
            <pc:docMk/>
            <pc:sldMk cId="1541995547" sldId="496"/>
            <ac:spMk id="7" creationId="{0E8D79C2-8CF1-4DFA-8D5D-91625848171C}"/>
          </ac:spMkLst>
        </pc:spChg>
        <pc:spChg chg="mod">
          <ac:chgData name="Thiago Arantes" userId="88aeb8729d4c2748" providerId="LiveId" clId="{C9A26F8C-9B21-4A21-B1C4-2CC687D14F9D}" dt="2018-09-19T19:42:23.578" v="1483" actId="1037"/>
          <ac:spMkLst>
            <pc:docMk/>
            <pc:sldMk cId="1541995547" sldId="496"/>
            <ac:spMk id="8" creationId="{E6D32AA8-F770-4C28-BF41-B1753FA448C5}"/>
          </ac:spMkLst>
        </pc:spChg>
        <pc:spChg chg="mod">
          <ac:chgData name="Thiago Arantes" userId="88aeb8729d4c2748" providerId="LiveId" clId="{C9A26F8C-9B21-4A21-B1C4-2CC687D14F9D}" dt="2018-09-19T19:42:46.552" v="1553" actId="1035"/>
          <ac:spMkLst>
            <pc:docMk/>
            <pc:sldMk cId="1541995547" sldId="496"/>
            <ac:spMk id="9" creationId="{A97FA6A0-B8AD-402C-93E3-6764BEE62450}"/>
          </ac:spMkLst>
        </pc:spChg>
        <pc:spChg chg="mod">
          <ac:chgData name="Thiago Arantes" userId="88aeb8729d4c2748" providerId="LiveId" clId="{C9A26F8C-9B21-4A21-B1C4-2CC687D14F9D}" dt="2018-09-19T19:42:46.552" v="1553" actId="1035"/>
          <ac:spMkLst>
            <pc:docMk/>
            <pc:sldMk cId="1541995547" sldId="496"/>
            <ac:spMk id="10" creationId="{BD41C8EA-4418-4C32-9296-D74BA98A1F8F}"/>
          </ac:spMkLst>
        </pc:spChg>
        <pc:spChg chg="mod">
          <ac:chgData name="Thiago Arantes" userId="88aeb8729d4c2748" providerId="LiveId" clId="{C9A26F8C-9B21-4A21-B1C4-2CC687D14F9D}" dt="2018-09-19T19:42:46.552" v="1553" actId="1035"/>
          <ac:spMkLst>
            <pc:docMk/>
            <pc:sldMk cId="1541995547" sldId="496"/>
            <ac:spMk id="11" creationId="{3C6A1DE3-C0A5-4D7E-9F8C-D10ABABBCAFC}"/>
          </ac:spMkLst>
        </pc:spChg>
        <pc:spChg chg="mod">
          <ac:chgData name="Thiago Arantes" userId="88aeb8729d4c2748" providerId="LiveId" clId="{C9A26F8C-9B21-4A21-B1C4-2CC687D14F9D}" dt="2018-09-19T19:42:46.552" v="1553" actId="1035"/>
          <ac:spMkLst>
            <pc:docMk/>
            <pc:sldMk cId="1541995547" sldId="496"/>
            <ac:spMk id="12" creationId="{DB57FA4A-5CA8-41BE-B1DC-50EBB23BEC6E}"/>
          </ac:spMkLst>
        </pc:spChg>
        <pc:spChg chg="mod">
          <ac:chgData name="Thiago Arantes" userId="88aeb8729d4c2748" providerId="LiveId" clId="{C9A26F8C-9B21-4A21-B1C4-2CC687D14F9D}" dt="2018-09-19T19:42:46.552" v="1553" actId="1035"/>
          <ac:spMkLst>
            <pc:docMk/>
            <pc:sldMk cId="1541995547" sldId="496"/>
            <ac:spMk id="13" creationId="{9B2EF58E-C635-4525-B65D-9B9716C1F4AD}"/>
          </ac:spMkLst>
        </pc:spChg>
        <pc:spChg chg="mod">
          <ac:chgData name="Thiago Arantes" userId="88aeb8729d4c2748" providerId="LiveId" clId="{C9A26F8C-9B21-4A21-B1C4-2CC687D14F9D}" dt="2018-09-19T19:41:01.699" v="1268" actId="1076"/>
          <ac:spMkLst>
            <pc:docMk/>
            <pc:sldMk cId="1541995547" sldId="496"/>
            <ac:spMk id="14" creationId="{84573933-5AF9-42D5-B526-E93227D3617B}"/>
          </ac:spMkLst>
        </pc:spChg>
        <pc:spChg chg="mod">
          <ac:chgData name="Thiago Arantes" userId="88aeb8729d4c2748" providerId="LiveId" clId="{C9A26F8C-9B21-4A21-B1C4-2CC687D14F9D}" dt="2018-09-19T19:40:38.459" v="1247" actId="207"/>
          <ac:spMkLst>
            <pc:docMk/>
            <pc:sldMk cId="1541995547" sldId="496"/>
            <ac:spMk id="91" creationId="{00000000-0000-0000-0000-000000000000}"/>
          </ac:spMkLst>
        </pc:spChg>
        <pc:cxnChg chg="mod">
          <ac:chgData name="Thiago Arantes" userId="88aeb8729d4c2748" providerId="LiveId" clId="{C9A26F8C-9B21-4A21-B1C4-2CC687D14F9D}" dt="2018-09-19T19:42:23.578" v="1483" actId="1037"/>
          <ac:cxnSpMkLst>
            <pc:docMk/>
            <pc:sldMk cId="1541995547" sldId="496"/>
            <ac:cxnSpMk id="15" creationId="{F65BD3C5-E9BA-48E9-81BB-6F6D3E9AF2BE}"/>
          </ac:cxnSpMkLst>
        </pc:cxnChg>
        <pc:cxnChg chg="mod">
          <ac:chgData name="Thiago Arantes" userId="88aeb8729d4c2748" providerId="LiveId" clId="{C9A26F8C-9B21-4A21-B1C4-2CC687D14F9D}" dt="2018-09-19T19:42:02.424" v="1409" actId="1036"/>
          <ac:cxnSpMkLst>
            <pc:docMk/>
            <pc:sldMk cId="1541995547" sldId="496"/>
            <ac:cxnSpMk id="16" creationId="{5A155B25-9EF7-4CFB-94F2-583CC56069B4}"/>
          </ac:cxnSpMkLst>
        </pc:cxnChg>
        <pc:cxnChg chg="mod">
          <ac:chgData name="Thiago Arantes" userId="88aeb8729d4c2748" providerId="LiveId" clId="{C9A26F8C-9B21-4A21-B1C4-2CC687D14F9D}" dt="2018-09-19T19:42:46.552" v="1553" actId="1035"/>
          <ac:cxnSpMkLst>
            <pc:docMk/>
            <pc:sldMk cId="1541995547" sldId="496"/>
            <ac:cxnSpMk id="17" creationId="{8FBF0965-AA5A-414E-8C40-B68CE2381D0C}"/>
          </ac:cxnSpMkLst>
        </pc:cxnChg>
      </pc:sldChg>
      <pc:sldChg chg="modSp add">
        <pc:chgData name="Thiago Arantes" userId="88aeb8729d4c2748" providerId="LiveId" clId="{C9A26F8C-9B21-4A21-B1C4-2CC687D14F9D}" dt="2018-09-19T20:26:31.980" v="2103" actId="6549"/>
        <pc:sldMkLst>
          <pc:docMk/>
          <pc:sldMk cId="3375376072" sldId="497"/>
        </pc:sldMkLst>
        <pc:spChg chg="mod">
          <ac:chgData name="Thiago Arantes" userId="88aeb8729d4c2748" providerId="LiveId" clId="{C9A26F8C-9B21-4A21-B1C4-2CC687D14F9D}" dt="2018-09-19T20:26:31.980" v="2103" actId="6549"/>
          <ac:spMkLst>
            <pc:docMk/>
            <pc:sldMk cId="3375376072" sldId="497"/>
            <ac:spMk id="91" creationId="{00000000-0000-0000-0000-000000000000}"/>
          </ac:spMkLst>
        </pc:spChg>
      </pc:sldChg>
      <pc:sldChg chg="addSp delSp modSp add">
        <pc:chgData name="Thiago Arantes" userId="88aeb8729d4c2748" providerId="LiveId" clId="{C9A26F8C-9B21-4A21-B1C4-2CC687D14F9D}" dt="2018-09-19T19:44:37.932" v="1708" actId="1076"/>
        <pc:sldMkLst>
          <pc:docMk/>
          <pc:sldMk cId="250889684" sldId="498"/>
        </pc:sldMkLst>
        <pc:spChg chg="del">
          <ac:chgData name="Thiago Arantes" userId="88aeb8729d4c2748" providerId="LiveId" clId="{C9A26F8C-9B21-4A21-B1C4-2CC687D14F9D}" dt="2018-09-19T19:43:16.545" v="1557" actId="478"/>
          <ac:spMkLst>
            <pc:docMk/>
            <pc:sldMk cId="250889684" sldId="498"/>
            <ac:spMk id="3" creationId="{DB97AD98-7FA8-4822-8BB5-D4173E97F40A}"/>
          </ac:spMkLst>
        </pc:spChg>
        <pc:spChg chg="del">
          <ac:chgData name="Thiago Arantes" userId="88aeb8729d4c2748" providerId="LiveId" clId="{C9A26F8C-9B21-4A21-B1C4-2CC687D14F9D}" dt="2018-09-19T19:43:16.545" v="1557" actId="478"/>
          <ac:spMkLst>
            <pc:docMk/>
            <pc:sldMk cId="250889684" sldId="498"/>
            <ac:spMk id="4" creationId="{42D85284-5253-48C0-9796-E570A1B5C46B}"/>
          </ac:spMkLst>
        </pc:spChg>
        <pc:spChg chg="del">
          <ac:chgData name="Thiago Arantes" userId="88aeb8729d4c2748" providerId="LiveId" clId="{C9A26F8C-9B21-4A21-B1C4-2CC687D14F9D}" dt="2018-09-19T19:43:16.545" v="1557" actId="478"/>
          <ac:spMkLst>
            <pc:docMk/>
            <pc:sldMk cId="250889684" sldId="498"/>
            <ac:spMk id="5" creationId="{8C35C78F-6360-41A5-90FF-A9CF99C74675}"/>
          </ac:spMkLst>
        </pc:spChg>
        <pc:spChg chg="del">
          <ac:chgData name="Thiago Arantes" userId="88aeb8729d4c2748" providerId="LiveId" clId="{C9A26F8C-9B21-4A21-B1C4-2CC687D14F9D}" dt="2018-09-19T19:43:16.545" v="1557" actId="478"/>
          <ac:spMkLst>
            <pc:docMk/>
            <pc:sldMk cId="250889684" sldId="498"/>
            <ac:spMk id="6" creationId="{8DA77A67-1740-43BD-99C4-CECF9C101E1B}"/>
          </ac:spMkLst>
        </pc:spChg>
        <pc:spChg chg="del">
          <ac:chgData name="Thiago Arantes" userId="88aeb8729d4c2748" providerId="LiveId" clId="{C9A26F8C-9B21-4A21-B1C4-2CC687D14F9D}" dt="2018-09-19T19:43:16.545" v="1557" actId="478"/>
          <ac:spMkLst>
            <pc:docMk/>
            <pc:sldMk cId="250889684" sldId="498"/>
            <ac:spMk id="7" creationId="{0E8D79C2-8CF1-4DFA-8D5D-91625848171C}"/>
          </ac:spMkLst>
        </pc:spChg>
        <pc:spChg chg="del">
          <ac:chgData name="Thiago Arantes" userId="88aeb8729d4c2748" providerId="LiveId" clId="{C9A26F8C-9B21-4A21-B1C4-2CC687D14F9D}" dt="2018-09-19T19:43:16.545" v="1557" actId="478"/>
          <ac:spMkLst>
            <pc:docMk/>
            <pc:sldMk cId="250889684" sldId="498"/>
            <ac:spMk id="8" creationId="{E6D32AA8-F770-4C28-BF41-B1753FA448C5}"/>
          </ac:spMkLst>
        </pc:spChg>
        <pc:spChg chg="del">
          <ac:chgData name="Thiago Arantes" userId="88aeb8729d4c2748" providerId="LiveId" clId="{C9A26F8C-9B21-4A21-B1C4-2CC687D14F9D}" dt="2018-09-19T19:43:16.545" v="1557" actId="478"/>
          <ac:spMkLst>
            <pc:docMk/>
            <pc:sldMk cId="250889684" sldId="498"/>
            <ac:spMk id="9" creationId="{A97FA6A0-B8AD-402C-93E3-6764BEE62450}"/>
          </ac:spMkLst>
        </pc:spChg>
        <pc:spChg chg="del">
          <ac:chgData name="Thiago Arantes" userId="88aeb8729d4c2748" providerId="LiveId" clId="{C9A26F8C-9B21-4A21-B1C4-2CC687D14F9D}" dt="2018-09-19T19:43:16.545" v="1557" actId="478"/>
          <ac:spMkLst>
            <pc:docMk/>
            <pc:sldMk cId="250889684" sldId="498"/>
            <ac:spMk id="10" creationId="{BD41C8EA-4418-4C32-9296-D74BA98A1F8F}"/>
          </ac:spMkLst>
        </pc:spChg>
        <pc:spChg chg="del">
          <ac:chgData name="Thiago Arantes" userId="88aeb8729d4c2748" providerId="LiveId" clId="{C9A26F8C-9B21-4A21-B1C4-2CC687D14F9D}" dt="2018-09-19T19:43:16.545" v="1557" actId="478"/>
          <ac:spMkLst>
            <pc:docMk/>
            <pc:sldMk cId="250889684" sldId="498"/>
            <ac:spMk id="11" creationId="{3C6A1DE3-C0A5-4D7E-9F8C-D10ABABBCAFC}"/>
          </ac:spMkLst>
        </pc:spChg>
        <pc:spChg chg="del">
          <ac:chgData name="Thiago Arantes" userId="88aeb8729d4c2748" providerId="LiveId" clId="{C9A26F8C-9B21-4A21-B1C4-2CC687D14F9D}" dt="2018-09-19T19:43:16.545" v="1557" actId="478"/>
          <ac:spMkLst>
            <pc:docMk/>
            <pc:sldMk cId="250889684" sldId="498"/>
            <ac:spMk id="12" creationId="{DB57FA4A-5CA8-41BE-B1DC-50EBB23BEC6E}"/>
          </ac:spMkLst>
        </pc:spChg>
        <pc:spChg chg="del">
          <ac:chgData name="Thiago Arantes" userId="88aeb8729d4c2748" providerId="LiveId" clId="{C9A26F8C-9B21-4A21-B1C4-2CC687D14F9D}" dt="2018-09-19T19:43:16.545" v="1557" actId="478"/>
          <ac:spMkLst>
            <pc:docMk/>
            <pc:sldMk cId="250889684" sldId="498"/>
            <ac:spMk id="13" creationId="{9B2EF58E-C635-4525-B65D-9B9716C1F4AD}"/>
          </ac:spMkLst>
        </pc:spChg>
        <pc:spChg chg="del">
          <ac:chgData name="Thiago Arantes" userId="88aeb8729d4c2748" providerId="LiveId" clId="{C9A26F8C-9B21-4A21-B1C4-2CC687D14F9D}" dt="2018-09-19T19:43:16.545" v="1557" actId="478"/>
          <ac:spMkLst>
            <pc:docMk/>
            <pc:sldMk cId="250889684" sldId="498"/>
            <ac:spMk id="14" creationId="{84573933-5AF9-42D5-B526-E93227D3617B}"/>
          </ac:spMkLst>
        </pc:spChg>
        <pc:spChg chg="add mod">
          <ac:chgData name="Thiago Arantes" userId="88aeb8729d4c2748" providerId="LiveId" clId="{C9A26F8C-9B21-4A21-B1C4-2CC687D14F9D}" dt="2018-09-19T19:44:17.277" v="1704" actId="1035"/>
          <ac:spMkLst>
            <pc:docMk/>
            <pc:sldMk cId="250889684" sldId="498"/>
            <ac:spMk id="18" creationId="{5C3D0440-0D34-4B2C-99D4-59547390E491}"/>
          </ac:spMkLst>
        </pc:spChg>
        <pc:spChg chg="add mod">
          <ac:chgData name="Thiago Arantes" userId="88aeb8729d4c2748" providerId="LiveId" clId="{C9A26F8C-9B21-4A21-B1C4-2CC687D14F9D}" dt="2018-09-19T19:44:17.277" v="1704" actId="1035"/>
          <ac:spMkLst>
            <pc:docMk/>
            <pc:sldMk cId="250889684" sldId="498"/>
            <ac:spMk id="19" creationId="{F42B587F-3B09-4AFA-A002-1E334F2E92B8}"/>
          </ac:spMkLst>
        </pc:spChg>
        <pc:spChg chg="add mod">
          <ac:chgData name="Thiago Arantes" userId="88aeb8729d4c2748" providerId="LiveId" clId="{C9A26F8C-9B21-4A21-B1C4-2CC687D14F9D}" dt="2018-09-19T19:44:17.277" v="1704" actId="1035"/>
          <ac:spMkLst>
            <pc:docMk/>
            <pc:sldMk cId="250889684" sldId="498"/>
            <ac:spMk id="20" creationId="{AD8F6BE8-9BDF-4CD9-9706-7DB1B9B3FC3E}"/>
          </ac:spMkLst>
        </pc:spChg>
        <pc:spChg chg="add mod">
          <ac:chgData name="Thiago Arantes" userId="88aeb8729d4c2748" providerId="LiveId" clId="{C9A26F8C-9B21-4A21-B1C4-2CC687D14F9D}" dt="2018-09-19T19:44:17.277" v="1704" actId="1035"/>
          <ac:spMkLst>
            <pc:docMk/>
            <pc:sldMk cId="250889684" sldId="498"/>
            <ac:spMk id="21" creationId="{9073B909-8B87-4FE5-B9FB-643426CD8BF1}"/>
          </ac:spMkLst>
        </pc:spChg>
        <pc:spChg chg="add mod">
          <ac:chgData name="Thiago Arantes" userId="88aeb8729d4c2748" providerId="LiveId" clId="{C9A26F8C-9B21-4A21-B1C4-2CC687D14F9D}" dt="2018-09-19T19:44:17.277" v="1704" actId="1035"/>
          <ac:spMkLst>
            <pc:docMk/>
            <pc:sldMk cId="250889684" sldId="498"/>
            <ac:spMk id="22" creationId="{DD7CD445-B50A-4D5E-88E3-44487E525895}"/>
          </ac:spMkLst>
        </pc:spChg>
        <pc:spChg chg="add mod">
          <ac:chgData name="Thiago Arantes" userId="88aeb8729d4c2748" providerId="LiveId" clId="{C9A26F8C-9B21-4A21-B1C4-2CC687D14F9D}" dt="2018-09-19T19:44:17.277" v="1704" actId="1035"/>
          <ac:spMkLst>
            <pc:docMk/>
            <pc:sldMk cId="250889684" sldId="498"/>
            <ac:spMk id="23" creationId="{EDA40B29-C28A-4380-8ACF-F1FA56F39FBA}"/>
          </ac:spMkLst>
        </pc:spChg>
        <pc:spChg chg="add mod">
          <ac:chgData name="Thiago Arantes" userId="88aeb8729d4c2748" providerId="LiveId" clId="{C9A26F8C-9B21-4A21-B1C4-2CC687D14F9D}" dt="2018-09-19T19:44:30.965" v="1706" actId="1076"/>
          <ac:spMkLst>
            <pc:docMk/>
            <pc:sldMk cId="250889684" sldId="498"/>
            <ac:spMk id="24" creationId="{76F979AA-4223-46AF-86A0-AFC9768C53E0}"/>
          </ac:spMkLst>
        </pc:spChg>
        <pc:spChg chg="add mod">
          <ac:chgData name="Thiago Arantes" userId="88aeb8729d4c2748" providerId="LiveId" clId="{C9A26F8C-9B21-4A21-B1C4-2CC687D14F9D}" dt="2018-09-19T19:44:30.965" v="1706" actId="1076"/>
          <ac:spMkLst>
            <pc:docMk/>
            <pc:sldMk cId="250889684" sldId="498"/>
            <ac:spMk id="25" creationId="{C264E011-2112-477B-8845-0081FFC4872D}"/>
          </ac:spMkLst>
        </pc:spChg>
        <pc:spChg chg="add mod">
          <ac:chgData name="Thiago Arantes" userId="88aeb8729d4c2748" providerId="LiveId" clId="{C9A26F8C-9B21-4A21-B1C4-2CC687D14F9D}" dt="2018-09-19T19:44:30.965" v="1706" actId="1076"/>
          <ac:spMkLst>
            <pc:docMk/>
            <pc:sldMk cId="250889684" sldId="498"/>
            <ac:spMk id="26" creationId="{63148F85-1F82-4028-B690-2CEDAC373334}"/>
          </ac:spMkLst>
        </pc:spChg>
        <pc:spChg chg="add mod">
          <ac:chgData name="Thiago Arantes" userId="88aeb8729d4c2748" providerId="LiveId" clId="{C9A26F8C-9B21-4A21-B1C4-2CC687D14F9D}" dt="2018-09-19T19:44:30.965" v="1706" actId="1076"/>
          <ac:spMkLst>
            <pc:docMk/>
            <pc:sldMk cId="250889684" sldId="498"/>
            <ac:spMk id="27" creationId="{AA98D657-5168-4754-9C06-8B2C628FEF8A}"/>
          </ac:spMkLst>
        </pc:spChg>
        <pc:spChg chg="add mod">
          <ac:chgData name="Thiago Arantes" userId="88aeb8729d4c2748" providerId="LiveId" clId="{C9A26F8C-9B21-4A21-B1C4-2CC687D14F9D}" dt="2018-09-19T19:44:37.932" v="1708" actId="1076"/>
          <ac:spMkLst>
            <pc:docMk/>
            <pc:sldMk cId="250889684" sldId="498"/>
            <ac:spMk id="28" creationId="{E534DF35-416A-4C40-8D1A-7AD363EB73AC}"/>
          </ac:spMkLst>
        </pc:spChg>
        <pc:spChg chg="mod">
          <ac:chgData name="Thiago Arantes" userId="88aeb8729d4c2748" providerId="LiveId" clId="{C9A26F8C-9B21-4A21-B1C4-2CC687D14F9D}" dt="2018-09-19T19:43:23.485" v="1568" actId="20577"/>
          <ac:spMkLst>
            <pc:docMk/>
            <pc:sldMk cId="250889684" sldId="498"/>
            <ac:spMk id="91" creationId="{00000000-0000-0000-0000-000000000000}"/>
          </ac:spMkLst>
        </pc:spChg>
        <pc:cxnChg chg="del mod">
          <ac:chgData name="Thiago Arantes" userId="88aeb8729d4c2748" providerId="LiveId" clId="{C9A26F8C-9B21-4A21-B1C4-2CC687D14F9D}" dt="2018-09-19T19:43:16.545" v="1557" actId="478"/>
          <ac:cxnSpMkLst>
            <pc:docMk/>
            <pc:sldMk cId="250889684" sldId="498"/>
            <ac:cxnSpMk id="15" creationId="{F65BD3C5-E9BA-48E9-81BB-6F6D3E9AF2BE}"/>
          </ac:cxnSpMkLst>
        </pc:cxnChg>
        <pc:cxnChg chg="del mod">
          <ac:chgData name="Thiago Arantes" userId="88aeb8729d4c2748" providerId="LiveId" clId="{C9A26F8C-9B21-4A21-B1C4-2CC687D14F9D}" dt="2018-09-19T19:43:16.545" v="1557" actId="478"/>
          <ac:cxnSpMkLst>
            <pc:docMk/>
            <pc:sldMk cId="250889684" sldId="498"/>
            <ac:cxnSpMk id="16" creationId="{5A155B25-9EF7-4CFB-94F2-583CC56069B4}"/>
          </ac:cxnSpMkLst>
        </pc:cxnChg>
        <pc:cxnChg chg="del mod">
          <ac:chgData name="Thiago Arantes" userId="88aeb8729d4c2748" providerId="LiveId" clId="{C9A26F8C-9B21-4A21-B1C4-2CC687D14F9D}" dt="2018-09-19T19:43:16.545" v="1557" actId="478"/>
          <ac:cxnSpMkLst>
            <pc:docMk/>
            <pc:sldMk cId="250889684" sldId="498"/>
            <ac:cxnSpMk id="17" creationId="{8FBF0965-AA5A-414E-8C40-B68CE2381D0C}"/>
          </ac:cxnSpMkLst>
        </pc:cxnChg>
        <pc:cxnChg chg="add mod">
          <ac:chgData name="Thiago Arantes" userId="88aeb8729d4c2748" providerId="LiveId" clId="{C9A26F8C-9B21-4A21-B1C4-2CC687D14F9D}" dt="2018-09-19T19:44:17.277" v="1704" actId="1035"/>
          <ac:cxnSpMkLst>
            <pc:docMk/>
            <pc:sldMk cId="250889684" sldId="498"/>
            <ac:cxnSpMk id="29" creationId="{8177B1A8-0012-4166-ABF3-CCF8AF102F69}"/>
          </ac:cxnSpMkLst>
        </pc:cxnChg>
        <pc:cxnChg chg="add mod">
          <ac:chgData name="Thiago Arantes" userId="88aeb8729d4c2748" providerId="LiveId" clId="{C9A26F8C-9B21-4A21-B1C4-2CC687D14F9D}" dt="2018-09-19T19:44:37.932" v="1708" actId="1076"/>
          <ac:cxnSpMkLst>
            <pc:docMk/>
            <pc:sldMk cId="250889684" sldId="498"/>
            <ac:cxnSpMk id="30" creationId="{95886363-5533-4E93-8492-88CC93A3D246}"/>
          </ac:cxnSpMkLst>
        </pc:cxnChg>
        <pc:cxnChg chg="add mod">
          <ac:chgData name="Thiago Arantes" userId="88aeb8729d4c2748" providerId="LiveId" clId="{C9A26F8C-9B21-4A21-B1C4-2CC687D14F9D}" dt="2018-09-19T19:44:30.965" v="1706" actId="1076"/>
          <ac:cxnSpMkLst>
            <pc:docMk/>
            <pc:sldMk cId="250889684" sldId="498"/>
            <ac:cxnSpMk id="31" creationId="{28BAC327-DF33-43C9-9EFF-0418FBC99D54}"/>
          </ac:cxnSpMkLst>
        </pc:cxnChg>
        <pc:cxnChg chg="add mod">
          <ac:chgData name="Thiago Arantes" userId="88aeb8729d4c2748" providerId="LiveId" clId="{C9A26F8C-9B21-4A21-B1C4-2CC687D14F9D}" dt="2018-09-19T19:44:30.965" v="1706" actId="1076"/>
          <ac:cxnSpMkLst>
            <pc:docMk/>
            <pc:sldMk cId="250889684" sldId="498"/>
            <ac:cxnSpMk id="32" creationId="{B187583D-D5FD-4C04-AE7C-5C301AAF5F5F}"/>
          </ac:cxnSpMkLst>
        </pc:cxnChg>
      </pc:sldChg>
      <pc:sldChg chg="modSp add">
        <pc:chgData name="Thiago Arantes" userId="88aeb8729d4c2748" providerId="LiveId" clId="{C9A26F8C-9B21-4A21-B1C4-2CC687D14F9D}" dt="2018-09-19T20:26:37.998" v="2104" actId="6549"/>
        <pc:sldMkLst>
          <pc:docMk/>
          <pc:sldMk cId="673441265" sldId="499"/>
        </pc:sldMkLst>
        <pc:spChg chg="mod">
          <ac:chgData name="Thiago Arantes" userId="88aeb8729d4c2748" providerId="LiveId" clId="{C9A26F8C-9B21-4A21-B1C4-2CC687D14F9D}" dt="2018-09-19T20:26:37.998" v="2104" actId="6549"/>
          <ac:spMkLst>
            <pc:docMk/>
            <pc:sldMk cId="673441265" sldId="499"/>
            <ac:spMk id="91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19T19:47:22.664" v="1774" actId="20577"/>
        <pc:sldMkLst>
          <pc:docMk/>
          <pc:sldMk cId="2835273332" sldId="500"/>
        </pc:sldMkLst>
        <pc:spChg chg="mod">
          <ac:chgData name="Thiago Arantes" userId="88aeb8729d4c2748" providerId="LiveId" clId="{C9A26F8C-9B21-4A21-B1C4-2CC687D14F9D}" dt="2018-09-19T19:47:22.664" v="1774" actId="20577"/>
          <ac:spMkLst>
            <pc:docMk/>
            <pc:sldMk cId="2835273332" sldId="500"/>
            <ac:spMk id="4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19T20:13:55.510" v="1820"/>
        <pc:sldMkLst>
          <pc:docMk/>
          <pc:sldMk cId="2074742066" sldId="501"/>
        </pc:sldMkLst>
        <pc:spChg chg="mod">
          <ac:chgData name="Thiago Arantes" userId="88aeb8729d4c2748" providerId="LiveId" clId="{C9A26F8C-9B21-4A21-B1C4-2CC687D14F9D}" dt="2018-09-19T20:13:55.510" v="1820"/>
          <ac:spMkLst>
            <pc:docMk/>
            <pc:sldMk cId="2074742066" sldId="501"/>
            <ac:spMk id="91" creationId="{00000000-0000-0000-0000-000000000000}"/>
          </ac:spMkLst>
        </pc:spChg>
      </pc:sldChg>
      <pc:sldChg chg="modSp add ord">
        <pc:chgData name="Thiago Arantes" userId="88aeb8729d4c2748" providerId="LiveId" clId="{C9A26F8C-9B21-4A21-B1C4-2CC687D14F9D}" dt="2018-09-19T20:13:26.483" v="1809"/>
        <pc:sldMkLst>
          <pc:docMk/>
          <pc:sldMk cId="2163203261" sldId="502"/>
        </pc:sldMkLst>
        <pc:spChg chg="mod">
          <ac:chgData name="Thiago Arantes" userId="88aeb8729d4c2748" providerId="LiveId" clId="{C9A26F8C-9B21-4A21-B1C4-2CC687D14F9D}" dt="2018-09-19T20:13:20.604" v="1808" actId="20577"/>
          <ac:spMkLst>
            <pc:docMk/>
            <pc:sldMk cId="2163203261" sldId="502"/>
            <ac:spMk id="91" creationId="{00000000-0000-0000-0000-000000000000}"/>
          </ac:spMkLst>
        </pc:spChg>
      </pc:sldChg>
      <pc:sldChg chg="modSp add del">
        <pc:chgData name="Thiago Arantes" userId="88aeb8729d4c2748" providerId="LiveId" clId="{C9A26F8C-9B21-4A21-B1C4-2CC687D14F9D}" dt="2018-09-19T20:13:32.487" v="1810" actId="2696"/>
        <pc:sldMkLst>
          <pc:docMk/>
          <pc:sldMk cId="2134328619" sldId="503"/>
        </pc:sldMkLst>
        <pc:spChg chg="mod">
          <ac:chgData name="Thiago Arantes" userId="88aeb8729d4c2748" providerId="LiveId" clId="{C9A26F8C-9B21-4A21-B1C4-2CC687D14F9D}" dt="2018-09-19T20:12:37.382" v="1789" actId="20577"/>
          <ac:spMkLst>
            <pc:docMk/>
            <pc:sldMk cId="2134328619" sldId="503"/>
            <ac:spMk id="91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19T20:14:59.731" v="1825" actId="20577"/>
        <pc:sldMkLst>
          <pc:docMk/>
          <pc:sldMk cId="2796863728" sldId="503"/>
        </pc:sldMkLst>
        <pc:spChg chg="mod">
          <ac:chgData name="Thiago Arantes" userId="88aeb8729d4c2748" providerId="LiveId" clId="{C9A26F8C-9B21-4A21-B1C4-2CC687D14F9D}" dt="2018-09-19T20:14:59.731" v="1825" actId="20577"/>
          <ac:spMkLst>
            <pc:docMk/>
            <pc:sldMk cId="2796863728" sldId="503"/>
            <ac:spMk id="91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19T20:15:29.013" v="1830" actId="20577"/>
        <pc:sldMkLst>
          <pc:docMk/>
          <pc:sldMk cId="3013310900" sldId="504"/>
        </pc:sldMkLst>
        <pc:spChg chg="mod">
          <ac:chgData name="Thiago Arantes" userId="88aeb8729d4c2748" providerId="LiveId" clId="{C9A26F8C-9B21-4A21-B1C4-2CC687D14F9D}" dt="2018-09-19T20:15:29.013" v="1830" actId="20577"/>
          <ac:spMkLst>
            <pc:docMk/>
            <pc:sldMk cId="3013310900" sldId="504"/>
            <ac:spMk id="91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19T20:15:39.669" v="1831"/>
        <pc:sldMkLst>
          <pc:docMk/>
          <pc:sldMk cId="956884313" sldId="505"/>
        </pc:sldMkLst>
        <pc:spChg chg="mod">
          <ac:chgData name="Thiago Arantes" userId="88aeb8729d4c2748" providerId="LiveId" clId="{C9A26F8C-9B21-4A21-B1C4-2CC687D14F9D}" dt="2018-09-19T20:15:39.669" v="1831"/>
          <ac:spMkLst>
            <pc:docMk/>
            <pc:sldMk cId="956884313" sldId="505"/>
            <ac:spMk id="91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19T20:16:03.794" v="1834" actId="113"/>
        <pc:sldMkLst>
          <pc:docMk/>
          <pc:sldMk cId="3424800204" sldId="506"/>
        </pc:sldMkLst>
        <pc:spChg chg="mod">
          <ac:chgData name="Thiago Arantes" userId="88aeb8729d4c2748" providerId="LiveId" clId="{C9A26F8C-9B21-4A21-B1C4-2CC687D14F9D}" dt="2018-09-19T20:16:03.794" v="1834" actId="113"/>
          <ac:spMkLst>
            <pc:docMk/>
            <pc:sldMk cId="3424800204" sldId="506"/>
            <ac:spMk id="91" creationId="{00000000-0000-0000-0000-000000000000}"/>
          </ac:spMkLst>
        </pc:spChg>
      </pc:sldChg>
      <pc:sldChg chg="modSp add">
        <pc:chgData name="Thiago Arantes" userId="88aeb8729d4c2748" providerId="LiveId" clId="{C9A26F8C-9B21-4A21-B1C4-2CC687D14F9D}" dt="2018-09-19T20:19:07.515" v="2023" actId="114"/>
        <pc:sldMkLst>
          <pc:docMk/>
          <pc:sldMk cId="850635650" sldId="507"/>
        </pc:sldMkLst>
        <pc:spChg chg="mod">
          <ac:chgData name="Thiago Arantes" userId="88aeb8729d4c2748" providerId="LiveId" clId="{C9A26F8C-9B21-4A21-B1C4-2CC687D14F9D}" dt="2018-09-19T20:19:07.515" v="2023" actId="114"/>
          <ac:spMkLst>
            <pc:docMk/>
            <pc:sldMk cId="850635650" sldId="507"/>
            <ac:spMk id="91" creationId="{00000000-0000-0000-0000-000000000000}"/>
          </ac:spMkLst>
        </pc:spChg>
      </pc:sldChg>
      <pc:sldChg chg="addSp modSp add">
        <pc:chgData name="Thiago Arantes" userId="88aeb8729d4c2748" providerId="LiveId" clId="{C9A26F8C-9B21-4A21-B1C4-2CC687D14F9D}" dt="2018-09-19T20:18:15.167" v="2020" actId="1076"/>
        <pc:sldMkLst>
          <pc:docMk/>
          <pc:sldMk cId="2833907153" sldId="508"/>
        </pc:sldMkLst>
        <pc:spChg chg="mod">
          <ac:chgData name="Thiago Arantes" userId="88aeb8729d4c2748" providerId="LiveId" clId="{C9A26F8C-9B21-4A21-B1C4-2CC687D14F9D}" dt="2018-09-19T20:17:58.752" v="2018" actId="6549"/>
          <ac:spMkLst>
            <pc:docMk/>
            <pc:sldMk cId="2833907153" sldId="508"/>
            <ac:spMk id="4" creationId="{00000000-0000-0000-0000-000000000000}"/>
          </ac:spMkLst>
        </pc:spChg>
        <pc:spChg chg="add mod">
          <ac:chgData name="Thiago Arantes" userId="88aeb8729d4c2748" providerId="LiveId" clId="{C9A26F8C-9B21-4A21-B1C4-2CC687D14F9D}" dt="2018-09-19T20:18:15.167" v="2020" actId="1076"/>
          <ac:spMkLst>
            <pc:docMk/>
            <pc:sldMk cId="2833907153" sldId="508"/>
            <ac:spMk id="6" creationId="{2CA2DF70-0072-43AD-8928-4F812DC17910}"/>
          </ac:spMkLst>
        </pc:spChg>
        <pc:spChg chg="add mod">
          <ac:chgData name="Thiago Arantes" userId="88aeb8729d4c2748" providerId="LiveId" clId="{C9A26F8C-9B21-4A21-B1C4-2CC687D14F9D}" dt="2018-09-19T20:18:15.167" v="2020" actId="1076"/>
          <ac:spMkLst>
            <pc:docMk/>
            <pc:sldMk cId="2833907153" sldId="508"/>
            <ac:spMk id="7" creationId="{45908373-8206-40C3-93E0-B2C9BE397F55}"/>
          </ac:spMkLst>
        </pc:spChg>
        <pc:picChg chg="add mod">
          <ac:chgData name="Thiago Arantes" userId="88aeb8729d4c2748" providerId="LiveId" clId="{C9A26F8C-9B21-4A21-B1C4-2CC687D14F9D}" dt="2018-09-19T20:18:15.167" v="2020" actId="1076"/>
          <ac:picMkLst>
            <pc:docMk/>
            <pc:sldMk cId="2833907153" sldId="508"/>
            <ac:picMk id="3" creationId="{8052DF88-80F5-4A39-8072-FFAA7B42E65F}"/>
          </ac:picMkLst>
        </pc:picChg>
        <pc:picChg chg="add mod">
          <ac:chgData name="Thiago Arantes" userId="88aeb8729d4c2748" providerId="LiveId" clId="{C9A26F8C-9B21-4A21-B1C4-2CC687D14F9D}" dt="2018-09-19T20:18:15.167" v="2020" actId="1076"/>
          <ac:picMkLst>
            <pc:docMk/>
            <pc:sldMk cId="2833907153" sldId="508"/>
            <ac:picMk id="5" creationId="{2A464F8A-E363-4C48-B86D-985C3E3D4ADC}"/>
          </ac:picMkLst>
        </pc:picChg>
      </pc:sldChg>
      <pc:sldChg chg="modSp add">
        <pc:chgData name="Thiago Arantes" userId="88aeb8729d4c2748" providerId="LiveId" clId="{C9A26F8C-9B21-4A21-B1C4-2CC687D14F9D}" dt="2018-09-19T20:30:46.373" v="2378" actId="255"/>
        <pc:sldMkLst>
          <pc:docMk/>
          <pc:sldMk cId="3793772217" sldId="509"/>
        </pc:sldMkLst>
        <pc:spChg chg="mod">
          <ac:chgData name="Thiago Arantes" userId="88aeb8729d4c2748" providerId="LiveId" clId="{C9A26F8C-9B21-4A21-B1C4-2CC687D14F9D}" dt="2018-09-19T20:30:46.373" v="2378" actId="255"/>
          <ac:spMkLst>
            <pc:docMk/>
            <pc:sldMk cId="3793772217" sldId="509"/>
            <ac:spMk id="9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har char="●"/>
              <a:defRPr sz="1100"/>
            </a:lvl1pPr>
            <a:lvl2pPr lvl="1">
              <a:spcBef>
                <a:spcPts val="0"/>
              </a:spcBef>
              <a:buChar char="○"/>
              <a:defRPr sz="1100"/>
            </a:lvl2pPr>
            <a:lvl3pPr lvl="2">
              <a:spcBef>
                <a:spcPts val="0"/>
              </a:spcBef>
              <a:buChar char="■"/>
              <a:defRPr sz="1100"/>
            </a:lvl3pPr>
            <a:lvl4pPr lvl="3">
              <a:spcBef>
                <a:spcPts val="0"/>
              </a:spcBef>
              <a:buChar char="●"/>
              <a:defRPr sz="1100"/>
            </a:lvl4pPr>
            <a:lvl5pPr lvl="4">
              <a:spcBef>
                <a:spcPts val="0"/>
              </a:spcBef>
              <a:buChar char="○"/>
              <a:defRPr sz="1100"/>
            </a:lvl5pPr>
            <a:lvl6pPr lvl="5">
              <a:spcBef>
                <a:spcPts val="0"/>
              </a:spcBef>
              <a:buChar char="■"/>
              <a:defRPr sz="1100"/>
            </a:lvl6pPr>
            <a:lvl7pPr lvl="6">
              <a:spcBef>
                <a:spcPts val="0"/>
              </a:spcBef>
              <a:buChar char="●"/>
              <a:defRPr sz="1100"/>
            </a:lvl7pPr>
            <a:lvl8pPr lvl="7">
              <a:spcBef>
                <a:spcPts val="0"/>
              </a:spcBef>
              <a:buChar char="○"/>
              <a:defRPr sz="1100"/>
            </a:lvl8pPr>
            <a:lvl9pPr lvl="8">
              <a:spcBef>
                <a:spcPts val="0"/>
              </a:spcBef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3047110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802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1452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1352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8742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430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4767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2315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39895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84135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1161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1240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05190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97164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39229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94237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99648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6486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49144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98042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04539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61840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45228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2937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36276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09726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6802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68424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56270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33474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25458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00450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90425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80735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95246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77741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23039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61940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48810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67135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80857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055841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52925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124890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741328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145782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629295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400504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4187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1524000" y="112236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pt-BR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599" cy="28527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1"/>
          </p:nvPr>
        </p:nvSpPr>
        <p:spPr>
          <a:xfrm>
            <a:off x="831850" y="4589462"/>
            <a:ext cx="10515599" cy="15001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rgbClr val="888888"/>
              </a:buClr>
              <a:buFont typeface="Arial"/>
              <a:buChar char="●"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Char char="○"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Char char="■"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Char char="●"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Char char="○"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Char char="■"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Char char="●"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Char char="○"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Char char="■"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BR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pt-BR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uas Partes de Conteúdo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BR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pt-BR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ção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839787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Char char="●"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○"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■"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●"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○"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■"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●"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○"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■"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839787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7" cy="8239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Char char="●"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○"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■"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●"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○"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■"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●"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○"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■"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7" cy="36845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BR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pt-BR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BR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pt-BR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BR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pt-BR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údo com Legenda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7" cy="160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199" cy="48736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25400" algn="l" rtl="0">
              <a:lnSpc>
                <a:spcPct val="90000"/>
              </a:lnSpc>
              <a:spcBef>
                <a:spcPts val="1000"/>
              </a:spcBef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50800" algn="l" rtl="0">
              <a:lnSpc>
                <a:spcPct val="90000"/>
              </a:lnSpc>
              <a:spcBef>
                <a:spcPts val="500"/>
              </a:spcBef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76200" algn="l" rtl="0">
              <a:lnSpc>
                <a:spcPct val="90000"/>
              </a:lnSpc>
              <a:spcBef>
                <a:spcPts val="50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01600" algn="l" rtl="0">
              <a:lnSpc>
                <a:spcPct val="90000"/>
              </a:lnSpc>
              <a:spcBef>
                <a:spcPts val="500"/>
              </a:spcBef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01600" algn="l" rtl="0">
              <a:lnSpc>
                <a:spcPct val="90000"/>
              </a:lnSpc>
              <a:spcBef>
                <a:spcPts val="500"/>
              </a:spcBef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lnSpc>
                <a:spcPct val="90000"/>
              </a:lnSpc>
              <a:spcBef>
                <a:spcPts val="500"/>
              </a:spcBef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01600" algn="l" rtl="0">
              <a:lnSpc>
                <a:spcPct val="90000"/>
              </a:lnSpc>
              <a:spcBef>
                <a:spcPts val="500"/>
              </a:spcBef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01600" algn="l" rtl="0">
              <a:lnSpc>
                <a:spcPct val="90000"/>
              </a:lnSpc>
              <a:spcBef>
                <a:spcPts val="500"/>
              </a:spcBef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01600" algn="l" rtl="0">
              <a:lnSpc>
                <a:spcPct val="90000"/>
              </a:lnSpc>
              <a:spcBef>
                <a:spcPts val="500"/>
              </a:spcBef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Char char="●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○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●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○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■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●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○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■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BR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pt-BR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m com Legenda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7" cy="160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63" name="Shape 63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199" cy="48736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Char char="●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○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●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○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■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●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○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Char char="■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BR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pt-BR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e texto vertical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5"/>
            <a:ext cx="4351338" cy="10515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71" name="Shape 7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BR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pt-BR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ítulo e texto verticai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5"/>
            <a:ext cx="5811838" cy="7734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BR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pt-BR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B6042-BC54-4EC7-BC3A-856B45CC957A}" type="datetimeFigureOut">
              <a:rPr lang="pt-BR" smtClean="0"/>
              <a:t>07/02/2019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ED3D-EEC4-49E4-B336-7C8DD637291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6073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: Único Canto Recortado 13">
            <a:extLst>
              <a:ext uri="{FF2B5EF4-FFF2-40B4-BE49-F238E27FC236}">
                <a16:creationId xmlns:a16="http://schemas.microsoft.com/office/drawing/2014/main" id="{24FDCA86-23D3-4595-81DE-5E5E854884E0}"/>
              </a:ext>
            </a:extLst>
          </p:cNvPr>
          <p:cNvSpPr/>
          <p:nvPr userDrawn="1"/>
        </p:nvSpPr>
        <p:spPr>
          <a:xfrm flipH="1" flipV="1">
            <a:off x="8696159" y="30988"/>
            <a:ext cx="3495837" cy="1239200"/>
          </a:xfrm>
          <a:prstGeom prst="snip1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A6CC08F-F5E3-4E6B-8D83-51B6B7A22BE5}"/>
              </a:ext>
            </a:extLst>
          </p:cNvPr>
          <p:cNvSpPr/>
          <p:nvPr userDrawn="1"/>
        </p:nvSpPr>
        <p:spPr>
          <a:xfrm>
            <a:off x="-1" y="0"/>
            <a:ext cx="12192001" cy="1090801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599" cy="435133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Shape 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Shape 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pt-BR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BAC1AB2-A5AF-40B6-B86D-288AFEE388C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628588" y="84434"/>
            <a:ext cx="3290697" cy="1086188"/>
          </a:xfrm>
          <a:prstGeom prst="rect">
            <a:avLst/>
          </a:prstGeom>
        </p:spPr>
      </p:pic>
      <p:sp>
        <p:nvSpPr>
          <p:cNvPr id="11" name="Shape 90">
            <a:extLst>
              <a:ext uri="{FF2B5EF4-FFF2-40B4-BE49-F238E27FC236}">
                <a16:creationId xmlns:a16="http://schemas.microsoft.com/office/drawing/2014/main" id="{D01C04D6-BB0F-4EE9-B7BF-AE09D72A5D39}"/>
              </a:ext>
            </a:extLst>
          </p:cNvPr>
          <p:cNvSpPr txBox="1">
            <a:spLocks/>
          </p:cNvSpPr>
          <p:nvPr userDrawn="1"/>
        </p:nvSpPr>
        <p:spPr>
          <a:xfrm>
            <a:off x="295421" y="285302"/>
            <a:ext cx="9144000" cy="51354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SzPct val="25000"/>
            </a:pPr>
            <a:r>
              <a:rPr lang="pt-BR" sz="3600" b="1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Tributos sobre o Lucro.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hyperlink" Target="http://bit.ly/praticanoicms" TargetMode="External"/><Relationship Id="rId5" Type="http://schemas.openxmlformats.org/officeDocument/2006/relationships/hyperlink" Target="http://bit.ly/contadorprofissional" TargetMode="External"/><Relationship Id="rId4" Type="http://schemas.openxmlformats.org/officeDocument/2006/relationships/hyperlink" Target="http://bit.ly/dominandoexcel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hyperlink" Target="http://bit.ly/formacaoemSPED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hyperlink" Target="http://bit.ly/praticanoicms" TargetMode="External"/><Relationship Id="rId5" Type="http://schemas.openxmlformats.org/officeDocument/2006/relationships/hyperlink" Target="http://bit.ly/contadorprofissional" TargetMode="External"/><Relationship Id="rId4" Type="http://schemas.openxmlformats.org/officeDocument/2006/relationships/hyperlink" Target="http://bit.ly/dominandoexce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9170248-A143-44F9-AA0C-2C9EB1B7C903}"/>
              </a:ext>
            </a:extLst>
          </p:cNvPr>
          <p:cNvSpPr/>
          <p:nvPr/>
        </p:nvSpPr>
        <p:spPr>
          <a:xfrm>
            <a:off x="128337" y="54779"/>
            <a:ext cx="12063663" cy="1716506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6" name="Rectangle 28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84">
            <a:extLst>
              <a:ext uri="{FF2B5EF4-FFF2-40B4-BE49-F238E27FC236}">
                <a16:creationId xmlns:a16="http://schemas.microsoft.com/office/drawing/2014/main" id="{9AA0CBD8-2FBE-47F1-9017-F5C2FF2B4B41}"/>
              </a:ext>
            </a:extLst>
          </p:cNvPr>
          <p:cNvSpPr txBox="1">
            <a:spLocks/>
          </p:cNvSpPr>
          <p:nvPr/>
        </p:nvSpPr>
        <p:spPr>
          <a:xfrm>
            <a:off x="526073" y="5163041"/>
            <a:ext cx="11139854" cy="9304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5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pPr algn="ctr">
              <a:spcBef>
                <a:spcPct val="0"/>
              </a:spcBef>
              <a:spcAft>
                <a:spcPts val="600"/>
              </a:spcAft>
              <a:buSzPct val="25000"/>
            </a:pPr>
            <a:r>
              <a:rPr lang="en-US" sz="69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rPr>
              <a:t>Tributos</a:t>
            </a:r>
            <a:r>
              <a:rPr lang="en-US" sz="69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rPr>
              <a:t> </a:t>
            </a:r>
            <a:r>
              <a:rPr lang="en-US" sz="69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rPr>
              <a:t>Sobre</a:t>
            </a:r>
            <a:r>
              <a:rPr lang="en-US" sz="69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rPr>
              <a:t> o </a:t>
            </a:r>
            <a:r>
              <a:rPr lang="en-US" sz="69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rPr>
              <a:t>Lucro</a:t>
            </a:r>
            <a:endParaRPr lang="en-US" sz="6900" b="1" kern="1200" dirty="0">
              <a:solidFill>
                <a:srgbClr val="FFFFFF"/>
              </a:solidFill>
              <a:latin typeface="+mj-lt"/>
              <a:ea typeface="+mj-ea"/>
              <a:cs typeface="+mj-cs"/>
              <a:sym typeface="Helvetica Neue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  <a:buSzPct val="25000"/>
            </a:pPr>
            <a:endParaRPr lang="en-US" sz="1300" b="1" kern="1200" dirty="0">
              <a:solidFill>
                <a:srgbClr val="FFFFFF"/>
              </a:solidFill>
              <a:latin typeface="+mj-lt"/>
              <a:ea typeface="+mj-ea"/>
              <a:cs typeface="+mj-cs"/>
              <a:sym typeface="Helvetica Neue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  <a:buSzPct val="25000"/>
            </a:pPr>
            <a:r>
              <a:rPr lang="en-US" sz="2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rPr>
              <a:t>Reflexos</a:t>
            </a:r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rPr>
              <a:t> </a:t>
            </a:r>
            <a:r>
              <a:rPr lang="en-US" sz="2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rPr>
              <a:t>nas</a:t>
            </a:r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rPr>
              <a:t> </a:t>
            </a:r>
            <a:r>
              <a:rPr lang="en-US" sz="2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rPr>
              <a:t>Distribuições</a:t>
            </a:r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rPr>
              <a:t> de </a:t>
            </a:r>
            <a:r>
              <a:rPr lang="en-US" sz="2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rPr>
              <a:t>Lucros</a:t>
            </a:r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rPr>
              <a:t> e </a:t>
            </a:r>
            <a:r>
              <a:rPr lang="en-US" sz="2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rPr>
              <a:t>Obrigações</a:t>
            </a:r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rPr>
              <a:t> </a:t>
            </a:r>
            <a:r>
              <a:rPr lang="en-US" sz="2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rPr>
              <a:t>Acessórias</a:t>
            </a:r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 Neue"/>
              </a:rPr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3F5247B-099F-497B-9648-60F84ED5B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09575"/>
            <a:ext cx="11496821" cy="3793949"/>
          </a:xfrm>
          <a:prstGeom prst="rect">
            <a:avLst/>
          </a:prstGeom>
        </p:spPr>
      </p:pic>
      <p:cxnSp>
        <p:nvCxnSpPr>
          <p:cNvPr id="37" name="Straight Connector 30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933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719403" y="1275824"/>
            <a:ext cx="9793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Arial" pitchFamily="34" charset="0"/>
                <a:cs typeface="Arial" pitchFamily="34" charset="0"/>
              </a:rPr>
              <a:t>Thiago Arantes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1199456" y="1275824"/>
            <a:ext cx="10465163" cy="3963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pt-BR" sz="2667" dirty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Consultor; Auditor Independente; Contador; ex-gerente de Auditoria Interna da Coca-Cola; Professor de Pós Graduação do IPOG. Especialista em SPED (ECD e ECF). Bacharel em Ciência da Computação; Instrutor  da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Cefis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; Palestrante; Especialista em Legislação Tributária e Contábil; Especialista em IFRS. Ex-gerente Contábil e Fiscal em empresa de Grande Porte.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EFC1260-172A-4D71-B1AA-66EE08442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089" y="5349076"/>
            <a:ext cx="1014692" cy="60478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3331693-CEA9-4485-A546-618620C31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685" y="6105455"/>
            <a:ext cx="1080164" cy="69388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C3ED76F4-4F25-41AA-816B-10CDD517B645}"/>
              </a:ext>
            </a:extLst>
          </p:cNvPr>
          <p:cNvSpPr/>
          <p:nvPr/>
        </p:nvSpPr>
        <p:spPr>
          <a:xfrm>
            <a:off x="3017892" y="5384220"/>
            <a:ext cx="5359790" cy="5268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800" b="1" dirty="0" err="1">
                <a:solidFill>
                  <a:schemeClr val="tx1"/>
                </a:solidFill>
              </a:rPr>
              <a:t>prof.thiagoarantes</a:t>
            </a:r>
            <a:endParaRPr lang="pt-BR" sz="1800" b="1" dirty="0">
              <a:solidFill>
                <a:schemeClr val="tx1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D2B4E80-DEA8-405A-BC6B-691D3A1A7181}"/>
              </a:ext>
            </a:extLst>
          </p:cNvPr>
          <p:cNvSpPr/>
          <p:nvPr/>
        </p:nvSpPr>
        <p:spPr>
          <a:xfrm>
            <a:off x="3015545" y="6155589"/>
            <a:ext cx="5359790" cy="5268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800" b="1" dirty="0" err="1">
                <a:solidFill>
                  <a:schemeClr val="tx1"/>
                </a:solidFill>
              </a:rPr>
              <a:t>prof.thiagoarantes</a:t>
            </a:r>
            <a:endParaRPr lang="pt-BR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510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-438351" y="794693"/>
            <a:ext cx="6534351" cy="1171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5333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Obrigado!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052DF88-80F5-4A39-8072-FFAA7B42E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4423" y="1341319"/>
            <a:ext cx="672916" cy="40107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A464F8A-E363-4C48-B86D-985C3E3D4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8297" y="1303458"/>
            <a:ext cx="736841" cy="47333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CA2DF70-0072-43AD-8928-4F812DC17910}"/>
              </a:ext>
            </a:extLst>
          </p:cNvPr>
          <p:cNvSpPr/>
          <p:nvPr/>
        </p:nvSpPr>
        <p:spPr>
          <a:xfrm>
            <a:off x="9990925" y="1215518"/>
            <a:ext cx="2401100" cy="5268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800" b="1" dirty="0" err="1">
                <a:solidFill>
                  <a:schemeClr val="tx1"/>
                </a:solidFill>
              </a:rPr>
              <a:t>prof.thiagoarantes</a:t>
            </a:r>
            <a:endParaRPr lang="pt-BR" sz="1800" b="1" dirty="0">
              <a:solidFill>
                <a:schemeClr val="tx1"/>
              </a:solidFill>
            </a:endParaRPr>
          </a:p>
        </p:txBody>
      </p:sp>
      <p:sp>
        <p:nvSpPr>
          <p:cNvPr id="8" name="Google Shape;221;p37">
            <a:extLst>
              <a:ext uri="{FF2B5EF4-FFF2-40B4-BE49-F238E27FC236}">
                <a16:creationId xmlns:a16="http://schemas.microsoft.com/office/drawing/2014/main" id="{3D4EC294-B267-4FD7-9DD3-87D633CF3BF4}"/>
              </a:ext>
            </a:extLst>
          </p:cNvPr>
          <p:cNvSpPr txBox="1">
            <a:spLocks/>
          </p:cNvSpPr>
          <p:nvPr/>
        </p:nvSpPr>
        <p:spPr>
          <a:xfrm>
            <a:off x="233581" y="1742395"/>
            <a:ext cx="11958419" cy="445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352425" indent="0">
              <a:lnSpc>
                <a:spcPct val="150000"/>
              </a:lnSpc>
              <a:spcBef>
                <a:spcPts val="0"/>
              </a:spcBef>
            </a:pPr>
            <a:r>
              <a:rPr lang="pt-BR" b="1" i="1" dirty="0">
                <a:solidFill>
                  <a:srgbClr val="FF0000"/>
                </a:solidFill>
              </a:rPr>
              <a:t>Aqui segue uma lista de Cursos que Recomendamos para evolução da sua carreira: </a:t>
            </a:r>
          </a:p>
          <a:p>
            <a:pPr marL="0" marR="352425" indent="0">
              <a:lnSpc>
                <a:spcPct val="150000"/>
              </a:lnSpc>
            </a:pPr>
            <a:r>
              <a:rPr lang="pt-BR" i="1" dirty="0"/>
              <a:t>Curso em Excel do Básico ao Avançado Acesse: &gt;&gt; </a:t>
            </a:r>
            <a:r>
              <a:rPr lang="pt-BR" i="1" dirty="0">
                <a:hlinkClick r:id="rId4"/>
              </a:rPr>
              <a:t>http://bit.ly/dominandoexcell</a:t>
            </a:r>
            <a:endParaRPr lang="pt-BR" i="1" dirty="0"/>
          </a:p>
          <a:p>
            <a:pPr marL="0" marR="352425" indent="0">
              <a:lnSpc>
                <a:spcPct val="150000"/>
              </a:lnSpc>
            </a:pPr>
            <a:r>
              <a:rPr lang="pt-BR" i="1" dirty="0"/>
              <a:t>Treinamento Contador Profissional – Prática em Fiscal e Contábil Acesse: &gt;&gt; </a:t>
            </a:r>
            <a:r>
              <a:rPr lang="pt-BR" i="1" dirty="0">
                <a:hlinkClick r:id="rId5"/>
              </a:rPr>
              <a:t>http://bit.ly/contadorprofissional</a:t>
            </a:r>
            <a:endParaRPr lang="pt-BR" i="1" dirty="0"/>
          </a:p>
          <a:p>
            <a:pPr marL="0" marR="352425" indent="0">
              <a:lnSpc>
                <a:spcPct val="150000"/>
              </a:lnSpc>
            </a:pPr>
            <a:r>
              <a:rPr lang="pt-BR" i="1" dirty="0"/>
              <a:t>Tudo sobre ICMS da Teoria a Prática Acesse: &gt;&gt; </a:t>
            </a:r>
            <a:r>
              <a:rPr lang="pt-BR" i="1" dirty="0">
                <a:hlinkClick r:id="rId6"/>
              </a:rPr>
              <a:t>http://bit.ly/praticanoicms</a:t>
            </a:r>
            <a:endParaRPr lang="pt-BR" i="1" dirty="0"/>
          </a:p>
          <a:p>
            <a:pPr marL="0" marR="352425" indent="0">
              <a:lnSpc>
                <a:spcPct val="150000"/>
              </a:lnSpc>
            </a:pP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2833907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O que são tributos sobre o Lucro?</a:t>
            </a:r>
          </a:p>
          <a:p>
            <a:pPr lvl="0" indent="457200" algn="just">
              <a:lnSpc>
                <a:spcPct val="150000"/>
              </a:lnSpc>
              <a:buSzPct val="25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Conforme o próprio nome diz, é a tributação efetuada sobre a renda das pessoas jurídicas. Portanto, o cálculo do débito tributário é efetuado sobre o Lucro apurado.</a:t>
            </a:r>
          </a:p>
          <a:p>
            <a:pPr lvl="0" algn="just">
              <a:lnSpc>
                <a:spcPct val="150000"/>
              </a:lnSpc>
              <a:buSzPct val="25000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Cabe algumas ressalvas sobre o entendimento de tributos sobre o lucro...</a:t>
            </a:r>
          </a:p>
        </p:txBody>
      </p:sp>
    </p:spTree>
    <p:extLst>
      <p:ext uri="{BB962C8B-B14F-4D97-AF65-F5344CB8AC3E}">
        <p14:creationId xmlns:p14="http://schemas.microsoft.com/office/powerpoint/2010/main" val="131272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199456" y="2204865"/>
            <a:ext cx="9793088" cy="2402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5333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O que são tributos sobre o Lucro?</a:t>
            </a:r>
          </a:p>
        </p:txBody>
      </p:sp>
    </p:spTree>
    <p:extLst>
      <p:ext uri="{BB962C8B-B14F-4D97-AF65-F5344CB8AC3E}">
        <p14:creationId xmlns:p14="http://schemas.microsoft.com/office/powerpoint/2010/main" val="4024060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Quais são os tributos sobre o Lucro?</a:t>
            </a:r>
          </a:p>
          <a:p>
            <a:pPr lvl="0" indent="457200" algn="just">
              <a:lnSpc>
                <a:spcPct val="150000"/>
              </a:lnSpc>
              <a:buSzPct val="25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Atualmente temos a incidência do seguinte imposto e contribuição:</a:t>
            </a:r>
          </a:p>
          <a:p>
            <a:pPr marL="342900" lvl="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IRPJ – Imposto de Renda da Pessoa Jurídica;</a:t>
            </a:r>
          </a:p>
          <a:p>
            <a:pPr marL="342900" lvl="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CSLL – Contribuição Social sobre o Lucro Líquido.</a:t>
            </a:r>
          </a:p>
        </p:txBody>
      </p:sp>
    </p:spTree>
    <p:extLst>
      <p:ext uri="{BB962C8B-B14F-4D97-AF65-F5344CB8AC3E}">
        <p14:creationId xmlns:p14="http://schemas.microsoft.com/office/powerpoint/2010/main" val="559867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199456" y="2204865"/>
            <a:ext cx="9793088" cy="1171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5333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Quais as formas de cálculo?</a:t>
            </a:r>
          </a:p>
        </p:txBody>
      </p:sp>
    </p:spTree>
    <p:extLst>
      <p:ext uri="{BB962C8B-B14F-4D97-AF65-F5344CB8AC3E}">
        <p14:creationId xmlns:p14="http://schemas.microsoft.com/office/powerpoint/2010/main" val="537865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Quais as formas de cálculo?</a:t>
            </a:r>
          </a:p>
          <a:p>
            <a:pPr lvl="0" indent="457200" algn="just">
              <a:lnSpc>
                <a:spcPct val="150000"/>
              </a:lnSpc>
              <a:buSzPct val="25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Hoje temos quatro metodologias: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Real;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Presumido;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Arbitrado;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Simples Nacional.</a:t>
            </a:r>
          </a:p>
        </p:txBody>
      </p:sp>
    </p:spTree>
    <p:extLst>
      <p:ext uri="{BB962C8B-B14F-4D97-AF65-F5344CB8AC3E}">
        <p14:creationId xmlns:p14="http://schemas.microsoft.com/office/powerpoint/2010/main" val="337013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199456" y="2204865"/>
            <a:ext cx="9793088" cy="1171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5333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O que é o Lucro Real?</a:t>
            </a:r>
          </a:p>
        </p:txBody>
      </p:sp>
    </p:spTree>
    <p:extLst>
      <p:ext uri="{BB962C8B-B14F-4D97-AF65-F5344CB8AC3E}">
        <p14:creationId xmlns:p14="http://schemas.microsoft.com/office/powerpoint/2010/main" val="2204953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O que é o Lucro Real?</a:t>
            </a:r>
          </a:p>
          <a:p>
            <a:pPr lvl="0" indent="457200" algn="just">
              <a:lnSpc>
                <a:spcPct val="150000"/>
              </a:lnSpc>
              <a:buSzPct val="25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É um formato de apuração do IRPJ e CSLL baseada no resultado contábil após os ajustes decorrentes da legislação tributária (adições / exclusões).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8046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199456" y="2204865"/>
            <a:ext cx="9793088" cy="1171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5333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O que é o Lucro Presumido?</a:t>
            </a:r>
          </a:p>
        </p:txBody>
      </p:sp>
    </p:spTree>
    <p:extLst>
      <p:ext uri="{BB962C8B-B14F-4D97-AF65-F5344CB8AC3E}">
        <p14:creationId xmlns:p14="http://schemas.microsoft.com/office/powerpoint/2010/main" val="80070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O que é o Lucro Presumido?</a:t>
            </a:r>
          </a:p>
          <a:p>
            <a:pPr lvl="0" indent="457200" algn="just">
              <a:lnSpc>
                <a:spcPct val="150000"/>
              </a:lnSpc>
              <a:buSzPct val="25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É um formato de apuração de IRPJ / CSLL em que o critério para o cálculo é mais simples, a Receita Federal do Brasil gerou entendimento de margens de lucros na qual é utilizado para o cálculo dos tributos.</a:t>
            </a:r>
          </a:p>
        </p:txBody>
      </p:sp>
    </p:spTree>
    <p:extLst>
      <p:ext uri="{BB962C8B-B14F-4D97-AF65-F5344CB8AC3E}">
        <p14:creationId xmlns:p14="http://schemas.microsoft.com/office/powerpoint/2010/main" val="206821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199456" y="2204865"/>
            <a:ext cx="9793088" cy="1171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5333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O que é o Lucro Arbitrado?</a:t>
            </a:r>
          </a:p>
        </p:txBody>
      </p:sp>
    </p:spTree>
    <p:extLst>
      <p:ext uri="{BB962C8B-B14F-4D97-AF65-F5344CB8AC3E}">
        <p14:creationId xmlns:p14="http://schemas.microsoft.com/office/powerpoint/2010/main" val="3003368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O que é o Lucro Arbitrado?</a:t>
            </a:r>
          </a:p>
          <a:p>
            <a:pPr lvl="0" indent="457200" algn="just">
              <a:lnSpc>
                <a:spcPct val="150000"/>
              </a:lnSpc>
              <a:buSzPct val="25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O arbitramento de lucro é uma forma de apuração da base de cálculo do imposto de renda utilizada pela autoridade tributária ou pelo contribuinte. </a:t>
            </a:r>
          </a:p>
          <a:p>
            <a:pPr indent="457200" algn="just">
              <a:lnSpc>
                <a:spcPct val="150000"/>
              </a:lnSpc>
              <a:buSzPct val="25000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Este não será o foco desta palestra.</a:t>
            </a:r>
          </a:p>
        </p:txBody>
      </p:sp>
    </p:spTree>
    <p:extLst>
      <p:ext uri="{BB962C8B-B14F-4D97-AF65-F5344CB8AC3E}">
        <p14:creationId xmlns:p14="http://schemas.microsoft.com/office/powerpoint/2010/main" val="1694783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199456" y="2204865"/>
            <a:ext cx="9793088" cy="1171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5333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O que é o Simples Nacional?</a:t>
            </a:r>
          </a:p>
        </p:txBody>
      </p:sp>
    </p:spTree>
    <p:extLst>
      <p:ext uri="{BB962C8B-B14F-4D97-AF65-F5344CB8AC3E}">
        <p14:creationId xmlns:p14="http://schemas.microsoft.com/office/powerpoint/2010/main" val="2734458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O que é o Simples Nacional?</a:t>
            </a:r>
          </a:p>
          <a:p>
            <a:pPr lvl="0" indent="457200" algn="just">
              <a:lnSpc>
                <a:spcPct val="150000"/>
              </a:lnSpc>
              <a:buSzPct val="25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O Simples Nacional é um regime compartilhado de arrecadação, cobrança e fiscalização de tributos aplicável às Microempresas e Empresas de Pequeno Porte, previsto na Lei Complementar nº 123, de 14 de dezembro de 2006.</a:t>
            </a:r>
          </a:p>
          <a:p>
            <a:pPr indent="457200" algn="just">
              <a:lnSpc>
                <a:spcPct val="150000"/>
              </a:lnSpc>
              <a:buSzPct val="25000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Este não será o foco desta palestra.</a:t>
            </a:r>
          </a:p>
        </p:txBody>
      </p:sp>
    </p:spTree>
    <p:extLst>
      <p:ext uri="{BB962C8B-B14F-4D97-AF65-F5344CB8AC3E}">
        <p14:creationId xmlns:p14="http://schemas.microsoft.com/office/powerpoint/2010/main" val="4168822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199456" y="2204865"/>
            <a:ext cx="9793088" cy="2402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5333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Qual a periodicidade de apuração?</a:t>
            </a:r>
          </a:p>
        </p:txBody>
      </p:sp>
    </p:spTree>
    <p:extLst>
      <p:ext uri="{BB962C8B-B14F-4D97-AF65-F5344CB8AC3E}">
        <p14:creationId xmlns:p14="http://schemas.microsoft.com/office/powerpoint/2010/main" val="1116653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Qual a periodicidade de apuração?</a:t>
            </a:r>
          </a:p>
          <a:p>
            <a:pPr lvl="0" indent="457200" algn="just">
              <a:lnSpc>
                <a:spcPct val="150000"/>
              </a:lnSpc>
              <a:buSzPct val="25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No Lucro Real em regra é trimestral, entretanto a entidade pode optar por apuração anual. Lembrando que no caso de apuração anual é obrigatória a apuração das estimativas mensais.</a:t>
            </a:r>
          </a:p>
          <a:p>
            <a:pPr lvl="0" indent="457200" algn="just">
              <a:lnSpc>
                <a:spcPct val="150000"/>
              </a:lnSpc>
              <a:buSzPct val="25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Desde primeiro de janeiro de 1997 a periodicidade de apuração do Lucro Presumido é a trimestral.</a:t>
            </a:r>
          </a:p>
        </p:txBody>
      </p:sp>
    </p:spTree>
    <p:extLst>
      <p:ext uri="{BB962C8B-B14F-4D97-AF65-F5344CB8AC3E}">
        <p14:creationId xmlns:p14="http://schemas.microsoft.com/office/powerpoint/2010/main" val="74901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199456" y="2204865"/>
            <a:ext cx="9793088" cy="1171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5333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Como são calculados?</a:t>
            </a:r>
          </a:p>
        </p:txBody>
      </p:sp>
    </p:spTree>
    <p:extLst>
      <p:ext uri="{BB962C8B-B14F-4D97-AF65-F5344CB8AC3E}">
        <p14:creationId xmlns:p14="http://schemas.microsoft.com/office/powerpoint/2010/main" val="1174471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Como são calculados?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As empresas optantes pelo Lucro Presumido devem presumir o lucro auferido em cada trimestre, e essa presunção é feita pela aplicação de percentuais de lucratividade ditados pela lei, sobre a receita bruta auferida mensalmente: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AutoNum type="alphaLcParenR" startAt="2"/>
            </a:pP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7183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Como são calculados?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IRPJ: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das atividades em geral, exceto as listadas a seguir: 8,0%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revenda, para consumo, de combustível derivado de petróleo, álcool etílico carburante e gás natural: 1,6%;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serviços em geral: 32,0%;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serv. hospitalares e de transporte de carga: 8%;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demais serviços de transporte: 16%;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Font typeface="Arial" panose="020B0604020202020204" pitchFamily="34" charset="0"/>
              <a:buChar char="•"/>
            </a:pPr>
            <a:endParaRPr lang="pt-BR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23914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Como são calculados?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CSLL: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12% da receita bruta nas atividades comerciais, industriais, serviços hospitalares e de transporte;</a:t>
            </a:r>
          </a:p>
        </p:txBody>
      </p:sp>
    </p:spTree>
    <p:extLst>
      <p:ext uri="{BB962C8B-B14F-4D97-AF65-F5344CB8AC3E}">
        <p14:creationId xmlns:p14="http://schemas.microsoft.com/office/powerpoint/2010/main" val="100955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Como são calculados?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CSLL: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32% para: prestação de serviços em geral, exceto a de serviços hospitalares e de transporte; intermediação de negócios; administração, locação ou cessão de bens imóveis, móveis e direitos de qualquer natureza.</a:t>
            </a:r>
          </a:p>
        </p:txBody>
      </p:sp>
    </p:spTree>
    <p:extLst>
      <p:ext uri="{BB962C8B-B14F-4D97-AF65-F5344CB8AC3E}">
        <p14:creationId xmlns:p14="http://schemas.microsoft.com/office/powerpoint/2010/main" val="1424994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Como são calculados?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São acrescidos ao lucro presumido para se chegar à base de cálculo do imposto de renda no trimestre, entre outros: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os ganhos de capital, demais receitas e resultados positivos decorrentes de receitas não abrangidas pela atividade, auferidos no mesmo período;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os rendimentos e ganhos líquidos auferidos em aplicações financeiras de renda fixa e renda variável;</a:t>
            </a:r>
          </a:p>
        </p:txBody>
      </p:sp>
    </p:spTree>
    <p:extLst>
      <p:ext uri="{BB962C8B-B14F-4D97-AF65-F5344CB8AC3E}">
        <p14:creationId xmlns:p14="http://schemas.microsoft.com/office/powerpoint/2010/main" val="145876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Como são calculados?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os juros sobre o capital próprio auferidos;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os valores recuperados, correspondentes a custos e despesas, inclusive com perdas no recebimento de créditos, caso reduzida a base em período anterior quando lucro real;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Entre outros...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algn="just">
              <a:lnSpc>
                <a:spcPct val="150000"/>
              </a:lnSpc>
              <a:buSzPct val="100000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Bora pra prática? (</a:t>
            </a:r>
            <a:r>
              <a:rPr lang="pt-BR" b="1" i="1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LucroPresumido</a:t>
            </a: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129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Como são calculados?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A apuração do IR e da CSLL pelo Lucro Real poderá ser feito das seguintes formas: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Real trimestral - sempre por meio de balanço trimestral;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Real anual - por meio de estimativas mensais ou por meio de balanço de suspensão ou de redução, e ainda com a apuração do Lucro Real Anual ao final do período de apuração.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AutoNum type="alphaLcParenR" startAt="2"/>
            </a:pP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81169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Como são calculados?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AutoNum type="alphaLcParenR" startAt="2"/>
            </a:pP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algn="just">
              <a:lnSpc>
                <a:spcPct val="150000"/>
              </a:lnSpc>
              <a:buSzPct val="25000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Bora pra prática? (Lucro Real Anual Estimativa / Balanço Suspensão ou Redução)</a:t>
            </a: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2C5FC20-B1F0-4E2D-B55A-99748438490C}"/>
              </a:ext>
            </a:extLst>
          </p:cNvPr>
          <p:cNvSpPr/>
          <p:nvPr/>
        </p:nvSpPr>
        <p:spPr>
          <a:xfrm>
            <a:off x="1231579" y="2601032"/>
            <a:ext cx="2582779" cy="756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Lucro Real Anual</a:t>
            </a:r>
          </a:p>
          <a:p>
            <a:pPr algn="ctr"/>
            <a:r>
              <a:rPr lang="pt-BR" sz="2000" b="1" dirty="0"/>
              <a:t>(Mensais)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0F990D4-718A-4141-B2F0-A89BCE3AD7A3}"/>
              </a:ext>
            </a:extLst>
          </p:cNvPr>
          <p:cNvSpPr/>
          <p:nvPr/>
        </p:nvSpPr>
        <p:spPr>
          <a:xfrm>
            <a:off x="4849073" y="1903199"/>
            <a:ext cx="2582779" cy="756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000" b="1" dirty="0"/>
              <a:t>Estimativas Mensais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4BD294F-8167-4B9A-947D-8A003CCE67E4}"/>
              </a:ext>
            </a:extLst>
          </p:cNvPr>
          <p:cNvSpPr/>
          <p:nvPr/>
        </p:nvSpPr>
        <p:spPr>
          <a:xfrm>
            <a:off x="4841053" y="3210628"/>
            <a:ext cx="2582779" cy="756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000" b="1" dirty="0"/>
              <a:t>Balanço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FB346BD-AC63-4ADD-96CB-07FB07F869AB}"/>
              </a:ext>
            </a:extLst>
          </p:cNvPr>
          <p:cNvSpPr/>
          <p:nvPr/>
        </p:nvSpPr>
        <p:spPr>
          <a:xfrm>
            <a:off x="8346252" y="2641143"/>
            <a:ext cx="2582779" cy="756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Redução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C49ED93-6919-4963-AC85-D7741CA73005}"/>
              </a:ext>
            </a:extLst>
          </p:cNvPr>
          <p:cNvSpPr/>
          <p:nvPr/>
        </p:nvSpPr>
        <p:spPr>
          <a:xfrm>
            <a:off x="8338232" y="3868361"/>
            <a:ext cx="2582779" cy="756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Suspensão</a:t>
            </a:r>
          </a:p>
        </p:txBody>
      </p:sp>
      <p:cxnSp>
        <p:nvCxnSpPr>
          <p:cNvPr id="4" name="Conector: Angulado 3">
            <a:extLst>
              <a:ext uri="{FF2B5EF4-FFF2-40B4-BE49-F238E27FC236}">
                <a16:creationId xmlns:a16="http://schemas.microsoft.com/office/drawing/2014/main" id="{3A10B320-4DB2-4B7B-9E2F-4A81AA78CDFE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3814358" y="2281199"/>
            <a:ext cx="1034715" cy="69783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B077B2A5-E4AB-46B2-86A9-60D5FB55AB2A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3814358" y="2979032"/>
            <a:ext cx="1026695" cy="60959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A71A84F5-744E-46C0-BE63-FF81A17B52AE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7423832" y="3019143"/>
            <a:ext cx="922420" cy="56948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id="{79236882-DA5F-4381-A7E8-93DCDFAB9A59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7423832" y="3588628"/>
            <a:ext cx="914400" cy="65773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411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Como são calculados?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Ainda sobre Lucro Real...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O elemento mais complexo da apuração do Lucro Real é a base de cálculo do IRPJ e da CSLL. Em linhas gerais podemos dizer que a base de cálculo do IRPJ corresponderá ao lucro líquido do período (lucro contábil), ajustado pelas adições, exclusões e compensações.</a:t>
            </a:r>
          </a:p>
          <a:p>
            <a:pPr indent="457200" algn="just">
              <a:lnSpc>
                <a:spcPct val="150000"/>
              </a:lnSpc>
              <a:buSzPct val="100000"/>
            </a:pP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29749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Como são calculados?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Adições: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Os valores lançados na contabilidade, que diminuem o lucro, mas que pela legislação do IR e da CSLL são </a:t>
            </a:r>
            <a:r>
              <a:rPr lang="pt-BR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indedutíveis</a:t>
            </a: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, devem ser adicionados ao resultado, pelo LALUR.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RIR/99, art. 249: Na determinação do lucro real, </a:t>
            </a:r>
            <a:r>
              <a:rPr lang="pt-BR" b="1" i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serão </a:t>
            </a: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adicionados ao lucro líquido do período de apuração (Decreto-Lei nº 1.598, de 1977, art. 6º, § 2º).</a:t>
            </a:r>
          </a:p>
        </p:txBody>
      </p:sp>
    </p:spTree>
    <p:extLst>
      <p:ext uri="{BB962C8B-B14F-4D97-AF65-F5344CB8AC3E}">
        <p14:creationId xmlns:p14="http://schemas.microsoft.com/office/powerpoint/2010/main" val="1645119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Como são calculados?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Exclusões: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Os valores que foram acrescentados ao resultado contábil, mas que pela legislação não devem compor a base de cálculo do IR, serão excluídos no LALUR.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RIR/99, art. 250: Na determinação do lucro real, </a:t>
            </a:r>
            <a:r>
              <a:rPr lang="pt-BR" b="1" i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poderão</a:t>
            </a: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 ser excluídos do lucro líquido do período de apuração (Decreto-Lei nº 1.598, de 1977, art. 6º, § 3º).</a:t>
            </a: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25068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Como são calculados?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Compensações: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A legislação do Imposto de Renda permite que prejuízos fiscais apurados em períodos anteriores sejam compensados com os lucros apurados da pessoa jurídica tributada pelo Lucro Real.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RIR/99, art. 250, III: O prejuízo fiscal apurado em períodos de apuração anteriores, limitada a compensação a trinta por cento do lucro líquido ajustado pelas adições e exclusões previstas neste Decreto.</a:t>
            </a: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2036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199456" y="2204865"/>
            <a:ext cx="9793088" cy="1171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5333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Quais são as alíquotas?</a:t>
            </a:r>
          </a:p>
        </p:txBody>
      </p:sp>
    </p:spTree>
    <p:extLst>
      <p:ext uri="{BB962C8B-B14F-4D97-AF65-F5344CB8AC3E}">
        <p14:creationId xmlns:p14="http://schemas.microsoft.com/office/powerpoint/2010/main" val="10676312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Quais são as alíquotas?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AutoNum type="alphaLcParenR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IRPJ</a:t>
            </a: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 - A pessoa jurídica, seja comercial ou civil o seu objeto, pagará o imposto à alíquota de 15% sobre o lucro real, apurado de conformidade com o Regulamento. A parcela do lucro real que exceder ao valor resultante da multiplicação de R$ 20.000,00 pelo número de meses do respectivo período de apuração, sujeita-se à incidência de adicional de imposto à alíquota de 10%.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AutoNum type="alphaLcParenR"/>
            </a:pP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24070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Quais são as alíquotas?</a:t>
            </a:r>
          </a:p>
          <a:p>
            <a:pPr marL="457200" indent="-457200" algn="just">
              <a:lnSpc>
                <a:spcPct val="150000"/>
              </a:lnSpc>
              <a:buSzPct val="100000"/>
              <a:buFont typeface="+mj-lt"/>
              <a:buAutoNum type="alphaLcParenR" startAt="2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CSLL</a:t>
            </a: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 - A partir de 1º de janeiro de 2003, nos termos do art. 37 da Lei nº 10.637/2002, a contribuição social será determinada mediante a aplicação da alíquota de 9% sobre o lucro líquido ajustado (base de cálculo). Desde 1º de maio de 2008 ficou estabelecido que a alíquota da CSLL é de 15%, no caso de instituições financeiras, pessoas jurídicas de seguros privados e de capitalização.</a:t>
            </a:r>
          </a:p>
          <a:p>
            <a:pPr algn="just">
              <a:lnSpc>
                <a:spcPct val="150000"/>
              </a:lnSpc>
              <a:buSzPct val="100000"/>
            </a:pP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algn="just">
              <a:lnSpc>
                <a:spcPct val="150000"/>
              </a:lnSpc>
              <a:buSzPct val="100000"/>
            </a:pP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90965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Quais são as alíquotas?</a:t>
            </a:r>
          </a:p>
          <a:p>
            <a:pPr algn="just">
              <a:lnSpc>
                <a:spcPct val="150000"/>
              </a:lnSpc>
              <a:buSzPct val="100000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Bora pra prática? 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Presumido;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Real Anual;</a:t>
            </a:r>
          </a:p>
          <a:p>
            <a:pPr marL="3429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Real Trimestral.</a:t>
            </a:r>
          </a:p>
          <a:p>
            <a:pPr algn="just">
              <a:lnSpc>
                <a:spcPct val="150000"/>
              </a:lnSpc>
              <a:buSzPct val="100000"/>
            </a:pP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algn="just">
              <a:lnSpc>
                <a:spcPct val="150000"/>
              </a:lnSpc>
              <a:buSzPct val="100000"/>
            </a:pP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95213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199456" y="2204865"/>
            <a:ext cx="9793088" cy="3633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5333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Quais são as obrigações acessórias relacionadas com os tributos sobre o lucro?</a:t>
            </a:r>
          </a:p>
        </p:txBody>
      </p:sp>
    </p:spTree>
    <p:extLst>
      <p:ext uri="{BB962C8B-B14F-4D97-AF65-F5344CB8AC3E}">
        <p14:creationId xmlns:p14="http://schemas.microsoft.com/office/powerpoint/2010/main" val="10352034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Quais são as obrigações acessórias relacionadas com os tributos sobre o lucro?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Contabilidade no Lucro Presumido: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O art. 527  do RIR/99  dispõe que a pessoa jurídica tributada  pelo lucro presumido deverá manter escrituração contábil nos termos da legislação comercial. O seu parágrafo único dispensa a escrituração contábil desde que mantenha livro Caixa, no qual deverá estar escriturado toda movimentação financeira, inclusive a bancária.</a:t>
            </a: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algn="just">
              <a:lnSpc>
                <a:spcPct val="150000"/>
              </a:lnSpc>
              <a:buSzPct val="100000"/>
            </a:pP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9824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Quais são as obrigações acessórias relacionadas com os tributos sobre o lucro?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Contabilidade no Lucro Presumido: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A dispensa de escrituração contábil é exclusivamente para efeitos fiscais. Isto porque o art. 1.179 e seguintes do código civil obrigam o empresário e a sociedade empresária a manter e seguir um sistema de contabilidade e levantar anualmente o balanço patrimonial e o de resultado econômico.</a:t>
            </a:r>
          </a:p>
          <a:p>
            <a:pPr algn="just">
              <a:lnSpc>
                <a:spcPct val="150000"/>
              </a:lnSpc>
              <a:buSzPct val="100000"/>
            </a:pP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83668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Quais são as obrigações acessórias relacionadas com os tributos sobre o lucro?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Presumido x ECD: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O inciso V, § 1º,  </a:t>
            </a:r>
            <a:r>
              <a:rPr lang="pt-BR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art</a:t>
            </a: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 3º da IN 1.774/17 estabelece quando as empresas do Lucro Presumido não estão obrigadas ao envio da ECD:</a:t>
            </a:r>
          </a:p>
          <a:p>
            <a:pPr algn="just">
              <a:lnSpc>
                <a:spcPct val="150000"/>
              </a:lnSpc>
              <a:buSzPct val="100000"/>
            </a:pP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60644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Quais são as obrigações acessórias relacionadas com os tributos sobre o lucro?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Presumido x ECD: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V - às pessoas jurídicas tributadas com base no lucro presumido, que não distribuírem, a título de lucros, sem incidência do Imposto sobre a Renda Retido na Fonte (IRRF), parcela dos lucros ou dividendos superior ao valor da base de cálculo do Imposto, diminuída de todos os impostos e contribuições a que estiver sujeita.</a:t>
            </a:r>
          </a:p>
          <a:p>
            <a:pPr algn="just">
              <a:lnSpc>
                <a:spcPct val="150000"/>
              </a:lnSpc>
              <a:buSzPct val="100000"/>
            </a:pP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089917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Quais são as obrigações acessórias relacionadas com os tributos sobre o lucro?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Presumido x ECD:</a:t>
            </a:r>
          </a:p>
          <a:p>
            <a:pPr lvl="2" indent="457200"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pt-BR" sz="2200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Base de Cálculo IR   188.742,42</a:t>
            </a:r>
          </a:p>
          <a:p>
            <a:pPr lvl="2" indent="457200"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pt-BR" sz="2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PIS                               (6.500,00)</a:t>
            </a:r>
          </a:p>
          <a:p>
            <a:pPr lvl="2" indent="457200"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pt-BR" sz="2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COFINS                      (30.000,00)</a:t>
            </a:r>
          </a:p>
          <a:p>
            <a:pPr lvl="2" indent="457200"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pt-BR" sz="2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IR                               (41.185,61)</a:t>
            </a:r>
          </a:p>
          <a:p>
            <a:pPr lvl="2" indent="457200"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pt-BR" sz="22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CS                               (16.986,82)</a:t>
            </a:r>
          </a:p>
          <a:p>
            <a:pPr lvl="2" indent="457200"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pt-BR" sz="2200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Limite                      =   94.070,00 </a:t>
            </a:r>
          </a:p>
          <a:p>
            <a:pPr algn="just">
              <a:lnSpc>
                <a:spcPct val="150000"/>
              </a:lnSpc>
              <a:buSzPct val="100000"/>
            </a:pP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32246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Quais são as obrigações acessórias relacionadas com os tributos sobre o lucro?</a:t>
            </a:r>
          </a:p>
          <a:p>
            <a:pPr indent="457200" algn="just">
              <a:lnSpc>
                <a:spcPct val="150000"/>
              </a:lnSpc>
              <a:buSzPct val="100000"/>
            </a:pPr>
            <a:endParaRPr lang="pt-BR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Qual o Lucro? De quando? Confronto com que período de apuração?</a:t>
            </a:r>
          </a:p>
          <a:p>
            <a:pPr indent="457200" algn="just">
              <a:lnSpc>
                <a:spcPct val="150000"/>
              </a:lnSpc>
              <a:buSzPct val="100000"/>
            </a:pPr>
            <a:endParaRPr lang="pt-BR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5699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Quais são as obrigações acessórias relacionadas com os tributos sobre o lucro?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Qual o Lucro? De quando? Confronto com que período de apuração?</a:t>
            </a:r>
          </a:p>
          <a:p>
            <a:pPr lvl="2" algn="just">
              <a:lnSpc>
                <a:spcPct val="150000"/>
              </a:lnSpc>
              <a:buSzPct val="100000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SOLUÇÃO DE CONSULTA COSIT Nº 425, DE 13 DE SETEMBRO DE 2017</a:t>
            </a:r>
          </a:p>
          <a:p>
            <a:pPr lvl="2" algn="just">
              <a:lnSpc>
                <a:spcPct val="150000"/>
              </a:lnSpc>
              <a:buSzPct val="100000"/>
            </a:pPr>
            <a:r>
              <a:rPr lang="pt-BR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ASSUNTO: OBRIGAÇÕES ACESSÓRIAS</a:t>
            </a:r>
          </a:p>
          <a:p>
            <a:pPr lvl="2" algn="just">
              <a:lnSpc>
                <a:spcPct val="150000"/>
              </a:lnSpc>
              <a:buSzPct val="100000"/>
            </a:pPr>
            <a:r>
              <a:rPr lang="pt-BR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EMENTA: ESCRITURAÇÃO CONTÁBIL DIGITAL - ECD. OBRIGATORIEDADE DE APRESENTAÇÃO PARA FATOS CONTÁBEIS OCORRIDOS A PARTIR DE JANEIRO DE 2014. CRITÉRIO</a:t>
            </a: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818348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Quais são as obrigações acessórias relacionadas com os tributos sobre o lucro?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SOLUÇÃO DE CONSULTA COSIT Nº 425/2017</a:t>
            </a:r>
          </a:p>
          <a:p>
            <a:pPr lvl="0" indent="457200" algn="just">
              <a:lnSpc>
                <a:spcPct val="150000"/>
              </a:lnSpc>
              <a:buSzPct val="25000"/>
            </a:pPr>
            <a:r>
              <a:rPr lang="pt-BR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O que deve ser levado em consideração para se aferir a obrigatoriedade ou não de apresentação da ECD em relação aos fatos contábeis ocorridos a partir de 1º de janeiro de 2014, no caso de pessoas jurídicas tributadas com base no lucro presumido, é o ano de formação do lucro a ser distribuído (se posterior a 1º de janeiro de 2014)... </a:t>
            </a:r>
          </a:p>
        </p:txBody>
      </p:sp>
    </p:spTree>
    <p:extLst>
      <p:ext uri="{BB962C8B-B14F-4D97-AF65-F5344CB8AC3E}">
        <p14:creationId xmlns:p14="http://schemas.microsoft.com/office/powerpoint/2010/main" val="1717094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Quais são as obrigações acessórias relacionadas com os tributos sobre o lucro?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SOLUÇÃO DE CONSULTA COSIT Nº 425/2017</a:t>
            </a:r>
          </a:p>
          <a:p>
            <a:pPr lvl="0" algn="just">
              <a:lnSpc>
                <a:spcPct val="150000"/>
              </a:lnSpc>
              <a:buSzPct val="25000"/>
            </a:pPr>
            <a:r>
              <a:rPr lang="pt-BR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...e não o ano em que houve a efetiva distribuição. Não está obrigada a apresentar a ECD a pessoa jurídica tributada com base no lucro presumido que distribuiu, no ano-calendário de 2014, apenas lucros apurados no ano-calendário de 2011.</a:t>
            </a:r>
          </a:p>
          <a:p>
            <a:pPr lvl="0" algn="just">
              <a:lnSpc>
                <a:spcPct val="150000"/>
              </a:lnSpc>
              <a:buSzPct val="25000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lvl="0" algn="just">
              <a:lnSpc>
                <a:spcPct val="150000"/>
              </a:lnSpc>
              <a:buSzPct val="25000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Ajudou??</a:t>
            </a:r>
          </a:p>
        </p:txBody>
      </p:sp>
    </p:spTree>
    <p:extLst>
      <p:ext uri="{BB962C8B-B14F-4D97-AF65-F5344CB8AC3E}">
        <p14:creationId xmlns:p14="http://schemas.microsoft.com/office/powerpoint/2010/main" val="3435381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Quais são as obrigações acessórias relacionadas com os tributos sobre o lucro?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SOLUÇÃO DE CONSULTA COSIT Nº 425/2017</a:t>
            </a:r>
          </a:p>
          <a:p>
            <a:pPr lvl="0" algn="just">
              <a:lnSpc>
                <a:spcPct val="150000"/>
              </a:lnSpc>
              <a:buSzPct val="25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Como exemplo, caso em 2019 a pessoa jurídica distribua lucros apurados relativos aos fatos contábeis ocorridos em 2014 em valor superior ao da base de cálculo do imposto (do ano-calendário de 2014) na sistemática do lucro presumido diminuída dos impostos e contribuições, deverá apresentar a ECD referente ao ano-calendário 2014. </a:t>
            </a:r>
          </a:p>
          <a:p>
            <a:pPr algn="just">
              <a:lnSpc>
                <a:spcPct val="150000"/>
              </a:lnSpc>
              <a:buSzPct val="25000"/>
            </a:pPr>
            <a:endParaRPr lang="pt-BR" sz="1800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algn="just">
              <a:lnSpc>
                <a:spcPct val="150000"/>
              </a:lnSpc>
              <a:buSzPct val="25000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Então toma essa...</a:t>
            </a:r>
          </a:p>
          <a:p>
            <a:pPr lvl="0" algn="just">
              <a:lnSpc>
                <a:spcPct val="150000"/>
              </a:lnSpc>
              <a:buSzPct val="25000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6972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Quais são as obrigações acessórias relacionadas com os tributos sobre o lucro?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Real x ECD: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Todas as empresas tributadas pelo Lucro Real são obrigadas a entrega da ECD!</a:t>
            </a:r>
          </a:p>
          <a:p>
            <a:pPr algn="just">
              <a:lnSpc>
                <a:spcPct val="150000"/>
              </a:lnSpc>
              <a:buSzPct val="100000"/>
            </a:pP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431904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Quais são as obrigações acessórias relacionadas com os tributos sobre o lucro?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Presumido x ECF: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Todas as empresas tributadas pelo Lucro Presumido são obrigadas a entrega da ECF!</a:t>
            </a:r>
          </a:p>
          <a:p>
            <a:pPr algn="just">
              <a:lnSpc>
                <a:spcPct val="150000"/>
              </a:lnSpc>
              <a:buSzPct val="100000"/>
            </a:pP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3939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Quais são as obrigações acessórias relacionadas com os tributos sobre o lucro?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Real x ECF: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Todas as empresas tributadas pelo Lucro Real são obrigadas a entrega da ECF!</a:t>
            </a:r>
          </a:p>
          <a:p>
            <a:pPr algn="just">
              <a:lnSpc>
                <a:spcPct val="150000"/>
              </a:lnSpc>
              <a:buSzPct val="100000"/>
            </a:pP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04512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199456" y="2204865"/>
            <a:ext cx="9793088" cy="2402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5333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Como é o relacionamento entre ECD e ECF?</a:t>
            </a:r>
          </a:p>
        </p:txBody>
      </p:sp>
    </p:spTree>
    <p:extLst>
      <p:ext uri="{BB962C8B-B14F-4D97-AF65-F5344CB8AC3E}">
        <p14:creationId xmlns:p14="http://schemas.microsoft.com/office/powerpoint/2010/main" val="17996948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Como é o relacionamento entre ECD e ECF?</a:t>
            </a:r>
          </a:p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endParaRPr lang="pt-BR" sz="2600" b="1" dirty="0">
              <a:solidFill>
                <a:srgbClr val="FFC00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Real</a:t>
            </a: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B97AD98-7FA8-4822-8BB5-D4173E97F40A}"/>
              </a:ext>
            </a:extLst>
          </p:cNvPr>
          <p:cNvSpPr/>
          <p:nvPr/>
        </p:nvSpPr>
        <p:spPr>
          <a:xfrm>
            <a:off x="4225484" y="2004093"/>
            <a:ext cx="6264696" cy="14916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ECD Recuperada!!!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2D85284-5253-48C0-9796-E570A1B5C46B}"/>
              </a:ext>
            </a:extLst>
          </p:cNvPr>
          <p:cNvSpPr/>
          <p:nvPr/>
        </p:nvSpPr>
        <p:spPr>
          <a:xfrm>
            <a:off x="551372" y="2886436"/>
            <a:ext cx="1656184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0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Dados Cadastrais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Inf. Trib.</a:t>
            </a:r>
          </a:p>
          <a:p>
            <a:pPr lvl="1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LR.</a:t>
            </a:r>
          </a:p>
          <a:p>
            <a:pPr lvl="1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L.P.</a:t>
            </a:r>
          </a:p>
          <a:p>
            <a:pPr lvl="1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I.I.</a:t>
            </a:r>
          </a:p>
          <a:p>
            <a:pPr algn="ctr"/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C35C78F-6360-41A5-90FF-A9CF99C74675}"/>
              </a:ext>
            </a:extLst>
          </p:cNvPr>
          <p:cNvSpPr/>
          <p:nvPr/>
        </p:nvSpPr>
        <p:spPr>
          <a:xfrm>
            <a:off x="4297492" y="2136436"/>
            <a:ext cx="1368152" cy="783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C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Plano de Contas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Balancetes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DA77A67-1740-43BD-99C4-CECF9C101E1B}"/>
              </a:ext>
            </a:extLst>
          </p:cNvPr>
          <p:cNvSpPr/>
          <p:nvPr/>
        </p:nvSpPr>
        <p:spPr>
          <a:xfrm>
            <a:off x="5846914" y="2136436"/>
            <a:ext cx="1656184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E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ECF –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Ant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(P.C /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Slds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/ Parte “B”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ECD – Trat. Fiscal</a:t>
            </a:r>
          </a:p>
          <a:p>
            <a:pPr algn="ctr"/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E8D79C2-8CF1-4DFA-8D5D-91625848171C}"/>
              </a:ext>
            </a:extLst>
          </p:cNvPr>
          <p:cNvSpPr/>
          <p:nvPr/>
        </p:nvSpPr>
        <p:spPr>
          <a:xfrm>
            <a:off x="7681868" y="2127570"/>
            <a:ext cx="1230002" cy="783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J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Mapeamento Plano de Contas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6D32AA8-F770-4C28-BF41-B1753FA448C5}"/>
              </a:ext>
            </a:extLst>
          </p:cNvPr>
          <p:cNvSpPr/>
          <p:nvPr/>
        </p:nvSpPr>
        <p:spPr>
          <a:xfrm>
            <a:off x="9178057" y="2127570"/>
            <a:ext cx="1133285" cy="1080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K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Bal. Fiscais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Empresa / Referencial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97FA6A0-B8AD-402C-93E3-6764BEE62450}"/>
              </a:ext>
            </a:extLst>
          </p:cNvPr>
          <p:cNvSpPr/>
          <p:nvPr/>
        </p:nvSpPr>
        <p:spPr>
          <a:xfrm>
            <a:off x="5353384" y="4152164"/>
            <a:ext cx="5611544" cy="11724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D41C8EA-4418-4C32-9296-D74BA98A1F8F}"/>
              </a:ext>
            </a:extLst>
          </p:cNvPr>
          <p:cNvSpPr/>
          <p:nvPr/>
        </p:nvSpPr>
        <p:spPr>
          <a:xfrm>
            <a:off x="5529032" y="4403763"/>
            <a:ext cx="1656184" cy="8005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L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Balanço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DRE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Apuração Custo</a:t>
            </a:r>
          </a:p>
          <a:p>
            <a:pPr algn="ctr"/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C6A1DE3-C0A5-4D7E-9F8C-D10ABABBCAFC}"/>
              </a:ext>
            </a:extLst>
          </p:cNvPr>
          <p:cNvSpPr/>
          <p:nvPr/>
        </p:nvSpPr>
        <p:spPr>
          <a:xfrm>
            <a:off x="7450081" y="4399571"/>
            <a:ext cx="1656184" cy="80478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M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Parte “A”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Parte “B”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B57FA4A-5CA8-41BE-B1DC-50EBB23BEC6E}"/>
              </a:ext>
            </a:extLst>
          </p:cNvPr>
          <p:cNvSpPr/>
          <p:nvPr/>
        </p:nvSpPr>
        <p:spPr>
          <a:xfrm>
            <a:off x="9254133" y="4414991"/>
            <a:ext cx="1656184" cy="80478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N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Cálculo IRPJ / CSLL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B2EF58E-C635-4525-B65D-9B9716C1F4AD}"/>
              </a:ext>
            </a:extLst>
          </p:cNvPr>
          <p:cNvSpPr txBox="1"/>
          <p:nvPr/>
        </p:nvSpPr>
        <p:spPr>
          <a:xfrm>
            <a:off x="7216383" y="4126764"/>
            <a:ext cx="17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Lucro Real!!!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4573933-5AF9-42D5-B526-E93227D3617B}"/>
              </a:ext>
            </a:extLst>
          </p:cNvPr>
          <p:cNvSpPr/>
          <p:nvPr/>
        </p:nvSpPr>
        <p:spPr>
          <a:xfrm>
            <a:off x="700234" y="5619170"/>
            <a:ext cx="1080119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V</a:t>
            </a:r>
          </a:p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X</a:t>
            </a:r>
          </a:p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Y</a:t>
            </a:r>
          </a:p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W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Conector angulado 23">
            <a:extLst>
              <a:ext uri="{FF2B5EF4-FFF2-40B4-BE49-F238E27FC236}">
                <a16:creationId xmlns:a16="http://schemas.microsoft.com/office/drawing/2014/main" id="{F65BD3C5-E9BA-48E9-81BB-6F6D3E9AF2BE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2207556" y="2528048"/>
            <a:ext cx="2089936" cy="10424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6" name="Conector angulado 24">
            <a:extLst>
              <a:ext uri="{FF2B5EF4-FFF2-40B4-BE49-F238E27FC236}">
                <a16:creationId xmlns:a16="http://schemas.microsoft.com/office/drawing/2014/main" id="{5A155B25-9EF7-4CFB-94F2-583CC56069B4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 rot="5400000">
            <a:off x="627588" y="4867294"/>
            <a:ext cx="1364582" cy="1391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angulado 36">
            <a:extLst>
              <a:ext uri="{FF2B5EF4-FFF2-40B4-BE49-F238E27FC236}">
                <a16:creationId xmlns:a16="http://schemas.microsoft.com/office/drawing/2014/main" id="{8FBF0965-AA5A-414E-8C40-B68CE2381D0C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5400000">
            <a:off x="7452876" y="2111939"/>
            <a:ext cx="1196072" cy="338757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9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Como é o relacionamento entre ECD e ECF?</a:t>
            </a:r>
          </a:p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endParaRPr lang="pt-BR" sz="2600" b="1" dirty="0">
              <a:solidFill>
                <a:srgbClr val="FFC00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Real</a:t>
            </a:r>
          </a:p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endParaRPr lang="pt-BR" sz="2600" b="1" dirty="0">
              <a:solidFill>
                <a:srgbClr val="FFC00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endParaRPr lang="pt-BR" sz="2600" b="1" dirty="0">
              <a:solidFill>
                <a:srgbClr val="FFC00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endParaRPr lang="pt-BR" sz="2600" b="1" dirty="0">
              <a:solidFill>
                <a:srgbClr val="FFC00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i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Bora ver na prática?</a:t>
            </a: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7537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Como é o relacionamento entre ECD e ECF?</a:t>
            </a:r>
          </a:p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endParaRPr lang="pt-BR" sz="2600" b="1" dirty="0">
              <a:solidFill>
                <a:srgbClr val="FFC00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Presumido</a:t>
            </a: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C3D0440-0D34-4B2C-99D4-59547390E491}"/>
              </a:ext>
            </a:extLst>
          </p:cNvPr>
          <p:cNvSpPr/>
          <p:nvPr/>
        </p:nvSpPr>
        <p:spPr>
          <a:xfrm>
            <a:off x="794479" y="5089236"/>
            <a:ext cx="6264696" cy="14916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ECD Recuperada!!!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42B587F-3B09-4AFA-A002-1E334F2E92B8}"/>
              </a:ext>
            </a:extLst>
          </p:cNvPr>
          <p:cNvSpPr/>
          <p:nvPr/>
        </p:nvSpPr>
        <p:spPr>
          <a:xfrm>
            <a:off x="2528682" y="3170197"/>
            <a:ext cx="1656184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0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Dados Cadastrais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Inf. Trib.</a:t>
            </a:r>
          </a:p>
          <a:p>
            <a:pPr lvl="1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LR.</a:t>
            </a:r>
          </a:p>
          <a:p>
            <a:pPr lvl="1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L.P.</a:t>
            </a:r>
          </a:p>
          <a:p>
            <a:pPr lvl="1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I.I.</a:t>
            </a:r>
          </a:p>
          <a:p>
            <a:pPr algn="ctr"/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D8F6BE8-9BDF-4CD9-9706-7DB1B9B3FC3E}"/>
              </a:ext>
            </a:extLst>
          </p:cNvPr>
          <p:cNvSpPr/>
          <p:nvPr/>
        </p:nvSpPr>
        <p:spPr>
          <a:xfrm>
            <a:off x="866487" y="5221579"/>
            <a:ext cx="1368152" cy="783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C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Plano de Contas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Balancetes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073B909-8B87-4FE5-B9FB-643426CD8BF1}"/>
              </a:ext>
            </a:extLst>
          </p:cNvPr>
          <p:cNvSpPr/>
          <p:nvPr/>
        </p:nvSpPr>
        <p:spPr>
          <a:xfrm>
            <a:off x="2415909" y="5221579"/>
            <a:ext cx="1656184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E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ECF –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Ant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(P.C /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Slds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/ Parte “B”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ECD – Trat. Fiscal</a:t>
            </a:r>
          </a:p>
          <a:p>
            <a:pPr algn="ctr"/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D7CD445-B50A-4D5E-88E3-44487E525895}"/>
              </a:ext>
            </a:extLst>
          </p:cNvPr>
          <p:cNvSpPr/>
          <p:nvPr/>
        </p:nvSpPr>
        <p:spPr>
          <a:xfrm>
            <a:off x="4250863" y="5212713"/>
            <a:ext cx="1230002" cy="783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J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Mapeamento Plano de Contas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DA40B29-C28A-4380-8ACF-F1FA56F39FBA}"/>
              </a:ext>
            </a:extLst>
          </p:cNvPr>
          <p:cNvSpPr/>
          <p:nvPr/>
        </p:nvSpPr>
        <p:spPr>
          <a:xfrm>
            <a:off x="5747052" y="5212713"/>
            <a:ext cx="1133285" cy="1080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K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Bal. Fiscais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Empresa / Referencial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76F979AA-4223-46AF-86A0-AFC9768C53E0}"/>
              </a:ext>
            </a:extLst>
          </p:cNvPr>
          <p:cNvSpPr/>
          <p:nvPr/>
        </p:nvSpPr>
        <p:spPr>
          <a:xfrm>
            <a:off x="9451398" y="2662793"/>
            <a:ext cx="1936006" cy="22383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C264E011-2112-477B-8845-0081FFC4872D}"/>
              </a:ext>
            </a:extLst>
          </p:cNvPr>
          <p:cNvSpPr/>
          <p:nvPr/>
        </p:nvSpPr>
        <p:spPr>
          <a:xfrm>
            <a:off x="9565996" y="3680749"/>
            <a:ext cx="1656184" cy="108012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P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Balanço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DRE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Apuração IRPJ / CSLL</a:t>
            </a:r>
          </a:p>
          <a:p>
            <a:pPr algn="ctr"/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63148F85-1F82-4028-B690-2CEDAC373334}"/>
              </a:ext>
            </a:extLst>
          </p:cNvPr>
          <p:cNvSpPr/>
          <p:nvPr/>
        </p:nvSpPr>
        <p:spPr>
          <a:xfrm>
            <a:off x="9565996" y="2955651"/>
            <a:ext cx="1656184" cy="64068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Q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Livro /Caixa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A98D657-5168-4754-9C06-8B2C628FEF8A}"/>
              </a:ext>
            </a:extLst>
          </p:cNvPr>
          <p:cNvSpPr txBox="1"/>
          <p:nvPr/>
        </p:nvSpPr>
        <p:spPr>
          <a:xfrm>
            <a:off x="9421980" y="2623539"/>
            <a:ext cx="1965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Lucro Presumido!!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534DF35-416A-4C40-8D1A-7AD363EB73AC}"/>
              </a:ext>
            </a:extLst>
          </p:cNvPr>
          <p:cNvSpPr/>
          <p:nvPr/>
        </p:nvSpPr>
        <p:spPr>
          <a:xfrm>
            <a:off x="5468033" y="1960514"/>
            <a:ext cx="1080119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V</a:t>
            </a:r>
          </a:p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X</a:t>
            </a:r>
          </a:p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Y</a:t>
            </a:r>
          </a:p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Bloco W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Conector angulado 23">
            <a:extLst>
              <a:ext uri="{FF2B5EF4-FFF2-40B4-BE49-F238E27FC236}">
                <a16:creationId xmlns:a16="http://schemas.microsoft.com/office/drawing/2014/main" id="{8177B1A8-0012-4166-ABF3-CCF8AF102F69}"/>
              </a:ext>
            </a:extLst>
          </p:cNvPr>
          <p:cNvCxnSpPr>
            <a:stCxn id="19" idx="1"/>
            <a:endCxn id="20" idx="1"/>
          </p:cNvCxnSpPr>
          <p:nvPr/>
        </p:nvCxnSpPr>
        <p:spPr>
          <a:xfrm rot="10800000" flipV="1">
            <a:off x="866488" y="3854273"/>
            <a:ext cx="1662195" cy="1758918"/>
          </a:xfrm>
          <a:prstGeom prst="bentConnector3">
            <a:avLst>
              <a:gd name="adj1" fmla="val 11375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angulado 24">
            <a:extLst>
              <a:ext uri="{FF2B5EF4-FFF2-40B4-BE49-F238E27FC236}">
                <a16:creationId xmlns:a16="http://schemas.microsoft.com/office/drawing/2014/main" id="{95886363-5533-4E93-8492-88CC93A3D246}"/>
              </a:ext>
            </a:extLst>
          </p:cNvPr>
          <p:cNvCxnSpPr>
            <a:cxnSpLocks/>
            <a:stCxn id="19" idx="3"/>
            <a:endCxn id="28" idx="2"/>
          </p:cNvCxnSpPr>
          <p:nvPr/>
        </p:nvCxnSpPr>
        <p:spPr>
          <a:xfrm flipV="1">
            <a:off x="4184866" y="3040634"/>
            <a:ext cx="1823227" cy="81363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angulado 29">
            <a:extLst>
              <a:ext uri="{FF2B5EF4-FFF2-40B4-BE49-F238E27FC236}">
                <a16:creationId xmlns:a16="http://schemas.microsoft.com/office/drawing/2014/main" id="{28BAC327-DF33-43C9-9EFF-0418FBC99D54}"/>
              </a:ext>
            </a:extLst>
          </p:cNvPr>
          <p:cNvCxnSpPr>
            <a:cxnSpLocks/>
            <a:stCxn id="19" idx="3"/>
            <a:endCxn id="26" idx="1"/>
          </p:cNvCxnSpPr>
          <p:nvPr/>
        </p:nvCxnSpPr>
        <p:spPr>
          <a:xfrm flipV="1">
            <a:off x="4184866" y="3275994"/>
            <a:ext cx="5381130" cy="5782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angulado 51">
            <a:extLst>
              <a:ext uri="{FF2B5EF4-FFF2-40B4-BE49-F238E27FC236}">
                <a16:creationId xmlns:a16="http://schemas.microsoft.com/office/drawing/2014/main" id="{B187583D-D5FD-4C04-AE7C-5C301AAF5F5F}"/>
              </a:ext>
            </a:extLst>
          </p:cNvPr>
          <p:cNvCxnSpPr>
            <a:stCxn id="18" idx="3"/>
            <a:endCxn id="25" idx="1"/>
          </p:cNvCxnSpPr>
          <p:nvPr/>
        </p:nvCxnSpPr>
        <p:spPr>
          <a:xfrm flipV="1">
            <a:off x="7059175" y="4220809"/>
            <a:ext cx="2506821" cy="1614242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9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Como é o relacionamento entre ECD e ECF?</a:t>
            </a:r>
          </a:p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endParaRPr lang="pt-BR" sz="2600" b="1" dirty="0">
              <a:solidFill>
                <a:srgbClr val="FFC00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Presumido</a:t>
            </a:r>
          </a:p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endParaRPr lang="pt-BR" sz="2600" b="1" dirty="0">
              <a:solidFill>
                <a:srgbClr val="FFC00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endParaRPr lang="pt-BR" sz="2600" b="1" dirty="0">
              <a:solidFill>
                <a:srgbClr val="FFC00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endParaRPr lang="pt-BR" sz="2600" b="1" dirty="0">
              <a:solidFill>
                <a:srgbClr val="FFC00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i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Bora ver na prática?</a:t>
            </a: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7344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199456" y="2204865"/>
            <a:ext cx="9793088" cy="2402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5333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E as distribuições de Lucros?</a:t>
            </a:r>
          </a:p>
        </p:txBody>
      </p:sp>
    </p:spTree>
    <p:extLst>
      <p:ext uri="{BB962C8B-B14F-4D97-AF65-F5344CB8AC3E}">
        <p14:creationId xmlns:p14="http://schemas.microsoft.com/office/powerpoint/2010/main" val="28352733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E as distribuições de Lucros?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Real: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Os lucros e dividendos pagos ou creditados a sócios, acionistas ou titular de empresa individual são isentos do imposto de renda, desde que apurados, a partir de 1996, em balanço. (Manual ECF - Ato Declaratório Executivo </a:t>
            </a:r>
            <a:r>
              <a:rPr lang="pt-BR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Cofis</a:t>
            </a: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 no  52/2018)</a:t>
            </a: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marL="457200" lvl="0" indent="-457200" algn="just">
              <a:lnSpc>
                <a:spcPct val="150000"/>
              </a:lnSpc>
              <a:buSzPct val="25000"/>
              <a:buAutoNum type="alphaLcParenR" startAt="2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6320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E as distribuições de Lucros?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Presumido: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Os lucros ou dividendos calculados com base nos resultados apurados a partir do mês de janeiro de 1996, pagos ou creditados pela pessoa jurídica tributada com base no lucro presumido ou arbitrado, não estão sujeitos à incidência do imposto de renda na fonte, nem integram a base de cálculo do imposto de renda do beneficiário, pessoa física ou jurídica, domiciliado no País ou no exterior (Lei nº 9.249, de 1995, art. 10).</a:t>
            </a:r>
          </a:p>
        </p:txBody>
      </p:sp>
    </p:spTree>
    <p:extLst>
      <p:ext uri="{BB962C8B-B14F-4D97-AF65-F5344CB8AC3E}">
        <p14:creationId xmlns:p14="http://schemas.microsoft.com/office/powerpoint/2010/main" val="2074742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E as distribuições de Lucros?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Presumido:</a:t>
            </a:r>
          </a:p>
          <a:p>
            <a:pPr indent="457200" algn="just">
              <a:lnSpc>
                <a:spcPct val="150000"/>
              </a:lnSpc>
              <a:buSzPct val="100000"/>
            </a:pPr>
            <a:endParaRPr lang="pt-BR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Poderá ser distribuído, a título de lucros, sem incidência do imposto:</a:t>
            </a:r>
          </a:p>
        </p:txBody>
      </p:sp>
    </p:spTree>
    <p:extLst>
      <p:ext uri="{BB962C8B-B14F-4D97-AF65-F5344CB8AC3E}">
        <p14:creationId xmlns:p14="http://schemas.microsoft.com/office/powerpoint/2010/main" val="2796863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E as distribuições de Lucros?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Presumido: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a) valor do lucro presumido ou arbitrado (base de cálculo do imposto), diminuído do imposto de renda da pessoa jurídica (IRPJ), inclusive adicional, quando devido, da contribuição social sobre o lucro líquido (CSLL), da contribuição para financiamento da seguridade social (</a:t>
            </a:r>
            <a:r>
              <a:rPr lang="pt-BR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Cofins</a:t>
            </a: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) e das contribuições para o PIS/Pasep (ADN </a:t>
            </a:r>
            <a:r>
              <a:rPr lang="pt-BR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Cosit</a:t>
            </a: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 nº 4, de 29 de janeiro de 1996); ou</a:t>
            </a:r>
          </a:p>
        </p:txBody>
      </p:sp>
    </p:spTree>
    <p:extLst>
      <p:ext uri="{BB962C8B-B14F-4D97-AF65-F5344CB8AC3E}">
        <p14:creationId xmlns:p14="http://schemas.microsoft.com/office/powerpoint/2010/main" val="301331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E as distribuições de Lucros?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Presumido: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b) a parcela do lucro e dividendos excedentes ao valor determinado na alínea "a", desde que a pessoa jurídica demonstre, mediante escrituração contábil feita com observância da lei comercial, que o lucro efetivo é maior que o determinado segundo as normas para apuração do lucro presumido. </a:t>
            </a:r>
          </a:p>
        </p:txBody>
      </p:sp>
    </p:spTree>
    <p:extLst>
      <p:ext uri="{BB962C8B-B14F-4D97-AF65-F5344CB8AC3E}">
        <p14:creationId xmlns:p14="http://schemas.microsoft.com/office/powerpoint/2010/main" val="956884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E as distribuições de Lucros?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Lucro Presumido:</a:t>
            </a: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Atenção: </a:t>
            </a:r>
            <a:r>
              <a:rPr lang="pt-BR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Essa isenção não abrange os valores pagos a outro título, tais como pró-labore, aluguéis e serviços prestados, que se sujeitam à incidência do imposto de renda na fonte e na declaração de rendimentos dos beneficiários.</a:t>
            </a:r>
          </a:p>
        </p:txBody>
      </p:sp>
    </p:spTree>
    <p:extLst>
      <p:ext uri="{BB962C8B-B14F-4D97-AF65-F5344CB8AC3E}">
        <p14:creationId xmlns:p14="http://schemas.microsoft.com/office/powerpoint/2010/main" val="3424800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E as distribuições de Lucros?</a:t>
            </a:r>
          </a:p>
          <a:p>
            <a:pPr indent="457200" algn="just">
              <a:lnSpc>
                <a:spcPct val="150000"/>
              </a:lnSpc>
              <a:buSzPct val="100000"/>
            </a:pPr>
            <a:endParaRPr lang="pt-BR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Para refletir....</a:t>
            </a:r>
          </a:p>
          <a:p>
            <a:pPr indent="457200" algn="just">
              <a:lnSpc>
                <a:spcPct val="150000"/>
              </a:lnSpc>
              <a:buSzPct val="100000"/>
            </a:pPr>
            <a:endParaRPr lang="pt-BR" b="1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Empresa do Lucro Presumido pode distribuir lucros quando apresentar prejuízo contábil?</a:t>
            </a:r>
            <a:endParaRPr lang="pt-BR" i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5063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878655" y="1250939"/>
            <a:ext cx="10461600" cy="50784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1" algn="just">
              <a:spcBef>
                <a:spcPts val="0"/>
              </a:spcBef>
              <a:buClr>
                <a:srgbClr val="2F5496"/>
              </a:buClr>
              <a:buSzPct val="100000"/>
            </a:pPr>
            <a:r>
              <a:rPr lang="pt-BR" sz="2600" b="1" dirty="0">
                <a:solidFill>
                  <a:srgbClr val="FFC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Material para Estudos e Leitura::</a:t>
            </a:r>
          </a:p>
          <a:p>
            <a:pPr indent="457200" algn="just">
              <a:lnSpc>
                <a:spcPct val="150000"/>
              </a:lnSpc>
              <a:buSzPct val="100000"/>
            </a:pPr>
            <a:endParaRPr lang="pt-BR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  <a:sym typeface="Open Sans"/>
            </a:endParaRPr>
          </a:p>
          <a:p>
            <a:pPr indent="457200" algn="just">
              <a:lnSpc>
                <a:spcPct val="150000"/>
              </a:lnSpc>
              <a:buSzPct val="100000"/>
            </a:pPr>
            <a:r>
              <a:rPr lang="pt-BR" b="1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Manual de Orientação ao Leiaute da ECF:</a:t>
            </a:r>
          </a:p>
          <a:p>
            <a:pPr marL="800100" lvl="1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sz="24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Bloco L – Página 136 até a 192 – Fonte 10 - Anexo ao Ato Declaratório Executivo </a:t>
            </a:r>
            <a:r>
              <a:rPr lang="pt-BR" sz="2400" i="1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Cofis</a:t>
            </a:r>
            <a:r>
              <a:rPr lang="pt-BR" sz="24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 no  52/2018;</a:t>
            </a:r>
          </a:p>
          <a:p>
            <a:pPr marL="800100" lvl="1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sz="24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Bloco P – Página 277 até a 289 – Fonte 10 - Anexo ao Ato Declaratório Executivo </a:t>
            </a:r>
            <a:r>
              <a:rPr lang="pt-BR" sz="2400" i="1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Cofis</a:t>
            </a:r>
            <a:r>
              <a:rPr lang="pt-BR" sz="2400" i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Open Sans"/>
              </a:rPr>
              <a:t> no  52/2018;</a:t>
            </a:r>
          </a:p>
        </p:txBody>
      </p:sp>
    </p:spTree>
    <p:extLst>
      <p:ext uri="{BB962C8B-B14F-4D97-AF65-F5344CB8AC3E}">
        <p14:creationId xmlns:p14="http://schemas.microsoft.com/office/powerpoint/2010/main" val="379377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5122506" y="-215067"/>
            <a:ext cx="3881535" cy="1171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5333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Obrigado!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052DF88-80F5-4A39-8072-FFAA7B42E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4423" y="1341319"/>
            <a:ext cx="672916" cy="40107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A464F8A-E363-4C48-B86D-985C3E3D4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8297" y="1303458"/>
            <a:ext cx="736841" cy="47333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CA2DF70-0072-43AD-8928-4F812DC17910}"/>
              </a:ext>
            </a:extLst>
          </p:cNvPr>
          <p:cNvSpPr/>
          <p:nvPr/>
        </p:nvSpPr>
        <p:spPr>
          <a:xfrm>
            <a:off x="9990925" y="1215518"/>
            <a:ext cx="2401100" cy="5268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800" b="1" dirty="0" err="1">
                <a:solidFill>
                  <a:schemeClr val="tx1"/>
                </a:solidFill>
              </a:rPr>
              <a:t>prof.thiagoarantes</a:t>
            </a:r>
            <a:endParaRPr lang="pt-BR" sz="1800" b="1" dirty="0">
              <a:solidFill>
                <a:schemeClr val="tx1"/>
              </a:solidFill>
            </a:endParaRPr>
          </a:p>
        </p:txBody>
      </p:sp>
      <p:sp>
        <p:nvSpPr>
          <p:cNvPr id="8" name="Google Shape;221;p37">
            <a:extLst>
              <a:ext uri="{FF2B5EF4-FFF2-40B4-BE49-F238E27FC236}">
                <a16:creationId xmlns:a16="http://schemas.microsoft.com/office/drawing/2014/main" id="{3D4EC294-B267-4FD7-9DD3-87D633CF3BF4}"/>
              </a:ext>
            </a:extLst>
          </p:cNvPr>
          <p:cNvSpPr txBox="1">
            <a:spLocks/>
          </p:cNvSpPr>
          <p:nvPr/>
        </p:nvSpPr>
        <p:spPr>
          <a:xfrm>
            <a:off x="116790" y="943018"/>
            <a:ext cx="11958419" cy="4320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352425" indent="0">
              <a:lnSpc>
                <a:spcPct val="150000"/>
              </a:lnSpc>
              <a:spcBef>
                <a:spcPts val="0"/>
              </a:spcBef>
            </a:pPr>
            <a:r>
              <a:rPr lang="pt-BR" b="1" i="1" dirty="0">
                <a:solidFill>
                  <a:srgbClr val="FF0000"/>
                </a:solidFill>
              </a:rPr>
              <a:t>Aqui segue uma lista de Cursos que Recomendamos </a:t>
            </a:r>
          </a:p>
          <a:p>
            <a:pPr marL="0" marR="352425" indent="0">
              <a:lnSpc>
                <a:spcPct val="150000"/>
              </a:lnSpc>
              <a:spcBef>
                <a:spcPts val="0"/>
              </a:spcBef>
            </a:pPr>
            <a:r>
              <a:rPr lang="pt-BR" b="1" i="1" dirty="0">
                <a:solidFill>
                  <a:srgbClr val="FF0000"/>
                </a:solidFill>
              </a:rPr>
              <a:t>para evolução da sua carreira: </a:t>
            </a:r>
          </a:p>
          <a:p>
            <a:pPr marL="0" marR="352425" indent="0">
              <a:lnSpc>
                <a:spcPct val="150000"/>
              </a:lnSpc>
              <a:spcBef>
                <a:spcPts val="0"/>
              </a:spcBef>
            </a:pPr>
            <a:r>
              <a:rPr lang="pt-BR" i="1" dirty="0"/>
              <a:t>Curso em Excel do Básico ao Avançado Acesse: &gt;&gt; </a:t>
            </a:r>
            <a:r>
              <a:rPr lang="pt-BR" i="1" dirty="0">
                <a:hlinkClick r:id="rId4"/>
              </a:rPr>
              <a:t>http://bit.ly/dominandoexcell</a:t>
            </a:r>
            <a:endParaRPr lang="pt-BR" i="1" dirty="0"/>
          </a:p>
          <a:p>
            <a:pPr marL="0" marR="352425" indent="0">
              <a:lnSpc>
                <a:spcPct val="150000"/>
              </a:lnSpc>
            </a:pPr>
            <a:r>
              <a:rPr lang="pt-BR" i="1" dirty="0"/>
              <a:t>Treinamento Contador Profissional – Prática em Fiscal e Contábil Acesse: &gt;&gt; </a:t>
            </a:r>
            <a:r>
              <a:rPr lang="pt-BR" i="1" dirty="0">
                <a:hlinkClick r:id="rId5"/>
              </a:rPr>
              <a:t>http://bit.ly/contadorprofissional</a:t>
            </a:r>
            <a:endParaRPr lang="pt-BR" i="1" dirty="0"/>
          </a:p>
          <a:p>
            <a:pPr marL="0" marR="352425" indent="0">
              <a:lnSpc>
                <a:spcPct val="150000"/>
              </a:lnSpc>
            </a:pPr>
            <a:r>
              <a:rPr lang="pt-BR" i="1" dirty="0"/>
              <a:t>Tudo sobre ICMS da Teoria a Prática Acesse: &gt;&gt; </a:t>
            </a:r>
            <a:r>
              <a:rPr lang="pt-BR" i="1" dirty="0">
                <a:hlinkClick r:id="rId6"/>
              </a:rPr>
              <a:t>http://bit.ly/praticanoicms</a:t>
            </a:r>
            <a:endParaRPr lang="pt-BR" i="1" dirty="0"/>
          </a:p>
          <a:p>
            <a:pPr marL="0" marR="352425" indent="0">
              <a:lnSpc>
                <a:spcPct val="150000"/>
              </a:lnSpc>
            </a:pPr>
            <a:r>
              <a:rPr lang="pt-BR" i="1" dirty="0"/>
              <a:t>Formação em SPED 2.0 Prof. Felipe Guerra &gt;&gt; </a:t>
            </a:r>
            <a:r>
              <a:rPr lang="pt-BR" i="1" dirty="0">
                <a:hlinkClick r:id="rId7"/>
              </a:rPr>
              <a:t>http://bit.ly/formacaoemSPED</a:t>
            </a:r>
            <a:endParaRPr lang="pt-BR" i="1" dirty="0"/>
          </a:p>
          <a:p>
            <a:pPr marL="0" marR="352425" indent="0">
              <a:lnSpc>
                <a:spcPct val="150000"/>
              </a:lnSpc>
            </a:pPr>
            <a:endParaRPr lang="pt-BR" i="1" dirty="0"/>
          </a:p>
          <a:p>
            <a:pPr marL="0" marR="352425" indent="0">
              <a:lnSpc>
                <a:spcPct val="150000"/>
              </a:lnSpc>
            </a:pP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8588713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2790</TotalTime>
  <Words>2857</Words>
  <Application>Microsoft Office PowerPoint</Application>
  <PresentationFormat>Widescreen</PresentationFormat>
  <Paragraphs>308</Paragraphs>
  <Slides>64</Slides>
  <Notes>48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64</vt:i4>
      </vt:variant>
    </vt:vector>
  </HeadingPairs>
  <TitlesOfParts>
    <vt:vector size="67" baseType="lpstr"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Arantes</dc:creator>
  <cp:lastModifiedBy>Thaís Colman</cp:lastModifiedBy>
  <cp:revision>4</cp:revision>
  <dcterms:created xsi:type="dcterms:W3CDTF">2018-09-18T12:03:04Z</dcterms:created>
  <dcterms:modified xsi:type="dcterms:W3CDTF">2019-02-07T11:14:26Z</dcterms:modified>
</cp:coreProperties>
</file>