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7" r:id="rId2"/>
    <p:sldId id="1061" r:id="rId3"/>
    <p:sldId id="1062" r:id="rId4"/>
    <p:sldId id="1063" r:id="rId5"/>
    <p:sldId id="1064" r:id="rId6"/>
    <p:sldId id="1065" r:id="rId7"/>
    <p:sldId id="1066" r:id="rId8"/>
    <p:sldId id="1067" r:id="rId9"/>
    <p:sldId id="1068" r:id="rId10"/>
    <p:sldId id="1069" r:id="rId11"/>
    <p:sldId id="1070" r:id="rId12"/>
    <p:sldId id="1071" r:id="rId13"/>
    <p:sldId id="1072" r:id="rId14"/>
    <p:sldId id="1073" r:id="rId15"/>
    <p:sldId id="1074" r:id="rId16"/>
    <p:sldId id="1075" r:id="rId17"/>
    <p:sldId id="1076" r:id="rId18"/>
    <p:sldId id="1077" r:id="rId19"/>
    <p:sldId id="1078" r:id="rId20"/>
    <p:sldId id="1079" r:id="rId21"/>
    <p:sldId id="1080" r:id="rId22"/>
    <p:sldId id="1081" r:id="rId23"/>
    <p:sldId id="1082" r:id="rId24"/>
    <p:sldId id="1083" r:id="rId25"/>
    <p:sldId id="1084" r:id="rId26"/>
    <p:sldId id="1085" r:id="rId27"/>
    <p:sldId id="1086" r:id="rId28"/>
    <p:sldId id="1087" r:id="rId29"/>
    <p:sldId id="1088" r:id="rId30"/>
    <p:sldId id="1089" r:id="rId31"/>
    <p:sldId id="1090" r:id="rId32"/>
    <p:sldId id="1091" r:id="rId33"/>
    <p:sldId id="1092" r:id="rId34"/>
    <p:sldId id="1093" r:id="rId35"/>
    <p:sldId id="1094" r:id="rId36"/>
    <p:sldId id="1095" r:id="rId37"/>
    <p:sldId id="1096" r:id="rId38"/>
    <p:sldId id="1097" r:id="rId39"/>
    <p:sldId id="1098" r:id="rId40"/>
    <p:sldId id="1099" r:id="rId41"/>
    <p:sldId id="1100" r:id="rId42"/>
    <p:sldId id="1101" r:id="rId43"/>
    <p:sldId id="1102" r:id="rId44"/>
    <p:sldId id="1103" r:id="rId45"/>
    <p:sldId id="1104" r:id="rId46"/>
    <p:sldId id="1105" r:id="rId47"/>
    <p:sldId id="1106" r:id="rId48"/>
    <p:sldId id="1107" r:id="rId49"/>
    <p:sldId id="1108" r:id="rId50"/>
    <p:sldId id="1109" r:id="rId51"/>
    <p:sldId id="1110" r:id="rId52"/>
    <p:sldId id="1111" r:id="rId53"/>
    <p:sldId id="1112" r:id="rId54"/>
    <p:sldId id="1113" r:id="rId55"/>
    <p:sldId id="1114" r:id="rId56"/>
    <p:sldId id="1115" r:id="rId57"/>
    <p:sldId id="1116" r:id="rId58"/>
    <p:sldId id="1117" r:id="rId59"/>
    <p:sldId id="1118" r:id="rId60"/>
    <p:sldId id="1119" r:id="rId61"/>
    <p:sldId id="1120" r:id="rId62"/>
    <p:sldId id="1121" r:id="rId63"/>
    <p:sldId id="748" r:id="rId64"/>
  </p:sldIdLst>
  <p:sldSz cx="9144000" cy="6858000" type="screen4x3"/>
  <p:notesSz cx="6877050" cy="965676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84" autoAdjust="0"/>
    <p:restoredTop sz="94660"/>
  </p:normalViewPr>
  <p:slideViewPr>
    <p:cSldViewPr>
      <p:cViewPr varScale="1">
        <p:scale>
          <a:sx n="87" d="100"/>
          <a:sy n="87" d="100"/>
        </p:scale>
        <p:origin x="146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4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0055" cy="482838"/>
          </a:xfrm>
          <a:prstGeom prst="rect">
            <a:avLst/>
          </a:prstGeom>
        </p:spPr>
        <p:txBody>
          <a:bodyPr vert="horz" lIns="94476" tIns="47238" rIns="94476" bIns="4723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95404" y="0"/>
            <a:ext cx="2980055" cy="482838"/>
          </a:xfrm>
          <a:prstGeom prst="rect">
            <a:avLst/>
          </a:prstGeom>
        </p:spPr>
        <p:txBody>
          <a:bodyPr vert="horz" lIns="94476" tIns="47238" rIns="94476" bIns="47238" rtlCol="0"/>
          <a:lstStyle>
            <a:lvl1pPr algn="r">
              <a:defRPr sz="1200"/>
            </a:lvl1pPr>
          </a:lstStyle>
          <a:p>
            <a:fld id="{DF695F95-4BC1-44EC-9A60-915728873531}" type="datetimeFigureOut">
              <a:rPr lang="pt-BR" smtClean="0"/>
              <a:pPr/>
              <a:t>09/02/2019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723900"/>
            <a:ext cx="4826000" cy="3621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6" tIns="47238" rIns="94476" bIns="472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7705" y="4586963"/>
            <a:ext cx="5501640" cy="4345543"/>
          </a:xfrm>
          <a:prstGeom prst="rect">
            <a:avLst/>
          </a:prstGeom>
        </p:spPr>
        <p:txBody>
          <a:bodyPr vert="horz" lIns="94476" tIns="47238" rIns="94476" bIns="47238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72249"/>
            <a:ext cx="2980055" cy="482838"/>
          </a:xfrm>
          <a:prstGeom prst="rect">
            <a:avLst/>
          </a:prstGeom>
        </p:spPr>
        <p:txBody>
          <a:bodyPr vert="horz" lIns="94476" tIns="47238" rIns="94476" bIns="4723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95404" y="9172249"/>
            <a:ext cx="2980055" cy="482838"/>
          </a:xfrm>
          <a:prstGeom prst="rect">
            <a:avLst/>
          </a:prstGeom>
        </p:spPr>
        <p:txBody>
          <a:bodyPr vert="horz" lIns="94476" tIns="47238" rIns="94476" bIns="47238" rtlCol="0" anchor="b"/>
          <a:lstStyle>
            <a:lvl1pPr algn="r">
              <a:defRPr sz="1200"/>
            </a:lvl1pPr>
          </a:lstStyle>
          <a:p>
            <a:fld id="{7BBEA987-A7A4-4CE1-A406-9573C0CE399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22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025525" y="723900"/>
            <a:ext cx="4826000" cy="362108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B5F05-137F-440C-B223-AE15D89ABE63}" type="slidenum">
              <a:rPr lang="pt-BR" smtClean="0">
                <a:solidFill>
                  <a:prstClr val="black"/>
                </a:solidFill>
              </a:rPr>
              <a:pPr/>
              <a:t>1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344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159B07-B96E-4683-A261-AF3C780CA3B4}" type="slidenum">
              <a:rPr lang="pt-BR"/>
              <a:pPr/>
              <a:t>3</a:t>
            </a:fld>
            <a:endParaRPr lang="pt-BR"/>
          </a:p>
        </p:txBody>
      </p:sp>
      <p:sp>
        <p:nvSpPr>
          <p:cNvPr id="31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6975" y="839788"/>
            <a:ext cx="4495800" cy="3371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2963" y="4578350"/>
            <a:ext cx="915987" cy="2238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35939" tIns="35939" rIns="35939" bIns="35939" anchor="ctr" anchorCtr="1"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lang="pt-BR" b="1" i="1"/>
              <a:t>Anotações:</a:t>
            </a:r>
          </a:p>
        </p:txBody>
      </p:sp>
      <p:sp>
        <p:nvSpPr>
          <p:cNvPr id="315396" name="Line 4"/>
          <p:cNvSpPr>
            <a:spLocks noChangeShapeType="1"/>
          </p:cNvSpPr>
          <p:nvPr/>
        </p:nvSpPr>
        <p:spPr bwMode="auto">
          <a:xfrm>
            <a:off x="842963" y="48164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5397" name="Line 5"/>
          <p:cNvSpPr>
            <a:spLocks noChangeShapeType="1"/>
          </p:cNvSpPr>
          <p:nvPr/>
        </p:nvSpPr>
        <p:spPr bwMode="auto">
          <a:xfrm>
            <a:off x="842963" y="5100638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5398" name="Line 6"/>
          <p:cNvSpPr>
            <a:spLocks noChangeShapeType="1"/>
          </p:cNvSpPr>
          <p:nvPr/>
        </p:nvSpPr>
        <p:spPr bwMode="auto">
          <a:xfrm>
            <a:off x="842963" y="53848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5399" name="Line 7"/>
          <p:cNvSpPr>
            <a:spLocks noChangeShapeType="1"/>
          </p:cNvSpPr>
          <p:nvPr/>
        </p:nvSpPr>
        <p:spPr bwMode="auto">
          <a:xfrm>
            <a:off x="842963" y="56689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5400" name="Line 8"/>
          <p:cNvSpPr>
            <a:spLocks noChangeShapeType="1"/>
          </p:cNvSpPr>
          <p:nvPr/>
        </p:nvSpPr>
        <p:spPr bwMode="auto">
          <a:xfrm>
            <a:off x="842963" y="595312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5401" name="Line 9"/>
          <p:cNvSpPr>
            <a:spLocks noChangeShapeType="1"/>
          </p:cNvSpPr>
          <p:nvPr/>
        </p:nvSpPr>
        <p:spPr bwMode="auto">
          <a:xfrm>
            <a:off x="842963" y="62341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5402" name="Line 10"/>
          <p:cNvSpPr>
            <a:spLocks noChangeShapeType="1"/>
          </p:cNvSpPr>
          <p:nvPr/>
        </p:nvSpPr>
        <p:spPr bwMode="auto">
          <a:xfrm>
            <a:off x="842963" y="65198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5403" name="Line 11"/>
          <p:cNvSpPr>
            <a:spLocks noChangeShapeType="1"/>
          </p:cNvSpPr>
          <p:nvPr/>
        </p:nvSpPr>
        <p:spPr bwMode="auto">
          <a:xfrm>
            <a:off x="842963" y="67992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5404" name="Line 12"/>
          <p:cNvSpPr>
            <a:spLocks noChangeShapeType="1"/>
          </p:cNvSpPr>
          <p:nvPr/>
        </p:nvSpPr>
        <p:spPr bwMode="auto">
          <a:xfrm>
            <a:off x="842963" y="70866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5405" name="Line 13"/>
          <p:cNvSpPr>
            <a:spLocks noChangeShapeType="1"/>
          </p:cNvSpPr>
          <p:nvPr/>
        </p:nvSpPr>
        <p:spPr bwMode="auto">
          <a:xfrm>
            <a:off x="842963" y="73707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5406" name="Line 14"/>
          <p:cNvSpPr>
            <a:spLocks noChangeShapeType="1"/>
          </p:cNvSpPr>
          <p:nvPr/>
        </p:nvSpPr>
        <p:spPr bwMode="auto">
          <a:xfrm>
            <a:off x="842963" y="76517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5407" name="Line 15"/>
          <p:cNvSpPr>
            <a:spLocks noChangeShapeType="1"/>
          </p:cNvSpPr>
          <p:nvPr/>
        </p:nvSpPr>
        <p:spPr bwMode="auto">
          <a:xfrm>
            <a:off x="842963" y="79375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5408" name="Line 16"/>
          <p:cNvSpPr>
            <a:spLocks noChangeShapeType="1"/>
          </p:cNvSpPr>
          <p:nvPr/>
        </p:nvSpPr>
        <p:spPr bwMode="auto">
          <a:xfrm>
            <a:off x="842963" y="82200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5409" name="Line 17"/>
          <p:cNvSpPr>
            <a:spLocks noChangeShapeType="1"/>
          </p:cNvSpPr>
          <p:nvPr/>
        </p:nvSpPr>
        <p:spPr bwMode="auto">
          <a:xfrm>
            <a:off x="842963" y="85026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5410" name="Line 18"/>
          <p:cNvSpPr>
            <a:spLocks noChangeShapeType="1"/>
          </p:cNvSpPr>
          <p:nvPr/>
        </p:nvSpPr>
        <p:spPr bwMode="auto">
          <a:xfrm>
            <a:off x="842963" y="87868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5411" name="Line 19"/>
          <p:cNvSpPr>
            <a:spLocks noChangeShapeType="1"/>
          </p:cNvSpPr>
          <p:nvPr/>
        </p:nvSpPr>
        <p:spPr bwMode="auto">
          <a:xfrm>
            <a:off x="842963" y="90709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4274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F26871-C3D2-49F7-9C39-CA375332C6CF}" type="slidenum">
              <a:rPr lang="pt-BR"/>
              <a:pPr/>
              <a:t>5</a:t>
            </a:fld>
            <a:endParaRPr lang="pt-BR"/>
          </a:p>
        </p:txBody>
      </p:sp>
      <p:sp>
        <p:nvSpPr>
          <p:cNvPr id="325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6975" y="839788"/>
            <a:ext cx="4495800" cy="3371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56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2963" y="4578350"/>
            <a:ext cx="915987" cy="2238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939" tIns="35939" rIns="35939" bIns="35939" anchor="ctr" anchorCtr="1"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lang="pt-BR" b="1" i="1"/>
              <a:t>Anotações:</a:t>
            </a:r>
          </a:p>
        </p:txBody>
      </p:sp>
      <p:sp>
        <p:nvSpPr>
          <p:cNvPr id="325636" name="Line 4"/>
          <p:cNvSpPr>
            <a:spLocks noChangeShapeType="1"/>
          </p:cNvSpPr>
          <p:nvPr/>
        </p:nvSpPr>
        <p:spPr bwMode="auto">
          <a:xfrm>
            <a:off x="842963" y="48164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5637" name="Line 5"/>
          <p:cNvSpPr>
            <a:spLocks noChangeShapeType="1"/>
          </p:cNvSpPr>
          <p:nvPr/>
        </p:nvSpPr>
        <p:spPr bwMode="auto">
          <a:xfrm>
            <a:off x="842963" y="5100638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5638" name="Line 6"/>
          <p:cNvSpPr>
            <a:spLocks noChangeShapeType="1"/>
          </p:cNvSpPr>
          <p:nvPr/>
        </p:nvSpPr>
        <p:spPr bwMode="auto">
          <a:xfrm>
            <a:off x="842963" y="53848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5639" name="Line 7"/>
          <p:cNvSpPr>
            <a:spLocks noChangeShapeType="1"/>
          </p:cNvSpPr>
          <p:nvPr/>
        </p:nvSpPr>
        <p:spPr bwMode="auto">
          <a:xfrm>
            <a:off x="842963" y="56689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5640" name="Line 8"/>
          <p:cNvSpPr>
            <a:spLocks noChangeShapeType="1"/>
          </p:cNvSpPr>
          <p:nvPr/>
        </p:nvSpPr>
        <p:spPr bwMode="auto">
          <a:xfrm>
            <a:off x="842963" y="595312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5641" name="Line 9"/>
          <p:cNvSpPr>
            <a:spLocks noChangeShapeType="1"/>
          </p:cNvSpPr>
          <p:nvPr/>
        </p:nvSpPr>
        <p:spPr bwMode="auto">
          <a:xfrm>
            <a:off x="842963" y="62341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5642" name="Line 10"/>
          <p:cNvSpPr>
            <a:spLocks noChangeShapeType="1"/>
          </p:cNvSpPr>
          <p:nvPr/>
        </p:nvSpPr>
        <p:spPr bwMode="auto">
          <a:xfrm>
            <a:off x="842963" y="65198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5643" name="Line 11"/>
          <p:cNvSpPr>
            <a:spLocks noChangeShapeType="1"/>
          </p:cNvSpPr>
          <p:nvPr/>
        </p:nvSpPr>
        <p:spPr bwMode="auto">
          <a:xfrm>
            <a:off x="842963" y="67992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5644" name="Line 12"/>
          <p:cNvSpPr>
            <a:spLocks noChangeShapeType="1"/>
          </p:cNvSpPr>
          <p:nvPr/>
        </p:nvSpPr>
        <p:spPr bwMode="auto">
          <a:xfrm>
            <a:off x="842963" y="70866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5645" name="Line 13"/>
          <p:cNvSpPr>
            <a:spLocks noChangeShapeType="1"/>
          </p:cNvSpPr>
          <p:nvPr/>
        </p:nvSpPr>
        <p:spPr bwMode="auto">
          <a:xfrm>
            <a:off x="842963" y="73707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5646" name="Line 14"/>
          <p:cNvSpPr>
            <a:spLocks noChangeShapeType="1"/>
          </p:cNvSpPr>
          <p:nvPr/>
        </p:nvSpPr>
        <p:spPr bwMode="auto">
          <a:xfrm>
            <a:off x="842963" y="76517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5647" name="Line 15"/>
          <p:cNvSpPr>
            <a:spLocks noChangeShapeType="1"/>
          </p:cNvSpPr>
          <p:nvPr/>
        </p:nvSpPr>
        <p:spPr bwMode="auto">
          <a:xfrm>
            <a:off x="842963" y="79375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5648" name="Line 16"/>
          <p:cNvSpPr>
            <a:spLocks noChangeShapeType="1"/>
          </p:cNvSpPr>
          <p:nvPr/>
        </p:nvSpPr>
        <p:spPr bwMode="auto">
          <a:xfrm>
            <a:off x="842963" y="82200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5649" name="Line 17"/>
          <p:cNvSpPr>
            <a:spLocks noChangeShapeType="1"/>
          </p:cNvSpPr>
          <p:nvPr/>
        </p:nvSpPr>
        <p:spPr bwMode="auto">
          <a:xfrm>
            <a:off x="842963" y="85026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5650" name="Line 18"/>
          <p:cNvSpPr>
            <a:spLocks noChangeShapeType="1"/>
          </p:cNvSpPr>
          <p:nvPr/>
        </p:nvSpPr>
        <p:spPr bwMode="auto">
          <a:xfrm>
            <a:off x="842963" y="87868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5651" name="Line 19"/>
          <p:cNvSpPr>
            <a:spLocks noChangeShapeType="1"/>
          </p:cNvSpPr>
          <p:nvPr/>
        </p:nvSpPr>
        <p:spPr bwMode="auto">
          <a:xfrm>
            <a:off x="842963" y="90709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750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C2097C-92F9-4543-9168-A0EE1E4A7363}" type="slidenum">
              <a:rPr lang="pt-BR"/>
              <a:pPr/>
              <a:t>13</a:t>
            </a:fld>
            <a:endParaRPr lang="pt-BR"/>
          </a:p>
        </p:txBody>
      </p:sp>
      <p:sp>
        <p:nvSpPr>
          <p:cNvPr id="381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6975" y="839788"/>
            <a:ext cx="4495800" cy="3371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2963" y="4578350"/>
            <a:ext cx="915987" cy="2238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939" tIns="35939" rIns="35939" bIns="35939" anchor="ctr" anchorCtr="1"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lang="pt-BR" b="1" i="1" dirty="0"/>
              <a:t>Anotações:</a:t>
            </a:r>
          </a:p>
        </p:txBody>
      </p:sp>
      <p:sp>
        <p:nvSpPr>
          <p:cNvPr id="381956" name="Line 4"/>
          <p:cNvSpPr>
            <a:spLocks noChangeShapeType="1"/>
          </p:cNvSpPr>
          <p:nvPr/>
        </p:nvSpPr>
        <p:spPr bwMode="auto">
          <a:xfrm>
            <a:off x="842963" y="48164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1957" name="Line 5"/>
          <p:cNvSpPr>
            <a:spLocks noChangeShapeType="1"/>
          </p:cNvSpPr>
          <p:nvPr/>
        </p:nvSpPr>
        <p:spPr bwMode="auto">
          <a:xfrm>
            <a:off x="842963" y="5100638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1958" name="Line 6"/>
          <p:cNvSpPr>
            <a:spLocks noChangeShapeType="1"/>
          </p:cNvSpPr>
          <p:nvPr/>
        </p:nvSpPr>
        <p:spPr bwMode="auto">
          <a:xfrm>
            <a:off x="842963" y="53848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1959" name="Line 7"/>
          <p:cNvSpPr>
            <a:spLocks noChangeShapeType="1"/>
          </p:cNvSpPr>
          <p:nvPr/>
        </p:nvSpPr>
        <p:spPr bwMode="auto">
          <a:xfrm>
            <a:off x="842963" y="56689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1960" name="Line 8"/>
          <p:cNvSpPr>
            <a:spLocks noChangeShapeType="1"/>
          </p:cNvSpPr>
          <p:nvPr/>
        </p:nvSpPr>
        <p:spPr bwMode="auto">
          <a:xfrm>
            <a:off x="842963" y="595312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1961" name="Line 9"/>
          <p:cNvSpPr>
            <a:spLocks noChangeShapeType="1"/>
          </p:cNvSpPr>
          <p:nvPr/>
        </p:nvSpPr>
        <p:spPr bwMode="auto">
          <a:xfrm>
            <a:off x="842963" y="62341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1962" name="Line 10"/>
          <p:cNvSpPr>
            <a:spLocks noChangeShapeType="1"/>
          </p:cNvSpPr>
          <p:nvPr/>
        </p:nvSpPr>
        <p:spPr bwMode="auto">
          <a:xfrm>
            <a:off x="842963" y="65198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1963" name="Line 11"/>
          <p:cNvSpPr>
            <a:spLocks noChangeShapeType="1"/>
          </p:cNvSpPr>
          <p:nvPr/>
        </p:nvSpPr>
        <p:spPr bwMode="auto">
          <a:xfrm>
            <a:off x="842963" y="67992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1964" name="Line 12"/>
          <p:cNvSpPr>
            <a:spLocks noChangeShapeType="1"/>
          </p:cNvSpPr>
          <p:nvPr/>
        </p:nvSpPr>
        <p:spPr bwMode="auto">
          <a:xfrm>
            <a:off x="842963" y="70866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1965" name="Line 13"/>
          <p:cNvSpPr>
            <a:spLocks noChangeShapeType="1"/>
          </p:cNvSpPr>
          <p:nvPr/>
        </p:nvSpPr>
        <p:spPr bwMode="auto">
          <a:xfrm>
            <a:off x="842963" y="73707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1966" name="Line 14"/>
          <p:cNvSpPr>
            <a:spLocks noChangeShapeType="1"/>
          </p:cNvSpPr>
          <p:nvPr/>
        </p:nvSpPr>
        <p:spPr bwMode="auto">
          <a:xfrm>
            <a:off x="842963" y="76517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1967" name="Line 15"/>
          <p:cNvSpPr>
            <a:spLocks noChangeShapeType="1"/>
          </p:cNvSpPr>
          <p:nvPr/>
        </p:nvSpPr>
        <p:spPr bwMode="auto">
          <a:xfrm>
            <a:off x="842963" y="79375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1968" name="Line 16"/>
          <p:cNvSpPr>
            <a:spLocks noChangeShapeType="1"/>
          </p:cNvSpPr>
          <p:nvPr/>
        </p:nvSpPr>
        <p:spPr bwMode="auto">
          <a:xfrm>
            <a:off x="842963" y="82200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1969" name="Line 17"/>
          <p:cNvSpPr>
            <a:spLocks noChangeShapeType="1"/>
          </p:cNvSpPr>
          <p:nvPr/>
        </p:nvSpPr>
        <p:spPr bwMode="auto">
          <a:xfrm>
            <a:off x="842963" y="85026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1970" name="Line 18"/>
          <p:cNvSpPr>
            <a:spLocks noChangeShapeType="1"/>
          </p:cNvSpPr>
          <p:nvPr/>
        </p:nvSpPr>
        <p:spPr bwMode="auto">
          <a:xfrm>
            <a:off x="842963" y="87868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1971" name="Line 19"/>
          <p:cNvSpPr>
            <a:spLocks noChangeShapeType="1"/>
          </p:cNvSpPr>
          <p:nvPr/>
        </p:nvSpPr>
        <p:spPr bwMode="auto">
          <a:xfrm>
            <a:off x="842963" y="90709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3261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2E11B3-EAC9-4755-A203-BE046BCC8E81}" type="slidenum">
              <a:rPr lang="pt-BR"/>
              <a:pPr/>
              <a:t>21</a:t>
            </a:fld>
            <a:endParaRPr lang="pt-BR"/>
          </a:p>
        </p:txBody>
      </p:sp>
      <p:sp>
        <p:nvSpPr>
          <p:cNvPr id="352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6975" y="839788"/>
            <a:ext cx="4495800" cy="3371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2963" y="4578350"/>
            <a:ext cx="915987" cy="2238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939" tIns="35939" rIns="35939" bIns="35939" anchor="ctr" anchorCtr="1"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lang="pt-BR" b="1" i="1"/>
              <a:t>Anotações:</a:t>
            </a:r>
          </a:p>
        </p:txBody>
      </p:sp>
      <p:sp>
        <p:nvSpPr>
          <p:cNvPr id="352260" name="Line 4"/>
          <p:cNvSpPr>
            <a:spLocks noChangeShapeType="1"/>
          </p:cNvSpPr>
          <p:nvPr/>
        </p:nvSpPr>
        <p:spPr bwMode="auto">
          <a:xfrm>
            <a:off x="842963" y="48164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2261" name="Line 5"/>
          <p:cNvSpPr>
            <a:spLocks noChangeShapeType="1"/>
          </p:cNvSpPr>
          <p:nvPr/>
        </p:nvSpPr>
        <p:spPr bwMode="auto">
          <a:xfrm>
            <a:off x="842963" y="5100638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2262" name="Line 6"/>
          <p:cNvSpPr>
            <a:spLocks noChangeShapeType="1"/>
          </p:cNvSpPr>
          <p:nvPr/>
        </p:nvSpPr>
        <p:spPr bwMode="auto">
          <a:xfrm>
            <a:off x="842963" y="53848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2263" name="Line 7"/>
          <p:cNvSpPr>
            <a:spLocks noChangeShapeType="1"/>
          </p:cNvSpPr>
          <p:nvPr/>
        </p:nvSpPr>
        <p:spPr bwMode="auto">
          <a:xfrm>
            <a:off x="842963" y="56689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2264" name="Line 8"/>
          <p:cNvSpPr>
            <a:spLocks noChangeShapeType="1"/>
          </p:cNvSpPr>
          <p:nvPr/>
        </p:nvSpPr>
        <p:spPr bwMode="auto">
          <a:xfrm>
            <a:off x="842963" y="595312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2265" name="Line 9"/>
          <p:cNvSpPr>
            <a:spLocks noChangeShapeType="1"/>
          </p:cNvSpPr>
          <p:nvPr/>
        </p:nvSpPr>
        <p:spPr bwMode="auto">
          <a:xfrm>
            <a:off x="842963" y="62341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2266" name="Line 10"/>
          <p:cNvSpPr>
            <a:spLocks noChangeShapeType="1"/>
          </p:cNvSpPr>
          <p:nvPr/>
        </p:nvSpPr>
        <p:spPr bwMode="auto">
          <a:xfrm>
            <a:off x="842963" y="65198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2267" name="Line 11"/>
          <p:cNvSpPr>
            <a:spLocks noChangeShapeType="1"/>
          </p:cNvSpPr>
          <p:nvPr/>
        </p:nvSpPr>
        <p:spPr bwMode="auto">
          <a:xfrm>
            <a:off x="842963" y="67992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2268" name="Line 12"/>
          <p:cNvSpPr>
            <a:spLocks noChangeShapeType="1"/>
          </p:cNvSpPr>
          <p:nvPr/>
        </p:nvSpPr>
        <p:spPr bwMode="auto">
          <a:xfrm>
            <a:off x="842963" y="70866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2269" name="Line 13"/>
          <p:cNvSpPr>
            <a:spLocks noChangeShapeType="1"/>
          </p:cNvSpPr>
          <p:nvPr/>
        </p:nvSpPr>
        <p:spPr bwMode="auto">
          <a:xfrm>
            <a:off x="842963" y="73707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2270" name="Line 14"/>
          <p:cNvSpPr>
            <a:spLocks noChangeShapeType="1"/>
          </p:cNvSpPr>
          <p:nvPr/>
        </p:nvSpPr>
        <p:spPr bwMode="auto">
          <a:xfrm>
            <a:off x="842963" y="76517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2271" name="Line 15"/>
          <p:cNvSpPr>
            <a:spLocks noChangeShapeType="1"/>
          </p:cNvSpPr>
          <p:nvPr/>
        </p:nvSpPr>
        <p:spPr bwMode="auto">
          <a:xfrm>
            <a:off x="842963" y="79375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2272" name="Line 16"/>
          <p:cNvSpPr>
            <a:spLocks noChangeShapeType="1"/>
          </p:cNvSpPr>
          <p:nvPr/>
        </p:nvSpPr>
        <p:spPr bwMode="auto">
          <a:xfrm>
            <a:off x="842963" y="82200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2273" name="Line 17"/>
          <p:cNvSpPr>
            <a:spLocks noChangeShapeType="1"/>
          </p:cNvSpPr>
          <p:nvPr/>
        </p:nvSpPr>
        <p:spPr bwMode="auto">
          <a:xfrm>
            <a:off x="842963" y="85026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2274" name="Line 18"/>
          <p:cNvSpPr>
            <a:spLocks noChangeShapeType="1"/>
          </p:cNvSpPr>
          <p:nvPr/>
        </p:nvSpPr>
        <p:spPr bwMode="auto">
          <a:xfrm>
            <a:off x="842963" y="87868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2275" name="Line 19"/>
          <p:cNvSpPr>
            <a:spLocks noChangeShapeType="1"/>
          </p:cNvSpPr>
          <p:nvPr/>
        </p:nvSpPr>
        <p:spPr bwMode="auto">
          <a:xfrm>
            <a:off x="842963" y="90709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336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ED935-31D7-41CE-BA40-B585B832C00C}" type="slidenum">
              <a:rPr lang="pt-BR"/>
              <a:pPr/>
              <a:t>32</a:t>
            </a:fld>
            <a:endParaRPr lang="pt-BR"/>
          </a:p>
        </p:txBody>
      </p:sp>
      <p:sp>
        <p:nvSpPr>
          <p:cNvPr id="335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6975" y="839788"/>
            <a:ext cx="4495800" cy="3371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2963" y="4578350"/>
            <a:ext cx="915987" cy="2238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939" tIns="35939" rIns="35939" bIns="35939" anchor="ctr" anchorCtr="1"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lang="pt-BR" b="1" i="1"/>
              <a:t>Anotações:</a:t>
            </a:r>
          </a:p>
        </p:txBody>
      </p:sp>
      <p:sp>
        <p:nvSpPr>
          <p:cNvPr id="335876" name="Line 4"/>
          <p:cNvSpPr>
            <a:spLocks noChangeShapeType="1"/>
          </p:cNvSpPr>
          <p:nvPr/>
        </p:nvSpPr>
        <p:spPr bwMode="auto">
          <a:xfrm>
            <a:off x="842963" y="48164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5877" name="Line 5"/>
          <p:cNvSpPr>
            <a:spLocks noChangeShapeType="1"/>
          </p:cNvSpPr>
          <p:nvPr/>
        </p:nvSpPr>
        <p:spPr bwMode="auto">
          <a:xfrm>
            <a:off x="842963" y="5100638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5878" name="Line 6"/>
          <p:cNvSpPr>
            <a:spLocks noChangeShapeType="1"/>
          </p:cNvSpPr>
          <p:nvPr/>
        </p:nvSpPr>
        <p:spPr bwMode="auto">
          <a:xfrm>
            <a:off x="842963" y="53848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5879" name="Line 7"/>
          <p:cNvSpPr>
            <a:spLocks noChangeShapeType="1"/>
          </p:cNvSpPr>
          <p:nvPr/>
        </p:nvSpPr>
        <p:spPr bwMode="auto">
          <a:xfrm>
            <a:off x="842963" y="56689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5880" name="Line 8"/>
          <p:cNvSpPr>
            <a:spLocks noChangeShapeType="1"/>
          </p:cNvSpPr>
          <p:nvPr/>
        </p:nvSpPr>
        <p:spPr bwMode="auto">
          <a:xfrm>
            <a:off x="842963" y="595312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5881" name="Line 9"/>
          <p:cNvSpPr>
            <a:spLocks noChangeShapeType="1"/>
          </p:cNvSpPr>
          <p:nvPr/>
        </p:nvSpPr>
        <p:spPr bwMode="auto">
          <a:xfrm>
            <a:off x="842963" y="62341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5882" name="Line 10"/>
          <p:cNvSpPr>
            <a:spLocks noChangeShapeType="1"/>
          </p:cNvSpPr>
          <p:nvPr/>
        </p:nvSpPr>
        <p:spPr bwMode="auto">
          <a:xfrm>
            <a:off x="842963" y="65198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5883" name="Line 11"/>
          <p:cNvSpPr>
            <a:spLocks noChangeShapeType="1"/>
          </p:cNvSpPr>
          <p:nvPr/>
        </p:nvSpPr>
        <p:spPr bwMode="auto">
          <a:xfrm>
            <a:off x="842963" y="67992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5884" name="Line 12"/>
          <p:cNvSpPr>
            <a:spLocks noChangeShapeType="1"/>
          </p:cNvSpPr>
          <p:nvPr/>
        </p:nvSpPr>
        <p:spPr bwMode="auto">
          <a:xfrm>
            <a:off x="842963" y="70866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5885" name="Line 13"/>
          <p:cNvSpPr>
            <a:spLocks noChangeShapeType="1"/>
          </p:cNvSpPr>
          <p:nvPr/>
        </p:nvSpPr>
        <p:spPr bwMode="auto">
          <a:xfrm>
            <a:off x="842963" y="73707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5886" name="Line 14"/>
          <p:cNvSpPr>
            <a:spLocks noChangeShapeType="1"/>
          </p:cNvSpPr>
          <p:nvPr/>
        </p:nvSpPr>
        <p:spPr bwMode="auto">
          <a:xfrm>
            <a:off x="842963" y="76517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5887" name="Line 15"/>
          <p:cNvSpPr>
            <a:spLocks noChangeShapeType="1"/>
          </p:cNvSpPr>
          <p:nvPr/>
        </p:nvSpPr>
        <p:spPr bwMode="auto">
          <a:xfrm>
            <a:off x="842963" y="79375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5888" name="Line 16"/>
          <p:cNvSpPr>
            <a:spLocks noChangeShapeType="1"/>
          </p:cNvSpPr>
          <p:nvPr/>
        </p:nvSpPr>
        <p:spPr bwMode="auto">
          <a:xfrm>
            <a:off x="842963" y="82200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5889" name="Line 17"/>
          <p:cNvSpPr>
            <a:spLocks noChangeShapeType="1"/>
          </p:cNvSpPr>
          <p:nvPr/>
        </p:nvSpPr>
        <p:spPr bwMode="auto">
          <a:xfrm>
            <a:off x="842963" y="85026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5890" name="Line 18"/>
          <p:cNvSpPr>
            <a:spLocks noChangeShapeType="1"/>
          </p:cNvSpPr>
          <p:nvPr/>
        </p:nvSpPr>
        <p:spPr bwMode="auto">
          <a:xfrm>
            <a:off x="842963" y="87868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5891" name="Line 19"/>
          <p:cNvSpPr>
            <a:spLocks noChangeShapeType="1"/>
          </p:cNvSpPr>
          <p:nvPr/>
        </p:nvSpPr>
        <p:spPr bwMode="auto">
          <a:xfrm>
            <a:off x="842963" y="90709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9892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BD1C10-C0B6-4DA6-9D90-93B1DF84A28B}" type="slidenum">
              <a:rPr lang="pt-BR"/>
              <a:pPr/>
              <a:t>33</a:t>
            </a:fld>
            <a:endParaRPr lang="pt-BR"/>
          </a:p>
        </p:txBody>
      </p:sp>
      <p:sp>
        <p:nvSpPr>
          <p:cNvPr id="337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6975" y="839788"/>
            <a:ext cx="4495800" cy="3371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2963" y="4578350"/>
            <a:ext cx="915987" cy="2238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939" tIns="35939" rIns="35939" bIns="35939" anchor="ctr" anchorCtr="1"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lang="pt-BR" b="1" i="1"/>
              <a:t>Anotações:</a:t>
            </a:r>
          </a:p>
        </p:txBody>
      </p:sp>
      <p:sp>
        <p:nvSpPr>
          <p:cNvPr id="337924" name="Line 4"/>
          <p:cNvSpPr>
            <a:spLocks noChangeShapeType="1"/>
          </p:cNvSpPr>
          <p:nvPr/>
        </p:nvSpPr>
        <p:spPr bwMode="auto">
          <a:xfrm>
            <a:off x="842963" y="48164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7925" name="Line 5"/>
          <p:cNvSpPr>
            <a:spLocks noChangeShapeType="1"/>
          </p:cNvSpPr>
          <p:nvPr/>
        </p:nvSpPr>
        <p:spPr bwMode="auto">
          <a:xfrm>
            <a:off x="842963" y="5100638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7926" name="Line 6"/>
          <p:cNvSpPr>
            <a:spLocks noChangeShapeType="1"/>
          </p:cNvSpPr>
          <p:nvPr/>
        </p:nvSpPr>
        <p:spPr bwMode="auto">
          <a:xfrm>
            <a:off x="842963" y="53848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7927" name="Line 7"/>
          <p:cNvSpPr>
            <a:spLocks noChangeShapeType="1"/>
          </p:cNvSpPr>
          <p:nvPr/>
        </p:nvSpPr>
        <p:spPr bwMode="auto">
          <a:xfrm>
            <a:off x="842963" y="56689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7928" name="Line 8"/>
          <p:cNvSpPr>
            <a:spLocks noChangeShapeType="1"/>
          </p:cNvSpPr>
          <p:nvPr/>
        </p:nvSpPr>
        <p:spPr bwMode="auto">
          <a:xfrm>
            <a:off x="842963" y="595312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7929" name="Line 9"/>
          <p:cNvSpPr>
            <a:spLocks noChangeShapeType="1"/>
          </p:cNvSpPr>
          <p:nvPr/>
        </p:nvSpPr>
        <p:spPr bwMode="auto">
          <a:xfrm>
            <a:off x="842963" y="62341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7930" name="Line 10"/>
          <p:cNvSpPr>
            <a:spLocks noChangeShapeType="1"/>
          </p:cNvSpPr>
          <p:nvPr/>
        </p:nvSpPr>
        <p:spPr bwMode="auto">
          <a:xfrm>
            <a:off x="842963" y="65198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7931" name="Line 11"/>
          <p:cNvSpPr>
            <a:spLocks noChangeShapeType="1"/>
          </p:cNvSpPr>
          <p:nvPr/>
        </p:nvSpPr>
        <p:spPr bwMode="auto">
          <a:xfrm>
            <a:off x="842963" y="67992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7932" name="Line 12"/>
          <p:cNvSpPr>
            <a:spLocks noChangeShapeType="1"/>
          </p:cNvSpPr>
          <p:nvPr/>
        </p:nvSpPr>
        <p:spPr bwMode="auto">
          <a:xfrm>
            <a:off x="842963" y="70866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7933" name="Line 13"/>
          <p:cNvSpPr>
            <a:spLocks noChangeShapeType="1"/>
          </p:cNvSpPr>
          <p:nvPr/>
        </p:nvSpPr>
        <p:spPr bwMode="auto">
          <a:xfrm>
            <a:off x="842963" y="73707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7934" name="Line 14"/>
          <p:cNvSpPr>
            <a:spLocks noChangeShapeType="1"/>
          </p:cNvSpPr>
          <p:nvPr/>
        </p:nvSpPr>
        <p:spPr bwMode="auto">
          <a:xfrm>
            <a:off x="842963" y="76517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7935" name="Line 15"/>
          <p:cNvSpPr>
            <a:spLocks noChangeShapeType="1"/>
          </p:cNvSpPr>
          <p:nvPr/>
        </p:nvSpPr>
        <p:spPr bwMode="auto">
          <a:xfrm>
            <a:off x="842963" y="79375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7936" name="Line 16"/>
          <p:cNvSpPr>
            <a:spLocks noChangeShapeType="1"/>
          </p:cNvSpPr>
          <p:nvPr/>
        </p:nvSpPr>
        <p:spPr bwMode="auto">
          <a:xfrm>
            <a:off x="842963" y="82200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7937" name="Line 17"/>
          <p:cNvSpPr>
            <a:spLocks noChangeShapeType="1"/>
          </p:cNvSpPr>
          <p:nvPr/>
        </p:nvSpPr>
        <p:spPr bwMode="auto">
          <a:xfrm>
            <a:off x="842963" y="85026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7938" name="Line 18"/>
          <p:cNvSpPr>
            <a:spLocks noChangeShapeType="1"/>
          </p:cNvSpPr>
          <p:nvPr/>
        </p:nvSpPr>
        <p:spPr bwMode="auto">
          <a:xfrm>
            <a:off x="842963" y="87868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7939" name="Line 19"/>
          <p:cNvSpPr>
            <a:spLocks noChangeShapeType="1"/>
          </p:cNvSpPr>
          <p:nvPr/>
        </p:nvSpPr>
        <p:spPr bwMode="auto">
          <a:xfrm>
            <a:off x="842963" y="90709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2207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643DD5-A8A9-4C5B-994B-23FAA1FD5C21}" type="slidenum">
              <a:rPr lang="pt-BR"/>
              <a:pPr/>
              <a:t>34</a:t>
            </a:fld>
            <a:endParaRPr lang="pt-BR"/>
          </a:p>
        </p:txBody>
      </p:sp>
      <p:sp>
        <p:nvSpPr>
          <p:cNvPr id="35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9038" y="811213"/>
            <a:ext cx="4508500" cy="3381375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578350"/>
            <a:ext cx="5510213" cy="43561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6200" tIns="76200" rIns="76200" bIns="76200"/>
          <a:lstStyle/>
          <a:p>
            <a:pPr marL="190500" indent="-190500" algn="just"/>
            <a:r>
              <a:rPr lang="pt-BR" i="1" u="sng"/>
              <a:t>Lembre-se:</a:t>
            </a:r>
          </a:p>
          <a:p>
            <a:pPr marL="190500" indent="-190500" algn="just"/>
            <a:endParaRPr lang="pt-BR" sz="600"/>
          </a:p>
          <a:p>
            <a:pPr marL="190500" indent="-190500" algn="just">
              <a:buFont typeface="Wingdings" panose="05000000000000000000" pitchFamily="2" charset="2"/>
              <a:buChar char="ð"/>
            </a:pPr>
            <a:r>
              <a:rPr lang="pt-BR"/>
              <a:t>Antes de apresentar esta transparência, pergunte ao grupo quando os EPIs devem ser empregados.</a:t>
            </a:r>
          </a:p>
          <a:p>
            <a:pPr marL="190500" indent="-190500" algn="just">
              <a:buFont typeface="Wingdings" panose="05000000000000000000" pitchFamily="2" charset="2"/>
              <a:buChar char="ð"/>
            </a:pPr>
            <a:r>
              <a:rPr lang="pt-BR"/>
              <a:t>Apresente esta transparência e explique as três situações em que os EPIs devem ser utilizados, segundo a NR-6.</a:t>
            </a:r>
          </a:p>
          <a:p>
            <a:pPr marL="190500" indent="-190500" algn="just">
              <a:buFont typeface="Monotype Sorts" pitchFamily="2" charset="2"/>
              <a:buChar char="Ê"/>
            </a:pPr>
            <a:r>
              <a:rPr lang="pt-BR"/>
              <a:t>Quando o trabalhador se expõe diretamente a riscos não controláveis por outros meios técnicos de segurança (ex.: uso de EPIs para a manipulação de produtos químicos, em operações com aparelhos de solda), ou ainda, quando o trabalhador se expõe a riscos apenas parcialmente controlados por outros recursos técnicos (ex.: uso de máscaras em cabines de pintura providas de sistemas de ventilação, uso do cinto de segurança em trabalhos realizados em altura, mesmo havendo telas de proteção).</a:t>
            </a:r>
          </a:p>
          <a:p>
            <a:pPr marL="190500" indent="-190500" algn="just">
              <a:buFont typeface="Monotype Sorts" pitchFamily="2" charset="2"/>
              <a:buChar char="Ê"/>
            </a:pPr>
            <a:r>
              <a:rPr lang="pt-BR"/>
              <a:t>Durante o período de instalação, reparos ou substituição dos meios que impedem o contato do trabalhador com o risco (ex.: uso de protetor facial e outros EPIs, enquanto uma determinada fonte de calor radiante não recebe isolamento, uso de luvas de amianto para o manuseio de peças quentes durante a automação do processo).</a:t>
            </a:r>
          </a:p>
          <a:p>
            <a:pPr marL="190500" indent="-190500" algn="just">
              <a:buFont typeface="Monotype Sorts" pitchFamily="2" charset="2"/>
              <a:buChar char="Ê"/>
            </a:pPr>
            <a:r>
              <a:rPr lang="pt-BR"/>
              <a:t>Em casos de emergência, quando a rotina de trabalho é quebrada por qualquer razão, exigindo o uso de proteção complementar e temporária pelos trabalhadores envolvidos (ex.: uso de máscaras respiratórias para a entrada em ambientes com dispersão de contaminantes no ar, ou para a execução de reparos em tubulações com vazamentos, contendo gases tóxicos ou asfixiantes).</a:t>
            </a:r>
          </a:p>
        </p:txBody>
      </p:sp>
    </p:spTree>
    <p:extLst>
      <p:ext uri="{BB962C8B-B14F-4D97-AF65-F5344CB8AC3E}">
        <p14:creationId xmlns:p14="http://schemas.microsoft.com/office/powerpoint/2010/main" val="3956405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1DBBA5-03FC-49FE-A6A3-873D8006B77A}" type="slidenum">
              <a:rPr lang="pt-BR"/>
              <a:pPr/>
              <a:t>35</a:t>
            </a:fld>
            <a:endParaRPr lang="pt-BR"/>
          </a:p>
        </p:txBody>
      </p:sp>
      <p:sp>
        <p:nvSpPr>
          <p:cNvPr id="356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9038" y="811213"/>
            <a:ext cx="4508500" cy="3381375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578350"/>
            <a:ext cx="5510213" cy="43561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6200" tIns="76200" rIns="76200" bIns="76200"/>
          <a:lstStyle/>
          <a:p>
            <a:pPr marL="190500" indent="-190500" algn="just"/>
            <a:r>
              <a:rPr lang="pt-BR" i="1" u="sng"/>
              <a:t>Lembre-se:</a:t>
            </a:r>
          </a:p>
          <a:p>
            <a:pPr marL="190500" indent="-190500" algn="just"/>
            <a:endParaRPr lang="pt-BR" sz="600"/>
          </a:p>
          <a:p>
            <a:pPr marL="190500" indent="-190500" algn="just">
              <a:buFont typeface="Wingdings" panose="05000000000000000000" pitchFamily="2" charset="2"/>
              <a:buChar char="ð"/>
            </a:pPr>
            <a:r>
              <a:rPr lang="pt-BR"/>
              <a:t>Antes de apresentar esta transparência, pergunte ao grupo quando os EPIs devem ser empregados.</a:t>
            </a:r>
          </a:p>
          <a:p>
            <a:pPr marL="190500" indent="-190500" algn="just">
              <a:buFont typeface="Wingdings" panose="05000000000000000000" pitchFamily="2" charset="2"/>
              <a:buChar char="ð"/>
            </a:pPr>
            <a:r>
              <a:rPr lang="pt-BR"/>
              <a:t>Apresente esta transparência e explique as três situações em que os EPIs devem ser utilizados, segundo a NR-6.</a:t>
            </a:r>
          </a:p>
          <a:p>
            <a:pPr marL="190500" indent="-190500" algn="just">
              <a:buFont typeface="Monotype Sorts" pitchFamily="2" charset="2"/>
              <a:buChar char="Ê"/>
            </a:pPr>
            <a:r>
              <a:rPr lang="pt-BR"/>
              <a:t>Quando o trabalhador se expõe diretamente a riscos não controláveis por outros meios técnicos de segurança (ex.: uso de EPIs para a manipulação de produtos químicos, em operações com aparelhos de solda), ou ainda, quando o trabalhador se expõe a riscos apenas parcialmente controlados por outros recursos técnicos (ex.: uso de máscaras em cabines de pintura providas de sistemas de ventilação, uso do cinto de segurança em trabalhos realizados em altura, mesmo havendo telas de proteção).</a:t>
            </a:r>
          </a:p>
          <a:p>
            <a:pPr marL="190500" indent="-190500" algn="just">
              <a:buFont typeface="Monotype Sorts" pitchFamily="2" charset="2"/>
              <a:buChar char="Ê"/>
            </a:pPr>
            <a:r>
              <a:rPr lang="pt-BR"/>
              <a:t>Durante o período de instalação, reparos ou substituição dos meios que impedem o contato do trabalhador com o risco (ex.: uso de protetor facial e outros EPIs, enquanto uma determinada fonte de calor radiante não recebe isolamento, uso de luvas de amianto para o manuseio de peças quentes durante a automação do processo).</a:t>
            </a:r>
          </a:p>
          <a:p>
            <a:pPr marL="190500" indent="-190500" algn="just">
              <a:buFont typeface="Monotype Sorts" pitchFamily="2" charset="2"/>
              <a:buChar char="Ê"/>
            </a:pPr>
            <a:r>
              <a:rPr lang="pt-BR"/>
              <a:t>Em casos de emergência, quando a rotina de trabalho é quebrada por qualquer razão, exigindo o uso de proteção complementar e temporária pelos trabalhadores envolvidos (ex.: uso de máscaras respiratórias para a entrada em ambientes com dispersão de contaminantes no ar, ou para a execução de reparos em tubulações com vazamentos, contendo gases tóxicos ou asfixiantes).</a:t>
            </a:r>
          </a:p>
        </p:txBody>
      </p:sp>
    </p:spTree>
    <p:extLst>
      <p:ext uri="{BB962C8B-B14F-4D97-AF65-F5344CB8AC3E}">
        <p14:creationId xmlns:p14="http://schemas.microsoft.com/office/powerpoint/2010/main" val="2997229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A950F5-1AFF-4095-B3BD-1F49CF92BA99}" type="slidenum">
              <a:rPr lang="pt-BR"/>
              <a:pPr/>
              <a:t>36</a:t>
            </a:fld>
            <a:endParaRPr lang="pt-BR"/>
          </a:p>
        </p:txBody>
      </p:sp>
      <p:sp>
        <p:nvSpPr>
          <p:cNvPr id="342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6975" y="839788"/>
            <a:ext cx="4495800" cy="3371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2963" y="4578350"/>
            <a:ext cx="915987" cy="2238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939" tIns="35939" rIns="35939" bIns="35939" anchor="ctr" anchorCtr="1"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lang="pt-BR" b="1" i="1"/>
              <a:t>Anotações:</a:t>
            </a:r>
          </a:p>
        </p:txBody>
      </p:sp>
      <p:sp>
        <p:nvSpPr>
          <p:cNvPr id="342020" name="Line 4"/>
          <p:cNvSpPr>
            <a:spLocks noChangeShapeType="1"/>
          </p:cNvSpPr>
          <p:nvPr/>
        </p:nvSpPr>
        <p:spPr bwMode="auto">
          <a:xfrm>
            <a:off x="842963" y="48164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2021" name="Line 5"/>
          <p:cNvSpPr>
            <a:spLocks noChangeShapeType="1"/>
          </p:cNvSpPr>
          <p:nvPr/>
        </p:nvSpPr>
        <p:spPr bwMode="auto">
          <a:xfrm>
            <a:off x="842963" y="5100638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2022" name="Line 6"/>
          <p:cNvSpPr>
            <a:spLocks noChangeShapeType="1"/>
          </p:cNvSpPr>
          <p:nvPr/>
        </p:nvSpPr>
        <p:spPr bwMode="auto">
          <a:xfrm>
            <a:off x="842963" y="53848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2023" name="Line 7"/>
          <p:cNvSpPr>
            <a:spLocks noChangeShapeType="1"/>
          </p:cNvSpPr>
          <p:nvPr/>
        </p:nvSpPr>
        <p:spPr bwMode="auto">
          <a:xfrm>
            <a:off x="842963" y="56689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2024" name="Line 8"/>
          <p:cNvSpPr>
            <a:spLocks noChangeShapeType="1"/>
          </p:cNvSpPr>
          <p:nvPr/>
        </p:nvSpPr>
        <p:spPr bwMode="auto">
          <a:xfrm>
            <a:off x="842963" y="595312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2025" name="Line 9"/>
          <p:cNvSpPr>
            <a:spLocks noChangeShapeType="1"/>
          </p:cNvSpPr>
          <p:nvPr/>
        </p:nvSpPr>
        <p:spPr bwMode="auto">
          <a:xfrm>
            <a:off x="842963" y="62341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2026" name="Line 10"/>
          <p:cNvSpPr>
            <a:spLocks noChangeShapeType="1"/>
          </p:cNvSpPr>
          <p:nvPr/>
        </p:nvSpPr>
        <p:spPr bwMode="auto">
          <a:xfrm>
            <a:off x="842963" y="65198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2027" name="Line 11"/>
          <p:cNvSpPr>
            <a:spLocks noChangeShapeType="1"/>
          </p:cNvSpPr>
          <p:nvPr/>
        </p:nvSpPr>
        <p:spPr bwMode="auto">
          <a:xfrm>
            <a:off x="842963" y="67992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2028" name="Line 12"/>
          <p:cNvSpPr>
            <a:spLocks noChangeShapeType="1"/>
          </p:cNvSpPr>
          <p:nvPr/>
        </p:nvSpPr>
        <p:spPr bwMode="auto">
          <a:xfrm>
            <a:off x="842963" y="70866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2029" name="Line 13"/>
          <p:cNvSpPr>
            <a:spLocks noChangeShapeType="1"/>
          </p:cNvSpPr>
          <p:nvPr/>
        </p:nvSpPr>
        <p:spPr bwMode="auto">
          <a:xfrm>
            <a:off x="842963" y="73707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2030" name="Line 14"/>
          <p:cNvSpPr>
            <a:spLocks noChangeShapeType="1"/>
          </p:cNvSpPr>
          <p:nvPr/>
        </p:nvSpPr>
        <p:spPr bwMode="auto">
          <a:xfrm>
            <a:off x="842963" y="76517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2031" name="Line 15"/>
          <p:cNvSpPr>
            <a:spLocks noChangeShapeType="1"/>
          </p:cNvSpPr>
          <p:nvPr/>
        </p:nvSpPr>
        <p:spPr bwMode="auto">
          <a:xfrm>
            <a:off x="842963" y="79375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2032" name="Line 16"/>
          <p:cNvSpPr>
            <a:spLocks noChangeShapeType="1"/>
          </p:cNvSpPr>
          <p:nvPr/>
        </p:nvSpPr>
        <p:spPr bwMode="auto">
          <a:xfrm>
            <a:off x="842963" y="82200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2033" name="Line 17"/>
          <p:cNvSpPr>
            <a:spLocks noChangeShapeType="1"/>
          </p:cNvSpPr>
          <p:nvPr/>
        </p:nvSpPr>
        <p:spPr bwMode="auto">
          <a:xfrm>
            <a:off x="842963" y="85026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2034" name="Line 18"/>
          <p:cNvSpPr>
            <a:spLocks noChangeShapeType="1"/>
          </p:cNvSpPr>
          <p:nvPr/>
        </p:nvSpPr>
        <p:spPr bwMode="auto">
          <a:xfrm>
            <a:off x="842963" y="87868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2035" name="Line 19"/>
          <p:cNvSpPr>
            <a:spLocks noChangeShapeType="1"/>
          </p:cNvSpPr>
          <p:nvPr/>
        </p:nvSpPr>
        <p:spPr bwMode="auto">
          <a:xfrm>
            <a:off x="842963" y="90709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785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8560D7-CB27-499E-A86D-F98DD743812D}" type="slidenum">
              <a:rPr lang="pt-BR"/>
              <a:pPr/>
              <a:t>37</a:t>
            </a:fld>
            <a:endParaRPr lang="pt-BR"/>
          </a:p>
        </p:txBody>
      </p:sp>
      <p:sp>
        <p:nvSpPr>
          <p:cNvPr id="344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6975" y="839788"/>
            <a:ext cx="4495800" cy="3371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2963" y="4578350"/>
            <a:ext cx="915987" cy="2238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939" tIns="35939" rIns="35939" bIns="35939" anchor="ctr" anchorCtr="1"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lang="pt-BR" b="1" i="1"/>
              <a:t>Anotações:</a:t>
            </a:r>
          </a:p>
        </p:txBody>
      </p:sp>
      <p:sp>
        <p:nvSpPr>
          <p:cNvPr id="344068" name="Line 4"/>
          <p:cNvSpPr>
            <a:spLocks noChangeShapeType="1"/>
          </p:cNvSpPr>
          <p:nvPr/>
        </p:nvSpPr>
        <p:spPr bwMode="auto">
          <a:xfrm>
            <a:off x="842963" y="48164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4069" name="Line 5"/>
          <p:cNvSpPr>
            <a:spLocks noChangeShapeType="1"/>
          </p:cNvSpPr>
          <p:nvPr/>
        </p:nvSpPr>
        <p:spPr bwMode="auto">
          <a:xfrm>
            <a:off x="842963" y="5100638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4070" name="Line 6"/>
          <p:cNvSpPr>
            <a:spLocks noChangeShapeType="1"/>
          </p:cNvSpPr>
          <p:nvPr/>
        </p:nvSpPr>
        <p:spPr bwMode="auto">
          <a:xfrm>
            <a:off x="842963" y="53848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4071" name="Line 7"/>
          <p:cNvSpPr>
            <a:spLocks noChangeShapeType="1"/>
          </p:cNvSpPr>
          <p:nvPr/>
        </p:nvSpPr>
        <p:spPr bwMode="auto">
          <a:xfrm>
            <a:off x="842963" y="56689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4072" name="Line 8"/>
          <p:cNvSpPr>
            <a:spLocks noChangeShapeType="1"/>
          </p:cNvSpPr>
          <p:nvPr/>
        </p:nvSpPr>
        <p:spPr bwMode="auto">
          <a:xfrm>
            <a:off x="842963" y="595312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4073" name="Line 9"/>
          <p:cNvSpPr>
            <a:spLocks noChangeShapeType="1"/>
          </p:cNvSpPr>
          <p:nvPr/>
        </p:nvSpPr>
        <p:spPr bwMode="auto">
          <a:xfrm>
            <a:off x="842963" y="62341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4074" name="Line 10"/>
          <p:cNvSpPr>
            <a:spLocks noChangeShapeType="1"/>
          </p:cNvSpPr>
          <p:nvPr/>
        </p:nvSpPr>
        <p:spPr bwMode="auto">
          <a:xfrm>
            <a:off x="842963" y="65198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4075" name="Line 11"/>
          <p:cNvSpPr>
            <a:spLocks noChangeShapeType="1"/>
          </p:cNvSpPr>
          <p:nvPr/>
        </p:nvSpPr>
        <p:spPr bwMode="auto">
          <a:xfrm>
            <a:off x="842963" y="67992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4076" name="Line 12"/>
          <p:cNvSpPr>
            <a:spLocks noChangeShapeType="1"/>
          </p:cNvSpPr>
          <p:nvPr/>
        </p:nvSpPr>
        <p:spPr bwMode="auto">
          <a:xfrm>
            <a:off x="842963" y="70866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4077" name="Line 13"/>
          <p:cNvSpPr>
            <a:spLocks noChangeShapeType="1"/>
          </p:cNvSpPr>
          <p:nvPr/>
        </p:nvSpPr>
        <p:spPr bwMode="auto">
          <a:xfrm>
            <a:off x="842963" y="73707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4078" name="Line 14"/>
          <p:cNvSpPr>
            <a:spLocks noChangeShapeType="1"/>
          </p:cNvSpPr>
          <p:nvPr/>
        </p:nvSpPr>
        <p:spPr bwMode="auto">
          <a:xfrm>
            <a:off x="842963" y="76517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4079" name="Line 15"/>
          <p:cNvSpPr>
            <a:spLocks noChangeShapeType="1"/>
          </p:cNvSpPr>
          <p:nvPr/>
        </p:nvSpPr>
        <p:spPr bwMode="auto">
          <a:xfrm>
            <a:off x="842963" y="79375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4080" name="Line 16"/>
          <p:cNvSpPr>
            <a:spLocks noChangeShapeType="1"/>
          </p:cNvSpPr>
          <p:nvPr/>
        </p:nvSpPr>
        <p:spPr bwMode="auto">
          <a:xfrm>
            <a:off x="842963" y="82200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4081" name="Line 17"/>
          <p:cNvSpPr>
            <a:spLocks noChangeShapeType="1"/>
          </p:cNvSpPr>
          <p:nvPr/>
        </p:nvSpPr>
        <p:spPr bwMode="auto">
          <a:xfrm>
            <a:off x="842963" y="85026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4082" name="Line 18"/>
          <p:cNvSpPr>
            <a:spLocks noChangeShapeType="1"/>
          </p:cNvSpPr>
          <p:nvPr/>
        </p:nvSpPr>
        <p:spPr bwMode="auto">
          <a:xfrm>
            <a:off x="842963" y="87868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4083" name="Line 19"/>
          <p:cNvSpPr>
            <a:spLocks noChangeShapeType="1"/>
          </p:cNvSpPr>
          <p:nvPr/>
        </p:nvSpPr>
        <p:spPr bwMode="auto">
          <a:xfrm>
            <a:off x="842963" y="90709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906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85FFAC-C88C-4998-9BC6-86D3BCC78358}" type="slidenum">
              <a:rPr lang="pt-BR"/>
              <a:pPr/>
              <a:t>38</a:t>
            </a:fld>
            <a:endParaRPr lang="pt-BR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6975" y="839788"/>
            <a:ext cx="4495800" cy="3371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2963" y="4578350"/>
            <a:ext cx="915987" cy="2238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939" tIns="35939" rIns="35939" bIns="35939" anchor="ctr" anchorCtr="1"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lang="pt-BR" b="1" i="1"/>
              <a:t>Anotações:</a:t>
            </a:r>
          </a:p>
        </p:txBody>
      </p:sp>
      <p:sp>
        <p:nvSpPr>
          <p:cNvPr id="346116" name="Line 4"/>
          <p:cNvSpPr>
            <a:spLocks noChangeShapeType="1"/>
          </p:cNvSpPr>
          <p:nvPr/>
        </p:nvSpPr>
        <p:spPr bwMode="auto">
          <a:xfrm>
            <a:off x="842963" y="48164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6117" name="Line 5"/>
          <p:cNvSpPr>
            <a:spLocks noChangeShapeType="1"/>
          </p:cNvSpPr>
          <p:nvPr/>
        </p:nvSpPr>
        <p:spPr bwMode="auto">
          <a:xfrm>
            <a:off x="842963" y="5100638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6118" name="Line 6"/>
          <p:cNvSpPr>
            <a:spLocks noChangeShapeType="1"/>
          </p:cNvSpPr>
          <p:nvPr/>
        </p:nvSpPr>
        <p:spPr bwMode="auto">
          <a:xfrm>
            <a:off x="842963" y="53848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6119" name="Line 7"/>
          <p:cNvSpPr>
            <a:spLocks noChangeShapeType="1"/>
          </p:cNvSpPr>
          <p:nvPr/>
        </p:nvSpPr>
        <p:spPr bwMode="auto">
          <a:xfrm>
            <a:off x="842963" y="56689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6120" name="Line 8"/>
          <p:cNvSpPr>
            <a:spLocks noChangeShapeType="1"/>
          </p:cNvSpPr>
          <p:nvPr/>
        </p:nvSpPr>
        <p:spPr bwMode="auto">
          <a:xfrm>
            <a:off x="842963" y="595312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6121" name="Line 9"/>
          <p:cNvSpPr>
            <a:spLocks noChangeShapeType="1"/>
          </p:cNvSpPr>
          <p:nvPr/>
        </p:nvSpPr>
        <p:spPr bwMode="auto">
          <a:xfrm>
            <a:off x="842963" y="62341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6122" name="Line 10"/>
          <p:cNvSpPr>
            <a:spLocks noChangeShapeType="1"/>
          </p:cNvSpPr>
          <p:nvPr/>
        </p:nvSpPr>
        <p:spPr bwMode="auto">
          <a:xfrm>
            <a:off x="842963" y="65198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6123" name="Line 11"/>
          <p:cNvSpPr>
            <a:spLocks noChangeShapeType="1"/>
          </p:cNvSpPr>
          <p:nvPr/>
        </p:nvSpPr>
        <p:spPr bwMode="auto">
          <a:xfrm>
            <a:off x="842963" y="67992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6124" name="Line 12"/>
          <p:cNvSpPr>
            <a:spLocks noChangeShapeType="1"/>
          </p:cNvSpPr>
          <p:nvPr/>
        </p:nvSpPr>
        <p:spPr bwMode="auto">
          <a:xfrm>
            <a:off x="842963" y="70866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6125" name="Line 13"/>
          <p:cNvSpPr>
            <a:spLocks noChangeShapeType="1"/>
          </p:cNvSpPr>
          <p:nvPr/>
        </p:nvSpPr>
        <p:spPr bwMode="auto">
          <a:xfrm>
            <a:off x="842963" y="73707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6126" name="Line 14"/>
          <p:cNvSpPr>
            <a:spLocks noChangeShapeType="1"/>
          </p:cNvSpPr>
          <p:nvPr/>
        </p:nvSpPr>
        <p:spPr bwMode="auto">
          <a:xfrm>
            <a:off x="842963" y="76517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6127" name="Line 15"/>
          <p:cNvSpPr>
            <a:spLocks noChangeShapeType="1"/>
          </p:cNvSpPr>
          <p:nvPr/>
        </p:nvSpPr>
        <p:spPr bwMode="auto">
          <a:xfrm>
            <a:off x="842963" y="79375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6128" name="Line 16"/>
          <p:cNvSpPr>
            <a:spLocks noChangeShapeType="1"/>
          </p:cNvSpPr>
          <p:nvPr/>
        </p:nvSpPr>
        <p:spPr bwMode="auto">
          <a:xfrm>
            <a:off x="842963" y="82200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6129" name="Line 17"/>
          <p:cNvSpPr>
            <a:spLocks noChangeShapeType="1"/>
          </p:cNvSpPr>
          <p:nvPr/>
        </p:nvSpPr>
        <p:spPr bwMode="auto">
          <a:xfrm>
            <a:off x="842963" y="85026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6130" name="Line 18"/>
          <p:cNvSpPr>
            <a:spLocks noChangeShapeType="1"/>
          </p:cNvSpPr>
          <p:nvPr/>
        </p:nvSpPr>
        <p:spPr bwMode="auto">
          <a:xfrm>
            <a:off x="842963" y="87868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6131" name="Line 19"/>
          <p:cNvSpPr>
            <a:spLocks noChangeShapeType="1"/>
          </p:cNvSpPr>
          <p:nvPr/>
        </p:nvSpPr>
        <p:spPr bwMode="auto">
          <a:xfrm>
            <a:off x="842963" y="90709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58997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1F7550-FE09-4E73-A6F3-68A9CE82BD46}" type="slidenum">
              <a:rPr lang="pt-BR"/>
              <a:pPr/>
              <a:t>39</a:t>
            </a:fld>
            <a:endParaRPr lang="pt-BR"/>
          </a:p>
        </p:txBody>
      </p:sp>
      <p:sp>
        <p:nvSpPr>
          <p:cNvPr id="348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6975" y="839788"/>
            <a:ext cx="4495800" cy="3371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2963" y="4578350"/>
            <a:ext cx="915987" cy="2238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939" tIns="35939" rIns="35939" bIns="35939" anchor="ctr" anchorCtr="1"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lang="pt-BR" b="1" i="1"/>
              <a:t>Anotações:</a:t>
            </a:r>
          </a:p>
        </p:txBody>
      </p:sp>
      <p:sp>
        <p:nvSpPr>
          <p:cNvPr id="348164" name="Line 4"/>
          <p:cNvSpPr>
            <a:spLocks noChangeShapeType="1"/>
          </p:cNvSpPr>
          <p:nvPr/>
        </p:nvSpPr>
        <p:spPr bwMode="auto">
          <a:xfrm>
            <a:off x="842963" y="48164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8165" name="Line 5"/>
          <p:cNvSpPr>
            <a:spLocks noChangeShapeType="1"/>
          </p:cNvSpPr>
          <p:nvPr/>
        </p:nvSpPr>
        <p:spPr bwMode="auto">
          <a:xfrm>
            <a:off x="842963" y="5100638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8166" name="Line 6"/>
          <p:cNvSpPr>
            <a:spLocks noChangeShapeType="1"/>
          </p:cNvSpPr>
          <p:nvPr/>
        </p:nvSpPr>
        <p:spPr bwMode="auto">
          <a:xfrm>
            <a:off x="842963" y="53848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8167" name="Line 7"/>
          <p:cNvSpPr>
            <a:spLocks noChangeShapeType="1"/>
          </p:cNvSpPr>
          <p:nvPr/>
        </p:nvSpPr>
        <p:spPr bwMode="auto">
          <a:xfrm>
            <a:off x="842963" y="56689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8168" name="Line 8"/>
          <p:cNvSpPr>
            <a:spLocks noChangeShapeType="1"/>
          </p:cNvSpPr>
          <p:nvPr/>
        </p:nvSpPr>
        <p:spPr bwMode="auto">
          <a:xfrm>
            <a:off x="842963" y="595312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8169" name="Line 9"/>
          <p:cNvSpPr>
            <a:spLocks noChangeShapeType="1"/>
          </p:cNvSpPr>
          <p:nvPr/>
        </p:nvSpPr>
        <p:spPr bwMode="auto">
          <a:xfrm>
            <a:off x="842963" y="62341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8170" name="Line 10"/>
          <p:cNvSpPr>
            <a:spLocks noChangeShapeType="1"/>
          </p:cNvSpPr>
          <p:nvPr/>
        </p:nvSpPr>
        <p:spPr bwMode="auto">
          <a:xfrm>
            <a:off x="842963" y="65198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8171" name="Line 11"/>
          <p:cNvSpPr>
            <a:spLocks noChangeShapeType="1"/>
          </p:cNvSpPr>
          <p:nvPr/>
        </p:nvSpPr>
        <p:spPr bwMode="auto">
          <a:xfrm>
            <a:off x="842963" y="67992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8172" name="Line 12"/>
          <p:cNvSpPr>
            <a:spLocks noChangeShapeType="1"/>
          </p:cNvSpPr>
          <p:nvPr/>
        </p:nvSpPr>
        <p:spPr bwMode="auto">
          <a:xfrm>
            <a:off x="842963" y="70866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8173" name="Line 13"/>
          <p:cNvSpPr>
            <a:spLocks noChangeShapeType="1"/>
          </p:cNvSpPr>
          <p:nvPr/>
        </p:nvSpPr>
        <p:spPr bwMode="auto">
          <a:xfrm>
            <a:off x="842963" y="73707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8174" name="Line 14"/>
          <p:cNvSpPr>
            <a:spLocks noChangeShapeType="1"/>
          </p:cNvSpPr>
          <p:nvPr/>
        </p:nvSpPr>
        <p:spPr bwMode="auto">
          <a:xfrm>
            <a:off x="842963" y="76517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8175" name="Line 15"/>
          <p:cNvSpPr>
            <a:spLocks noChangeShapeType="1"/>
          </p:cNvSpPr>
          <p:nvPr/>
        </p:nvSpPr>
        <p:spPr bwMode="auto">
          <a:xfrm>
            <a:off x="842963" y="79375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8176" name="Line 16"/>
          <p:cNvSpPr>
            <a:spLocks noChangeShapeType="1"/>
          </p:cNvSpPr>
          <p:nvPr/>
        </p:nvSpPr>
        <p:spPr bwMode="auto">
          <a:xfrm>
            <a:off x="842963" y="82200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8177" name="Line 17"/>
          <p:cNvSpPr>
            <a:spLocks noChangeShapeType="1"/>
          </p:cNvSpPr>
          <p:nvPr/>
        </p:nvSpPr>
        <p:spPr bwMode="auto">
          <a:xfrm>
            <a:off x="842963" y="85026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8178" name="Line 18"/>
          <p:cNvSpPr>
            <a:spLocks noChangeShapeType="1"/>
          </p:cNvSpPr>
          <p:nvPr/>
        </p:nvSpPr>
        <p:spPr bwMode="auto">
          <a:xfrm>
            <a:off x="842963" y="87868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8179" name="Line 19"/>
          <p:cNvSpPr>
            <a:spLocks noChangeShapeType="1"/>
          </p:cNvSpPr>
          <p:nvPr/>
        </p:nvSpPr>
        <p:spPr bwMode="auto">
          <a:xfrm>
            <a:off x="842963" y="90709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04578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E74A9A-E385-44AC-A328-27A414A71F01}" type="slidenum">
              <a:rPr lang="pt-BR"/>
              <a:pPr/>
              <a:t>40</a:t>
            </a:fld>
            <a:endParaRPr lang="pt-BR"/>
          </a:p>
        </p:txBody>
      </p:sp>
      <p:sp>
        <p:nvSpPr>
          <p:cNvPr id="350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6975" y="839788"/>
            <a:ext cx="4495800" cy="3371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2963" y="4578350"/>
            <a:ext cx="915987" cy="2238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939" tIns="35939" rIns="35939" bIns="35939" anchor="ctr" anchorCtr="1"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lang="pt-BR" b="1" i="1"/>
              <a:t>Anotações:</a:t>
            </a:r>
          </a:p>
        </p:txBody>
      </p:sp>
      <p:sp>
        <p:nvSpPr>
          <p:cNvPr id="350212" name="Line 4"/>
          <p:cNvSpPr>
            <a:spLocks noChangeShapeType="1"/>
          </p:cNvSpPr>
          <p:nvPr/>
        </p:nvSpPr>
        <p:spPr bwMode="auto">
          <a:xfrm>
            <a:off x="842963" y="48164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0213" name="Line 5"/>
          <p:cNvSpPr>
            <a:spLocks noChangeShapeType="1"/>
          </p:cNvSpPr>
          <p:nvPr/>
        </p:nvSpPr>
        <p:spPr bwMode="auto">
          <a:xfrm>
            <a:off x="842963" y="5100638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0214" name="Line 6"/>
          <p:cNvSpPr>
            <a:spLocks noChangeShapeType="1"/>
          </p:cNvSpPr>
          <p:nvPr/>
        </p:nvSpPr>
        <p:spPr bwMode="auto">
          <a:xfrm>
            <a:off x="842963" y="53848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0215" name="Line 7"/>
          <p:cNvSpPr>
            <a:spLocks noChangeShapeType="1"/>
          </p:cNvSpPr>
          <p:nvPr/>
        </p:nvSpPr>
        <p:spPr bwMode="auto">
          <a:xfrm>
            <a:off x="842963" y="56689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0216" name="Line 8"/>
          <p:cNvSpPr>
            <a:spLocks noChangeShapeType="1"/>
          </p:cNvSpPr>
          <p:nvPr/>
        </p:nvSpPr>
        <p:spPr bwMode="auto">
          <a:xfrm>
            <a:off x="842963" y="595312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0217" name="Line 9"/>
          <p:cNvSpPr>
            <a:spLocks noChangeShapeType="1"/>
          </p:cNvSpPr>
          <p:nvPr/>
        </p:nvSpPr>
        <p:spPr bwMode="auto">
          <a:xfrm>
            <a:off x="842963" y="62341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0218" name="Line 10"/>
          <p:cNvSpPr>
            <a:spLocks noChangeShapeType="1"/>
          </p:cNvSpPr>
          <p:nvPr/>
        </p:nvSpPr>
        <p:spPr bwMode="auto">
          <a:xfrm>
            <a:off x="842963" y="65198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0219" name="Line 11"/>
          <p:cNvSpPr>
            <a:spLocks noChangeShapeType="1"/>
          </p:cNvSpPr>
          <p:nvPr/>
        </p:nvSpPr>
        <p:spPr bwMode="auto">
          <a:xfrm>
            <a:off x="842963" y="67992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0220" name="Line 12"/>
          <p:cNvSpPr>
            <a:spLocks noChangeShapeType="1"/>
          </p:cNvSpPr>
          <p:nvPr/>
        </p:nvSpPr>
        <p:spPr bwMode="auto">
          <a:xfrm>
            <a:off x="842963" y="70866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0221" name="Line 13"/>
          <p:cNvSpPr>
            <a:spLocks noChangeShapeType="1"/>
          </p:cNvSpPr>
          <p:nvPr/>
        </p:nvSpPr>
        <p:spPr bwMode="auto">
          <a:xfrm>
            <a:off x="842963" y="737076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0222" name="Line 14"/>
          <p:cNvSpPr>
            <a:spLocks noChangeShapeType="1"/>
          </p:cNvSpPr>
          <p:nvPr/>
        </p:nvSpPr>
        <p:spPr bwMode="auto">
          <a:xfrm>
            <a:off x="842963" y="76517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0223" name="Line 15"/>
          <p:cNvSpPr>
            <a:spLocks noChangeShapeType="1"/>
          </p:cNvSpPr>
          <p:nvPr/>
        </p:nvSpPr>
        <p:spPr bwMode="auto">
          <a:xfrm>
            <a:off x="842963" y="793750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0224" name="Line 16"/>
          <p:cNvSpPr>
            <a:spLocks noChangeShapeType="1"/>
          </p:cNvSpPr>
          <p:nvPr/>
        </p:nvSpPr>
        <p:spPr bwMode="auto">
          <a:xfrm>
            <a:off x="842963" y="82200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0225" name="Line 17"/>
          <p:cNvSpPr>
            <a:spLocks noChangeShapeType="1"/>
          </p:cNvSpPr>
          <p:nvPr/>
        </p:nvSpPr>
        <p:spPr bwMode="auto">
          <a:xfrm>
            <a:off x="842963" y="8502650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0226" name="Line 18"/>
          <p:cNvSpPr>
            <a:spLocks noChangeShapeType="1"/>
          </p:cNvSpPr>
          <p:nvPr/>
        </p:nvSpPr>
        <p:spPr bwMode="auto">
          <a:xfrm>
            <a:off x="842963" y="8786813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0227" name="Line 19"/>
          <p:cNvSpPr>
            <a:spLocks noChangeShapeType="1"/>
          </p:cNvSpPr>
          <p:nvPr/>
        </p:nvSpPr>
        <p:spPr bwMode="auto">
          <a:xfrm>
            <a:off x="842963" y="9070975"/>
            <a:ext cx="5421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19338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025525" y="723900"/>
            <a:ext cx="4826000" cy="362108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B5F05-137F-440C-B223-AE15D89ABE63}" type="slidenum">
              <a:rPr lang="pt-BR" smtClean="0">
                <a:solidFill>
                  <a:prstClr val="black"/>
                </a:solidFill>
              </a:rPr>
              <a:pPr/>
              <a:t>63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344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odelo_empre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09/02/2019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 descr="LOGO 1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20272" y="1"/>
            <a:ext cx="2123728" cy="566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09/02/2019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09/02/2019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09/02/2019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09/02/2019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09/02/2019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09/02/2019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09/02/2019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09/02/2019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09/02/2019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09/02/2019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09/02/2019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E099C-BB5B-486E-B3F8-55D585093289}" type="datetimeFigureOut">
              <a:rPr lang="pt-BR" smtClean="0"/>
              <a:pPr/>
              <a:t>09/02/2019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png"/><Relationship Id="rId4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3.bin"/><Relationship Id="rId4" Type="http://schemas.openxmlformats.org/officeDocument/2006/relationships/audio" Target="../media/audio1.wav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mailto:aparecidoleal@uol.com.br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5940152" y="5445224"/>
            <a:ext cx="30963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JOSÉ APARECIDO LEAL</a:t>
            </a:r>
          </a:p>
          <a:p>
            <a:r>
              <a:rPr lang="pt-BR" sz="1000" dirty="0" smtClean="0"/>
              <a:t>Engenheiro civil </a:t>
            </a:r>
          </a:p>
          <a:p>
            <a:r>
              <a:rPr lang="pt-BR" sz="1000" dirty="0" smtClean="0"/>
              <a:t>Engenheiro de Segurança do Trablho</a:t>
            </a:r>
          </a:p>
          <a:p>
            <a:r>
              <a:rPr lang="pt-BR" sz="1000" dirty="0" smtClean="0"/>
              <a:t>MBA de Gestão de Eng. de Segurança do Trabalho</a:t>
            </a:r>
          </a:p>
          <a:p>
            <a:r>
              <a:rPr lang="pt-BR" sz="1000" dirty="0" smtClean="0"/>
              <a:t>Técnólogo de Processos Gerenciais</a:t>
            </a:r>
          </a:p>
          <a:p>
            <a:r>
              <a:rPr lang="pt-BR" sz="1000" dirty="0" smtClean="0"/>
              <a:t>Técnico em Segurança do Trablho</a:t>
            </a:r>
          </a:p>
          <a:p>
            <a:r>
              <a:rPr lang="pt-BR" sz="1000" dirty="0" smtClean="0"/>
              <a:t>Técnico  em Mecânica</a:t>
            </a:r>
            <a:endParaRPr lang="pt-BR" sz="1000" dirty="0"/>
          </a:p>
        </p:txBody>
      </p:sp>
      <p:pic>
        <p:nvPicPr>
          <p:cNvPr id="8" name="Picture 2" descr="Segurança do Trabalh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"/>
            <a:ext cx="2627784" cy="1042052"/>
          </a:xfrm>
          <a:prstGeom prst="rect">
            <a:avLst/>
          </a:prstGeom>
          <a:noFill/>
        </p:spPr>
      </p:pic>
      <p:pic>
        <p:nvPicPr>
          <p:cNvPr id="11" name="Picture 8" descr="T:\Meus Documentos\Segurança\Explosão com Pó\F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874" y="2204864"/>
            <a:ext cx="5886450" cy="302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441236" y="1598452"/>
            <a:ext cx="62077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dirty="0" smtClean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TREINAMENTO DE EXPLOSÃO DE PÓ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29995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971800" y="838200"/>
            <a:ext cx="2819400" cy="762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EXPLOSÃO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2400" b="1">
                <a:solidFill>
                  <a:srgbClr val="000000"/>
                </a:solidFill>
              </a:rPr>
              <a:t>A explosão de pó é uma ameaça constante a qualquer empresa que opere nos ramos de estocagem de grãos ou moagem.</a:t>
            </a:r>
          </a:p>
          <a:p>
            <a:pPr>
              <a:buFontTx/>
              <a:buNone/>
            </a:pPr>
            <a:r>
              <a:rPr lang="pt-BR" sz="2400" b="1">
                <a:solidFill>
                  <a:srgbClr val="000000"/>
                </a:solidFill>
              </a:rPr>
              <a:t> </a:t>
            </a:r>
          </a:p>
          <a:p>
            <a:pPr>
              <a:buFontTx/>
              <a:buNone/>
            </a:pPr>
            <a:endParaRPr lang="pt-BR" sz="2400" b="1">
              <a:solidFill>
                <a:srgbClr val="000000"/>
              </a:solidFill>
            </a:endParaRPr>
          </a:p>
          <a:p>
            <a:r>
              <a:rPr lang="pt-BR" sz="2400" b="1">
                <a:solidFill>
                  <a:srgbClr val="000000"/>
                </a:solidFill>
              </a:rPr>
              <a:t>Reação  exotérmica que pode ocorrer quando da mistura de gases, vapores, névoas e poeiras com ar respirável na presença de fonte suficiente de ignição. 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806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796925" y="685800"/>
            <a:ext cx="7621588" cy="685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ctr" anchorCtr="1" compatLnSpc="1">
            <a:prstTxWarp prst="textNoShape">
              <a:avLst/>
            </a:prstTxWarp>
          </a:bodyPr>
          <a:lstStyle/>
          <a:p>
            <a:r>
              <a:rPr lang="pt-BR" sz="36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EXPLOSÃO  DE  PÓ</a:t>
            </a:r>
          </a:p>
        </p:txBody>
      </p:sp>
      <p:sp>
        <p:nvSpPr>
          <p:cNvPr id="314371" name="Rectangle 1027"/>
          <p:cNvSpPr>
            <a:spLocks noChangeArrowheads="1"/>
          </p:cNvSpPr>
          <p:nvPr/>
        </p:nvSpPr>
        <p:spPr bwMode="auto">
          <a:xfrm>
            <a:off x="3489325" y="2209800"/>
            <a:ext cx="5246688" cy="367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5090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70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891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08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54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2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79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37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pt-BR" sz="2000" b="1">
                <a:solidFill>
                  <a:srgbClr val="0066FF"/>
                </a:solidFill>
              </a:rPr>
              <a:t>“A falta de informações sobre ocorrências e causas de acidentes envolvendo explosão de pó agrícola em unidades armazenadoras e processadoras, tem resultado em abusos excessivos quanto à segurança das instalações e procedimentos de operação e manutenção.”</a:t>
            </a:r>
            <a:endParaRPr lang="pt-BR" sz="2000" b="1">
              <a:solidFill>
                <a:srgbClr val="000000"/>
              </a:solidFill>
            </a:endParaRPr>
          </a:p>
        </p:txBody>
      </p:sp>
      <p:grpSp>
        <p:nvGrpSpPr>
          <p:cNvPr id="314372" name="Group 1028"/>
          <p:cNvGrpSpPr>
            <a:grpSpLocks/>
          </p:cNvGrpSpPr>
          <p:nvPr/>
        </p:nvGrpSpPr>
        <p:grpSpPr bwMode="auto">
          <a:xfrm>
            <a:off x="238125" y="3943350"/>
            <a:ext cx="3419475" cy="2000250"/>
            <a:chOff x="0" y="576"/>
            <a:chExt cx="5376" cy="3504"/>
          </a:xfrm>
        </p:grpSpPr>
        <p:sp>
          <p:nvSpPr>
            <p:cNvPr id="314373" name="Freeform 1029"/>
            <p:cNvSpPr>
              <a:spLocks/>
            </p:cNvSpPr>
            <p:nvPr/>
          </p:nvSpPr>
          <p:spPr bwMode="auto">
            <a:xfrm>
              <a:off x="0" y="576"/>
              <a:ext cx="5376" cy="3504"/>
            </a:xfrm>
            <a:custGeom>
              <a:avLst/>
              <a:gdLst>
                <a:gd name="T0" fmla="*/ 2592 w 5285"/>
                <a:gd name="T1" fmla="*/ 378 h 3516"/>
                <a:gd name="T2" fmla="*/ 2450 w 5285"/>
                <a:gd name="T3" fmla="*/ 187 h 3516"/>
                <a:gd name="T4" fmla="*/ 2262 w 5285"/>
                <a:gd name="T5" fmla="*/ 57 h 3516"/>
                <a:gd name="T6" fmla="*/ 2045 w 5285"/>
                <a:gd name="T7" fmla="*/ 1 h 3516"/>
                <a:gd name="T8" fmla="*/ 1751 w 5285"/>
                <a:gd name="T9" fmla="*/ 53 h 3516"/>
                <a:gd name="T10" fmla="*/ 1463 w 5285"/>
                <a:gd name="T11" fmla="*/ 332 h 3516"/>
                <a:gd name="T12" fmla="*/ 1410 w 5285"/>
                <a:gd name="T13" fmla="*/ 799 h 3516"/>
                <a:gd name="T14" fmla="*/ 1340 w 5285"/>
                <a:gd name="T15" fmla="*/ 804 h 3516"/>
                <a:gd name="T16" fmla="*/ 1106 w 5285"/>
                <a:gd name="T17" fmla="*/ 849 h 3516"/>
                <a:gd name="T18" fmla="*/ 941 w 5285"/>
                <a:gd name="T19" fmla="*/ 1127 h 3516"/>
                <a:gd name="T20" fmla="*/ 957 w 5285"/>
                <a:gd name="T21" fmla="*/ 1327 h 3516"/>
                <a:gd name="T22" fmla="*/ 751 w 5285"/>
                <a:gd name="T23" fmla="*/ 1305 h 3516"/>
                <a:gd name="T24" fmla="*/ 545 w 5285"/>
                <a:gd name="T25" fmla="*/ 1313 h 3516"/>
                <a:gd name="T26" fmla="*/ 265 w 5285"/>
                <a:gd name="T27" fmla="*/ 1481 h 3516"/>
                <a:gd name="T28" fmla="*/ 64 w 5285"/>
                <a:gd name="T29" fmla="*/ 1757 h 3516"/>
                <a:gd name="T30" fmla="*/ 4 w 5285"/>
                <a:gd name="T31" fmla="*/ 1952 h 3516"/>
                <a:gd name="T32" fmla="*/ 23 w 5285"/>
                <a:gd name="T33" fmla="*/ 2229 h 3516"/>
                <a:gd name="T34" fmla="*/ 170 w 5285"/>
                <a:gd name="T35" fmla="*/ 2493 h 3516"/>
                <a:gd name="T36" fmla="*/ 395 w 5285"/>
                <a:gd name="T37" fmla="*/ 2659 h 3516"/>
                <a:gd name="T38" fmla="*/ 577 w 5285"/>
                <a:gd name="T39" fmla="*/ 2685 h 3516"/>
                <a:gd name="T40" fmla="*/ 738 w 5285"/>
                <a:gd name="T41" fmla="*/ 2663 h 3516"/>
                <a:gd name="T42" fmla="*/ 834 w 5285"/>
                <a:gd name="T43" fmla="*/ 2800 h 3516"/>
                <a:gd name="T44" fmla="*/ 982 w 5285"/>
                <a:gd name="T45" fmla="*/ 2999 h 3516"/>
                <a:gd name="T46" fmla="*/ 1201 w 5285"/>
                <a:gd name="T47" fmla="*/ 3110 h 3516"/>
                <a:gd name="T48" fmla="*/ 1423 w 5285"/>
                <a:gd name="T49" fmla="*/ 3099 h 3516"/>
                <a:gd name="T50" fmla="*/ 1581 w 5285"/>
                <a:gd name="T51" fmla="*/ 2936 h 3516"/>
                <a:gd name="T52" fmla="*/ 1666 w 5285"/>
                <a:gd name="T53" fmla="*/ 3067 h 3516"/>
                <a:gd name="T54" fmla="*/ 1776 w 5285"/>
                <a:gd name="T55" fmla="*/ 3230 h 3516"/>
                <a:gd name="T56" fmla="*/ 1950 w 5285"/>
                <a:gd name="T57" fmla="*/ 3378 h 3516"/>
                <a:gd name="T58" fmla="*/ 2156 w 5285"/>
                <a:gd name="T59" fmla="*/ 3480 h 3516"/>
                <a:gd name="T60" fmla="*/ 2364 w 5285"/>
                <a:gd name="T61" fmla="*/ 3516 h 3516"/>
                <a:gd name="T62" fmla="*/ 2579 w 5285"/>
                <a:gd name="T63" fmla="*/ 3445 h 3516"/>
                <a:gd name="T64" fmla="*/ 2813 w 5285"/>
                <a:gd name="T65" fmla="*/ 3127 h 3516"/>
                <a:gd name="T66" fmla="*/ 2854 w 5285"/>
                <a:gd name="T67" fmla="*/ 2767 h 3516"/>
                <a:gd name="T68" fmla="*/ 2958 w 5285"/>
                <a:gd name="T69" fmla="*/ 2803 h 3516"/>
                <a:gd name="T70" fmla="*/ 3247 w 5285"/>
                <a:gd name="T71" fmla="*/ 2840 h 3516"/>
                <a:gd name="T72" fmla="*/ 3501 w 5285"/>
                <a:gd name="T73" fmla="*/ 2665 h 3516"/>
                <a:gd name="T74" fmla="*/ 3569 w 5285"/>
                <a:gd name="T75" fmla="*/ 2410 h 3516"/>
                <a:gd name="T76" fmla="*/ 3634 w 5285"/>
                <a:gd name="T77" fmla="*/ 2518 h 3516"/>
                <a:gd name="T78" fmla="*/ 3742 w 5285"/>
                <a:gd name="T79" fmla="*/ 2610 h 3516"/>
                <a:gd name="T80" fmla="*/ 4025 w 5285"/>
                <a:gd name="T81" fmla="*/ 2688 h 3516"/>
                <a:gd name="T82" fmla="*/ 4404 w 5285"/>
                <a:gd name="T83" fmla="*/ 2656 h 3516"/>
                <a:gd name="T84" fmla="*/ 4762 w 5285"/>
                <a:gd name="T85" fmla="*/ 2493 h 3516"/>
                <a:gd name="T86" fmla="*/ 5059 w 5285"/>
                <a:gd name="T87" fmla="*/ 2214 h 3516"/>
                <a:gd name="T88" fmla="*/ 5249 w 5285"/>
                <a:gd name="T89" fmla="*/ 1846 h 3516"/>
                <a:gd name="T90" fmla="*/ 5282 w 5285"/>
                <a:gd name="T91" fmla="*/ 1521 h 3516"/>
                <a:gd name="T92" fmla="*/ 5198 w 5285"/>
                <a:gd name="T93" fmla="*/ 1223 h 3516"/>
                <a:gd name="T94" fmla="*/ 5020 w 5285"/>
                <a:gd name="T95" fmla="*/ 983 h 3516"/>
                <a:gd name="T96" fmla="*/ 4773 w 5285"/>
                <a:gd name="T97" fmla="*/ 829 h 3516"/>
                <a:gd name="T98" fmla="*/ 4467 w 5285"/>
                <a:gd name="T99" fmla="*/ 652 h 3516"/>
                <a:gd name="T100" fmla="*/ 4388 w 5285"/>
                <a:gd name="T101" fmla="*/ 306 h 3516"/>
                <a:gd name="T102" fmla="*/ 4143 w 5285"/>
                <a:gd name="T103" fmla="*/ 96 h 3516"/>
                <a:gd name="T104" fmla="*/ 3986 w 5285"/>
                <a:gd name="T105" fmla="*/ 59 h 3516"/>
                <a:gd name="T106" fmla="*/ 3830 w 5285"/>
                <a:gd name="T107" fmla="*/ 83 h 3516"/>
                <a:gd name="T108" fmla="*/ 3648 w 5285"/>
                <a:gd name="T109" fmla="*/ 251 h 3516"/>
                <a:gd name="T110" fmla="*/ 3526 w 5285"/>
                <a:gd name="T111" fmla="*/ 501 h 3516"/>
                <a:gd name="T112" fmla="*/ 3393 w 5285"/>
                <a:gd name="T113" fmla="*/ 520 h 3516"/>
                <a:gd name="T114" fmla="*/ 3221 w 5285"/>
                <a:gd name="T115" fmla="*/ 430 h 3516"/>
                <a:gd name="T116" fmla="*/ 3034 w 5285"/>
                <a:gd name="T117" fmla="*/ 405 h 3516"/>
                <a:gd name="T118" fmla="*/ 2847 w 5285"/>
                <a:gd name="T119" fmla="*/ 455 h 3516"/>
                <a:gd name="T120" fmla="*/ 2672 w 5285"/>
                <a:gd name="T121" fmla="*/ 578 h 3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285" h="3516">
                  <a:moveTo>
                    <a:pt x="2672" y="578"/>
                  </a:moveTo>
                  <a:lnTo>
                    <a:pt x="2661" y="543"/>
                  </a:lnTo>
                  <a:lnTo>
                    <a:pt x="2651" y="508"/>
                  </a:lnTo>
                  <a:lnTo>
                    <a:pt x="2638" y="474"/>
                  </a:lnTo>
                  <a:lnTo>
                    <a:pt x="2624" y="442"/>
                  </a:lnTo>
                  <a:lnTo>
                    <a:pt x="2609" y="409"/>
                  </a:lnTo>
                  <a:lnTo>
                    <a:pt x="2592" y="378"/>
                  </a:lnTo>
                  <a:lnTo>
                    <a:pt x="2576" y="347"/>
                  </a:lnTo>
                  <a:lnTo>
                    <a:pt x="2557" y="319"/>
                  </a:lnTo>
                  <a:lnTo>
                    <a:pt x="2537" y="290"/>
                  </a:lnTo>
                  <a:lnTo>
                    <a:pt x="2516" y="263"/>
                  </a:lnTo>
                  <a:lnTo>
                    <a:pt x="2495" y="236"/>
                  </a:lnTo>
                  <a:lnTo>
                    <a:pt x="2472" y="211"/>
                  </a:lnTo>
                  <a:lnTo>
                    <a:pt x="2450" y="187"/>
                  </a:lnTo>
                  <a:lnTo>
                    <a:pt x="2425" y="165"/>
                  </a:lnTo>
                  <a:lnTo>
                    <a:pt x="2400" y="143"/>
                  </a:lnTo>
                  <a:lnTo>
                    <a:pt x="2373" y="123"/>
                  </a:lnTo>
                  <a:lnTo>
                    <a:pt x="2347" y="105"/>
                  </a:lnTo>
                  <a:lnTo>
                    <a:pt x="2319" y="87"/>
                  </a:lnTo>
                  <a:lnTo>
                    <a:pt x="2291" y="71"/>
                  </a:lnTo>
                  <a:lnTo>
                    <a:pt x="2262" y="57"/>
                  </a:lnTo>
                  <a:lnTo>
                    <a:pt x="2233" y="44"/>
                  </a:lnTo>
                  <a:lnTo>
                    <a:pt x="2202" y="32"/>
                  </a:lnTo>
                  <a:lnTo>
                    <a:pt x="2172" y="23"/>
                  </a:lnTo>
                  <a:lnTo>
                    <a:pt x="2141" y="14"/>
                  </a:lnTo>
                  <a:lnTo>
                    <a:pt x="2110" y="8"/>
                  </a:lnTo>
                  <a:lnTo>
                    <a:pt x="2077" y="3"/>
                  </a:lnTo>
                  <a:lnTo>
                    <a:pt x="2045" y="1"/>
                  </a:lnTo>
                  <a:lnTo>
                    <a:pt x="2012" y="0"/>
                  </a:lnTo>
                  <a:lnTo>
                    <a:pt x="1978" y="1"/>
                  </a:lnTo>
                  <a:lnTo>
                    <a:pt x="1945" y="3"/>
                  </a:lnTo>
                  <a:lnTo>
                    <a:pt x="1912" y="8"/>
                  </a:lnTo>
                  <a:lnTo>
                    <a:pt x="1877" y="14"/>
                  </a:lnTo>
                  <a:lnTo>
                    <a:pt x="1812" y="31"/>
                  </a:lnTo>
                  <a:lnTo>
                    <a:pt x="1751" y="53"/>
                  </a:lnTo>
                  <a:lnTo>
                    <a:pt x="1695" y="79"/>
                  </a:lnTo>
                  <a:lnTo>
                    <a:pt x="1644" y="111"/>
                  </a:lnTo>
                  <a:lnTo>
                    <a:pt x="1598" y="147"/>
                  </a:lnTo>
                  <a:lnTo>
                    <a:pt x="1557" y="187"/>
                  </a:lnTo>
                  <a:lnTo>
                    <a:pt x="1521" y="232"/>
                  </a:lnTo>
                  <a:lnTo>
                    <a:pt x="1489" y="280"/>
                  </a:lnTo>
                  <a:lnTo>
                    <a:pt x="1463" y="332"/>
                  </a:lnTo>
                  <a:lnTo>
                    <a:pt x="1441" y="387"/>
                  </a:lnTo>
                  <a:lnTo>
                    <a:pt x="1425" y="448"/>
                  </a:lnTo>
                  <a:lnTo>
                    <a:pt x="1412" y="512"/>
                  </a:lnTo>
                  <a:lnTo>
                    <a:pt x="1405" y="578"/>
                  </a:lnTo>
                  <a:lnTo>
                    <a:pt x="1402" y="648"/>
                  </a:lnTo>
                  <a:lnTo>
                    <a:pt x="1404" y="722"/>
                  </a:lnTo>
                  <a:lnTo>
                    <a:pt x="1410" y="799"/>
                  </a:lnTo>
                  <a:lnTo>
                    <a:pt x="1410" y="827"/>
                  </a:lnTo>
                  <a:lnTo>
                    <a:pt x="1401" y="826"/>
                  </a:lnTo>
                  <a:lnTo>
                    <a:pt x="1389" y="822"/>
                  </a:lnTo>
                  <a:lnTo>
                    <a:pt x="1378" y="818"/>
                  </a:lnTo>
                  <a:lnTo>
                    <a:pt x="1365" y="812"/>
                  </a:lnTo>
                  <a:lnTo>
                    <a:pt x="1353" y="808"/>
                  </a:lnTo>
                  <a:lnTo>
                    <a:pt x="1340" y="804"/>
                  </a:lnTo>
                  <a:lnTo>
                    <a:pt x="1329" y="800"/>
                  </a:lnTo>
                  <a:lnTo>
                    <a:pt x="1319" y="799"/>
                  </a:lnTo>
                  <a:lnTo>
                    <a:pt x="1276" y="794"/>
                  </a:lnTo>
                  <a:lnTo>
                    <a:pt x="1232" y="797"/>
                  </a:lnTo>
                  <a:lnTo>
                    <a:pt x="1189" y="808"/>
                  </a:lnTo>
                  <a:lnTo>
                    <a:pt x="1146" y="824"/>
                  </a:lnTo>
                  <a:lnTo>
                    <a:pt x="1106" y="849"/>
                  </a:lnTo>
                  <a:lnTo>
                    <a:pt x="1067" y="878"/>
                  </a:lnTo>
                  <a:lnTo>
                    <a:pt x="1033" y="911"/>
                  </a:lnTo>
                  <a:lnTo>
                    <a:pt x="1004" y="949"/>
                  </a:lnTo>
                  <a:lnTo>
                    <a:pt x="978" y="991"/>
                  </a:lnTo>
                  <a:lnTo>
                    <a:pt x="959" y="1035"/>
                  </a:lnTo>
                  <a:lnTo>
                    <a:pt x="946" y="1080"/>
                  </a:lnTo>
                  <a:lnTo>
                    <a:pt x="941" y="1127"/>
                  </a:lnTo>
                  <a:lnTo>
                    <a:pt x="944" y="1176"/>
                  </a:lnTo>
                  <a:lnTo>
                    <a:pt x="957" y="1223"/>
                  </a:lnTo>
                  <a:lnTo>
                    <a:pt x="979" y="1270"/>
                  </a:lnTo>
                  <a:lnTo>
                    <a:pt x="1012" y="1316"/>
                  </a:lnTo>
                  <a:lnTo>
                    <a:pt x="997" y="1322"/>
                  </a:lnTo>
                  <a:lnTo>
                    <a:pt x="979" y="1324"/>
                  </a:lnTo>
                  <a:lnTo>
                    <a:pt x="957" y="1327"/>
                  </a:lnTo>
                  <a:lnTo>
                    <a:pt x="932" y="1326"/>
                  </a:lnTo>
                  <a:lnTo>
                    <a:pt x="906" y="1324"/>
                  </a:lnTo>
                  <a:lnTo>
                    <a:pt x="876" y="1321"/>
                  </a:lnTo>
                  <a:lnTo>
                    <a:pt x="846" y="1317"/>
                  </a:lnTo>
                  <a:lnTo>
                    <a:pt x="815" y="1312"/>
                  </a:lnTo>
                  <a:lnTo>
                    <a:pt x="783" y="1309"/>
                  </a:lnTo>
                  <a:lnTo>
                    <a:pt x="751" y="1305"/>
                  </a:lnTo>
                  <a:lnTo>
                    <a:pt x="720" y="1301"/>
                  </a:lnTo>
                  <a:lnTo>
                    <a:pt x="690" y="1298"/>
                  </a:lnTo>
                  <a:lnTo>
                    <a:pt x="662" y="1297"/>
                  </a:lnTo>
                  <a:lnTo>
                    <a:pt x="635" y="1297"/>
                  </a:lnTo>
                  <a:lnTo>
                    <a:pt x="611" y="1299"/>
                  </a:lnTo>
                  <a:lnTo>
                    <a:pt x="589" y="1303"/>
                  </a:lnTo>
                  <a:lnTo>
                    <a:pt x="545" y="1313"/>
                  </a:lnTo>
                  <a:lnTo>
                    <a:pt x="501" y="1329"/>
                  </a:lnTo>
                  <a:lnTo>
                    <a:pt x="458" y="1347"/>
                  </a:lnTo>
                  <a:lnTo>
                    <a:pt x="418" y="1369"/>
                  </a:lnTo>
                  <a:lnTo>
                    <a:pt x="377" y="1393"/>
                  </a:lnTo>
                  <a:lnTo>
                    <a:pt x="338" y="1420"/>
                  </a:lnTo>
                  <a:lnTo>
                    <a:pt x="301" y="1450"/>
                  </a:lnTo>
                  <a:lnTo>
                    <a:pt x="265" y="1481"/>
                  </a:lnTo>
                  <a:lnTo>
                    <a:pt x="231" y="1516"/>
                  </a:lnTo>
                  <a:lnTo>
                    <a:pt x="198" y="1553"/>
                  </a:lnTo>
                  <a:lnTo>
                    <a:pt x="167" y="1590"/>
                  </a:lnTo>
                  <a:lnTo>
                    <a:pt x="138" y="1630"/>
                  </a:lnTo>
                  <a:lnTo>
                    <a:pt x="111" y="1671"/>
                  </a:lnTo>
                  <a:lnTo>
                    <a:pt x="86" y="1713"/>
                  </a:lnTo>
                  <a:lnTo>
                    <a:pt x="64" y="1757"/>
                  </a:lnTo>
                  <a:lnTo>
                    <a:pt x="43" y="1801"/>
                  </a:lnTo>
                  <a:lnTo>
                    <a:pt x="35" y="1819"/>
                  </a:lnTo>
                  <a:lnTo>
                    <a:pt x="28" y="1842"/>
                  </a:lnTo>
                  <a:lnTo>
                    <a:pt x="20" y="1868"/>
                  </a:lnTo>
                  <a:lnTo>
                    <a:pt x="14" y="1897"/>
                  </a:lnTo>
                  <a:lnTo>
                    <a:pt x="8" y="1924"/>
                  </a:lnTo>
                  <a:lnTo>
                    <a:pt x="4" y="1952"/>
                  </a:lnTo>
                  <a:lnTo>
                    <a:pt x="1" y="1978"/>
                  </a:lnTo>
                  <a:lnTo>
                    <a:pt x="0" y="1999"/>
                  </a:lnTo>
                  <a:lnTo>
                    <a:pt x="0" y="2039"/>
                  </a:lnTo>
                  <a:lnTo>
                    <a:pt x="1" y="2092"/>
                  </a:lnTo>
                  <a:lnTo>
                    <a:pt x="5" y="2145"/>
                  </a:lnTo>
                  <a:lnTo>
                    <a:pt x="11" y="2185"/>
                  </a:lnTo>
                  <a:lnTo>
                    <a:pt x="23" y="2229"/>
                  </a:lnTo>
                  <a:lnTo>
                    <a:pt x="37" y="2272"/>
                  </a:lnTo>
                  <a:lnTo>
                    <a:pt x="54" y="2313"/>
                  </a:lnTo>
                  <a:lnTo>
                    <a:pt x="73" y="2352"/>
                  </a:lnTo>
                  <a:lnTo>
                    <a:pt x="93" y="2390"/>
                  </a:lnTo>
                  <a:lnTo>
                    <a:pt x="117" y="2427"/>
                  </a:lnTo>
                  <a:lnTo>
                    <a:pt x="142" y="2461"/>
                  </a:lnTo>
                  <a:lnTo>
                    <a:pt x="170" y="2493"/>
                  </a:lnTo>
                  <a:lnTo>
                    <a:pt x="198" y="2523"/>
                  </a:lnTo>
                  <a:lnTo>
                    <a:pt x="227" y="2552"/>
                  </a:lnTo>
                  <a:lnTo>
                    <a:pt x="258" y="2578"/>
                  </a:lnTo>
                  <a:lnTo>
                    <a:pt x="292" y="2602"/>
                  </a:lnTo>
                  <a:lnTo>
                    <a:pt x="325" y="2624"/>
                  </a:lnTo>
                  <a:lnTo>
                    <a:pt x="359" y="2642"/>
                  </a:lnTo>
                  <a:lnTo>
                    <a:pt x="395" y="2659"/>
                  </a:lnTo>
                  <a:lnTo>
                    <a:pt x="430" y="2672"/>
                  </a:lnTo>
                  <a:lnTo>
                    <a:pt x="456" y="2678"/>
                  </a:lnTo>
                  <a:lnTo>
                    <a:pt x="481" y="2683"/>
                  </a:lnTo>
                  <a:lnTo>
                    <a:pt x="506" y="2686"/>
                  </a:lnTo>
                  <a:lnTo>
                    <a:pt x="530" y="2688"/>
                  </a:lnTo>
                  <a:lnTo>
                    <a:pt x="554" y="2688"/>
                  </a:lnTo>
                  <a:lnTo>
                    <a:pt x="577" y="2685"/>
                  </a:lnTo>
                  <a:lnTo>
                    <a:pt x="601" y="2684"/>
                  </a:lnTo>
                  <a:lnTo>
                    <a:pt x="624" y="2680"/>
                  </a:lnTo>
                  <a:lnTo>
                    <a:pt x="647" y="2677"/>
                  </a:lnTo>
                  <a:lnTo>
                    <a:pt x="670" y="2673"/>
                  </a:lnTo>
                  <a:lnTo>
                    <a:pt x="692" y="2669"/>
                  </a:lnTo>
                  <a:lnTo>
                    <a:pt x="715" y="2666"/>
                  </a:lnTo>
                  <a:lnTo>
                    <a:pt x="738" y="2663"/>
                  </a:lnTo>
                  <a:lnTo>
                    <a:pt x="761" y="2661"/>
                  </a:lnTo>
                  <a:lnTo>
                    <a:pt x="784" y="2659"/>
                  </a:lnTo>
                  <a:lnTo>
                    <a:pt x="807" y="2659"/>
                  </a:lnTo>
                  <a:lnTo>
                    <a:pt x="809" y="2695"/>
                  </a:lnTo>
                  <a:lnTo>
                    <a:pt x="814" y="2731"/>
                  </a:lnTo>
                  <a:lnTo>
                    <a:pt x="822" y="2766"/>
                  </a:lnTo>
                  <a:lnTo>
                    <a:pt x="834" y="2800"/>
                  </a:lnTo>
                  <a:lnTo>
                    <a:pt x="847" y="2832"/>
                  </a:lnTo>
                  <a:lnTo>
                    <a:pt x="865" y="2864"/>
                  </a:lnTo>
                  <a:lnTo>
                    <a:pt x="884" y="2894"/>
                  </a:lnTo>
                  <a:lnTo>
                    <a:pt x="906" y="2923"/>
                  </a:lnTo>
                  <a:lnTo>
                    <a:pt x="929" y="2950"/>
                  </a:lnTo>
                  <a:lnTo>
                    <a:pt x="955" y="2976"/>
                  </a:lnTo>
                  <a:lnTo>
                    <a:pt x="982" y="2999"/>
                  </a:lnTo>
                  <a:lnTo>
                    <a:pt x="1010" y="3021"/>
                  </a:lnTo>
                  <a:lnTo>
                    <a:pt x="1040" y="3041"/>
                  </a:lnTo>
                  <a:lnTo>
                    <a:pt x="1070" y="3059"/>
                  </a:lnTo>
                  <a:lnTo>
                    <a:pt x="1102" y="3075"/>
                  </a:lnTo>
                  <a:lnTo>
                    <a:pt x="1135" y="3088"/>
                  </a:lnTo>
                  <a:lnTo>
                    <a:pt x="1167" y="3100"/>
                  </a:lnTo>
                  <a:lnTo>
                    <a:pt x="1201" y="3110"/>
                  </a:lnTo>
                  <a:lnTo>
                    <a:pt x="1233" y="3116"/>
                  </a:lnTo>
                  <a:lnTo>
                    <a:pt x="1266" y="3120"/>
                  </a:lnTo>
                  <a:lnTo>
                    <a:pt x="1299" y="3122"/>
                  </a:lnTo>
                  <a:lnTo>
                    <a:pt x="1331" y="3121"/>
                  </a:lnTo>
                  <a:lnTo>
                    <a:pt x="1362" y="3116"/>
                  </a:lnTo>
                  <a:lnTo>
                    <a:pt x="1393" y="3109"/>
                  </a:lnTo>
                  <a:lnTo>
                    <a:pt x="1423" y="3099"/>
                  </a:lnTo>
                  <a:lnTo>
                    <a:pt x="1451" y="3086"/>
                  </a:lnTo>
                  <a:lnTo>
                    <a:pt x="1478" y="3069"/>
                  </a:lnTo>
                  <a:lnTo>
                    <a:pt x="1502" y="3050"/>
                  </a:lnTo>
                  <a:lnTo>
                    <a:pt x="1526" y="3027"/>
                  </a:lnTo>
                  <a:lnTo>
                    <a:pt x="1547" y="3000"/>
                  </a:lnTo>
                  <a:lnTo>
                    <a:pt x="1564" y="2970"/>
                  </a:lnTo>
                  <a:lnTo>
                    <a:pt x="1581" y="2936"/>
                  </a:lnTo>
                  <a:lnTo>
                    <a:pt x="1592" y="2950"/>
                  </a:lnTo>
                  <a:lnTo>
                    <a:pt x="1603" y="2966"/>
                  </a:lnTo>
                  <a:lnTo>
                    <a:pt x="1617" y="2987"/>
                  </a:lnTo>
                  <a:lnTo>
                    <a:pt x="1631" y="3009"/>
                  </a:lnTo>
                  <a:lnTo>
                    <a:pt x="1644" y="3030"/>
                  </a:lnTo>
                  <a:lnTo>
                    <a:pt x="1656" y="3051"/>
                  </a:lnTo>
                  <a:lnTo>
                    <a:pt x="1666" y="3067"/>
                  </a:lnTo>
                  <a:lnTo>
                    <a:pt x="1672" y="3079"/>
                  </a:lnTo>
                  <a:lnTo>
                    <a:pt x="1685" y="3105"/>
                  </a:lnTo>
                  <a:lnTo>
                    <a:pt x="1701" y="3131"/>
                  </a:lnTo>
                  <a:lnTo>
                    <a:pt x="1718" y="3156"/>
                  </a:lnTo>
                  <a:lnTo>
                    <a:pt x="1735" y="3181"/>
                  </a:lnTo>
                  <a:lnTo>
                    <a:pt x="1755" y="3205"/>
                  </a:lnTo>
                  <a:lnTo>
                    <a:pt x="1776" y="3230"/>
                  </a:lnTo>
                  <a:lnTo>
                    <a:pt x="1798" y="3253"/>
                  </a:lnTo>
                  <a:lnTo>
                    <a:pt x="1821" y="3276"/>
                  </a:lnTo>
                  <a:lnTo>
                    <a:pt x="1845" y="3297"/>
                  </a:lnTo>
                  <a:lnTo>
                    <a:pt x="1870" y="3319"/>
                  </a:lnTo>
                  <a:lnTo>
                    <a:pt x="1896" y="3340"/>
                  </a:lnTo>
                  <a:lnTo>
                    <a:pt x="1923" y="3359"/>
                  </a:lnTo>
                  <a:lnTo>
                    <a:pt x="1950" y="3378"/>
                  </a:lnTo>
                  <a:lnTo>
                    <a:pt x="1978" y="3396"/>
                  </a:lnTo>
                  <a:lnTo>
                    <a:pt x="2006" y="3413"/>
                  </a:lnTo>
                  <a:lnTo>
                    <a:pt x="2036" y="3429"/>
                  </a:lnTo>
                  <a:lnTo>
                    <a:pt x="2066" y="3443"/>
                  </a:lnTo>
                  <a:lnTo>
                    <a:pt x="2095" y="3457"/>
                  </a:lnTo>
                  <a:lnTo>
                    <a:pt x="2125" y="3469"/>
                  </a:lnTo>
                  <a:lnTo>
                    <a:pt x="2156" y="3480"/>
                  </a:lnTo>
                  <a:lnTo>
                    <a:pt x="2186" y="3489"/>
                  </a:lnTo>
                  <a:lnTo>
                    <a:pt x="2216" y="3498"/>
                  </a:lnTo>
                  <a:lnTo>
                    <a:pt x="2246" y="3505"/>
                  </a:lnTo>
                  <a:lnTo>
                    <a:pt x="2276" y="3510"/>
                  </a:lnTo>
                  <a:lnTo>
                    <a:pt x="2306" y="3513"/>
                  </a:lnTo>
                  <a:lnTo>
                    <a:pt x="2336" y="3516"/>
                  </a:lnTo>
                  <a:lnTo>
                    <a:pt x="2364" y="3516"/>
                  </a:lnTo>
                  <a:lnTo>
                    <a:pt x="2393" y="3515"/>
                  </a:lnTo>
                  <a:lnTo>
                    <a:pt x="2421" y="3511"/>
                  </a:lnTo>
                  <a:lnTo>
                    <a:pt x="2449" y="3506"/>
                  </a:lnTo>
                  <a:lnTo>
                    <a:pt x="2476" y="3499"/>
                  </a:lnTo>
                  <a:lnTo>
                    <a:pt x="2502" y="3490"/>
                  </a:lnTo>
                  <a:lnTo>
                    <a:pt x="2540" y="3471"/>
                  </a:lnTo>
                  <a:lnTo>
                    <a:pt x="2579" y="3445"/>
                  </a:lnTo>
                  <a:lnTo>
                    <a:pt x="2617" y="3412"/>
                  </a:lnTo>
                  <a:lnTo>
                    <a:pt x="2655" y="3375"/>
                  </a:lnTo>
                  <a:lnTo>
                    <a:pt x="2691" y="3331"/>
                  </a:lnTo>
                  <a:lnTo>
                    <a:pt x="2726" y="3284"/>
                  </a:lnTo>
                  <a:lnTo>
                    <a:pt x="2758" y="3234"/>
                  </a:lnTo>
                  <a:lnTo>
                    <a:pt x="2787" y="3181"/>
                  </a:lnTo>
                  <a:lnTo>
                    <a:pt x="2813" y="3127"/>
                  </a:lnTo>
                  <a:lnTo>
                    <a:pt x="2835" y="3073"/>
                  </a:lnTo>
                  <a:lnTo>
                    <a:pt x="2853" y="3017"/>
                  </a:lnTo>
                  <a:lnTo>
                    <a:pt x="2866" y="2963"/>
                  </a:lnTo>
                  <a:lnTo>
                    <a:pt x="2873" y="2910"/>
                  </a:lnTo>
                  <a:lnTo>
                    <a:pt x="2873" y="2859"/>
                  </a:lnTo>
                  <a:lnTo>
                    <a:pt x="2868" y="2811"/>
                  </a:lnTo>
                  <a:lnTo>
                    <a:pt x="2854" y="2767"/>
                  </a:lnTo>
                  <a:lnTo>
                    <a:pt x="2864" y="2768"/>
                  </a:lnTo>
                  <a:lnTo>
                    <a:pt x="2878" y="2773"/>
                  </a:lnTo>
                  <a:lnTo>
                    <a:pt x="2894" y="2779"/>
                  </a:lnTo>
                  <a:lnTo>
                    <a:pt x="2911" y="2785"/>
                  </a:lnTo>
                  <a:lnTo>
                    <a:pt x="2928" y="2793"/>
                  </a:lnTo>
                  <a:lnTo>
                    <a:pt x="2944" y="2799"/>
                  </a:lnTo>
                  <a:lnTo>
                    <a:pt x="2958" y="2803"/>
                  </a:lnTo>
                  <a:lnTo>
                    <a:pt x="2969" y="2805"/>
                  </a:lnTo>
                  <a:lnTo>
                    <a:pt x="3016" y="2820"/>
                  </a:lnTo>
                  <a:lnTo>
                    <a:pt x="3063" y="2832"/>
                  </a:lnTo>
                  <a:lnTo>
                    <a:pt x="3109" y="2840"/>
                  </a:lnTo>
                  <a:lnTo>
                    <a:pt x="3156" y="2844"/>
                  </a:lnTo>
                  <a:lnTo>
                    <a:pt x="3202" y="2844"/>
                  </a:lnTo>
                  <a:lnTo>
                    <a:pt x="3247" y="2840"/>
                  </a:lnTo>
                  <a:lnTo>
                    <a:pt x="3291" y="2830"/>
                  </a:lnTo>
                  <a:lnTo>
                    <a:pt x="3333" y="2815"/>
                  </a:lnTo>
                  <a:lnTo>
                    <a:pt x="3371" y="2797"/>
                  </a:lnTo>
                  <a:lnTo>
                    <a:pt x="3409" y="2772"/>
                  </a:lnTo>
                  <a:lnTo>
                    <a:pt x="3443" y="2742"/>
                  </a:lnTo>
                  <a:lnTo>
                    <a:pt x="3474" y="2707"/>
                  </a:lnTo>
                  <a:lnTo>
                    <a:pt x="3501" y="2665"/>
                  </a:lnTo>
                  <a:lnTo>
                    <a:pt x="3525" y="2616"/>
                  </a:lnTo>
                  <a:lnTo>
                    <a:pt x="3545" y="2562"/>
                  </a:lnTo>
                  <a:lnTo>
                    <a:pt x="3561" y="2502"/>
                  </a:lnTo>
                  <a:lnTo>
                    <a:pt x="3561" y="2480"/>
                  </a:lnTo>
                  <a:lnTo>
                    <a:pt x="3562" y="2456"/>
                  </a:lnTo>
                  <a:lnTo>
                    <a:pt x="3564" y="2432"/>
                  </a:lnTo>
                  <a:lnTo>
                    <a:pt x="3569" y="2410"/>
                  </a:lnTo>
                  <a:lnTo>
                    <a:pt x="3571" y="2423"/>
                  </a:lnTo>
                  <a:lnTo>
                    <a:pt x="3575" y="2438"/>
                  </a:lnTo>
                  <a:lnTo>
                    <a:pt x="3584" y="2452"/>
                  </a:lnTo>
                  <a:lnTo>
                    <a:pt x="3593" y="2468"/>
                  </a:lnTo>
                  <a:lnTo>
                    <a:pt x="3606" y="2485"/>
                  </a:lnTo>
                  <a:lnTo>
                    <a:pt x="3619" y="2502"/>
                  </a:lnTo>
                  <a:lnTo>
                    <a:pt x="3634" y="2518"/>
                  </a:lnTo>
                  <a:lnTo>
                    <a:pt x="3649" y="2534"/>
                  </a:lnTo>
                  <a:lnTo>
                    <a:pt x="3666" y="2550"/>
                  </a:lnTo>
                  <a:lnTo>
                    <a:pt x="3683" y="2566"/>
                  </a:lnTo>
                  <a:lnTo>
                    <a:pt x="3698" y="2579"/>
                  </a:lnTo>
                  <a:lnTo>
                    <a:pt x="3714" y="2591"/>
                  </a:lnTo>
                  <a:lnTo>
                    <a:pt x="3729" y="2602"/>
                  </a:lnTo>
                  <a:lnTo>
                    <a:pt x="3742" y="2610"/>
                  </a:lnTo>
                  <a:lnTo>
                    <a:pt x="3754" y="2617"/>
                  </a:lnTo>
                  <a:lnTo>
                    <a:pt x="3763" y="2621"/>
                  </a:lnTo>
                  <a:lnTo>
                    <a:pt x="3814" y="2640"/>
                  </a:lnTo>
                  <a:lnTo>
                    <a:pt x="3865" y="2656"/>
                  </a:lnTo>
                  <a:lnTo>
                    <a:pt x="3918" y="2669"/>
                  </a:lnTo>
                  <a:lnTo>
                    <a:pt x="3971" y="2680"/>
                  </a:lnTo>
                  <a:lnTo>
                    <a:pt x="4025" y="2688"/>
                  </a:lnTo>
                  <a:lnTo>
                    <a:pt x="4079" y="2691"/>
                  </a:lnTo>
                  <a:lnTo>
                    <a:pt x="4133" y="2692"/>
                  </a:lnTo>
                  <a:lnTo>
                    <a:pt x="4187" y="2691"/>
                  </a:lnTo>
                  <a:lnTo>
                    <a:pt x="4242" y="2686"/>
                  </a:lnTo>
                  <a:lnTo>
                    <a:pt x="4296" y="2679"/>
                  </a:lnTo>
                  <a:lnTo>
                    <a:pt x="4350" y="2668"/>
                  </a:lnTo>
                  <a:lnTo>
                    <a:pt x="4404" y="2656"/>
                  </a:lnTo>
                  <a:lnTo>
                    <a:pt x="4457" y="2640"/>
                  </a:lnTo>
                  <a:lnTo>
                    <a:pt x="4511" y="2622"/>
                  </a:lnTo>
                  <a:lnTo>
                    <a:pt x="4563" y="2602"/>
                  </a:lnTo>
                  <a:lnTo>
                    <a:pt x="4614" y="2578"/>
                  </a:lnTo>
                  <a:lnTo>
                    <a:pt x="4664" y="2552"/>
                  </a:lnTo>
                  <a:lnTo>
                    <a:pt x="4714" y="2525"/>
                  </a:lnTo>
                  <a:lnTo>
                    <a:pt x="4762" y="2493"/>
                  </a:lnTo>
                  <a:lnTo>
                    <a:pt x="4809" y="2461"/>
                  </a:lnTo>
                  <a:lnTo>
                    <a:pt x="4855" y="2425"/>
                  </a:lnTo>
                  <a:lnTo>
                    <a:pt x="4899" y="2387"/>
                  </a:lnTo>
                  <a:lnTo>
                    <a:pt x="4942" y="2347"/>
                  </a:lnTo>
                  <a:lnTo>
                    <a:pt x="4983" y="2305"/>
                  </a:lnTo>
                  <a:lnTo>
                    <a:pt x="5021" y="2261"/>
                  </a:lnTo>
                  <a:lnTo>
                    <a:pt x="5059" y="2214"/>
                  </a:lnTo>
                  <a:lnTo>
                    <a:pt x="5093" y="2166"/>
                  </a:lnTo>
                  <a:lnTo>
                    <a:pt x="5127" y="2115"/>
                  </a:lnTo>
                  <a:lnTo>
                    <a:pt x="5157" y="2062"/>
                  </a:lnTo>
                  <a:lnTo>
                    <a:pt x="5185" y="2008"/>
                  </a:lnTo>
                  <a:lnTo>
                    <a:pt x="5210" y="1951"/>
                  </a:lnTo>
                  <a:lnTo>
                    <a:pt x="5233" y="1893"/>
                  </a:lnTo>
                  <a:lnTo>
                    <a:pt x="5249" y="1846"/>
                  </a:lnTo>
                  <a:lnTo>
                    <a:pt x="5261" y="1799"/>
                  </a:lnTo>
                  <a:lnTo>
                    <a:pt x="5272" y="1753"/>
                  </a:lnTo>
                  <a:lnTo>
                    <a:pt x="5279" y="1706"/>
                  </a:lnTo>
                  <a:lnTo>
                    <a:pt x="5283" y="1659"/>
                  </a:lnTo>
                  <a:lnTo>
                    <a:pt x="5285" y="1613"/>
                  </a:lnTo>
                  <a:lnTo>
                    <a:pt x="5284" y="1567"/>
                  </a:lnTo>
                  <a:lnTo>
                    <a:pt x="5282" y="1521"/>
                  </a:lnTo>
                  <a:lnTo>
                    <a:pt x="5276" y="1476"/>
                  </a:lnTo>
                  <a:lnTo>
                    <a:pt x="5269" y="1432"/>
                  </a:lnTo>
                  <a:lnTo>
                    <a:pt x="5258" y="1388"/>
                  </a:lnTo>
                  <a:lnTo>
                    <a:pt x="5247" y="1346"/>
                  </a:lnTo>
                  <a:lnTo>
                    <a:pt x="5232" y="1304"/>
                  </a:lnTo>
                  <a:lnTo>
                    <a:pt x="5215" y="1263"/>
                  </a:lnTo>
                  <a:lnTo>
                    <a:pt x="5198" y="1223"/>
                  </a:lnTo>
                  <a:lnTo>
                    <a:pt x="5178" y="1184"/>
                  </a:lnTo>
                  <a:lnTo>
                    <a:pt x="5155" y="1147"/>
                  </a:lnTo>
                  <a:lnTo>
                    <a:pt x="5132" y="1111"/>
                  </a:lnTo>
                  <a:lnTo>
                    <a:pt x="5106" y="1077"/>
                  </a:lnTo>
                  <a:lnTo>
                    <a:pt x="5079" y="1043"/>
                  </a:lnTo>
                  <a:lnTo>
                    <a:pt x="5051" y="1012"/>
                  </a:lnTo>
                  <a:lnTo>
                    <a:pt x="5020" y="983"/>
                  </a:lnTo>
                  <a:lnTo>
                    <a:pt x="4988" y="955"/>
                  </a:lnTo>
                  <a:lnTo>
                    <a:pt x="4956" y="928"/>
                  </a:lnTo>
                  <a:lnTo>
                    <a:pt x="4921" y="904"/>
                  </a:lnTo>
                  <a:lnTo>
                    <a:pt x="4886" y="882"/>
                  </a:lnTo>
                  <a:lnTo>
                    <a:pt x="4849" y="863"/>
                  </a:lnTo>
                  <a:lnTo>
                    <a:pt x="4812" y="845"/>
                  </a:lnTo>
                  <a:lnTo>
                    <a:pt x="4773" y="829"/>
                  </a:lnTo>
                  <a:lnTo>
                    <a:pt x="4734" y="817"/>
                  </a:lnTo>
                  <a:lnTo>
                    <a:pt x="4693" y="806"/>
                  </a:lnTo>
                  <a:lnTo>
                    <a:pt x="4652" y="799"/>
                  </a:lnTo>
                  <a:lnTo>
                    <a:pt x="4423" y="812"/>
                  </a:lnTo>
                  <a:lnTo>
                    <a:pt x="4444" y="759"/>
                  </a:lnTo>
                  <a:lnTo>
                    <a:pt x="4458" y="705"/>
                  </a:lnTo>
                  <a:lnTo>
                    <a:pt x="4467" y="652"/>
                  </a:lnTo>
                  <a:lnTo>
                    <a:pt x="4471" y="599"/>
                  </a:lnTo>
                  <a:lnTo>
                    <a:pt x="4469" y="547"/>
                  </a:lnTo>
                  <a:lnTo>
                    <a:pt x="4462" y="495"/>
                  </a:lnTo>
                  <a:lnTo>
                    <a:pt x="4450" y="445"/>
                  </a:lnTo>
                  <a:lnTo>
                    <a:pt x="4433" y="397"/>
                  </a:lnTo>
                  <a:lnTo>
                    <a:pt x="4413" y="351"/>
                  </a:lnTo>
                  <a:lnTo>
                    <a:pt x="4388" y="306"/>
                  </a:lnTo>
                  <a:lnTo>
                    <a:pt x="4358" y="265"/>
                  </a:lnTo>
                  <a:lnTo>
                    <a:pt x="4326" y="227"/>
                  </a:lnTo>
                  <a:lnTo>
                    <a:pt x="4290" y="192"/>
                  </a:lnTo>
                  <a:lnTo>
                    <a:pt x="4250" y="159"/>
                  </a:lnTo>
                  <a:lnTo>
                    <a:pt x="4208" y="130"/>
                  </a:lnTo>
                  <a:lnTo>
                    <a:pt x="4162" y="106"/>
                  </a:lnTo>
                  <a:lnTo>
                    <a:pt x="4143" y="96"/>
                  </a:lnTo>
                  <a:lnTo>
                    <a:pt x="4122" y="88"/>
                  </a:lnTo>
                  <a:lnTo>
                    <a:pt x="4101" y="79"/>
                  </a:lnTo>
                  <a:lnTo>
                    <a:pt x="4078" y="73"/>
                  </a:lnTo>
                  <a:lnTo>
                    <a:pt x="4056" y="67"/>
                  </a:lnTo>
                  <a:lnTo>
                    <a:pt x="4033" y="64"/>
                  </a:lnTo>
                  <a:lnTo>
                    <a:pt x="4009" y="60"/>
                  </a:lnTo>
                  <a:lnTo>
                    <a:pt x="3986" y="59"/>
                  </a:lnTo>
                  <a:lnTo>
                    <a:pt x="3963" y="58"/>
                  </a:lnTo>
                  <a:lnTo>
                    <a:pt x="3939" y="59"/>
                  </a:lnTo>
                  <a:lnTo>
                    <a:pt x="3916" y="61"/>
                  </a:lnTo>
                  <a:lnTo>
                    <a:pt x="3894" y="64"/>
                  </a:lnTo>
                  <a:lnTo>
                    <a:pt x="3872" y="69"/>
                  </a:lnTo>
                  <a:lnTo>
                    <a:pt x="3851" y="76"/>
                  </a:lnTo>
                  <a:lnTo>
                    <a:pt x="3830" y="83"/>
                  </a:lnTo>
                  <a:lnTo>
                    <a:pt x="3810" y="93"/>
                  </a:lnTo>
                  <a:lnTo>
                    <a:pt x="3777" y="112"/>
                  </a:lnTo>
                  <a:lnTo>
                    <a:pt x="3746" y="134"/>
                  </a:lnTo>
                  <a:lnTo>
                    <a:pt x="3718" y="159"/>
                  </a:lnTo>
                  <a:lnTo>
                    <a:pt x="3693" y="188"/>
                  </a:lnTo>
                  <a:lnTo>
                    <a:pt x="3669" y="218"/>
                  </a:lnTo>
                  <a:lnTo>
                    <a:pt x="3648" y="251"/>
                  </a:lnTo>
                  <a:lnTo>
                    <a:pt x="3628" y="285"/>
                  </a:lnTo>
                  <a:lnTo>
                    <a:pt x="3609" y="320"/>
                  </a:lnTo>
                  <a:lnTo>
                    <a:pt x="3591" y="356"/>
                  </a:lnTo>
                  <a:lnTo>
                    <a:pt x="3574" y="392"/>
                  </a:lnTo>
                  <a:lnTo>
                    <a:pt x="3559" y="428"/>
                  </a:lnTo>
                  <a:lnTo>
                    <a:pt x="3543" y="466"/>
                  </a:lnTo>
                  <a:lnTo>
                    <a:pt x="3526" y="501"/>
                  </a:lnTo>
                  <a:lnTo>
                    <a:pt x="3511" y="536"/>
                  </a:lnTo>
                  <a:lnTo>
                    <a:pt x="3495" y="570"/>
                  </a:lnTo>
                  <a:lnTo>
                    <a:pt x="3479" y="602"/>
                  </a:lnTo>
                  <a:lnTo>
                    <a:pt x="3458" y="581"/>
                  </a:lnTo>
                  <a:lnTo>
                    <a:pt x="3437" y="559"/>
                  </a:lnTo>
                  <a:lnTo>
                    <a:pt x="3415" y="539"/>
                  </a:lnTo>
                  <a:lnTo>
                    <a:pt x="3393" y="520"/>
                  </a:lnTo>
                  <a:lnTo>
                    <a:pt x="3370" y="503"/>
                  </a:lnTo>
                  <a:lnTo>
                    <a:pt x="3346" y="488"/>
                  </a:lnTo>
                  <a:lnTo>
                    <a:pt x="3322" y="473"/>
                  </a:lnTo>
                  <a:lnTo>
                    <a:pt x="3297" y="460"/>
                  </a:lnTo>
                  <a:lnTo>
                    <a:pt x="3272" y="449"/>
                  </a:lnTo>
                  <a:lnTo>
                    <a:pt x="3247" y="438"/>
                  </a:lnTo>
                  <a:lnTo>
                    <a:pt x="3221" y="430"/>
                  </a:lnTo>
                  <a:lnTo>
                    <a:pt x="3195" y="421"/>
                  </a:lnTo>
                  <a:lnTo>
                    <a:pt x="3169" y="415"/>
                  </a:lnTo>
                  <a:lnTo>
                    <a:pt x="3143" y="410"/>
                  </a:lnTo>
                  <a:lnTo>
                    <a:pt x="3116" y="408"/>
                  </a:lnTo>
                  <a:lnTo>
                    <a:pt x="3089" y="405"/>
                  </a:lnTo>
                  <a:lnTo>
                    <a:pt x="3062" y="405"/>
                  </a:lnTo>
                  <a:lnTo>
                    <a:pt x="3034" y="405"/>
                  </a:lnTo>
                  <a:lnTo>
                    <a:pt x="3007" y="408"/>
                  </a:lnTo>
                  <a:lnTo>
                    <a:pt x="2980" y="413"/>
                  </a:lnTo>
                  <a:lnTo>
                    <a:pt x="2953" y="418"/>
                  </a:lnTo>
                  <a:lnTo>
                    <a:pt x="2927" y="425"/>
                  </a:lnTo>
                  <a:lnTo>
                    <a:pt x="2900" y="433"/>
                  </a:lnTo>
                  <a:lnTo>
                    <a:pt x="2873" y="443"/>
                  </a:lnTo>
                  <a:lnTo>
                    <a:pt x="2847" y="455"/>
                  </a:lnTo>
                  <a:lnTo>
                    <a:pt x="2821" y="467"/>
                  </a:lnTo>
                  <a:lnTo>
                    <a:pt x="2795" y="482"/>
                  </a:lnTo>
                  <a:lnTo>
                    <a:pt x="2770" y="498"/>
                  </a:lnTo>
                  <a:lnTo>
                    <a:pt x="2745" y="515"/>
                  </a:lnTo>
                  <a:lnTo>
                    <a:pt x="2720" y="535"/>
                  </a:lnTo>
                  <a:lnTo>
                    <a:pt x="2696" y="555"/>
                  </a:lnTo>
                  <a:lnTo>
                    <a:pt x="2672" y="578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4374" name="Freeform 1030"/>
            <p:cNvSpPr>
              <a:spLocks/>
            </p:cNvSpPr>
            <p:nvPr/>
          </p:nvSpPr>
          <p:spPr bwMode="auto">
            <a:xfrm>
              <a:off x="96" y="768"/>
              <a:ext cx="5134" cy="2824"/>
            </a:xfrm>
            <a:custGeom>
              <a:avLst/>
              <a:gdLst>
                <a:gd name="T0" fmla="*/ 889 w 5022"/>
                <a:gd name="T1" fmla="*/ 1027 h 2824"/>
                <a:gd name="T2" fmla="*/ 1111 w 5022"/>
                <a:gd name="T3" fmla="*/ 1099 h 2824"/>
                <a:gd name="T4" fmla="*/ 969 w 5022"/>
                <a:gd name="T5" fmla="*/ 1284 h 2824"/>
                <a:gd name="T6" fmla="*/ 859 w 5022"/>
                <a:gd name="T7" fmla="*/ 1310 h 2824"/>
                <a:gd name="T8" fmla="*/ 319 w 5022"/>
                <a:gd name="T9" fmla="*/ 1284 h 2824"/>
                <a:gd name="T10" fmla="*/ 0 w 5022"/>
                <a:gd name="T11" fmla="*/ 1804 h 2824"/>
                <a:gd name="T12" fmla="*/ 278 w 5022"/>
                <a:gd name="T13" fmla="*/ 2279 h 2824"/>
                <a:gd name="T14" fmla="*/ 362 w 5022"/>
                <a:gd name="T15" fmla="*/ 2087 h 2824"/>
                <a:gd name="T16" fmla="*/ 353 w 5022"/>
                <a:gd name="T17" fmla="*/ 1921 h 2824"/>
                <a:gd name="T18" fmla="*/ 653 w 5022"/>
                <a:gd name="T19" fmla="*/ 2223 h 2824"/>
                <a:gd name="T20" fmla="*/ 994 w 5022"/>
                <a:gd name="T21" fmla="*/ 2255 h 2824"/>
                <a:gd name="T22" fmla="*/ 1183 w 5022"/>
                <a:gd name="T23" fmla="*/ 2200 h 2824"/>
                <a:gd name="T24" fmla="*/ 850 w 5022"/>
                <a:gd name="T25" fmla="*/ 2389 h 2824"/>
                <a:gd name="T26" fmla="*/ 1113 w 5022"/>
                <a:gd name="T27" fmla="*/ 2740 h 2824"/>
                <a:gd name="T28" fmla="*/ 1250 w 5022"/>
                <a:gd name="T29" fmla="*/ 2585 h 2824"/>
                <a:gd name="T30" fmla="*/ 1691 w 5022"/>
                <a:gd name="T31" fmla="*/ 2517 h 2824"/>
                <a:gd name="T32" fmla="*/ 1688 w 5022"/>
                <a:gd name="T33" fmla="*/ 2722 h 2824"/>
                <a:gd name="T34" fmla="*/ 2068 w 5022"/>
                <a:gd name="T35" fmla="*/ 2821 h 2824"/>
                <a:gd name="T36" fmla="*/ 2452 w 5022"/>
                <a:gd name="T37" fmla="*/ 2728 h 2824"/>
                <a:gd name="T38" fmla="*/ 2474 w 5022"/>
                <a:gd name="T39" fmla="*/ 2613 h 2824"/>
                <a:gd name="T40" fmla="*/ 2410 w 5022"/>
                <a:gd name="T41" fmla="*/ 2544 h 2824"/>
                <a:gd name="T42" fmla="*/ 2620 w 5022"/>
                <a:gd name="T43" fmla="*/ 2437 h 2824"/>
                <a:gd name="T44" fmla="*/ 2772 w 5022"/>
                <a:gd name="T45" fmla="*/ 2256 h 2824"/>
                <a:gd name="T46" fmla="*/ 2857 w 5022"/>
                <a:gd name="T47" fmla="*/ 2478 h 2824"/>
                <a:gd name="T48" fmla="*/ 3170 w 5022"/>
                <a:gd name="T49" fmla="*/ 2451 h 2824"/>
                <a:gd name="T50" fmla="*/ 3308 w 5022"/>
                <a:gd name="T51" fmla="*/ 2252 h 2824"/>
                <a:gd name="T52" fmla="*/ 3089 w 5022"/>
                <a:gd name="T53" fmla="*/ 2134 h 2824"/>
                <a:gd name="T54" fmla="*/ 2861 w 5022"/>
                <a:gd name="T55" fmla="*/ 2102 h 2824"/>
                <a:gd name="T56" fmla="*/ 3045 w 5022"/>
                <a:gd name="T57" fmla="*/ 2051 h 2824"/>
                <a:gd name="T58" fmla="*/ 3482 w 5022"/>
                <a:gd name="T59" fmla="*/ 2121 h 2824"/>
                <a:gd name="T60" fmla="*/ 3846 w 5022"/>
                <a:gd name="T61" fmla="*/ 2026 h 2824"/>
                <a:gd name="T62" fmla="*/ 3894 w 5022"/>
                <a:gd name="T63" fmla="*/ 2084 h 2824"/>
                <a:gd name="T64" fmla="*/ 3665 w 5022"/>
                <a:gd name="T65" fmla="*/ 2154 h 2824"/>
                <a:gd name="T66" fmla="*/ 3943 w 5022"/>
                <a:gd name="T67" fmla="*/ 2327 h 2824"/>
                <a:gd name="T68" fmla="*/ 4422 w 5022"/>
                <a:gd name="T69" fmla="*/ 2255 h 2824"/>
                <a:gd name="T70" fmla="*/ 5013 w 5022"/>
                <a:gd name="T71" fmla="*/ 1622 h 2824"/>
                <a:gd name="T72" fmla="*/ 4524 w 5022"/>
                <a:gd name="T73" fmla="*/ 749 h 2824"/>
                <a:gd name="T74" fmla="*/ 4381 w 5022"/>
                <a:gd name="T75" fmla="*/ 858 h 2824"/>
                <a:gd name="T76" fmla="*/ 4231 w 5022"/>
                <a:gd name="T77" fmla="*/ 832 h 2824"/>
                <a:gd name="T78" fmla="*/ 4067 w 5022"/>
                <a:gd name="T79" fmla="*/ 681 h 2824"/>
                <a:gd name="T80" fmla="*/ 4263 w 5022"/>
                <a:gd name="T81" fmla="*/ 452 h 2824"/>
                <a:gd name="T82" fmla="*/ 3931 w 5022"/>
                <a:gd name="T83" fmla="*/ 23 h 2824"/>
                <a:gd name="T84" fmla="*/ 3573 w 5022"/>
                <a:gd name="T85" fmla="*/ 209 h 2824"/>
                <a:gd name="T86" fmla="*/ 3576 w 5022"/>
                <a:gd name="T87" fmla="*/ 513 h 2824"/>
                <a:gd name="T88" fmla="*/ 3230 w 5022"/>
                <a:gd name="T89" fmla="*/ 564 h 2824"/>
                <a:gd name="T90" fmla="*/ 3230 w 5022"/>
                <a:gd name="T91" fmla="*/ 436 h 2824"/>
                <a:gd name="T92" fmla="*/ 2819 w 5022"/>
                <a:gd name="T93" fmla="*/ 384 h 2824"/>
                <a:gd name="T94" fmla="*/ 2651 w 5022"/>
                <a:gd name="T95" fmla="*/ 488 h 2824"/>
                <a:gd name="T96" fmla="*/ 2788 w 5022"/>
                <a:gd name="T97" fmla="*/ 639 h 2824"/>
                <a:gd name="T98" fmla="*/ 2670 w 5022"/>
                <a:gd name="T99" fmla="*/ 664 h 2824"/>
                <a:gd name="T100" fmla="*/ 2354 w 5022"/>
                <a:gd name="T101" fmla="*/ 612 h 2824"/>
                <a:gd name="T102" fmla="*/ 2200 w 5022"/>
                <a:gd name="T103" fmla="*/ 597 h 2824"/>
                <a:gd name="T104" fmla="*/ 2477 w 5022"/>
                <a:gd name="T105" fmla="*/ 428 h 2824"/>
                <a:gd name="T106" fmla="*/ 2352 w 5022"/>
                <a:gd name="T107" fmla="*/ 227 h 2824"/>
                <a:gd name="T108" fmla="*/ 2094 w 5022"/>
                <a:gd name="T109" fmla="*/ 75 h 2824"/>
                <a:gd name="T110" fmla="*/ 1712 w 5022"/>
                <a:gd name="T111" fmla="*/ 11 h 2824"/>
                <a:gd name="T112" fmla="*/ 1443 w 5022"/>
                <a:gd name="T113" fmla="*/ 378 h 2824"/>
                <a:gd name="T114" fmla="*/ 1506 w 5022"/>
                <a:gd name="T115" fmla="*/ 749 h 2824"/>
                <a:gd name="T116" fmla="*/ 1449 w 5022"/>
                <a:gd name="T117" fmla="*/ 852 h 2824"/>
                <a:gd name="T118" fmla="*/ 1228 w 5022"/>
                <a:gd name="T119" fmla="*/ 887 h 2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22" h="2824">
                  <a:moveTo>
                    <a:pt x="1270" y="754"/>
                  </a:moveTo>
                  <a:lnTo>
                    <a:pt x="1236" y="743"/>
                  </a:lnTo>
                  <a:lnTo>
                    <a:pt x="1199" y="739"/>
                  </a:lnTo>
                  <a:lnTo>
                    <a:pt x="1160" y="743"/>
                  </a:lnTo>
                  <a:lnTo>
                    <a:pt x="1121" y="753"/>
                  </a:lnTo>
                  <a:lnTo>
                    <a:pt x="1081" y="768"/>
                  </a:lnTo>
                  <a:lnTo>
                    <a:pt x="1043" y="789"/>
                  </a:lnTo>
                  <a:lnTo>
                    <a:pt x="1007" y="814"/>
                  </a:lnTo>
                  <a:lnTo>
                    <a:pt x="974" y="843"/>
                  </a:lnTo>
                  <a:lnTo>
                    <a:pt x="944" y="876"/>
                  </a:lnTo>
                  <a:lnTo>
                    <a:pt x="920" y="911"/>
                  </a:lnTo>
                  <a:lnTo>
                    <a:pt x="903" y="948"/>
                  </a:lnTo>
                  <a:lnTo>
                    <a:pt x="891" y="987"/>
                  </a:lnTo>
                  <a:lnTo>
                    <a:pt x="889" y="1027"/>
                  </a:lnTo>
                  <a:lnTo>
                    <a:pt x="896" y="1068"/>
                  </a:lnTo>
                  <a:lnTo>
                    <a:pt x="913" y="1109"/>
                  </a:lnTo>
                  <a:lnTo>
                    <a:pt x="941" y="1149"/>
                  </a:lnTo>
                  <a:lnTo>
                    <a:pt x="949" y="1137"/>
                  </a:lnTo>
                  <a:lnTo>
                    <a:pt x="959" y="1126"/>
                  </a:lnTo>
                  <a:lnTo>
                    <a:pt x="972" y="1117"/>
                  </a:lnTo>
                  <a:lnTo>
                    <a:pt x="986" y="1110"/>
                  </a:lnTo>
                  <a:lnTo>
                    <a:pt x="1002" y="1104"/>
                  </a:lnTo>
                  <a:lnTo>
                    <a:pt x="1019" y="1099"/>
                  </a:lnTo>
                  <a:lnTo>
                    <a:pt x="1037" y="1097"/>
                  </a:lnTo>
                  <a:lnTo>
                    <a:pt x="1056" y="1095"/>
                  </a:lnTo>
                  <a:lnTo>
                    <a:pt x="1075" y="1095"/>
                  </a:lnTo>
                  <a:lnTo>
                    <a:pt x="1094" y="1097"/>
                  </a:lnTo>
                  <a:lnTo>
                    <a:pt x="1111" y="1099"/>
                  </a:lnTo>
                  <a:lnTo>
                    <a:pt x="1128" y="1104"/>
                  </a:lnTo>
                  <a:lnTo>
                    <a:pt x="1144" y="1110"/>
                  </a:lnTo>
                  <a:lnTo>
                    <a:pt x="1157" y="1116"/>
                  </a:lnTo>
                  <a:lnTo>
                    <a:pt x="1170" y="1124"/>
                  </a:lnTo>
                  <a:lnTo>
                    <a:pt x="1179" y="1134"/>
                  </a:lnTo>
                  <a:lnTo>
                    <a:pt x="1152" y="1137"/>
                  </a:lnTo>
                  <a:lnTo>
                    <a:pt x="1125" y="1143"/>
                  </a:lnTo>
                  <a:lnTo>
                    <a:pt x="1099" y="1153"/>
                  </a:lnTo>
                  <a:lnTo>
                    <a:pt x="1075" y="1168"/>
                  </a:lnTo>
                  <a:lnTo>
                    <a:pt x="1051" y="1186"/>
                  </a:lnTo>
                  <a:lnTo>
                    <a:pt x="1028" y="1207"/>
                  </a:lnTo>
                  <a:lnTo>
                    <a:pt x="1007" y="1229"/>
                  </a:lnTo>
                  <a:lnTo>
                    <a:pt x="987" y="1256"/>
                  </a:lnTo>
                  <a:lnTo>
                    <a:pt x="969" y="1284"/>
                  </a:lnTo>
                  <a:lnTo>
                    <a:pt x="954" y="1314"/>
                  </a:lnTo>
                  <a:lnTo>
                    <a:pt x="939" y="1345"/>
                  </a:lnTo>
                  <a:lnTo>
                    <a:pt x="928" y="1378"/>
                  </a:lnTo>
                  <a:lnTo>
                    <a:pt x="918" y="1412"/>
                  </a:lnTo>
                  <a:lnTo>
                    <a:pt x="911" y="1447"/>
                  </a:lnTo>
                  <a:lnTo>
                    <a:pt x="907" y="1481"/>
                  </a:lnTo>
                  <a:lnTo>
                    <a:pt x="906" y="1516"/>
                  </a:lnTo>
                  <a:lnTo>
                    <a:pt x="890" y="1494"/>
                  </a:lnTo>
                  <a:lnTo>
                    <a:pt x="879" y="1469"/>
                  </a:lnTo>
                  <a:lnTo>
                    <a:pt x="870" y="1440"/>
                  </a:lnTo>
                  <a:lnTo>
                    <a:pt x="865" y="1408"/>
                  </a:lnTo>
                  <a:lnTo>
                    <a:pt x="861" y="1376"/>
                  </a:lnTo>
                  <a:lnTo>
                    <a:pt x="860" y="1343"/>
                  </a:lnTo>
                  <a:lnTo>
                    <a:pt x="859" y="1310"/>
                  </a:lnTo>
                  <a:lnTo>
                    <a:pt x="859" y="1280"/>
                  </a:lnTo>
                  <a:lnTo>
                    <a:pt x="818" y="1258"/>
                  </a:lnTo>
                  <a:lnTo>
                    <a:pt x="777" y="1242"/>
                  </a:lnTo>
                  <a:lnTo>
                    <a:pt x="734" y="1227"/>
                  </a:lnTo>
                  <a:lnTo>
                    <a:pt x="691" y="1217"/>
                  </a:lnTo>
                  <a:lnTo>
                    <a:pt x="648" y="1211"/>
                  </a:lnTo>
                  <a:lnTo>
                    <a:pt x="606" y="1209"/>
                  </a:lnTo>
                  <a:lnTo>
                    <a:pt x="563" y="1210"/>
                  </a:lnTo>
                  <a:lnTo>
                    <a:pt x="520" y="1215"/>
                  </a:lnTo>
                  <a:lnTo>
                    <a:pt x="478" y="1222"/>
                  </a:lnTo>
                  <a:lnTo>
                    <a:pt x="437" y="1233"/>
                  </a:lnTo>
                  <a:lnTo>
                    <a:pt x="396" y="1246"/>
                  </a:lnTo>
                  <a:lnTo>
                    <a:pt x="357" y="1263"/>
                  </a:lnTo>
                  <a:lnTo>
                    <a:pt x="319" y="1284"/>
                  </a:lnTo>
                  <a:lnTo>
                    <a:pt x="281" y="1306"/>
                  </a:lnTo>
                  <a:lnTo>
                    <a:pt x="246" y="1331"/>
                  </a:lnTo>
                  <a:lnTo>
                    <a:pt x="213" y="1359"/>
                  </a:lnTo>
                  <a:lnTo>
                    <a:pt x="180" y="1389"/>
                  </a:lnTo>
                  <a:lnTo>
                    <a:pt x="150" y="1421"/>
                  </a:lnTo>
                  <a:lnTo>
                    <a:pt x="122" y="1456"/>
                  </a:lnTo>
                  <a:lnTo>
                    <a:pt x="97" y="1494"/>
                  </a:lnTo>
                  <a:lnTo>
                    <a:pt x="74" y="1533"/>
                  </a:lnTo>
                  <a:lnTo>
                    <a:pt x="54" y="1574"/>
                  </a:lnTo>
                  <a:lnTo>
                    <a:pt x="36" y="1616"/>
                  </a:lnTo>
                  <a:lnTo>
                    <a:pt x="23" y="1661"/>
                  </a:lnTo>
                  <a:lnTo>
                    <a:pt x="11" y="1708"/>
                  </a:lnTo>
                  <a:lnTo>
                    <a:pt x="4" y="1755"/>
                  </a:lnTo>
                  <a:lnTo>
                    <a:pt x="0" y="1804"/>
                  </a:lnTo>
                  <a:lnTo>
                    <a:pt x="0" y="1855"/>
                  </a:lnTo>
                  <a:lnTo>
                    <a:pt x="4" y="1907"/>
                  </a:lnTo>
                  <a:lnTo>
                    <a:pt x="11" y="1960"/>
                  </a:lnTo>
                  <a:lnTo>
                    <a:pt x="24" y="2014"/>
                  </a:lnTo>
                  <a:lnTo>
                    <a:pt x="41" y="2069"/>
                  </a:lnTo>
                  <a:lnTo>
                    <a:pt x="57" y="2111"/>
                  </a:lnTo>
                  <a:lnTo>
                    <a:pt x="78" y="2147"/>
                  </a:lnTo>
                  <a:lnTo>
                    <a:pt x="101" y="2177"/>
                  </a:lnTo>
                  <a:lnTo>
                    <a:pt x="126" y="2204"/>
                  </a:lnTo>
                  <a:lnTo>
                    <a:pt x="153" y="2226"/>
                  </a:lnTo>
                  <a:lnTo>
                    <a:pt x="182" y="2244"/>
                  </a:lnTo>
                  <a:lnTo>
                    <a:pt x="214" y="2258"/>
                  </a:lnTo>
                  <a:lnTo>
                    <a:pt x="245" y="2270"/>
                  </a:lnTo>
                  <a:lnTo>
                    <a:pt x="278" y="2279"/>
                  </a:lnTo>
                  <a:lnTo>
                    <a:pt x="312" y="2285"/>
                  </a:lnTo>
                  <a:lnTo>
                    <a:pt x="345" y="2290"/>
                  </a:lnTo>
                  <a:lnTo>
                    <a:pt x="378" y="2292"/>
                  </a:lnTo>
                  <a:lnTo>
                    <a:pt x="412" y="2293"/>
                  </a:lnTo>
                  <a:lnTo>
                    <a:pt x="444" y="2293"/>
                  </a:lnTo>
                  <a:lnTo>
                    <a:pt x="476" y="2293"/>
                  </a:lnTo>
                  <a:lnTo>
                    <a:pt x="507" y="2293"/>
                  </a:lnTo>
                  <a:lnTo>
                    <a:pt x="484" y="2265"/>
                  </a:lnTo>
                  <a:lnTo>
                    <a:pt x="461" y="2238"/>
                  </a:lnTo>
                  <a:lnTo>
                    <a:pt x="438" y="2209"/>
                  </a:lnTo>
                  <a:lnTo>
                    <a:pt x="417" y="2179"/>
                  </a:lnTo>
                  <a:lnTo>
                    <a:pt x="397" y="2148"/>
                  </a:lnTo>
                  <a:lnTo>
                    <a:pt x="378" y="2118"/>
                  </a:lnTo>
                  <a:lnTo>
                    <a:pt x="362" y="2087"/>
                  </a:lnTo>
                  <a:lnTo>
                    <a:pt x="346" y="2054"/>
                  </a:lnTo>
                  <a:lnTo>
                    <a:pt x="334" y="2022"/>
                  </a:lnTo>
                  <a:lnTo>
                    <a:pt x="322" y="1988"/>
                  </a:lnTo>
                  <a:lnTo>
                    <a:pt x="314" y="1953"/>
                  </a:lnTo>
                  <a:lnTo>
                    <a:pt x="309" y="1918"/>
                  </a:lnTo>
                  <a:lnTo>
                    <a:pt x="305" y="1880"/>
                  </a:lnTo>
                  <a:lnTo>
                    <a:pt x="305" y="1844"/>
                  </a:lnTo>
                  <a:lnTo>
                    <a:pt x="309" y="1805"/>
                  </a:lnTo>
                  <a:lnTo>
                    <a:pt x="316" y="1767"/>
                  </a:lnTo>
                  <a:lnTo>
                    <a:pt x="318" y="1795"/>
                  </a:lnTo>
                  <a:lnTo>
                    <a:pt x="322" y="1825"/>
                  </a:lnTo>
                  <a:lnTo>
                    <a:pt x="330" y="1856"/>
                  </a:lnTo>
                  <a:lnTo>
                    <a:pt x="341" y="1889"/>
                  </a:lnTo>
                  <a:lnTo>
                    <a:pt x="353" y="1921"/>
                  </a:lnTo>
                  <a:lnTo>
                    <a:pt x="369" y="1954"/>
                  </a:lnTo>
                  <a:lnTo>
                    <a:pt x="386" y="1987"/>
                  </a:lnTo>
                  <a:lnTo>
                    <a:pt x="405" y="2018"/>
                  </a:lnTo>
                  <a:lnTo>
                    <a:pt x="425" y="2049"/>
                  </a:lnTo>
                  <a:lnTo>
                    <a:pt x="447" y="2078"/>
                  </a:lnTo>
                  <a:lnTo>
                    <a:pt x="470" y="2106"/>
                  </a:lnTo>
                  <a:lnTo>
                    <a:pt x="493" y="2131"/>
                  </a:lnTo>
                  <a:lnTo>
                    <a:pt x="517" y="2153"/>
                  </a:lnTo>
                  <a:lnTo>
                    <a:pt x="541" y="2174"/>
                  </a:lnTo>
                  <a:lnTo>
                    <a:pt x="565" y="2189"/>
                  </a:lnTo>
                  <a:lnTo>
                    <a:pt x="589" y="2201"/>
                  </a:lnTo>
                  <a:lnTo>
                    <a:pt x="609" y="2209"/>
                  </a:lnTo>
                  <a:lnTo>
                    <a:pt x="630" y="2217"/>
                  </a:lnTo>
                  <a:lnTo>
                    <a:pt x="653" y="2223"/>
                  </a:lnTo>
                  <a:lnTo>
                    <a:pt x="677" y="2230"/>
                  </a:lnTo>
                  <a:lnTo>
                    <a:pt x="703" y="2238"/>
                  </a:lnTo>
                  <a:lnTo>
                    <a:pt x="728" y="2243"/>
                  </a:lnTo>
                  <a:lnTo>
                    <a:pt x="755" y="2249"/>
                  </a:lnTo>
                  <a:lnTo>
                    <a:pt x="782" y="2253"/>
                  </a:lnTo>
                  <a:lnTo>
                    <a:pt x="809" y="2257"/>
                  </a:lnTo>
                  <a:lnTo>
                    <a:pt x="836" y="2261"/>
                  </a:lnTo>
                  <a:lnTo>
                    <a:pt x="862" y="2262"/>
                  </a:lnTo>
                  <a:lnTo>
                    <a:pt x="889" y="2263"/>
                  </a:lnTo>
                  <a:lnTo>
                    <a:pt x="914" y="2263"/>
                  </a:lnTo>
                  <a:lnTo>
                    <a:pt x="939" y="2262"/>
                  </a:lnTo>
                  <a:lnTo>
                    <a:pt x="963" y="2259"/>
                  </a:lnTo>
                  <a:lnTo>
                    <a:pt x="985" y="2256"/>
                  </a:lnTo>
                  <a:lnTo>
                    <a:pt x="994" y="2255"/>
                  </a:lnTo>
                  <a:lnTo>
                    <a:pt x="1006" y="2253"/>
                  </a:lnTo>
                  <a:lnTo>
                    <a:pt x="1018" y="2250"/>
                  </a:lnTo>
                  <a:lnTo>
                    <a:pt x="1032" y="2245"/>
                  </a:lnTo>
                  <a:lnTo>
                    <a:pt x="1047" y="2240"/>
                  </a:lnTo>
                  <a:lnTo>
                    <a:pt x="1061" y="2235"/>
                  </a:lnTo>
                  <a:lnTo>
                    <a:pt x="1077" y="2229"/>
                  </a:lnTo>
                  <a:lnTo>
                    <a:pt x="1092" y="2223"/>
                  </a:lnTo>
                  <a:lnTo>
                    <a:pt x="1107" y="2218"/>
                  </a:lnTo>
                  <a:lnTo>
                    <a:pt x="1123" y="2212"/>
                  </a:lnTo>
                  <a:lnTo>
                    <a:pt x="1136" y="2209"/>
                  </a:lnTo>
                  <a:lnTo>
                    <a:pt x="1150" y="2204"/>
                  </a:lnTo>
                  <a:lnTo>
                    <a:pt x="1162" y="2201"/>
                  </a:lnTo>
                  <a:lnTo>
                    <a:pt x="1174" y="2200"/>
                  </a:lnTo>
                  <a:lnTo>
                    <a:pt x="1183" y="2200"/>
                  </a:lnTo>
                  <a:lnTo>
                    <a:pt x="1190" y="2201"/>
                  </a:lnTo>
                  <a:lnTo>
                    <a:pt x="1166" y="2227"/>
                  </a:lnTo>
                  <a:lnTo>
                    <a:pt x="1143" y="2250"/>
                  </a:lnTo>
                  <a:lnTo>
                    <a:pt x="1117" y="2270"/>
                  </a:lnTo>
                  <a:lnTo>
                    <a:pt x="1092" y="2287"/>
                  </a:lnTo>
                  <a:lnTo>
                    <a:pt x="1065" y="2303"/>
                  </a:lnTo>
                  <a:lnTo>
                    <a:pt x="1039" y="2316"/>
                  </a:lnTo>
                  <a:lnTo>
                    <a:pt x="1012" y="2328"/>
                  </a:lnTo>
                  <a:lnTo>
                    <a:pt x="985" y="2339"/>
                  </a:lnTo>
                  <a:lnTo>
                    <a:pt x="958" y="2349"/>
                  </a:lnTo>
                  <a:lnTo>
                    <a:pt x="931" y="2358"/>
                  </a:lnTo>
                  <a:lnTo>
                    <a:pt x="904" y="2368"/>
                  </a:lnTo>
                  <a:lnTo>
                    <a:pt x="877" y="2379"/>
                  </a:lnTo>
                  <a:lnTo>
                    <a:pt x="850" y="2389"/>
                  </a:lnTo>
                  <a:lnTo>
                    <a:pt x="822" y="2399"/>
                  </a:lnTo>
                  <a:lnTo>
                    <a:pt x="796" y="2413"/>
                  </a:lnTo>
                  <a:lnTo>
                    <a:pt x="771" y="2426"/>
                  </a:lnTo>
                  <a:lnTo>
                    <a:pt x="776" y="2468"/>
                  </a:lnTo>
                  <a:lnTo>
                    <a:pt x="788" y="2508"/>
                  </a:lnTo>
                  <a:lnTo>
                    <a:pt x="808" y="2547"/>
                  </a:lnTo>
                  <a:lnTo>
                    <a:pt x="834" y="2584"/>
                  </a:lnTo>
                  <a:lnTo>
                    <a:pt x="865" y="2618"/>
                  </a:lnTo>
                  <a:lnTo>
                    <a:pt x="901" y="2649"/>
                  </a:lnTo>
                  <a:lnTo>
                    <a:pt x="939" y="2676"/>
                  </a:lnTo>
                  <a:lnTo>
                    <a:pt x="982" y="2700"/>
                  </a:lnTo>
                  <a:lnTo>
                    <a:pt x="1025" y="2718"/>
                  </a:lnTo>
                  <a:lnTo>
                    <a:pt x="1070" y="2732"/>
                  </a:lnTo>
                  <a:lnTo>
                    <a:pt x="1113" y="2740"/>
                  </a:lnTo>
                  <a:lnTo>
                    <a:pt x="1157" y="2741"/>
                  </a:lnTo>
                  <a:lnTo>
                    <a:pt x="1199" y="2736"/>
                  </a:lnTo>
                  <a:lnTo>
                    <a:pt x="1237" y="2724"/>
                  </a:lnTo>
                  <a:lnTo>
                    <a:pt x="1272" y="2705"/>
                  </a:lnTo>
                  <a:lnTo>
                    <a:pt x="1302" y="2677"/>
                  </a:lnTo>
                  <a:lnTo>
                    <a:pt x="1290" y="2666"/>
                  </a:lnTo>
                  <a:lnTo>
                    <a:pt x="1278" y="2655"/>
                  </a:lnTo>
                  <a:lnTo>
                    <a:pt x="1267" y="2643"/>
                  </a:lnTo>
                  <a:lnTo>
                    <a:pt x="1255" y="2631"/>
                  </a:lnTo>
                  <a:lnTo>
                    <a:pt x="1244" y="2619"/>
                  </a:lnTo>
                  <a:lnTo>
                    <a:pt x="1233" y="2607"/>
                  </a:lnTo>
                  <a:lnTo>
                    <a:pt x="1224" y="2596"/>
                  </a:lnTo>
                  <a:lnTo>
                    <a:pt x="1214" y="2585"/>
                  </a:lnTo>
                  <a:lnTo>
                    <a:pt x="1250" y="2585"/>
                  </a:lnTo>
                  <a:lnTo>
                    <a:pt x="1283" y="2584"/>
                  </a:lnTo>
                  <a:lnTo>
                    <a:pt x="1317" y="2584"/>
                  </a:lnTo>
                  <a:lnTo>
                    <a:pt x="1349" y="2582"/>
                  </a:lnTo>
                  <a:lnTo>
                    <a:pt x="1380" y="2581"/>
                  </a:lnTo>
                  <a:lnTo>
                    <a:pt x="1411" y="2578"/>
                  </a:lnTo>
                  <a:lnTo>
                    <a:pt x="1442" y="2575"/>
                  </a:lnTo>
                  <a:lnTo>
                    <a:pt x="1473" y="2570"/>
                  </a:lnTo>
                  <a:lnTo>
                    <a:pt x="1503" y="2566"/>
                  </a:lnTo>
                  <a:lnTo>
                    <a:pt x="1533" y="2560"/>
                  </a:lnTo>
                  <a:lnTo>
                    <a:pt x="1564" y="2553"/>
                  </a:lnTo>
                  <a:lnTo>
                    <a:pt x="1595" y="2546"/>
                  </a:lnTo>
                  <a:lnTo>
                    <a:pt x="1626" y="2537"/>
                  </a:lnTo>
                  <a:lnTo>
                    <a:pt x="1658" y="2527"/>
                  </a:lnTo>
                  <a:lnTo>
                    <a:pt x="1691" y="2517"/>
                  </a:lnTo>
                  <a:lnTo>
                    <a:pt x="1724" y="2505"/>
                  </a:lnTo>
                  <a:lnTo>
                    <a:pt x="1745" y="2505"/>
                  </a:lnTo>
                  <a:lnTo>
                    <a:pt x="1733" y="2520"/>
                  </a:lnTo>
                  <a:lnTo>
                    <a:pt x="1718" y="2536"/>
                  </a:lnTo>
                  <a:lnTo>
                    <a:pt x="1703" y="2553"/>
                  </a:lnTo>
                  <a:lnTo>
                    <a:pt x="1688" y="2570"/>
                  </a:lnTo>
                  <a:lnTo>
                    <a:pt x="1672" y="2585"/>
                  </a:lnTo>
                  <a:lnTo>
                    <a:pt x="1655" y="2600"/>
                  </a:lnTo>
                  <a:lnTo>
                    <a:pt x="1639" y="2612"/>
                  </a:lnTo>
                  <a:lnTo>
                    <a:pt x="1622" y="2623"/>
                  </a:lnTo>
                  <a:lnTo>
                    <a:pt x="1636" y="2651"/>
                  </a:lnTo>
                  <a:lnTo>
                    <a:pt x="1651" y="2677"/>
                  </a:lnTo>
                  <a:lnTo>
                    <a:pt x="1669" y="2700"/>
                  </a:lnTo>
                  <a:lnTo>
                    <a:pt x="1688" y="2722"/>
                  </a:lnTo>
                  <a:lnTo>
                    <a:pt x="1708" y="2740"/>
                  </a:lnTo>
                  <a:lnTo>
                    <a:pt x="1730" y="2757"/>
                  </a:lnTo>
                  <a:lnTo>
                    <a:pt x="1753" y="2771"/>
                  </a:lnTo>
                  <a:lnTo>
                    <a:pt x="1778" y="2785"/>
                  </a:lnTo>
                  <a:lnTo>
                    <a:pt x="1803" y="2796"/>
                  </a:lnTo>
                  <a:lnTo>
                    <a:pt x="1831" y="2804"/>
                  </a:lnTo>
                  <a:lnTo>
                    <a:pt x="1858" y="2811"/>
                  </a:lnTo>
                  <a:lnTo>
                    <a:pt x="1887" y="2817"/>
                  </a:lnTo>
                  <a:lnTo>
                    <a:pt x="1916" y="2821"/>
                  </a:lnTo>
                  <a:lnTo>
                    <a:pt x="1945" y="2823"/>
                  </a:lnTo>
                  <a:lnTo>
                    <a:pt x="1975" y="2824"/>
                  </a:lnTo>
                  <a:lnTo>
                    <a:pt x="2006" y="2824"/>
                  </a:lnTo>
                  <a:lnTo>
                    <a:pt x="2037" y="2823"/>
                  </a:lnTo>
                  <a:lnTo>
                    <a:pt x="2068" y="2821"/>
                  </a:lnTo>
                  <a:lnTo>
                    <a:pt x="2098" y="2818"/>
                  </a:lnTo>
                  <a:lnTo>
                    <a:pt x="2130" y="2814"/>
                  </a:lnTo>
                  <a:lnTo>
                    <a:pt x="2160" y="2809"/>
                  </a:lnTo>
                  <a:lnTo>
                    <a:pt x="2190" y="2804"/>
                  </a:lnTo>
                  <a:lnTo>
                    <a:pt x="2220" y="2798"/>
                  </a:lnTo>
                  <a:lnTo>
                    <a:pt x="2250" y="2791"/>
                  </a:lnTo>
                  <a:lnTo>
                    <a:pt x="2279" y="2783"/>
                  </a:lnTo>
                  <a:lnTo>
                    <a:pt x="2306" y="2776"/>
                  </a:lnTo>
                  <a:lnTo>
                    <a:pt x="2333" y="2768"/>
                  </a:lnTo>
                  <a:lnTo>
                    <a:pt x="2359" y="2761"/>
                  </a:lnTo>
                  <a:lnTo>
                    <a:pt x="2384" y="2752"/>
                  </a:lnTo>
                  <a:lnTo>
                    <a:pt x="2408" y="2744"/>
                  </a:lnTo>
                  <a:lnTo>
                    <a:pt x="2431" y="2735"/>
                  </a:lnTo>
                  <a:lnTo>
                    <a:pt x="2452" y="2728"/>
                  </a:lnTo>
                  <a:lnTo>
                    <a:pt x="2465" y="2721"/>
                  </a:lnTo>
                  <a:lnTo>
                    <a:pt x="2480" y="2712"/>
                  </a:lnTo>
                  <a:lnTo>
                    <a:pt x="2494" y="2700"/>
                  </a:lnTo>
                  <a:lnTo>
                    <a:pt x="2508" y="2686"/>
                  </a:lnTo>
                  <a:lnTo>
                    <a:pt x="2522" y="2671"/>
                  </a:lnTo>
                  <a:lnTo>
                    <a:pt x="2534" y="2654"/>
                  </a:lnTo>
                  <a:lnTo>
                    <a:pt x="2546" y="2639"/>
                  </a:lnTo>
                  <a:lnTo>
                    <a:pt x="2555" y="2623"/>
                  </a:lnTo>
                  <a:lnTo>
                    <a:pt x="2544" y="2622"/>
                  </a:lnTo>
                  <a:lnTo>
                    <a:pt x="2531" y="2619"/>
                  </a:lnTo>
                  <a:lnTo>
                    <a:pt x="2519" y="2618"/>
                  </a:lnTo>
                  <a:lnTo>
                    <a:pt x="2504" y="2617"/>
                  </a:lnTo>
                  <a:lnTo>
                    <a:pt x="2489" y="2614"/>
                  </a:lnTo>
                  <a:lnTo>
                    <a:pt x="2474" y="2613"/>
                  </a:lnTo>
                  <a:lnTo>
                    <a:pt x="2458" y="2611"/>
                  </a:lnTo>
                  <a:lnTo>
                    <a:pt x="2443" y="2607"/>
                  </a:lnTo>
                  <a:lnTo>
                    <a:pt x="2427" y="2605"/>
                  </a:lnTo>
                  <a:lnTo>
                    <a:pt x="2412" y="2600"/>
                  </a:lnTo>
                  <a:lnTo>
                    <a:pt x="2398" y="2596"/>
                  </a:lnTo>
                  <a:lnTo>
                    <a:pt x="2383" y="2590"/>
                  </a:lnTo>
                  <a:lnTo>
                    <a:pt x="2370" y="2584"/>
                  </a:lnTo>
                  <a:lnTo>
                    <a:pt x="2358" y="2577"/>
                  </a:lnTo>
                  <a:lnTo>
                    <a:pt x="2347" y="2569"/>
                  </a:lnTo>
                  <a:lnTo>
                    <a:pt x="2337" y="2559"/>
                  </a:lnTo>
                  <a:lnTo>
                    <a:pt x="2356" y="2558"/>
                  </a:lnTo>
                  <a:lnTo>
                    <a:pt x="2375" y="2555"/>
                  </a:lnTo>
                  <a:lnTo>
                    <a:pt x="2392" y="2550"/>
                  </a:lnTo>
                  <a:lnTo>
                    <a:pt x="2410" y="2544"/>
                  </a:lnTo>
                  <a:lnTo>
                    <a:pt x="2428" y="2537"/>
                  </a:lnTo>
                  <a:lnTo>
                    <a:pt x="2445" y="2530"/>
                  </a:lnTo>
                  <a:lnTo>
                    <a:pt x="2461" y="2521"/>
                  </a:lnTo>
                  <a:lnTo>
                    <a:pt x="2477" y="2513"/>
                  </a:lnTo>
                  <a:lnTo>
                    <a:pt x="2493" y="2505"/>
                  </a:lnTo>
                  <a:lnTo>
                    <a:pt x="2508" y="2496"/>
                  </a:lnTo>
                  <a:lnTo>
                    <a:pt x="2524" y="2489"/>
                  </a:lnTo>
                  <a:lnTo>
                    <a:pt x="2539" y="2482"/>
                  </a:lnTo>
                  <a:lnTo>
                    <a:pt x="2554" y="2476"/>
                  </a:lnTo>
                  <a:lnTo>
                    <a:pt x="2569" y="2471"/>
                  </a:lnTo>
                  <a:lnTo>
                    <a:pt x="2584" y="2468"/>
                  </a:lnTo>
                  <a:lnTo>
                    <a:pt x="2599" y="2467"/>
                  </a:lnTo>
                  <a:lnTo>
                    <a:pt x="2608" y="2451"/>
                  </a:lnTo>
                  <a:lnTo>
                    <a:pt x="2620" y="2437"/>
                  </a:lnTo>
                  <a:lnTo>
                    <a:pt x="2633" y="2421"/>
                  </a:lnTo>
                  <a:lnTo>
                    <a:pt x="2647" y="2408"/>
                  </a:lnTo>
                  <a:lnTo>
                    <a:pt x="2660" y="2395"/>
                  </a:lnTo>
                  <a:lnTo>
                    <a:pt x="2675" y="2381"/>
                  </a:lnTo>
                  <a:lnTo>
                    <a:pt x="2689" y="2371"/>
                  </a:lnTo>
                  <a:lnTo>
                    <a:pt x="2701" y="2361"/>
                  </a:lnTo>
                  <a:lnTo>
                    <a:pt x="2703" y="2346"/>
                  </a:lnTo>
                  <a:lnTo>
                    <a:pt x="2708" y="2331"/>
                  </a:lnTo>
                  <a:lnTo>
                    <a:pt x="2717" y="2316"/>
                  </a:lnTo>
                  <a:lnTo>
                    <a:pt x="2727" y="2303"/>
                  </a:lnTo>
                  <a:lnTo>
                    <a:pt x="2739" y="2290"/>
                  </a:lnTo>
                  <a:lnTo>
                    <a:pt x="2751" y="2276"/>
                  </a:lnTo>
                  <a:lnTo>
                    <a:pt x="2762" y="2265"/>
                  </a:lnTo>
                  <a:lnTo>
                    <a:pt x="2772" y="2256"/>
                  </a:lnTo>
                  <a:lnTo>
                    <a:pt x="2771" y="2285"/>
                  </a:lnTo>
                  <a:lnTo>
                    <a:pt x="2770" y="2313"/>
                  </a:lnTo>
                  <a:lnTo>
                    <a:pt x="2766" y="2338"/>
                  </a:lnTo>
                  <a:lnTo>
                    <a:pt x="2760" y="2363"/>
                  </a:lnTo>
                  <a:lnTo>
                    <a:pt x="2752" y="2387"/>
                  </a:lnTo>
                  <a:lnTo>
                    <a:pt x="2743" y="2410"/>
                  </a:lnTo>
                  <a:lnTo>
                    <a:pt x="2729" y="2432"/>
                  </a:lnTo>
                  <a:lnTo>
                    <a:pt x="2714" y="2453"/>
                  </a:lnTo>
                  <a:lnTo>
                    <a:pt x="2735" y="2457"/>
                  </a:lnTo>
                  <a:lnTo>
                    <a:pt x="2758" y="2462"/>
                  </a:lnTo>
                  <a:lnTo>
                    <a:pt x="2782" y="2466"/>
                  </a:lnTo>
                  <a:lnTo>
                    <a:pt x="2806" y="2471"/>
                  </a:lnTo>
                  <a:lnTo>
                    <a:pt x="2831" y="2474"/>
                  </a:lnTo>
                  <a:lnTo>
                    <a:pt x="2857" y="2478"/>
                  </a:lnTo>
                  <a:lnTo>
                    <a:pt x="2884" y="2482"/>
                  </a:lnTo>
                  <a:lnTo>
                    <a:pt x="2910" y="2484"/>
                  </a:lnTo>
                  <a:lnTo>
                    <a:pt x="2936" y="2486"/>
                  </a:lnTo>
                  <a:lnTo>
                    <a:pt x="2962" y="2488"/>
                  </a:lnTo>
                  <a:lnTo>
                    <a:pt x="2988" y="2489"/>
                  </a:lnTo>
                  <a:lnTo>
                    <a:pt x="3014" y="2488"/>
                  </a:lnTo>
                  <a:lnTo>
                    <a:pt x="3039" y="2486"/>
                  </a:lnTo>
                  <a:lnTo>
                    <a:pt x="3064" y="2485"/>
                  </a:lnTo>
                  <a:lnTo>
                    <a:pt x="3088" y="2482"/>
                  </a:lnTo>
                  <a:lnTo>
                    <a:pt x="3112" y="2477"/>
                  </a:lnTo>
                  <a:lnTo>
                    <a:pt x="3125" y="2474"/>
                  </a:lnTo>
                  <a:lnTo>
                    <a:pt x="3140" y="2468"/>
                  </a:lnTo>
                  <a:lnTo>
                    <a:pt x="3155" y="2461"/>
                  </a:lnTo>
                  <a:lnTo>
                    <a:pt x="3170" y="2451"/>
                  </a:lnTo>
                  <a:lnTo>
                    <a:pt x="3187" y="2442"/>
                  </a:lnTo>
                  <a:lnTo>
                    <a:pt x="3204" y="2434"/>
                  </a:lnTo>
                  <a:lnTo>
                    <a:pt x="3220" y="2428"/>
                  </a:lnTo>
                  <a:lnTo>
                    <a:pt x="3238" y="2426"/>
                  </a:lnTo>
                  <a:lnTo>
                    <a:pt x="3247" y="2406"/>
                  </a:lnTo>
                  <a:lnTo>
                    <a:pt x="3258" y="2384"/>
                  </a:lnTo>
                  <a:lnTo>
                    <a:pt x="3270" y="2362"/>
                  </a:lnTo>
                  <a:lnTo>
                    <a:pt x="3284" y="2342"/>
                  </a:lnTo>
                  <a:lnTo>
                    <a:pt x="3298" y="2321"/>
                  </a:lnTo>
                  <a:lnTo>
                    <a:pt x="3313" y="2302"/>
                  </a:lnTo>
                  <a:lnTo>
                    <a:pt x="3328" y="2285"/>
                  </a:lnTo>
                  <a:lnTo>
                    <a:pt x="3341" y="2269"/>
                  </a:lnTo>
                  <a:lnTo>
                    <a:pt x="3324" y="2259"/>
                  </a:lnTo>
                  <a:lnTo>
                    <a:pt x="3308" y="2252"/>
                  </a:lnTo>
                  <a:lnTo>
                    <a:pt x="3291" y="2245"/>
                  </a:lnTo>
                  <a:lnTo>
                    <a:pt x="3275" y="2239"/>
                  </a:lnTo>
                  <a:lnTo>
                    <a:pt x="3259" y="2233"/>
                  </a:lnTo>
                  <a:lnTo>
                    <a:pt x="3243" y="2228"/>
                  </a:lnTo>
                  <a:lnTo>
                    <a:pt x="3228" y="2222"/>
                  </a:lnTo>
                  <a:lnTo>
                    <a:pt x="3212" y="2217"/>
                  </a:lnTo>
                  <a:lnTo>
                    <a:pt x="3196" y="2211"/>
                  </a:lnTo>
                  <a:lnTo>
                    <a:pt x="3181" y="2204"/>
                  </a:lnTo>
                  <a:lnTo>
                    <a:pt x="3166" y="2197"/>
                  </a:lnTo>
                  <a:lnTo>
                    <a:pt x="3150" y="2187"/>
                  </a:lnTo>
                  <a:lnTo>
                    <a:pt x="3135" y="2177"/>
                  </a:lnTo>
                  <a:lnTo>
                    <a:pt x="3120" y="2165"/>
                  </a:lnTo>
                  <a:lnTo>
                    <a:pt x="3105" y="2151"/>
                  </a:lnTo>
                  <a:lnTo>
                    <a:pt x="3089" y="2134"/>
                  </a:lnTo>
                  <a:lnTo>
                    <a:pt x="3077" y="2145"/>
                  </a:lnTo>
                  <a:lnTo>
                    <a:pt x="3064" y="2153"/>
                  </a:lnTo>
                  <a:lnTo>
                    <a:pt x="3048" y="2159"/>
                  </a:lnTo>
                  <a:lnTo>
                    <a:pt x="3033" y="2162"/>
                  </a:lnTo>
                  <a:lnTo>
                    <a:pt x="3015" y="2163"/>
                  </a:lnTo>
                  <a:lnTo>
                    <a:pt x="2997" y="2160"/>
                  </a:lnTo>
                  <a:lnTo>
                    <a:pt x="2978" y="2158"/>
                  </a:lnTo>
                  <a:lnTo>
                    <a:pt x="2960" y="2153"/>
                  </a:lnTo>
                  <a:lnTo>
                    <a:pt x="2941" y="2147"/>
                  </a:lnTo>
                  <a:lnTo>
                    <a:pt x="2923" y="2140"/>
                  </a:lnTo>
                  <a:lnTo>
                    <a:pt x="2905" y="2131"/>
                  </a:lnTo>
                  <a:lnTo>
                    <a:pt x="2889" y="2122"/>
                  </a:lnTo>
                  <a:lnTo>
                    <a:pt x="2874" y="2112"/>
                  </a:lnTo>
                  <a:lnTo>
                    <a:pt x="2861" y="2102"/>
                  </a:lnTo>
                  <a:lnTo>
                    <a:pt x="2849" y="2093"/>
                  </a:lnTo>
                  <a:lnTo>
                    <a:pt x="2840" y="2083"/>
                  </a:lnTo>
                  <a:lnTo>
                    <a:pt x="2858" y="2083"/>
                  </a:lnTo>
                  <a:lnTo>
                    <a:pt x="2877" y="2083"/>
                  </a:lnTo>
                  <a:lnTo>
                    <a:pt x="2895" y="2083"/>
                  </a:lnTo>
                  <a:lnTo>
                    <a:pt x="2913" y="2083"/>
                  </a:lnTo>
                  <a:lnTo>
                    <a:pt x="2929" y="2083"/>
                  </a:lnTo>
                  <a:lnTo>
                    <a:pt x="2947" y="2082"/>
                  </a:lnTo>
                  <a:lnTo>
                    <a:pt x="2964" y="2080"/>
                  </a:lnTo>
                  <a:lnTo>
                    <a:pt x="2980" y="2077"/>
                  </a:lnTo>
                  <a:lnTo>
                    <a:pt x="2996" y="2072"/>
                  </a:lnTo>
                  <a:lnTo>
                    <a:pt x="3013" y="2066"/>
                  </a:lnTo>
                  <a:lnTo>
                    <a:pt x="3029" y="2059"/>
                  </a:lnTo>
                  <a:lnTo>
                    <a:pt x="3045" y="2051"/>
                  </a:lnTo>
                  <a:lnTo>
                    <a:pt x="3062" y="2038"/>
                  </a:lnTo>
                  <a:lnTo>
                    <a:pt x="3078" y="2025"/>
                  </a:lnTo>
                  <a:lnTo>
                    <a:pt x="3095" y="2009"/>
                  </a:lnTo>
                  <a:lnTo>
                    <a:pt x="3112" y="1991"/>
                  </a:lnTo>
                  <a:lnTo>
                    <a:pt x="3143" y="2024"/>
                  </a:lnTo>
                  <a:lnTo>
                    <a:pt x="3175" y="2052"/>
                  </a:lnTo>
                  <a:lnTo>
                    <a:pt x="3211" y="2075"/>
                  </a:lnTo>
                  <a:lnTo>
                    <a:pt x="3247" y="2094"/>
                  </a:lnTo>
                  <a:lnTo>
                    <a:pt x="3285" y="2110"/>
                  </a:lnTo>
                  <a:lnTo>
                    <a:pt x="3323" y="2121"/>
                  </a:lnTo>
                  <a:lnTo>
                    <a:pt x="3363" y="2127"/>
                  </a:lnTo>
                  <a:lnTo>
                    <a:pt x="3403" y="2129"/>
                  </a:lnTo>
                  <a:lnTo>
                    <a:pt x="3442" y="2127"/>
                  </a:lnTo>
                  <a:lnTo>
                    <a:pt x="3482" y="2121"/>
                  </a:lnTo>
                  <a:lnTo>
                    <a:pt x="3520" y="2110"/>
                  </a:lnTo>
                  <a:lnTo>
                    <a:pt x="3558" y="2094"/>
                  </a:lnTo>
                  <a:lnTo>
                    <a:pt x="3595" y="2075"/>
                  </a:lnTo>
                  <a:lnTo>
                    <a:pt x="3630" y="2052"/>
                  </a:lnTo>
                  <a:lnTo>
                    <a:pt x="3662" y="2024"/>
                  </a:lnTo>
                  <a:lnTo>
                    <a:pt x="3694" y="1991"/>
                  </a:lnTo>
                  <a:lnTo>
                    <a:pt x="3702" y="1993"/>
                  </a:lnTo>
                  <a:lnTo>
                    <a:pt x="3715" y="1994"/>
                  </a:lnTo>
                  <a:lnTo>
                    <a:pt x="3731" y="1997"/>
                  </a:lnTo>
                  <a:lnTo>
                    <a:pt x="3751" y="2002"/>
                  </a:lnTo>
                  <a:lnTo>
                    <a:pt x="3773" y="2007"/>
                  </a:lnTo>
                  <a:lnTo>
                    <a:pt x="3796" y="2013"/>
                  </a:lnTo>
                  <a:lnTo>
                    <a:pt x="3821" y="2019"/>
                  </a:lnTo>
                  <a:lnTo>
                    <a:pt x="3846" y="2026"/>
                  </a:lnTo>
                  <a:lnTo>
                    <a:pt x="3871" y="2034"/>
                  </a:lnTo>
                  <a:lnTo>
                    <a:pt x="3895" y="2040"/>
                  </a:lnTo>
                  <a:lnTo>
                    <a:pt x="3918" y="2047"/>
                  </a:lnTo>
                  <a:lnTo>
                    <a:pt x="3939" y="2053"/>
                  </a:lnTo>
                  <a:lnTo>
                    <a:pt x="3956" y="2058"/>
                  </a:lnTo>
                  <a:lnTo>
                    <a:pt x="3972" y="2063"/>
                  </a:lnTo>
                  <a:lnTo>
                    <a:pt x="3982" y="2066"/>
                  </a:lnTo>
                  <a:lnTo>
                    <a:pt x="3990" y="2069"/>
                  </a:lnTo>
                  <a:lnTo>
                    <a:pt x="3973" y="2069"/>
                  </a:lnTo>
                  <a:lnTo>
                    <a:pt x="3956" y="2071"/>
                  </a:lnTo>
                  <a:lnTo>
                    <a:pt x="3941" y="2073"/>
                  </a:lnTo>
                  <a:lnTo>
                    <a:pt x="3925" y="2077"/>
                  </a:lnTo>
                  <a:lnTo>
                    <a:pt x="3909" y="2081"/>
                  </a:lnTo>
                  <a:lnTo>
                    <a:pt x="3894" y="2084"/>
                  </a:lnTo>
                  <a:lnTo>
                    <a:pt x="3878" y="2088"/>
                  </a:lnTo>
                  <a:lnTo>
                    <a:pt x="3863" y="2093"/>
                  </a:lnTo>
                  <a:lnTo>
                    <a:pt x="3848" y="2096"/>
                  </a:lnTo>
                  <a:lnTo>
                    <a:pt x="3832" y="2099"/>
                  </a:lnTo>
                  <a:lnTo>
                    <a:pt x="3816" y="2101"/>
                  </a:lnTo>
                  <a:lnTo>
                    <a:pt x="3800" y="2104"/>
                  </a:lnTo>
                  <a:lnTo>
                    <a:pt x="3782" y="2104"/>
                  </a:lnTo>
                  <a:lnTo>
                    <a:pt x="3765" y="2102"/>
                  </a:lnTo>
                  <a:lnTo>
                    <a:pt x="3747" y="2100"/>
                  </a:lnTo>
                  <a:lnTo>
                    <a:pt x="3728" y="2096"/>
                  </a:lnTo>
                  <a:lnTo>
                    <a:pt x="3714" y="2111"/>
                  </a:lnTo>
                  <a:lnTo>
                    <a:pt x="3699" y="2125"/>
                  </a:lnTo>
                  <a:lnTo>
                    <a:pt x="3682" y="2140"/>
                  </a:lnTo>
                  <a:lnTo>
                    <a:pt x="3665" y="2154"/>
                  </a:lnTo>
                  <a:lnTo>
                    <a:pt x="3649" y="2170"/>
                  </a:lnTo>
                  <a:lnTo>
                    <a:pt x="3632" y="2185"/>
                  </a:lnTo>
                  <a:lnTo>
                    <a:pt x="3616" y="2200"/>
                  </a:lnTo>
                  <a:lnTo>
                    <a:pt x="3602" y="2215"/>
                  </a:lnTo>
                  <a:lnTo>
                    <a:pt x="3636" y="2234"/>
                  </a:lnTo>
                  <a:lnTo>
                    <a:pt x="3670" y="2251"/>
                  </a:lnTo>
                  <a:lnTo>
                    <a:pt x="3704" y="2265"/>
                  </a:lnTo>
                  <a:lnTo>
                    <a:pt x="3738" y="2280"/>
                  </a:lnTo>
                  <a:lnTo>
                    <a:pt x="3773" y="2292"/>
                  </a:lnTo>
                  <a:lnTo>
                    <a:pt x="3806" y="2302"/>
                  </a:lnTo>
                  <a:lnTo>
                    <a:pt x="3841" y="2310"/>
                  </a:lnTo>
                  <a:lnTo>
                    <a:pt x="3875" y="2317"/>
                  </a:lnTo>
                  <a:lnTo>
                    <a:pt x="3909" y="2323"/>
                  </a:lnTo>
                  <a:lnTo>
                    <a:pt x="3943" y="2327"/>
                  </a:lnTo>
                  <a:lnTo>
                    <a:pt x="3977" y="2329"/>
                  </a:lnTo>
                  <a:lnTo>
                    <a:pt x="4012" y="2332"/>
                  </a:lnTo>
                  <a:lnTo>
                    <a:pt x="4046" y="2332"/>
                  </a:lnTo>
                  <a:lnTo>
                    <a:pt x="4079" y="2329"/>
                  </a:lnTo>
                  <a:lnTo>
                    <a:pt x="4114" y="2327"/>
                  </a:lnTo>
                  <a:lnTo>
                    <a:pt x="4148" y="2323"/>
                  </a:lnTo>
                  <a:lnTo>
                    <a:pt x="4182" y="2319"/>
                  </a:lnTo>
                  <a:lnTo>
                    <a:pt x="4216" y="2313"/>
                  </a:lnTo>
                  <a:lnTo>
                    <a:pt x="4250" y="2305"/>
                  </a:lnTo>
                  <a:lnTo>
                    <a:pt x="4285" y="2297"/>
                  </a:lnTo>
                  <a:lnTo>
                    <a:pt x="4319" y="2288"/>
                  </a:lnTo>
                  <a:lnTo>
                    <a:pt x="4353" y="2278"/>
                  </a:lnTo>
                  <a:lnTo>
                    <a:pt x="4388" y="2267"/>
                  </a:lnTo>
                  <a:lnTo>
                    <a:pt x="4422" y="2255"/>
                  </a:lnTo>
                  <a:lnTo>
                    <a:pt x="4456" y="2243"/>
                  </a:lnTo>
                  <a:lnTo>
                    <a:pt x="4490" y="2229"/>
                  </a:lnTo>
                  <a:lnTo>
                    <a:pt x="4524" y="2215"/>
                  </a:lnTo>
                  <a:lnTo>
                    <a:pt x="4559" y="2200"/>
                  </a:lnTo>
                  <a:lnTo>
                    <a:pt x="4593" y="2185"/>
                  </a:lnTo>
                  <a:lnTo>
                    <a:pt x="4628" y="2168"/>
                  </a:lnTo>
                  <a:lnTo>
                    <a:pt x="4662" y="2151"/>
                  </a:lnTo>
                  <a:lnTo>
                    <a:pt x="4696" y="2134"/>
                  </a:lnTo>
                  <a:lnTo>
                    <a:pt x="4783" y="2078"/>
                  </a:lnTo>
                  <a:lnTo>
                    <a:pt x="4856" y="2008"/>
                  </a:lnTo>
                  <a:lnTo>
                    <a:pt x="4914" y="1925"/>
                  </a:lnTo>
                  <a:lnTo>
                    <a:pt x="4960" y="1832"/>
                  </a:lnTo>
                  <a:lnTo>
                    <a:pt x="4994" y="1729"/>
                  </a:lnTo>
                  <a:lnTo>
                    <a:pt x="5013" y="1622"/>
                  </a:lnTo>
                  <a:lnTo>
                    <a:pt x="5022" y="1511"/>
                  </a:lnTo>
                  <a:lnTo>
                    <a:pt x="5018" y="1399"/>
                  </a:lnTo>
                  <a:lnTo>
                    <a:pt x="5002" y="1289"/>
                  </a:lnTo>
                  <a:lnTo>
                    <a:pt x="4974" y="1181"/>
                  </a:lnTo>
                  <a:lnTo>
                    <a:pt x="4935" y="1081"/>
                  </a:lnTo>
                  <a:lnTo>
                    <a:pt x="4885" y="989"/>
                  </a:lnTo>
                  <a:lnTo>
                    <a:pt x="4825" y="908"/>
                  </a:lnTo>
                  <a:lnTo>
                    <a:pt x="4754" y="839"/>
                  </a:lnTo>
                  <a:lnTo>
                    <a:pt x="4672" y="788"/>
                  </a:lnTo>
                  <a:lnTo>
                    <a:pt x="4582" y="754"/>
                  </a:lnTo>
                  <a:lnTo>
                    <a:pt x="4568" y="753"/>
                  </a:lnTo>
                  <a:lnTo>
                    <a:pt x="4555" y="750"/>
                  </a:lnTo>
                  <a:lnTo>
                    <a:pt x="4540" y="749"/>
                  </a:lnTo>
                  <a:lnTo>
                    <a:pt x="4524" y="749"/>
                  </a:lnTo>
                  <a:lnTo>
                    <a:pt x="4509" y="748"/>
                  </a:lnTo>
                  <a:lnTo>
                    <a:pt x="4493" y="748"/>
                  </a:lnTo>
                  <a:lnTo>
                    <a:pt x="4478" y="749"/>
                  </a:lnTo>
                  <a:lnTo>
                    <a:pt x="4462" y="749"/>
                  </a:lnTo>
                  <a:lnTo>
                    <a:pt x="4446" y="751"/>
                  </a:lnTo>
                  <a:lnTo>
                    <a:pt x="4430" y="753"/>
                  </a:lnTo>
                  <a:lnTo>
                    <a:pt x="4414" y="755"/>
                  </a:lnTo>
                  <a:lnTo>
                    <a:pt x="4398" y="759"/>
                  </a:lnTo>
                  <a:lnTo>
                    <a:pt x="4384" y="762"/>
                  </a:lnTo>
                  <a:lnTo>
                    <a:pt x="4369" y="767"/>
                  </a:lnTo>
                  <a:lnTo>
                    <a:pt x="4354" y="772"/>
                  </a:lnTo>
                  <a:lnTo>
                    <a:pt x="4341" y="778"/>
                  </a:lnTo>
                  <a:lnTo>
                    <a:pt x="4366" y="815"/>
                  </a:lnTo>
                  <a:lnTo>
                    <a:pt x="4381" y="858"/>
                  </a:lnTo>
                  <a:lnTo>
                    <a:pt x="4387" y="902"/>
                  </a:lnTo>
                  <a:lnTo>
                    <a:pt x="4385" y="949"/>
                  </a:lnTo>
                  <a:lnTo>
                    <a:pt x="4378" y="996"/>
                  </a:lnTo>
                  <a:lnTo>
                    <a:pt x="4367" y="1041"/>
                  </a:lnTo>
                  <a:lnTo>
                    <a:pt x="4354" y="1083"/>
                  </a:lnTo>
                  <a:lnTo>
                    <a:pt x="4341" y="1121"/>
                  </a:lnTo>
                  <a:lnTo>
                    <a:pt x="4339" y="1071"/>
                  </a:lnTo>
                  <a:lnTo>
                    <a:pt x="4334" y="1025"/>
                  </a:lnTo>
                  <a:lnTo>
                    <a:pt x="4324" y="984"/>
                  </a:lnTo>
                  <a:lnTo>
                    <a:pt x="4312" y="947"/>
                  </a:lnTo>
                  <a:lnTo>
                    <a:pt x="4296" y="913"/>
                  </a:lnTo>
                  <a:lnTo>
                    <a:pt x="4277" y="883"/>
                  </a:lnTo>
                  <a:lnTo>
                    <a:pt x="4255" y="856"/>
                  </a:lnTo>
                  <a:lnTo>
                    <a:pt x="4231" y="832"/>
                  </a:lnTo>
                  <a:lnTo>
                    <a:pt x="4205" y="810"/>
                  </a:lnTo>
                  <a:lnTo>
                    <a:pt x="4177" y="792"/>
                  </a:lnTo>
                  <a:lnTo>
                    <a:pt x="4147" y="775"/>
                  </a:lnTo>
                  <a:lnTo>
                    <a:pt x="4116" y="761"/>
                  </a:lnTo>
                  <a:lnTo>
                    <a:pt x="4082" y="748"/>
                  </a:lnTo>
                  <a:lnTo>
                    <a:pt x="4048" y="736"/>
                  </a:lnTo>
                  <a:lnTo>
                    <a:pt x="4014" y="726"/>
                  </a:lnTo>
                  <a:lnTo>
                    <a:pt x="3977" y="716"/>
                  </a:lnTo>
                  <a:lnTo>
                    <a:pt x="3992" y="709"/>
                  </a:lnTo>
                  <a:lnTo>
                    <a:pt x="4007" y="703"/>
                  </a:lnTo>
                  <a:lnTo>
                    <a:pt x="4022" y="697"/>
                  </a:lnTo>
                  <a:lnTo>
                    <a:pt x="4037" y="691"/>
                  </a:lnTo>
                  <a:lnTo>
                    <a:pt x="4052" y="686"/>
                  </a:lnTo>
                  <a:lnTo>
                    <a:pt x="4067" y="681"/>
                  </a:lnTo>
                  <a:lnTo>
                    <a:pt x="4082" y="678"/>
                  </a:lnTo>
                  <a:lnTo>
                    <a:pt x="4098" y="674"/>
                  </a:lnTo>
                  <a:lnTo>
                    <a:pt x="4113" y="672"/>
                  </a:lnTo>
                  <a:lnTo>
                    <a:pt x="4128" y="669"/>
                  </a:lnTo>
                  <a:lnTo>
                    <a:pt x="4145" y="667"/>
                  </a:lnTo>
                  <a:lnTo>
                    <a:pt x="4161" y="664"/>
                  </a:lnTo>
                  <a:lnTo>
                    <a:pt x="4177" y="663"/>
                  </a:lnTo>
                  <a:lnTo>
                    <a:pt x="4194" y="663"/>
                  </a:lnTo>
                  <a:lnTo>
                    <a:pt x="4211" y="662"/>
                  </a:lnTo>
                  <a:lnTo>
                    <a:pt x="4227" y="662"/>
                  </a:lnTo>
                  <a:lnTo>
                    <a:pt x="4253" y="619"/>
                  </a:lnTo>
                  <a:lnTo>
                    <a:pt x="4267" y="567"/>
                  </a:lnTo>
                  <a:lnTo>
                    <a:pt x="4269" y="511"/>
                  </a:lnTo>
                  <a:lnTo>
                    <a:pt x="4263" y="452"/>
                  </a:lnTo>
                  <a:lnTo>
                    <a:pt x="4251" y="393"/>
                  </a:lnTo>
                  <a:lnTo>
                    <a:pt x="4236" y="336"/>
                  </a:lnTo>
                  <a:lnTo>
                    <a:pt x="4220" y="285"/>
                  </a:lnTo>
                  <a:lnTo>
                    <a:pt x="4206" y="241"/>
                  </a:lnTo>
                  <a:lnTo>
                    <a:pt x="4193" y="209"/>
                  </a:lnTo>
                  <a:lnTo>
                    <a:pt x="4175" y="179"/>
                  </a:lnTo>
                  <a:lnTo>
                    <a:pt x="4153" y="151"/>
                  </a:lnTo>
                  <a:lnTo>
                    <a:pt x="4128" y="126"/>
                  </a:lnTo>
                  <a:lnTo>
                    <a:pt x="4099" y="102"/>
                  </a:lnTo>
                  <a:lnTo>
                    <a:pt x="4069" y="81"/>
                  </a:lnTo>
                  <a:lnTo>
                    <a:pt x="4035" y="62"/>
                  </a:lnTo>
                  <a:lnTo>
                    <a:pt x="4002" y="46"/>
                  </a:lnTo>
                  <a:lnTo>
                    <a:pt x="3967" y="33"/>
                  </a:lnTo>
                  <a:lnTo>
                    <a:pt x="3931" y="23"/>
                  </a:lnTo>
                  <a:lnTo>
                    <a:pt x="3896" y="16"/>
                  </a:lnTo>
                  <a:lnTo>
                    <a:pt x="3860" y="11"/>
                  </a:lnTo>
                  <a:lnTo>
                    <a:pt x="3827" y="11"/>
                  </a:lnTo>
                  <a:lnTo>
                    <a:pt x="3795" y="14"/>
                  </a:lnTo>
                  <a:lnTo>
                    <a:pt x="3764" y="20"/>
                  </a:lnTo>
                  <a:lnTo>
                    <a:pt x="3737" y="30"/>
                  </a:lnTo>
                  <a:lnTo>
                    <a:pt x="3712" y="44"/>
                  </a:lnTo>
                  <a:lnTo>
                    <a:pt x="3689" y="61"/>
                  </a:lnTo>
                  <a:lnTo>
                    <a:pt x="3666" y="80"/>
                  </a:lnTo>
                  <a:lnTo>
                    <a:pt x="3646" y="103"/>
                  </a:lnTo>
                  <a:lnTo>
                    <a:pt x="3626" y="127"/>
                  </a:lnTo>
                  <a:lnTo>
                    <a:pt x="3607" y="152"/>
                  </a:lnTo>
                  <a:lnTo>
                    <a:pt x="3589" y="180"/>
                  </a:lnTo>
                  <a:lnTo>
                    <a:pt x="3573" y="209"/>
                  </a:lnTo>
                  <a:lnTo>
                    <a:pt x="3556" y="238"/>
                  </a:lnTo>
                  <a:lnTo>
                    <a:pt x="3541" y="268"/>
                  </a:lnTo>
                  <a:lnTo>
                    <a:pt x="3527" y="299"/>
                  </a:lnTo>
                  <a:lnTo>
                    <a:pt x="3514" y="328"/>
                  </a:lnTo>
                  <a:lnTo>
                    <a:pt x="3501" y="358"/>
                  </a:lnTo>
                  <a:lnTo>
                    <a:pt x="3489" y="385"/>
                  </a:lnTo>
                  <a:lnTo>
                    <a:pt x="3478" y="413"/>
                  </a:lnTo>
                  <a:lnTo>
                    <a:pt x="3467" y="439"/>
                  </a:lnTo>
                  <a:lnTo>
                    <a:pt x="3491" y="441"/>
                  </a:lnTo>
                  <a:lnTo>
                    <a:pt x="3512" y="449"/>
                  </a:lnTo>
                  <a:lnTo>
                    <a:pt x="3531" y="463"/>
                  </a:lnTo>
                  <a:lnTo>
                    <a:pt x="3548" y="477"/>
                  </a:lnTo>
                  <a:lnTo>
                    <a:pt x="3562" y="495"/>
                  </a:lnTo>
                  <a:lnTo>
                    <a:pt x="3576" y="513"/>
                  </a:lnTo>
                  <a:lnTo>
                    <a:pt x="3589" y="530"/>
                  </a:lnTo>
                  <a:lnTo>
                    <a:pt x="3602" y="547"/>
                  </a:lnTo>
                  <a:lnTo>
                    <a:pt x="3577" y="557"/>
                  </a:lnTo>
                  <a:lnTo>
                    <a:pt x="3551" y="563"/>
                  </a:lnTo>
                  <a:lnTo>
                    <a:pt x="3522" y="565"/>
                  </a:lnTo>
                  <a:lnTo>
                    <a:pt x="3491" y="565"/>
                  </a:lnTo>
                  <a:lnTo>
                    <a:pt x="3460" y="564"/>
                  </a:lnTo>
                  <a:lnTo>
                    <a:pt x="3428" y="562"/>
                  </a:lnTo>
                  <a:lnTo>
                    <a:pt x="3395" y="559"/>
                  </a:lnTo>
                  <a:lnTo>
                    <a:pt x="3362" y="557"/>
                  </a:lnTo>
                  <a:lnTo>
                    <a:pt x="3328" y="555"/>
                  </a:lnTo>
                  <a:lnTo>
                    <a:pt x="3294" y="556"/>
                  </a:lnTo>
                  <a:lnTo>
                    <a:pt x="3262" y="558"/>
                  </a:lnTo>
                  <a:lnTo>
                    <a:pt x="3230" y="564"/>
                  </a:lnTo>
                  <a:lnTo>
                    <a:pt x="3197" y="575"/>
                  </a:lnTo>
                  <a:lnTo>
                    <a:pt x="3167" y="590"/>
                  </a:lnTo>
                  <a:lnTo>
                    <a:pt x="3139" y="609"/>
                  </a:lnTo>
                  <a:lnTo>
                    <a:pt x="3112" y="635"/>
                  </a:lnTo>
                  <a:lnTo>
                    <a:pt x="3116" y="609"/>
                  </a:lnTo>
                  <a:lnTo>
                    <a:pt x="3129" y="586"/>
                  </a:lnTo>
                  <a:lnTo>
                    <a:pt x="3145" y="565"/>
                  </a:lnTo>
                  <a:lnTo>
                    <a:pt x="3166" y="547"/>
                  </a:lnTo>
                  <a:lnTo>
                    <a:pt x="3188" y="532"/>
                  </a:lnTo>
                  <a:lnTo>
                    <a:pt x="3209" y="515"/>
                  </a:lnTo>
                  <a:lnTo>
                    <a:pt x="3225" y="498"/>
                  </a:lnTo>
                  <a:lnTo>
                    <a:pt x="3238" y="478"/>
                  </a:lnTo>
                  <a:lnTo>
                    <a:pt x="3238" y="452"/>
                  </a:lnTo>
                  <a:lnTo>
                    <a:pt x="3230" y="436"/>
                  </a:lnTo>
                  <a:lnTo>
                    <a:pt x="3215" y="422"/>
                  </a:lnTo>
                  <a:lnTo>
                    <a:pt x="3194" y="411"/>
                  </a:lnTo>
                  <a:lnTo>
                    <a:pt x="3169" y="401"/>
                  </a:lnTo>
                  <a:lnTo>
                    <a:pt x="3139" y="394"/>
                  </a:lnTo>
                  <a:lnTo>
                    <a:pt x="3106" y="388"/>
                  </a:lnTo>
                  <a:lnTo>
                    <a:pt x="3071" y="383"/>
                  </a:lnTo>
                  <a:lnTo>
                    <a:pt x="3035" y="379"/>
                  </a:lnTo>
                  <a:lnTo>
                    <a:pt x="2997" y="378"/>
                  </a:lnTo>
                  <a:lnTo>
                    <a:pt x="2961" y="377"/>
                  </a:lnTo>
                  <a:lnTo>
                    <a:pt x="2926" y="377"/>
                  </a:lnTo>
                  <a:lnTo>
                    <a:pt x="2894" y="378"/>
                  </a:lnTo>
                  <a:lnTo>
                    <a:pt x="2864" y="379"/>
                  </a:lnTo>
                  <a:lnTo>
                    <a:pt x="2839" y="382"/>
                  </a:lnTo>
                  <a:lnTo>
                    <a:pt x="2819" y="384"/>
                  </a:lnTo>
                  <a:lnTo>
                    <a:pt x="2804" y="387"/>
                  </a:lnTo>
                  <a:lnTo>
                    <a:pt x="2794" y="390"/>
                  </a:lnTo>
                  <a:lnTo>
                    <a:pt x="2782" y="394"/>
                  </a:lnTo>
                  <a:lnTo>
                    <a:pt x="2771" y="400"/>
                  </a:lnTo>
                  <a:lnTo>
                    <a:pt x="2758" y="406"/>
                  </a:lnTo>
                  <a:lnTo>
                    <a:pt x="2747" y="413"/>
                  </a:lnTo>
                  <a:lnTo>
                    <a:pt x="2734" y="420"/>
                  </a:lnTo>
                  <a:lnTo>
                    <a:pt x="2722" y="429"/>
                  </a:lnTo>
                  <a:lnTo>
                    <a:pt x="2709" y="439"/>
                  </a:lnTo>
                  <a:lnTo>
                    <a:pt x="2697" y="447"/>
                  </a:lnTo>
                  <a:lnTo>
                    <a:pt x="2685" y="458"/>
                  </a:lnTo>
                  <a:lnTo>
                    <a:pt x="2674" y="468"/>
                  </a:lnTo>
                  <a:lnTo>
                    <a:pt x="2662" y="478"/>
                  </a:lnTo>
                  <a:lnTo>
                    <a:pt x="2651" y="488"/>
                  </a:lnTo>
                  <a:lnTo>
                    <a:pt x="2641" y="499"/>
                  </a:lnTo>
                  <a:lnTo>
                    <a:pt x="2631" y="509"/>
                  </a:lnTo>
                  <a:lnTo>
                    <a:pt x="2622" y="520"/>
                  </a:lnTo>
                  <a:lnTo>
                    <a:pt x="2643" y="521"/>
                  </a:lnTo>
                  <a:lnTo>
                    <a:pt x="2662" y="524"/>
                  </a:lnTo>
                  <a:lnTo>
                    <a:pt x="2680" y="530"/>
                  </a:lnTo>
                  <a:lnTo>
                    <a:pt x="2698" y="539"/>
                  </a:lnTo>
                  <a:lnTo>
                    <a:pt x="2714" y="550"/>
                  </a:lnTo>
                  <a:lnTo>
                    <a:pt x="2728" y="562"/>
                  </a:lnTo>
                  <a:lnTo>
                    <a:pt x="2742" y="575"/>
                  </a:lnTo>
                  <a:lnTo>
                    <a:pt x="2754" y="590"/>
                  </a:lnTo>
                  <a:lnTo>
                    <a:pt x="2767" y="605"/>
                  </a:lnTo>
                  <a:lnTo>
                    <a:pt x="2777" y="622"/>
                  </a:lnTo>
                  <a:lnTo>
                    <a:pt x="2788" y="639"/>
                  </a:lnTo>
                  <a:lnTo>
                    <a:pt x="2797" y="657"/>
                  </a:lnTo>
                  <a:lnTo>
                    <a:pt x="2805" y="676"/>
                  </a:lnTo>
                  <a:lnTo>
                    <a:pt x="2814" y="695"/>
                  </a:lnTo>
                  <a:lnTo>
                    <a:pt x="2821" y="713"/>
                  </a:lnTo>
                  <a:lnTo>
                    <a:pt x="2827" y="731"/>
                  </a:lnTo>
                  <a:lnTo>
                    <a:pt x="2814" y="730"/>
                  </a:lnTo>
                  <a:lnTo>
                    <a:pt x="2799" y="726"/>
                  </a:lnTo>
                  <a:lnTo>
                    <a:pt x="2783" y="721"/>
                  </a:lnTo>
                  <a:lnTo>
                    <a:pt x="2766" y="714"/>
                  </a:lnTo>
                  <a:lnTo>
                    <a:pt x="2748" y="705"/>
                  </a:lnTo>
                  <a:lnTo>
                    <a:pt x="2729" y="696"/>
                  </a:lnTo>
                  <a:lnTo>
                    <a:pt x="2709" y="686"/>
                  </a:lnTo>
                  <a:lnTo>
                    <a:pt x="2690" y="675"/>
                  </a:lnTo>
                  <a:lnTo>
                    <a:pt x="2670" y="664"/>
                  </a:lnTo>
                  <a:lnTo>
                    <a:pt x="2650" y="654"/>
                  </a:lnTo>
                  <a:lnTo>
                    <a:pt x="2630" y="644"/>
                  </a:lnTo>
                  <a:lnTo>
                    <a:pt x="2611" y="634"/>
                  </a:lnTo>
                  <a:lnTo>
                    <a:pt x="2593" y="626"/>
                  </a:lnTo>
                  <a:lnTo>
                    <a:pt x="2575" y="620"/>
                  </a:lnTo>
                  <a:lnTo>
                    <a:pt x="2558" y="615"/>
                  </a:lnTo>
                  <a:lnTo>
                    <a:pt x="2543" y="611"/>
                  </a:lnTo>
                  <a:lnTo>
                    <a:pt x="2519" y="606"/>
                  </a:lnTo>
                  <a:lnTo>
                    <a:pt x="2493" y="604"/>
                  </a:lnTo>
                  <a:lnTo>
                    <a:pt x="2465" y="603"/>
                  </a:lnTo>
                  <a:lnTo>
                    <a:pt x="2438" y="603"/>
                  </a:lnTo>
                  <a:lnTo>
                    <a:pt x="2410" y="605"/>
                  </a:lnTo>
                  <a:lnTo>
                    <a:pt x="2382" y="608"/>
                  </a:lnTo>
                  <a:lnTo>
                    <a:pt x="2354" y="612"/>
                  </a:lnTo>
                  <a:lnTo>
                    <a:pt x="2326" y="619"/>
                  </a:lnTo>
                  <a:lnTo>
                    <a:pt x="2299" y="626"/>
                  </a:lnTo>
                  <a:lnTo>
                    <a:pt x="2272" y="634"/>
                  </a:lnTo>
                  <a:lnTo>
                    <a:pt x="2247" y="645"/>
                  </a:lnTo>
                  <a:lnTo>
                    <a:pt x="2223" y="656"/>
                  </a:lnTo>
                  <a:lnTo>
                    <a:pt x="2200" y="669"/>
                  </a:lnTo>
                  <a:lnTo>
                    <a:pt x="2179" y="684"/>
                  </a:lnTo>
                  <a:lnTo>
                    <a:pt x="2160" y="699"/>
                  </a:lnTo>
                  <a:lnTo>
                    <a:pt x="2144" y="716"/>
                  </a:lnTo>
                  <a:lnTo>
                    <a:pt x="2146" y="690"/>
                  </a:lnTo>
                  <a:lnTo>
                    <a:pt x="2155" y="664"/>
                  </a:lnTo>
                  <a:lnTo>
                    <a:pt x="2166" y="640"/>
                  </a:lnTo>
                  <a:lnTo>
                    <a:pt x="2182" y="617"/>
                  </a:lnTo>
                  <a:lnTo>
                    <a:pt x="2200" y="597"/>
                  </a:lnTo>
                  <a:lnTo>
                    <a:pt x="2222" y="576"/>
                  </a:lnTo>
                  <a:lnTo>
                    <a:pt x="2244" y="559"/>
                  </a:lnTo>
                  <a:lnTo>
                    <a:pt x="2269" y="542"/>
                  </a:lnTo>
                  <a:lnTo>
                    <a:pt x="2296" y="528"/>
                  </a:lnTo>
                  <a:lnTo>
                    <a:pt x="2323" y="515"/>
                  </a:lnTo>
                  <a:lnTo>
                    <a:pt x="2349" y="504"/>
                  </a:lnTo>
                  <a:lnTo>
                    <a:pt x="2375" y="495"/>
                  </a:lnTo>
                  <a:lnTo>
                    <a:pt x="2400" y="488"/>
                  </a:lnTo>
                  <a:lnTo>
                    <a:pt x="2424" y="483"/>
                  </a:lnTo>
                  <a:lnTo>
                    <a:pt x="2445" y="480"/>
                  </a:lnTo>
                  <a:lnTo>
                    <a:pt x="2463" y="478"/>
                  </a:lnTo>
                  <a:lnTo>
                    <a:pt x="2487" y="452"/>
                  </a:lnTo>
                  <a:lnTo>
                    <a:pt x="2482" y="441"/>
                  </a:lnTo>
                  <a:lnTo>
                    <a:pt x="2477" y="428"/>
                  </a:lnTo>
                  <a:lnTo>
                    <a:pt x="2471" y="413"/>
                  </a:lnTo>
                  <a:lnTo>
                    <a:pt x="2464" y="398"/>
                  </a:lnTo>
                  <a:lnTo>
                    <a:pt x="2457" y="381"/>
                  </a:lnTo>
                  <a:lnTo>
                    <a:pt x="2451" y="365"/>
                  </a:lnTo>
                  <a:lnTo>
                    <a:pt x="2446" y="348"/>
                  </a:lnTo>
                  <a:lnTo>
                    <a:pt x="2440" y="332"/>
                  </a:lnTo>
                  <a:lnTo>
                    <a:pt x="2435" y="320"/>
                  </a:lnTo>
                  <a:lnTo>
                    <a:pt x="2427" y="307"/>
                  </a:lnTo>
                  <a:lnTo>
                    <a:pt x="2418" y="294"/>
                  </a:lnTo>
                  <a:lnTo>
                    <a:pt x="2407" y="280"/>
                  </a:lnTo>
                  <a:lnTo>
                    <a:pt x="2395" y="267"/>
                  </a:lnTo>
                  <a:lnTo>
                    <a:pt x="2381" y="254"/>
                  </a:lnTo>
                  <a:lnTo>
                    <a:pt x="2366" y="241"/>
                  </a:lnTo>
                  <a:lnTo>
                    <a:pt x="2352" y="227"/>
                  </a:lnTo>
                  <a:lnTo>
                    <a:pt x="2337" y="214"/>
                  </a:lnTo>
                  <a:lnTo>
                    <a:pt x="2323" y="202"/>
                  </a:lnTo>
                  <a:lnTo>
                    <a:pt x="2307" y="191"/>
                  </a:lnTo>
                  <a:lnTo>
                    <a:pt x="2293" y="180"/>
                  </a:lnTo>
                  <a:lnTo>
                    <a:pt x="2280" y="171"/>
                  </a:lnTo>
                  <a:lnTo>
                    <a:pt x="2267" y="162"/>
                  </a:lnTo>
                  <a:lnTo>
                    <a:pt x="2256" y="155"/>
                  </a:lnTo>
                  <a:lnTo>
                    <a:pt x="2247" y="149"/>
                  </a:lnTo>
                  <a:lnTo>
                    <a:pt x="2223" y="137"/>
                  </a:lnTo>
                  <a:lnTo>
                    <a:pt x="2199" y="123"/>
                  </a:lnTo>
                  <a:lnTo>
                    <a:pt x="2174" y="111"/>
                  </a:lnTo>
                  <a:lnTo>
                    <a:pt x="2147" y="99"/>
                  </a:lnTo>
                  <a:lnTo>
                    <a:pt x="2121" y="87"/>
                  </a:lnTo>
                  <a:lnTo>
                    <a:pt x="2094" y="75"/>
                  </a:lnTo>
                  <a:lnTo>
                    <a:pt x="2067" y="63"/>
                  </a:lnTo>
                  <a:lnTo>
                    <a:pt x="2040" y="52"/>
                  </a:lnTo>
                  <a:lnTo>
                    <a:pt x="2012" y="43"/>
                  </a:lnTo>
                  <a:lnTo>
                    <a:pt x="1984" y="33"/>
                  </a:lnTo>
                  <a:lnTo>
                    <a:pt x="1957" y="24"/>
                  </a:lnTo>
                  <a:lnTo>
                    <a:pt x="1929" y="17"/>
                  </a:lnTo>
                  <a:lnTo>
                    <a:pt x="1900" y="11"/>
                  </a:lnTo>
                  <a:lnTo>
                    <a:pt x="1872" y="6"/>
                  </a:lnTo>
                  <a:lnTo>
                    <a:pt x="1845" y="3"/>
                  </a:lnTo>
                  <a:lnTo>
                    <a:pt x="1817" y="2"/>
                  </a:lnTo>
                  <a:lnTo>
                    <a:pt x="1790" y="0"/>
                  </a:lnTo>
                  <a:lnTo>
                    <a:pt x="1764" y="3"/>
                  </a:lnTo>
                  <a:lnTo>
                    <a:pt x="1738" y="5"/>
                  </a:lnTo>
                  <a:lnTo>
                    <a:pt x="1712" y="11"/>
                  </a:lnTo>
                  <a:lnTo>
                    <a:pt x="1687" y="18"/>
                  </a:lnTo>
                  <a:lnTo>
                    <a:pt x="1663" y="27"/>
                  </a:lnTo>
                  <a:lnTo>
                    <a:pt x="1639" y="39"/>
                  </a:lnTo>
                  <a:lnTo>
                    <a:pt x="1616" y="53"/>
                  </a:lnTo>
                  <a:lnTo>
                    <a:pt x="1594" y="70"/>
                  </a:lnTo>
                  <a:lnTo>
                    <a:pt x="1573" y="90"/>
                  </a:lnTo>
                  <a:lnTo>
                    <a:pt x="1553" y="111"/>
                  </a:lnTo>
                  <a:lnTo>
                    <a:pt x="1534" y="137"/>
                  </a:lnTo>
                  <a:lnTo>
                    <a:pt x="1517" y="165"/>
                  </a:lnTo>
                  <a:lnTo>
                    <a:pt x="1500" y="196"/>
                  </a:lnTo>
                  <a:lnTo>
                    <a:pt x="1485" y="231"/>
                  </a:lnTo>
                  <a:lnTo>
                    <a:pt x="1472" y="268"/>
                  </a:lnTo>
                  <a:lnTo>
                    <a:pt x="1456" y="323"/>
                  </a:lnTo>
                  <a:lnTo>
                    <a:pt x="1443" y="378"/>
                  </a:lnTo>
                  <a:lnTo>
                    <a:pt x="1431" y="436"/>
                  </a:lnTo>
                  <a:lnTo>
                    <a:pt x="1422" y="494"/>
                  </a:lnTo>
                  <a:lnTo>
                    <a:pt x="1414" y="555"/>
                  </a:lnTo>
                  <a:lnTo>
                    <a:pt x="1408" y="616"/>
                  </a:lnTo>
                  <a:lnTo>
                    <a:pt x="1405" y="680"/>
                  </a:lnTo>
                  <a:lnTo>
                    <a:pt x="1404" y="744"/>
                  </a:lnTo>
                  <a:lnTo>
                    <a:pt x="1414" y="739"/>
                  </a:lnTo>
                  <a:lnTo>
                    <a:pt x="1424" y="737"/>
                  </a:lnTo>
                  <a:lnTo>
                    <a:pt x="1435" y="736"/>
                  </a:lnTo>
                  <a:lnTo>
                    <a:pt x="1449" y="736"/>
                  </a:lnTo>
                  <a:lnTo>
                    <a:pt x="1463" y="738"/>
                  </a:lnTo>
                  <a:lnTo>
                    <a:pt x="1477" y="740"/>
                  </a:lnTo>
                  <a:lnTo>
                    <a:pt x="1491" y="744"/>
                  </a:lnTo>
                  <a:lnTo>
                    <a:pt x="1506" y="749"/>
                  </a:lnTo>
                  <a:lnTo>
                    <a:pt x="1520" y="755"/>
                  </a:lnTo>
                  <a:lnTo>
                    <a:pt x="1534" y="761"/>
                  </a:lnTo>
                  <a:lnTo>
                    <a:pt x="1548" y="767"/>
                  </a:lnTo>
                  <a:lnTo>
                    <a:pt x="1561" y="774"/>
                  </a:lnTo>
                  <a:lnTo>
                    <a:pt x="1572" y="782"/>
                  </a:lnTo>
                  <a:lnTo>
                    <a:pt x="1582" y="789"/>
                  </a:lnTo>
                  <a:lnTo>
                    <a:pt x="1591" y="797"/>
                  </a:lnTo>
                  <a:lnTo>
                    <a:pt x="1598" y="804"/>
                  </a:lnTo>
                  <a:lnTo>
                    <a:pt x="1574" y="806"/>
                  </a:lnTo>
                  <a:lnTo>
                    <a:pt x="1549" y="810"/>
                  </a:lnTo>
                  <a:lnTo>
                    <a:pt x="1524" y="818"/>
                  </a:lnTo>
                  <a:lnTo>
                    <a:pt x="1499" y="826"/>
                  </a:lnTo>
                  <a:lnTo>
                    <a:pt x="1474" y="838"/>
                  </a:lnTo>
                  <a:lnTo>
                    <a:pt x="1449" y="852"/>
                  </a:lnTo>
                  <a:lnTo>
                    <a:pt x="1424" y="866"/>
                  </a:lnTo>
                  <a:lnTo>
                    <a:pt x="1399" y="882"/>
                  </a:lnTo>
                  <a:lnTo>
                    <a:pt x="1375" y="900"/>
                  </a:lnTo>
                  <a:lnTo>
                    <a:pt x="1352" y="918"/>
                  </a:lnTo>
                  <a:lnTo>
                    <a:pt x="1329" y="936"/>
                  </a:lnTo>
                  <a:lnTo>
                    <a:pt x="1308" y="955"/>
                  </a:lnTo>
                  <a:lnTo>
                    <a:pt x="1288" y="975"/>
                  </a:lnTo>
                  <a:lnTo>
                    <a:pt x="1270" y="993"/>
                  </a:lnTo>
                  <a:lnTo>
                    <a:pt x="1253" y="1011"/>
                  </a:lnTo>
                  <a:lnTo>
                    <a:pt x="1237" y="1029"/>
                  </a:lnTo>
                  <a:lnTo>
                    <a:pt x="1227" y="998"/>
                  </a:lnTo>
                  <a:lnTo>
                    <a:pt x="1223" y="963"/>
                  </a:lnTo>
                  <a:lnTo>
                    <a:pt x="1224" y="925"/>
                  </a:lnTo>
                  <a:lnTo>
                    <a:pt x="1228" y="887"/>
                  </a:lnTo>
                  <a:lnTo>
                    <a:pt x="1236" y="849"/>
                  </a:lnTo>
                  <a:lnTo>
                    <a:pt x="1246" y="813"/>
                  </a:lnTo>
                  <a:lnTo>
                    <a:pt x="1257" y="782"/>
                  </a:lnTo>
                  <a:lnTo>
                    <a:pt x="1270" y="7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4375" name="Freeform 1031"/>
            <p:cNvSpPr>
              <a:spLocks/>
            </p:cNvSpPr>
            <p:nvPr/>
          </p:nvSpPr>
          <p:spPr bwMode="auto">
            <a:xfrm>
              <a:off x="3456" y="2928"/>
              <a:ext cx="1524" cy="1104"/>
            </a:xfrm>
            <a:custGeom>
              <a:avLst/>
              <a:gdLst>
                <a:gd name="T0" fmla="*/ 0 w 2484"/>
                <a:gd name="T1" fmla="*/ 52 h 2400"/>
                <a:gd name="T2" fmla="*/ 317 w 2484"/>
                <a:gd name="T3" fmla="*/ 2400 h 2400"/>
                <a:gd name="T4" fmla="*/ 354 w 2484"/>
                <a:gd name="T5" fmla="*/ 595 h 2400"/>
                <a:gd name="T6" fmla="*/ 1453 w 2484"/>
                <a:gd name="T7" fmla="*/ 2399 h 2400"/>
                <a:gd name="T8" fmla="*/ 683 w 2484"/>
                <a:gd name="T9" fmla="*/ 340 h 2400"/>
                <a:gd name="T10" fmla="*/ 2484 w 2484"/>
                <a:gd name="T11" fmla="*/ 847 h 2400"/>
                <a:gd name="T12" fmla="*/ 462 w 2484"/>
                <a:gd name="T13" fmla="*/ 0 h 2400"/>
                <a:gd name="T14" fmla="*/ 444 w 2484"/>
                <a:gd name="T15" fmla="*/ 13 h 2400"/>
                <a:gd name="T16" fmla="*/ 425 w 2484"/>
                <a:gd name="T17" fmla="*/ 25 h 2400"/>
                <a:gd name="T18" fmla="*/ 406 w 2484"/>
                <a:gd name="T19" fmla="*/ 36 h 2400"/>
                <a:gd name="T20" fmla="*/ 385 w 2484"/>
                <a:gd name="T21" fmla="*/ 45 h 2400"/>
                <a:gd name="T22" fmla="*/ 362 w 2484"/>
                <a:gd name="T23" fmla="*/ 55 h 2400"/>
                <a:gd name="T24" fmla="*/ 340 w 2484"/>
                <a:gd name="T25" fmla="*/ 64 h 2400"/>
                <a:gd name="T26" fmla="*/ 313 w 2484"/>
                <a:gd name="T27" fmla="*/ 70 h 2400"/>
                <a:gd name="T28" fmla="*/ 287 w 2484"/>
                <a:gd name="T29" fmla="*/ 74 h 2400"/>
                <a:gd name="T30" fmla="*/ 258 w 2484"/>
                <a:gd name="T31" fmla="*/ 78 h 2400"/>
                <a:gd name="T32" fmla="*/ 228 w 2484"/>
                <a:gd name="T33" fmla="*/ 81 h 2400"/>
                <a:gd name="T34" fmla="*/ 196 w 2484"/>
                <a:gd name="T35" fmla="*/ 81 h 2400"/>
                <a:gd name="T36" fmla="*/ 160 w 2484"/>
                <a:gd name="T37" fmla="*/ 79 h 2400"/>
                <a:gd name="T38" fmla="*/ 124 w 2484"/>
                <a:gd name="T39" fmla="*/ 76 h 2400"/>
                <a:gd name="T40" fmla="*/ 85 w 2484"/>
                <a:gd name="T41" fmla="*/ 70 h 2400"/>
                <a:gd name="T42" fmla="*/ 43 w 2484"/>
                <a:gd name="T43" fmla="*/ 62 h 2400"/>
                <a:gd name="T44" fmla="*/ 0 w 2484"/>
                <a:gd name="T45" fmla="*/ 52 h 2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84" h="2400">
                  <a:moveTo>
                    <a:pt x="0" y="52"/>
                  </a:moveTo>
                  <a:lnTo>
                    <a:pt x="317" y="2400"/>
                  </a:lnTo>
                  <a:lnTo>
                    <a:pt x="354" y="595"/>
                  </a:lnTo>
                  <a:lnTo>
                    <a:pt x="1453" y="2399"/>
                  </a:lnTo>
                  <a:lnTo>
                    <a:pt x="683" y="340"/>
                  </a:lnTo>
                  <a:lnTo>
                    <a:pt x="2484" y="847"/>
                  </a:lnTo>
                  <a:lnTo>
                    <a:pt x="462" y="0"/>
                  </a:lnTo>
                  <a:lnTo>
                    <a:pt x="444" y="13"/>
                  </a:lnTo>
                  <a:lnTo>
                    <a:pt x="425" y="25"/>
                  </a:lnTo>
                  <a:lnTo>
                    <a:pt x="406" y="36"/>
                  </a:lnTo>
                  <a:lnTo>
                    <a:pt x="385" y="45"/>
                  </a:lnTo>
                  <a:lnTo>
                    <a:pt x="362" y="55"/>
                  </a:lnTo>
                  <a:lnTo>
                    <a:pt x="340" y="64"/>
                  </a:lnTo>
                  <a:lnTo>
                    <a:pt x="313" y="70"/>
                  </a:lnTo>
                  <a:lnTo>
                    <a:pt x="287" y="74"/>
                  </a:lnTo>
                  <a:lnTo>
                    <a:pt x="258" y="78"/>
                  </a:lnTo>
                  <a:lnTo>
                    <a:pt x="228" y="81"/>
                  </a:lnTo>
                  <a:lnTo>
                    <a:pt x="196" y="81"/>
                  </a:lnTo>
                  <a:lnTo>
                    <a:pt x="160" y="79"/>
                  </a:lnTo>
                  <a:lnTo>
                    <a:pt x="124" y="76"/>
                  </a:lnTo>
                  <a:lnTo>
                    <a:pt x="85" y="70"/>
                  </a:lnTo>
                  <a:lnTo>
                    <a:pt x="43" y="6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4376" name="Freeform 1032"/>
            <p:cNvSpPr>
              <a:spLocks/>
            </p:cNvSpPr>
            <p:nvPr/>
          </p:nvSpPr>
          <p:spPr bwMode="auto">
            <a:xfrm>
              <a:off x="2496" y="672"/>
              <a:ext cx="890" cy="640"/>
            </a:xfrm>
            <a:custGeom>
              <a:avLst/>
              <a:gdLst>
                <a:gd name="T0" fmla="*/ 113 w 2218"/>
                <a:gd name="T1" fmla="*/ 2608 h 2608"/>
                <a:gd name="T2" fmla="*/ 0 w 2218"/>
                <a:gd name="T3" fmla="*/ 419 h 2608"/>
                <a:gd name="T4" fmla="*/ 357 w 2218"/>
                <a:gd name="T5" fmla="*/ 2013 h 2608"/>
                <a:gd name="T6" fmla="*/ 1238 w 2218"/>
                <a:gd name="T7" fmla="*/ 0 h 2608"/>
                <a:gd name="T8" fmla="*/ 729 w 2218"/>
                <a:gd name="T9" fmla="*/ 2167 h 2608"/>
                <a:gd name="T10" fmla="*/ 2218 w 2218"/>
                <a:gd name="T11" fmla="*/ 1072 h 2608"/>
                <a:gd name="T12" fmla="*/ 584 w 2218"/>
                <a:gd name="T13" fmla="*/ 2597 h 2608"/>
                <a:gd name="T14" fmla="*/ 564 w 2218"/>
                <a:gd name="T15" fmla="*/ 2589 h 2608"/>
                <a:gd name="T16" fmla="*/ 543 w 2218"/>
                <a:gd name="T17" fmla="*/ 2580 h 2608"/>
                <a:gd name="T18" fmla="*/ 521 w 2218"/>
                <a:gd name="T19" fmla="*/ 2571 h 2608"/>
                <a:gd name="T20" fmla="*/ 498 w 2218"/>
                <a:gd name="T21" fmla="*/ 2562 h 2608"/>
                <a:gd name="T22" fmla="*/ 473 w 2218"/>
                <a:gd name="T23" fmla="*/ 2555 h 2608"/>
                <a:gd name="T24" fmla="*/ 448 w 2218"/>
                <a:gd name="T25" fmla="*/ 2548 h 2608"/>
                <a:gd name="T26" fmla="*/ 421 w 2218"/>
                <a:gd name="T27" fmla="*/ 2542 h 2608"/>
                <a:gd name="T28" fmla="*/ 393 w 2218"/>
                <a:gd name="T29" fmla="*/ 2538 h 2608"/>
                <a:gd name="T30" fmla="*/ 364 w 2218"/>
                <a:gd name="T31" fmla="*/ 2537 h 2608"/>
                <a:gd name="T32" fmla="*/ 332 w 2218"/>
                <a:gd name="T33" fmla="*/ 2537 h 2608"/>
                <a:gd name="T34" fmla="*/ 300 w 2218"/>
                <a:gd name="T35" fmla="*/ 2540 h 2608"/>
                <a:gd name="T36" fmla="*/ 266 w 2218"/>
                <a:gd name="T37" fmla="*/ 2546 h 2608"/>
                <a:gd name="T38" fmla="*/ 230 w 2218"/>
                <a:gd name="T39" fmla="*/ 2556 h 2608"/>
                <a:gd name="T40" fmla="*/ 193 w 2218"/>
                <a:gd name="T41" fmla="*/ 2569 h 2608"/>
                <a:gd name="T42" fmla="*/ 154 w 2218"/>
                <a:gd name="T43" fmla="*/ 2586 h 2608"/>
                <a:gd name="T44" fmla="*/ 113 w 2218"/>
                <a:gd name="T45" fmla="*/ 2608 h 2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18" h="2608">
                  <a:moveTo>
                    <a:pt x="113" y="2608"/>
                  </a:moveTo>
                  <a:lnTo>
                    <a:pt x="0" y="419"/>
                  </a:lnTo>
                  <a:lnTo>
                    <a:pt x="357" y="2013"/>
                  </a:lnTo>
                  <a:lnTo>
                    <a:pt x="1238" y="0"/>
                  </a:lnTo>
                  <a:lnTo>
                    <a:pt x="729" y="2167"/>
                  </a:lnTo>
                  <a:lnTo>
                    <a:pt x="2218" y="1072"/>
                  </a:lnTo>
                  <a:lnTo>
                    <a:pt x="584" y="2597"/>
                  </a:lnTo>
                  <a:lnTo>
                    <a:pt x="564" y="2589"/>
                  </a:lnTo>
                  <a:lnTo>
                    <a:pt x="543" y="2580"/>
                  </a:lnTo>
                  <a:lnTo>
                    <a:pt x="521" y="2571"/>
                  </a:lnTo>
                  <a:lnTo>
                    <a:pt x="498" y="2562"/>
                  </a:lnTo>
                  <a:lnTo>
                    <a:pt x="473" y="2555"/>
                  </a:lnTo>
                  <a:lnTo>
                    <a:pt x="448" y="2548"/>
                  </a:lnTo>
                  <a:lnTo>
                    <a:pt x="421" y="2542"/>
                  </a:lnTo>
                  <a:lnTo>
                    <a:pt x="393" y="2538"/>
                  </a:lnTo>
                  <a:lnTo>
                    <a:pt x="364" y="2537"/>
                  </a:lnTo>
                  <a:lnTo>
                    <a:pt x="332" y="2537"/>
                  </a:lnTo>
                  <a:lnTo>
                    <a:pt x="300" y="2540"/>
                  </a:lnTo>
                  <a:lnTo>
                    <a:pt x="266" y="2546"/>
                  </a:lnTo>
                  <a:lnTo>
                    <a:pt x="230" y="2556"/>
                  </a:lnTo>
                  <a:lnTo>
                    <a:pt x="193" y="2569"/>
                  </a:lnTo>
                  <a:lnTo>
                    <a:pt x="154" y="2586"/>
                  </a:lnTo>
                  <a:lnTo>
                    <a:pt x="113" y="2608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4377" name="Freeform 1033"/>
            <p:cNvSpPr>
              <a:spLocks/>
            </p:cNvSpPr>
            <p:nvPr/>
          </p:nvSpPr>
          <p:spPr bwMode="auto">
            <a:xfrm>
              <a:off x="336" y="1440"/>
              <a:ext cx="768" cy="624"/>
            </a:xfrm>
            <a:custGeom>
              <a:avLst/>
              <a:gdLst>
                <a:gd name="T0" fmla="*/ 1926 w 2071"/>
                <a:gd name="T1" fmla="*/ 1838 h 1838"/>
                <a:gd name="T2" fmla="*/ 297 w 2071"/>
                <a:gd name="T3" fmla="*/ 1425 h 1838"/>
                <a:gd name="T4" fmla="*/ 1331 w 2071"/>
                <a:gd name="T5" fmla="*/ 1371 h 1838"/>
                <a:gd name="T6" fmla="*/ 0 w 2071"/>
                <a:gd name="T7" fmla="*/ 0 h 1838"/>
                <a:gd name="T8" fmla="*/ 1549 w 2071"/>
                <a:gd name="T9" fmla="*/ 1082 h 1838"/>
                <a:gd name="T10" fmla="*/ 1547 w 2071"/>
                <a:gd name="T11" fmla="*/ 115 h 1838"/>
                <a:gd name="T12" fmla="*/ 2071 w 2071"/>
                <a:gd name="T13" fmla="*/ 1622 h 1838"/>
                <a:gd name="T14" fmla="*/ 2042 w 2071"/>
                <a:gd name="T15" fmla="*/ 1633 h 1838"/>
                <a:gd name="T16" fmla="*/ 2016 w 2071"/>
                <a:gd name="T17" fmla="*/ 1647 h 1838"/>
                <a:gd name="T18" fmla="*/ 1993 w 2071"/>
                <a:gd name="T19" fmla="*/ 1665 h 1838"/>
                <a:gd name="T20" fmla="*/ 1973 w 2071"/>
                <a:gd name="T21" fmla="*/ 1690 h 1838"/>
                <a:gd name="T22" fmla="*/ 1956 w 2071"/>
                <a:gd name="T23" fmla="*/ 1717 h 1838"/>
                <a:gd name="T24" fmla="*/ 1942 w 2071"/>
                <a:gd name="T25" fmla="*/ 1751 h 1838"/>
                <a:gd name="T26" fmla="*/ 1932 w 2071"/>
                <a:gd name="T27" fmla="*/ 1792 h 1838"/>
                <a:gd name="T28" fmla="*/ 1926 w 2071"/>
                <a:gd name="T29" fmla="*/ 1838 h 1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1" h="1838">
                  <a:moveTo>
                    <a:pt x="1926" y="1838"/>
                  </a:moveTo>
                  <a:lnTo>
                    <a:pt x="297" y="1425"/>
                  </a:lnTo>
                  <a:lnTo>
                    <a:pt x="1331" y="1371"/>
                  </a:lnTo>
                  <a:lnTo>
                    <a:pt x="0" y="0"/>
                  </a:lnTo>
                  <a:lnTo>
                    <a:pt x="1549" y="1082"/>
                  </a:lnTo>
                  <a:lnTo>
                    <a:pt x="1547" y="115"/>
                  </a:lnTo>
                  <a:lnTo>
                    <a:pt x="2071" y="1622"/>
                  </a:lnTo>
                  <a:lnTo>
                    <a:pt x="2042" y="1633"/>
                  </a:lnTo>
                  <a:lnTo>
                    <a:pt x="2016" y="1647"/>
                  </a:lnTo>
                  <a:lnTo>
                    <a:pt x="1993" y="1665"/>
                  </a:lnTo>
                  <a:lnTo>
                    <a:pt x="1973" y="1690"/>
                  </a:lnTo>
                  <a:lnTo>
                    <a:pt x="1956" y="1717"/>
                  </a:lnTo>
                  <a:lnTo>
                    <a:pt x="1942" y="1751"/>
                  </a:lnTo>
                  <a:lnTo>
                    <a:pt x="1932" y="1792"/>
                  </a:lnTo>
                  <a:lnTo>
                    <a:pt x="1926" y="1838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4378" name="Freeform 1034"/>
            <p:cNvSpPr>
              <a:spLocks/>
            </p:cNvSpPr>
            <p:nvPr/>
          </p:nvSpPr>
          <p:spPr bwMode="auto">
            <a:xfrm>
              <a:off x="4320" y="908"/>
              <a:ext cx="1008" cy="676"/>
            </a:xfrm>
            <a:custGeom>
              <a:avLst/>
              <a:gdLst>
                <a:gd name="T0" fmla="*/ 1230 w 1230"/>
                <a:gd name="T1" fmla="*/ 716 h 1494"/>
                <a:gd name="T2" fmla="*/ 348 w 1230"/>
                <a:gd name="T3" fmla="*/ 1083 h 1494"/>
                <a:gd name="T4" fmla="*/ 702 w 1230"/>
                <a:gd name="T5" fmla="*/ 0 h 1494"/>
                <a:gd name="T6" fmla="*/ 0 w 1230"/>
                <a:gd name="T7" fmla="*/ 1285 h 1494"/>
                <a:gd name="T8" fmla="*/ 25 w 1230"/>
                <a:gd name="T9" fmla="*/ 1287 h 1494"/>
                <a:gd name="T10" fmla="*/ 48 w 1230"/>
                <a:gd name="T11" fmla="*/ 1292 h 1494"/>
                <a:gd name="T12" fmla="*/ 69 w 1230"/>
                <a:gd name="T13" fmla="*/ 1298 h 1494"/>
                <a:gd name="T14" fmla="*/ 88 w 1230"/>
                <a:gd name="T15" fmla="*/ 1305 h 1494"/>
                <a:gd name="T16" fmla="*/ 106 w 1230"/>
                <a:gd name="T17" fmla="*/ 1315 h 1494"/>
                <a:gd name="T18" fmla="*/ 121 w 1230"/>
                <a:gd name="T19" fmla="*/ 1326 h 1494"/>
                <a:gd name="T20" fmla="*/ 135 w 1230"/>
                <a:gd name="T21" fmla="*/ 1339 h 1494"/>
                <a:gd name="T22" fmla="*/ 147 w 1230"/>
                <a:gd name="T23" fmla="*/ 1352 h 1494"/>
                <a:gd name="T24" fmla="*/ 158 w 1230"/>
                <a:gd name="T25" fmla="*/ 1367 h 1494"/>
                <a:gd name="T26" fmla="*/ 168 w 1230"/>
                <a:gd name="T27" fmla="*/ 1384 h 1494"/>
                <a:gd name="T28" fmla="*/ 176 w 1230"/>
                <a:gd name="T29" fmla="*/ 1401 h 1494"/>
                <a:gd name="T30" fmla="*/ 185 w 1230"/>
                <a:gd name="T31" fmla="*/ 1418 h 1494"/>
                <a:gd name="T32" fmla="*/ 192 w 1230"/>
                <a:gd name="T33" fmla="*/ 1436 h 1494"/>
                <a:gd name="T34" fmla="*/ 199 w 1230"/>
                <a:gd name="T35" fmla="*/ 1455 h 1494"/>
                <a:gd name="T36" fmla="*/ 205 w 1230"/>
                <a:gd name="T37" fmla="*/ 1474 h 1494"/>
                <a:gd name="T38" fmla="*/ 211 w 1230"/>
                <a:gd name="T39" fmla="*/ 1494 h 1494"/>
                <a:gd name="T40" fmla="*/ 1230 w 1230"/>
                <a:gd name="T41" fmla="*/ 716 h 1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30" h="1494">
                  <a:moveTo>
                    <a:pt x="1230" y="716"/>
                  </a:moveTo>
                  <a:lnTo>
                    <a:pt x="348" y="1083"/>
                  </a:lnTo>
                  <a:lnTo>
                    <a:pt x="702" y="0"/>
                  </a:lnTo>
                  <a:lnTo>
                    <a:pt x="0" y="1285"/>
                  </a:lnTo>
                  <a:lnTo>
                    <a:pt x="25" y="1287"/>
                  </a:lnTo>
                  <a:lnTo>
                    <a:pt x="48" y="1292"/>
                  </a:lnTo>
                  <a:lnTo>
                    <a:pt x="69" y="1298"/>
                  </a:lnTo>
                  <a:lnTo>
                    <a:pt x="88" y="1305"/>
                  </a:lnTo>
                  <a:lnTo>
                    <a:pt x="106" y="1315"/>
                  </a:lnTo>
                  <a:lnTo>
                    <a:pt x="121" y="1326"/>
                  </a:lnTo>
                  <a:lnTo>
                    <a:pt x="135" y="1339"/>
                  </a:lnTo>
                  <a:lnTo>
                    <a:pt x="147" y="1352"/>
                  </a:lnTo>
                  <a:lnTo>
                    <a:pt x="158" y="1367"/>
                  </a:lnTo>
                  <a:lnTo>
                    <a:pt x="168" y="1384"/>
                  </a:lnTo>
                  <a:lnTo>
                    <a:pt x="176" y="1401"/>
                  </a:lnTo>
                  <a:lnTo>
                    <a:pt x="185" y="1418"/>
                  </a:lnTo>
                  <a:lnTo>
                    <a:pt x="192" y="1436"/>
                  </a:lnTo>
                  <a:lnTo>
                    <a:pt x="199" y="1455"/>
                  </a:lnTo>
                  <a:lnTo>
                    <a:pt x="205" y="1474"/>
                  </a:lnTo>
                  <a:lnTo>
                    <a:pt x="211" y="1494"/>
                  </a:lnTo>
                  <a:lnTo>
                    <a:pt x="1230" y="71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4379" name="Freeform 1035"/>
            <p:cNvSpPr>
              <a:spLocks/>
            </p:cNvSpPr>
            <p:nvPr/>
          </p:nvSpPr>
          <p:spPr bwMode="auto">
            <a:xfrm flipH="1">
              <a:off x="1488" y="3360"/>
              <a:ext cx="672" cy="720"/>
            </a:xfrm>
            <a:custGeom>
              <a:avLst/>
              <a:gdLst>
                <a:gd name="T0" fmla="*/ 0 w 839"/>
                <a:gd name="T1" fmla="*/ 1260 h 1584"/>
                <a:gd name="T2" fmla="*/ 619 w 839"/>
                <a:gd name="T3" fmla="*/ 439 h 1584"/>
                <a:gd name="T4" fmla="*/ 765 w 839"/>
                <a:gd name="T5" fmla="*/ 1584 h 1584"/>
                <a:gd name="T6" fmla="*/ 839 w 839"/>
                <a:gd name="T7" fmla="*/ 64 h 1584"/>
                <a:gd name="T8" fmla="*/ 816 w 839"/>
                <a:gd name="T9" fmla="*/ 76 h 1584"/>
                <a:gd name="T10" fmla="*/ 794 w 839"/>
                <a:gd name="T11" fmla="*/ 86 h 1584"/>
                <a:gd name="T12" fmla="*/ 773 w 839"/>
                <a:gd name="T13" fmla="*/ 92 h 1584"/>
                <a:gd name="T14" fmla="*/ 753 w 839"/>
                <a:gd name="T15" fmla="*/ 96 h 1584"/>
                <a:gd name="T16" fmla="*/ 733 w 839"/>
                <a:gd name="T17" fmla="*/ 97 h 1584"/>
                <a:gd name="T18" fmla="*/ 716 w 839"/>
                <a:gd name="T19" fmla="*/ 97 h 1584"/>
                <a:gd name="T20" fmla="*/ 698 w 839"/>
                <a:gd name="T21" fmla="*/ 93 h 1584"/>
                <a:gd name="T22" fmla="*/ 681 w 839"/>
                <a:gd name="T23" fmla="*/ 88 h 1584"/>
                <a:gd name="T24" fmla="*/ 666 w 839"/>
                <a:gd name="T25" fmla="*/ 81 h 1584"/>
                <a:gd name="T26" fmla="*/ 650 w 839"/>
                <a:gd name="T27" fmla="*/ 74 h 1584"/>
                <a:gd name="T28" fmla="*/ 635 w 839"/>
                <a:gd name="T29" fmla="*/ 63 h 1584"/>
                <a:gd name="T30" fmla="*/ 621 w 839"/>
                <a:gd name="T31" fmla="*/ 52 h 1584"/>
                <a:gd name="T32" fmla="*/ 607 w 839"/>
                <a:gd name="T33" fmla="*/ 41 h 1584"/>
                <a:gd name="T34" fmla="*/ 593 w 839"/>
                <a:gd name="T35" fmla="*/ 28 h 1584"/>
                <a:gd name="T36" fmla="*/ 580 w 839"/>
                <a:gd name="T37" fmla="*/ 15 h 1584"/>
                <a:gd name="T38" fmla="*/ 566 w 839"/>
                <a:gd name="T39" fmla="*/ 0 h 1584"/>
                <a:gd name="T40" fmla="*/ 0 w 839"/>
                <a:gd name="T41" fmla="*/ 1260 h 1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39" h="1584">
                  <a:moveTo>
                    <a:pt x="0" y="1260"/>
                  </a:moveTo>
                  <a:lnTo>
                    <a:pt x="619" y="439"/>
                  </a:lnTo>
                  <a:lnTo>
                    <a:pt x="765" y="1584"/>
                  </a:lnTo>
                  <a:lnTo>
                    <a:pt x="839" y="64"/>
                  </a:lnTo>
                  <a:lnTo>
                    <a:pt x="816" y="76"/>
                  </a:lnTo>
                  <a:lnTo>
                    <a:pt x="794" y="86"/>
                  </a:lnTo>
                  <a:lnTo>
                    <a:pt x="773" y="92"/>
                  </a:lnTo>
                  <a:lnTo>
                    <a:pt x="753" y="96"/>
                  </a:lnTo>
                  <a:lnTo>
                    <a:pt x="733" y="97"/>
                  </a:lnTo>
                  <a:lnTo>
                    <a:pt x="716" y="97"/>
                  </a:lnTo>
                  <a:lnTo>
                    <a:pt x="698" y="93"/>
                  </a:lnTo>
                  <a:lnTo>
                    <a:pt x="681" y="88"/>
                  </a:lnTo>
                  <a:lnTo>
                    <a:pt x="666" y="81"/>
                  </a:lnTo>
                  <a:lnTo>
                    <a:pt x="650" y="74"/>
                  </a:lnTo>
                  <a:lnTo>
                    <a:pt x="635" y="63"/>
                  </a:lnTo>
                  <a:lnTo>
                    <a:pt x="621" y="52"/>
                  </a:lnTo>
                  <a:lnTo>
                    <a:pt x="607" y="41"/>
                  </a:lnTo>
                  <a:lnTo>
                    <a:pt x="593" y="28"/>
                  </a:lnTo>
                  <a:lnTo>
                    <a:pt x="580" y="15"/>
                  </a:lnTo>
                  <a:lnTo>
                    <a:pt x="566" y="0"/>
                  </a:lnTo>
                  <a:lnTo>
                    <a:pt x="0" y="126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12" name="Imagem 11" descr="LOGO 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260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4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4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4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4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0" grpId="0" animBg="1" autoUpdateAnimBg="0"/>
      <p:bldP spid="314371" grpId="0" build="p" autoUpdateAnimBg="0" advAuto="200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EXPLOSÃO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2400" b="1">
                <a:solidFill>
                  <a:srgbClr val="000000"/>
                </a:solidFill>
              </a:rPr>
              <a:t>CONDIÇÕES  NECESSÁRIAS :</a:t>
            </a:r>
          </a:p>
          <a:p>
            <a:r>
              <a:rPr lang="pt-BR" sz="2400" b="1">
                <a:solidFill>
                  <a:srgbClr val="000000"/>
                </a:solidFill>
              </a:rPr>
              <a:t>presença de substância combustível em quantidade suficiente e distribuição adequada;</a:t>
            </a:r>
          </a:p>
          <a:p>
            <a:r>
              <a:rPr lang="pt-BR" sz="2400" b="1">
                <a:solidFill>
                  <a:srgbClr val="000000"/>
                </a:solidFill>
              </a:rPr>
              <a:t>presença de substância comburente em quantidade suficiente para favorecer a reação;</a:t>
            </a:r>
          </a:p>
          <a:p>
            <a:r>
              <a:rPr lang="pt-BR" sz="2400" b="1">
                <a:solidFill>
                  <a:srgbClr val="000000"/>
                </a:solidFill>
              </a:rPr>
              <a:t>existência de uma fonte de ignição eficaz e duradoura. 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9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1627188" y="685800"/>
            <a:ext cx="5961062" cy="609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ctr" anchorCtr="1" compatLnSpc="1">
            <a:prstTxWarp prst="textNoShape">
              <a:avLst/>
            </a:prstTxWarp>
            <a:normAutofit fontScale="90000"/>
          </a:bodyPr>
          <a:lstStyle/>
          <a:p>
            <a:r>
              <a:rPr lang="pt-BR" sz="40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EXPLOSÃO  DE  PÓ</a:t>
            </a:r>
          </a:p>
        </p:txBody>
      </p:sp>
      <p:sp>
        <p:nvSpPr>
          <p:cNvPr id="324611" name="Rectangle 1027"/>
          <p:cNvSpPr>
            <a:spLocks noChangeArrowheads="1"/>
          </p:cNvSpPr>
          <p:nvPr/>
        </p:nvSpPr>
        <p:spPr bwMode="auto">
          <a:xfrm>
            <a:off x="557213" y="1371600"/>
            <a:ext cx="79502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 anchor="ctr" anchorCtr="1"/>
          <a:lstStyle>
            <a:lvl1pPr algn="l" defTabSz="48656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3063" indent="-182563" algn="l" defTabSz="48656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033588" indent="-228600" algn="l" defTabSz="48656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452688" indent="-228600" algn="l" defTabSz="48656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871788" indent="-228600" algn="l" defTabSz="48656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328988" indent="-228600" defTabSz="4865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786188" indent="-228600" defTabSz="4865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243388" indent="-228600" defTabSz="4865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700588" indent="-228600" defTabSz="4865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30000"/>
              </a:spcBef>
              <a:buFont typeface="Monotype Sorts" pitchFamily="2" charset="2"/>
              <a:buNone/>
            </a:pPr>
            <a:r>
              <a:rPr lang="pt-BR" sz="2000" b="1">
                <a:solidFill>
                  <a:srgbClr val="000000"/>
                </a:solidFill>
              </a:rPr>
              <a:t>Combustível - pó</a:t>
            </a:r>
          </a:p>
          <a:p>
            <a:pPr algn="just">
              <a:spcBef>
                <a:spcPct val="30000"/>
              </a:spcBef>
              <a:buFont typeface="Monotype Sorts" pitchFamily="2" charset="2"/>
              <a:buNone/>
            </a:pPr>
            <a:r>
              <a:rPr lang="pt-BR" sz="2000" b="1">
                <a:solidFill>
                  <a:srgbClr val="000000"/>
                </a:solidFill>
              </a:rPr>
              <a:t>Oxigênio - ar (20,97 % O</a:t>
            </a:r>
            <a:r>
              <a:rPr lang="pt-BR" sz="2000" b="1" baseline="30000">
                <a:solidFill>
                  <a:srgbClr val="000000"/>
                </a:solidFill>
              </a:rPr>
              <a:t>2</a:t>
            </a:r>
            <a:r>
              <a:rPr lang="pt-BR" sz="2000" b="1">
                <a:solidFill>
                  <a:srgbClr val="000000"/>
                </a:solidFill>
              </a:rPr>
              <a:t>)</a:t>
            </a:r>
          </a:p>
          <a:p>
            <a:pPr algn="just">
              <a:spcBef>
                <a:spcPct val="30000"/>
              </a:spcBef>
              <a:buFont typeface="Monotype Sorts" pitchFamily="2" charset="2"/>
              <a:buNone/>
            </a:pPr>
            <a:r>
              <a:rPr lang="pt-BR" sz="2000" b="1">
                <a:solidFill>
                  <a:srgbClr val="000000"/>
                </a:solidFill>
              </a:rPr>
              <a:t>Energia - faísca, fogo, calor, fumo,etc.</a:t>
            </a:r>
          </a:p>
          <a:p>
            <a:pPr algn="just">
              <a:spcBef>
                <a:spcPct val="20000"/>
              </a:spcBef>
              <a:buFont typeface="Monotype Sorts" pitchFamily="2" charset="2"/>
              <a:buNone/>
            </a:pPr>
            <a:r>
              <a:rPr lang="pt-BR" sz="2000" b="1">
                <a:solidFill>
                  <a:srgbClr val="000000"/>
                </a:solidFill>
              </a:rPr>
              <a:t>Explosão - reação de combustão  (v - m/s;  P - 3 a 10 bar)</a:t>
            </a:r>
          </a:p>
        </p:txBody>
      </p:sp>
      <p:grpSp>
        <p:nvGrpSpPr>
          <p:cNvPr id="324612" name="Group 1028"/>
          <p:cNvGrpSpPr>
            <a:grpSpLocks noChangeAspect="1"/>
          </p:cNvGrpSpPr>
          <p:nvPr/>
        </p:nvGrpSpPr>
        <p:grpSpPr bwMode="auto">
          <a:xfrm flipH="1">
            <a:off x="6361113" y="3968750"/>
            <a:ext cx="1122362" cy="2051050"/>
            <a:chOff x="4411" y="2560"/>
            <a:chExt cx="773" cy="1472"/>
          </a:xfrm>
        </p:grpSpPr>
        <p:sp>
          <p:nvSpPr>
            <p:cNvPr id="324613" name="Freeform 1029"/>
            <p:cNvSpPr>
              <a:spLocks noChangeAspect="1"/>
            </p:cNvSpPr>
            <p:nvPr/>
          </p:nvSpPr>
          <p:spPr bwMode="auto">
            <a:xfrm>
              <a:off x="4411" y="3050"/>
              <a:ext cx="773" cy="982"/>
            </a:xfrm>
            <a:custGeom>
              <a:avLst/>
              <a:gdLst>
                <a:gd name="T0" fmla="*/ 594 w 1058"/>
                <a:gd name="T1" fmla="*/ 0 h 1345"/>
                <a:gd name="T2" fmla="*/ 412 w 1058"/>
                <a:gd name="T3" fmla="*/ 41 h 1345"/>
                <a:gd name="T4" fmla="*/ 315 w 1058"/>
                <a:gd name="T5" fmla="*/ 133 h 1345"/>
                <a:gd name="T6" fmla="*/ 361 w 1058"/>
                <a:gd name="T7" fmla="*/ 287 h 1345"/>
                <a:gd name="T8" fmla="*/ 206 w 1058"/>
                <a:gd name="T9" fmla="*/ 380 h 1345"/>
                <a:gd name="T10" fmla="*/ 79 w 1058"/>
                <a:gd name="T11" fmla="*/ 514 h 1345"/>
                <a:gd name="T12" fmla="*/ 7 w 1058"/>
                <a:gd name="T13" fmla="*/ 696 h 1345"/>
                <a:gd name="T14" fmla="*/ 0 w 1058"/>
                <a:gd name="T15" fmla="*/ 895 h 1345"/>
                <a:gd name="T16" fmla="*/ 72 w 1058"/>
                <a:gd name="T17" fmla="*/ 1081 h 1345"/>
                <a:gd name="T18" fmla="*/ 257 w 1058"/>
                <a:gd name="T19" fmla="*/ 1245 h 1345"/>
                <a:gd name="T20" fmla="*/ 526 w 1058"/>
                <a:gd name="T21" fmla="*/ 1338 h 1345"/>
                <a:gd name="T22" fmla="*/ 748 w 1058"/>
                <a:gd name="T23" fmla="*/ 1334 h 1345"/>
                <a:gd name="T24" fmla="*/ 903 w 1058"/>
                <a:gd name="T25" fmla="*/ 1225 h 1345"/>
                <a:gd name="T26" fmla="*/ 1017 w 1058"/>
                <a:gd name="T27" fmla="*/ 1060 h 1345"/>
                <a:gd name="T28" fmla="*/ 1058 w 1058"/>
                <a:gd name="T29" fmla="*/ 871 h 1345"/>
                <a:gd name="T30" fmla="*/ 1020 w 1058"/>
                <a:gd name="T31" fmla="*/ 669 h 1345"/>
                <a:gd name="T32" fmla="*/ 892 w 1058"/>
                <a:gd name="T33" fmla="*/ 470 h 1345"/>
                <a:gd name="T34" fmla="*/ 762 w 1058"/>
                <a:gd name="T35" fmla="*/ 376 h 1345"/>
                <a:gd name="T36" fmla="*/ 604 w 1058"/>
                <a:gd name="T37" fmla="*/ 325 h 1345"/>
                <a:gd name="T38" fmla="*/ 676 w 1058"/>
                <a:gd name="T39" fmla="*/ 387 h 1345"/>
                <a:gd name="T40" fmla="*/ 793 w 1058"/>
                <a:gd name="T41" fmla="*/ 432 h 1345"/>
                <a:gd name="T42" fmla="*/ 903 w 1058"/>
                <a:gd name="T43" fmla="*/ 562 h 1345"/>
                <a:gd name="T44" fmla="*/ 969 w 1058"/>
                <a:gd name="T45" fmla="*/ 669 h 1345"/>
                <a:gd name="T46" fmla="*/ 1010 w 1058"/>
                <a:gd name="T47" fmla="*/ 840 h 1345"/>
                <a:gd name="T48" fmla="*/ 989 w 1058"/>
                <a:gd name="T49" fmla="*/ 987 h 1345"/>
                <a:gd name="T50" fmla="*/ 916 w 1058"/>
                <a:gd name="T51" fmla="*/ 1129 h 1345"/>
                <a:gd name="T52" fmla="*/ 824 w 1058"/>
                <a:gd name="T53" fmla="*/ 1231 h 1345"/>
                <a:gd name="T54" fmla="*/ 711 w 1058"/>
                <a:gd name="T55" fmla="*/ 1293 h 1345"/>
                <a:gd name="T56" fmla="*/ 574 w 1058"/>
                <a:gd name="T57" fmla="*/ 1297 h 1345"/>
                <a:gd name="T58" fmla="*/ 371 w 1058"/>
                <a:gd name="T59" fmla="*/ 1245 h 1345"/>
                <a:gd name="T60" fmla="*/ 213 w 1058"/>
                <a:gd name="T61" fmla="*/ 1153 h 1345"/>
                <a:gd name="T62" fmla="*/ 110 w 1058"/>
                <a:gd name="T63" fmla="*/ 1046 h 1345"/>
                <a:gd name="T64" fmla="*/ 51 w 1058"/>
                <a:gd name="T65" fmla="*/ 905 h 1345"/>
                <a:gd name="T66" fmla="*/ 51 w 1058"/>
                <a:gd name="T67" fmla="*/ 710 h 1345"/>
                <a:gd name="T68" fmla="*/ 99 w 1058"/>
                <a:gd name="T69" fmla="*/ 556 h 1345"/>
                <a:gd name="T70" fmla="*/ 216 w 1058"/>
                <a:gd name="T71" fmla="*/ 432 h 1345"/>
                <a:gd name="T72" fmla="*/ 347 w 1058"/>
                <a:gd name="T73" fmla="*/ 356 h 1345"/>
                <a:gd name="T74" fmla="*/ 440 w 1058"/>
                <a:gd name="T75" fmla="*/ 318 h 1345"/>
                <a:gd name="T76" fmla="*/ 388 w 1058"/>
                <a:gd name="T77" fmla="*/ 150 h 1345"/>
                <a:gd name="T78" fmla="*/ 423 w 1058"/>
                <a:gd name="T79" fmla="*/ 102 h 1345"/>
                <a:gd name="T80" fmla="*/ 532 w 1058"/>
                <a:gd name="T81" fmla="*/ 58 h 1345"/>
                <a:gd name="T82" fmla="*/ 563 w 1058"/>
                <a:gd name="T83" fmla="*/ 161 h 1345"/>
                <a:gd name="T84" fmla="*/ 526 w 1058"/>
                <a:gd name="T85" fmla="*/ 400 h 1345"/>
                <a:gd name="T86" fmla="*/ 608 w 1058"/>
                <a:gd name="T87" fmla="*/ 460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58" h="1345">
                  <a:moveTo>
                    <a:pt x="608" y="460"/>
                  </a:moveTo>
                  <a:lnTo>
                    <a:pt x="594" y="0"/>
                  </a:lnTo>
                  <a:lnTo>
                    <a:pt x="532" y="10"/>
                  </a:lnTo>
                  <a:lnTo>
                    <a:pt x="412" y="41"/>
                  </a:lnTo>
                  <a:lnTo>
                    <a:pt x="340" y="78"/>
                  </a:lnTo>
                  <a:lnTo>
                    <a:pt x="315" y="133"/>
                  </a:lnTo>
                  <a:lnTo>
                    <a:pt x="358" y="253"/>
                  </a:lnTo>
                  <a:lnTo>
                    <a:pt x="361" y="287"/>
                  </a:lnTo>
                  <a:lnTo>
                    <a:pt x="278" y="328"/>
                  </a:lnTo>
                  <a:lnTo>
                    <a:pt x="206" y="380"/>
                  </a:lnTo>
                  <a:lnTo>
                    <a:pt x="151" y="439"/>
                  </a:lnTo>
                  <a:lnTo>
                    <a:pt x="79" y="514"/>
                  </a:lnTo>
                  <a:lnTo>
                    <a:pt x="31" y="597"/>
                  </a:lnTo>
                  <a:lnTo>
                    <a:pt x="7" y="696"/>
                  </a:lnTo>
                  <a:lnTo>
                    <a:pt x="0" y="778"/>
                  </a:lnTo>
                  <a:lnTo>
                    <a:pt x="0" y="895"/>
                  </a:lnTo>
                  <a:lnTo>
                    <a:pt x="27" y="1015"/>
                  </a:lnTo>
                  <a:lnTo>
                    <a:pt x="72" y="1081"/>
                  </a:lnTo>
                  <a:lnTo>
                    <a:pt x="154" y="1163"/>
                  </a:lnTo>
                  <a:lnTo>
                    <a:pt x="257" y="1245"/>
                  </a:lnTo>
                  <a:lnTo>
                    <a:pt x="378" y="1303"/>
                  </a:lnTo>
                  <a:lnTo>
                    <a:pt x="526" y="1338"/>
                  </a:lnTo>
                  <a:lnTo>
                    <a:pt x="666" y="1345"/>
                  </a:lnTo>
                  <a:lnTo>
                    <a:pt x="748" y="1334"/>
                  </a:lnTo>
                  <a:lnTo>
                    <a:pt x="820" y="1293"/>
                  </a:lnTo>
                  <a:lnTo>
                    <a:pt x="903" y="1225"/>
                  </a:lnTo>
                  <a:lnTo>
                    <a:pt x="947" y="1153"/>
                  </a:lnTo>
                  <a:lnTo>
                    <a:pt x="1017" y="1060"/>
                  </a:lnTo>
                  <a:lnTo>
                    <a:pt x="1041" y="973"/>
                  </a:lnTo>
                  <a:lnTo>
                    <a:pt x="1058" y="871"/>
                  </a:lnTo>
                  <a:lnTo>
                    <a:pt x="1048" y="768"/>
                  </a:lnTo>
                  <a:lnTo>
                    <a:pt x="1020" y="669"/>
                  </a:lnTo>
                  <a:lnTo>
                    <a:pt x="969" y="566"/>
                  </a:lnTo>
                  <a:lnTo>
                    <a:pt x="892" y="470"/>
                  </a:lnTo>
                  <a:lnTo>
                    <a:pt x="831" y="407"/>
                  </a:lnTo>
                  <a:lnTo>
                    <a:pt x="762" y="376"/>
                  </a:lnTo>
                  <a:lnTo>
                    <a:pt x="670" y="339"/>
                  </a:lnTo>
                  <a:lnTo>
                    <a:pt x="604" y="325"/>
                  </a:lnTo>
                  <a:lnTo>
                    <a:pt x="604" y="366"/>
                  </a:lnTo>
                  <a:lnTo>
                    <a:pt x="676" y="387"/>
                  </a:lnTo>
                  <a:lnTo>
                    <a:pt x="738" y="400"/>
                  </a:lnTo>
                  <a:lnTo>
                    <a:pt x="793" y="432"/>
                  </a:lnTo>
                  <a:lnTo>
                    <a:pt x="855" y="494"/>
                  </a:lnTo>
                  <a:lnTo>
                    <a:pt x="903" y="562"/>
                  </a:lnTo>
                  <a:lnTo>
                    <a:pt x="934" y="607"/>
                  </a:lnTo>
                  <a:lnTo>
                    <a:pt x="969" y="669"/>
                  </a:lnTo>
                  <a:lnTo>
                    <a:pt x="996" y="758"/>
                  </a:lnTo>
                  <a:lnTo>
                    <a:pt x="1010" y="840"/>
                  </a:lnTo>
                  <a:lnTo>
                    <a:pt x="1010" y="912"/>
                  </a:lnTo>
                  <a:lnTo>
                    <a:pt x="989" y="987"/>
                  </a:lnTo>
                  <a:lnTo>
                    <a:pt x="965" y="1060"/>
                  </a:lnTo>
                  <a:lnTo>
                    <a:pt x="916" y="1129"/>
                  </a:lnTo>
                  <a:lnTo>
                    <a:pt x="872" y="1183"/>
                  </a:lnTo>
                  <a:lnTo>
                    <a:pt x="824" y="1231"/>
                  </a:lnTo>
                  <a:lnTo>
                    <a:pt x="762" y="1262"/>
                  </a:lnTo>
                  <a:lnTo>
                    <a:pt x="711" y="1293"/>
                  </a:lnTo>
                  <a:lnTo>
                    <a:pt x="659" y="1303"/>
                  </a:lnTo>
                  <a:lnTo>
                    <a:pt x="574" y="1297"/>
                  </a:lnTo>
                  <a:lnTo>
                    <a:pt x="471" y="1283"/>
                  </a:lnTo>
                  <a:lnTo>
                    <a:pt x="371" y="1245"/>
                  </a:lnTo>
                  <a:lnTo>
                    <a:pt x="288" y="1204"/>
                  </a:lnTo>
                  <a:lnTo>
                    <a:pt x="213" y="1153"/>
                  </a:lnTo>
                  <a:lnTo>
                    <a:pt x="151" y="1098"/>
                  </a:lnTo>
                  <a:lnTo>
                    <a:pt x="110" y="1046"/>
                  </a:lnTo>
                  <a:lnTo>
                    <a:pt x="69" y="984"/>
                  </a:lnTo>
                  <a:lnTo>
                    <a:pt x="51" y="905"/>
                  </a:lnTo>
                  <a:lnTo>
                    <a:pt x="48" y="799"/>
                  </a:lnTo>
                  <a:lnTo>
                    <a:pt x="51" y="710"/>
                  </a:lnTo>
                  <a:lnTo>
                    <a:pt x="72" y="634"/>
                  </a:lnTo>
                  <a:lnTo>
                    <a:pt x="99" y="556"/>
                  </a:lnTo>
                  <a:lnTo>
                    <a:pt x="154" y="490"/>
                  </a:lnTo>
                  <a:lnTo>
                    <a:pt x="216" y="432"/>
                  </a:lnTo>
                  <a:lnTo>
                    <a:pt x="278" y="390"/>
                  </a:lnTo>
                  <a:lnTo>
                    <a:pt x="347" y="356"/>
                  </a:lnTo>
                  <a:lnTo>
                    <a:pt x="399" y="328"/>
                  </a:lnTo>
                  <a:lnTo>
                    <a:pt x="440" y="318"/>
                  </a:lnTo>
                  <a:lnTo>
                    <a:pt x="440" y="304"/>
                  </a:lnTo>
                  <a:lnTo>
                    <a:pt x="388" y="150"/>
                  </a:lnTo>
                  <a:lnTo>
                    <a:pt x="388" y="123"/>
                  </a:lnTo>
                  <a:lnTo>
                    <a:pt x="423" y="102"/>
                  </a:lnTo>
                  <a:lnTo>
                    <a:pt x="471" y="71"/>
                  </a:lnTo>
                  <a:lnTo>
                    <a:pt x="532" y="58"/>
                  </a:lnTo>
                  <a:lnTo>
                    <a:pt x="556" y="58"/>
                  </a:lnTo>
                  <a:lnTo>
                    <a:pt x="563" y="161"/>
                  </a:lnTo>
                  <a:lnTo>
                    <a:pt x="546" y="304"/>
                  </a:lnTo>
                  <a:lnTo>
                    <a:pt x="526" y="400"/>
                  </a:lnTo>
                  <a:lnTo>
                    <a:pt x="563" y="439"/>
                  </a:lnTo>
                  <a:lnTo>
                    <a:pt x="608" y="460"/>
                  </a:lnTo>
                  <a:close/>
                </a:path>
              </a:pathLst>
            </a:custGeom>
            <a:solidFill>
              <a:srgbClr val="0000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4614" name="Freeform 1030"/>
            <p:cNvSpPr>
              <a:spLocks noChangeAspect="1"/>
            </p:cNvSpPr>
            <p:nvPr/>
          </p:nvSpPr>
          <p:spPr bwMode="auto">
            <a:xfrm>
              <a:off x="4651" y="2810"/>
              <a:ext cx="122" cy="293"/>
            </a:xfrm>
            <a:custGeom>
              <a:avLst/>
              <a:gdLst>
                <a:gd name="T0" fmla="*/ 154 w 168"/>
                <a:gd name="T1" fmla="*/ 341 h 402"/>
                <a:gd name="T2" fmla="*/ 154 w 168"/>
                <a:gd name="T3" fmla="*/ 282 h 402"/>
                <a:gd name="T4" fmla="*/ 137 w 168"/>
                <a:gd name="T5" fmla="*/ 190 h 402"/>
                <a:gd name="T6" fmla="*/ 103 w 168"/>
                <a:gd name="T7" fmla="*/ 135 h 402"/>
                <a:gd name="T8" fmla="*/ 55 w 168"/>
                <a:gd name="T9" fmla="*/ 31 h 402"/>
                <a:gd name="T10" fmla="*/ 34 w 168"/>
                <a:gd name="T11" fmla="*/ 0 h 402"/>
                <a:gd name="T12" fmla="*/ 0 w 168"/>
                <a:gd name="T13" fmla="*/ 21 h 402"/>
                <a:gd name="T14" fmla="*/ 0 w 168"/>
                <a:gd name="T15" fmla="*/ 45 h 402"/>
                <a:gd name="T16" fmla="*/ 24 w 168"/>
                <a:gd name="T17" fmla="*/ 86 h 402"/>
                <a:gd name="T18" fmla="*/ 61 w 168"/>
                <a:gd name="T19" fmla="*/ 169 h 402"/>
                <a:gd name="T20" fmla="*/ 92 w 168"/>
                <a:gd name="T21" fmla="*/ 231 h 402"/>
                <a:gd name="T22" fmla="*/ 96 w 168"/>
                <a:gd name="T23" fmla="*/ 289 h 402"/>
                <a:gd name="T24" fmla="*/ 106 w 168"/>
                <a:gd name="T25" fmla="*/ 382 h 402"/>
                <a:gd name="T26" fmla="*/ 137 w 168"/>
                <a:gd name="T27" fmla="*/ 402 h 402"/>
                <a:gd name="T28" fmla="*/ 168 w 168"/>
                <a:gd name="T29" fmla="*/ 375 h 402"/>
                <a:gd name="T30" fmla="*/ 154 w 168"/>
                <a:gd name="T31" fmla="*/ 34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8" h="402">
                  <a:moveTo>
                    <a:pt x="154" y="341"/>
                  </a:moveTo>
                  <a:lnTo>
                    <a:pt x="154" y="282"/>
                  </a:lnTo>
                  <a:lnTo>
                    <a:pt x="137" y="190"/>
                  </a:lnTo>
                  <a:lnTo>
                    <a:pt x="103" y="135"/>
                  </a:lnTo>
                  <a:lnTo>
                    <a:pt x="55" y="31"/>
                  </a:lnTo>
                  <a:lnTo>
                    <a:pt x="34" y="0"/>
                  </a:lnTo>
                  <a:lnTo>
                    <a:pt x="0" y="21"/>
                  </a:lnTo>
                  <a:lnTo>
                    <a:pt x="0" y="45"/>
                  </a:lnTo>
                  <a:lnTo>
                    <a:pt x="24" y="86"/>
                  </a:lnTo>
                  <a:lnTo>
                    <a:pt x="61" y="169"/>
                  </a:lnTo>
                  <a:lnTo>
                    <a:pt x="92" y="231"/>
                  </a:lnTo>
                  <a:lnTo>
                    <a:pt x="96" y="289"/>
                  </a:lnTo>
                  <a:lnTo>
                    <a:pt x="106" y="382"/>
                  </a:lnTo>
                  <a:lnTo>
                    <a:pt x="137" y="402"/>
                  </a:lnTo>
                  <a:lnTo>
                    <a:pt x="168" y="375"/>
                  </a:lnTo>
                  <a:lnTo>
                    <a:pt x="154" y="3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4615" name="Freeform 1031"/>
            <p:cNvSpPr>
              <a:spLocks noChangeAspect="1"/>
            </p:cNvSpPr>
            <p:nvPr/>
          </p:nvSpPr>
          <p:spPr bwMode="auto">
            <a:xfrm>
              <a:off x="4758" y="2816"/>
              <a:ext cx="133" cy="67"/>
            </a:xfrm>
            <a:custGeom>
              <a:avLst/>
              <a:gdLst>
                <a:gd name="T0" fmla="*/ 182 w 182"/>
                <a:gd name="T1" fmla="*/ 85 h 92"/>
                <a:gd name="T2" fmla="*/ 171 w 182"/>
                <a:gd name="T3" fmla="*/ 61 h 92"/>
                <a:gd name="T4" fmla="*/ 113 w 182"/>
                <a:gd name="T5" fmla="*/ 24 h 92"/>
                <a:gd name="T6" fmla="*/ 51 w 182"/>
                <a:gd name="T7" fmla="*/ 0 h 92"/>
                <a:gd name="T8" fmla="*/ 17 w 182"/>
                <a:gd name="T9" fmla="*/ 0 h 92"/>
                <a:gd name="T10" fmla="*/ 0 w 182"/>
                <a:gd name="T11" fmla="*/ 20 h 92"/>
                <a:gd name="T12" fmla="*/ 10 w 182"/>
                <a:gd name="T13" fmla="*/ 51 h 92"/>
                <a:gd name="T14" fmla="*/ 68 w 182"/>
                <a:gd name="T15" fmla="*/ 71 h 92"/>
                <a:gd name="T16" fmla="*/ 151 w 182"/>
                <a:gd name="T17" fmla="*/ 92 h 92"/>
                <a:gd name="T18" fmla="*/ 182 w 182"/>
                <a:gd name="T19" fmla="*/ 8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2" h="92">
                  <a:moveTo>
                    <a:pt x="182" y="85"/>
                  </a:moveTo>
                  <a:lnTo>
                    <a:pt x="171" y="61"/>
                  </a:lnTo>
                  <a:lnTo>
                    <a:pt x="113" y="24"/>
                  </a:lnTo>
                  <a:lnTo>
                    <a:pt x="51" y="0"/>
                  </a:lnTo>
                  <a:lnTo>
                    <a:pt x="17" y="0"/>
                  </a:lnTo>
                  <a:lnTo>
                    <a:pt x="0" y="20"/>
                  </a:lnTo>
                  <a:lnTo>
                    <a:pt x="10" y="51"/>
                  </a:lnTo>
                  <a:lnTo>
                    <a:pt x="68" y="71"/>
                  </a:lnTo>
                  <a:lnTo>
                    <a:pt x="151" y="92"/>
                  </a:lnTo>
                  <a:lnTo>
                    <a:pt x="182" y="85"/>
                  </a:lnTo>
                  <a:close/>
                </a:path>
              </a:pathLst>
            </a:custGeom>
            <a:gradFill rotWithShape="0">
              <a:gsLst>
                <a:gs pos="0">
                  <a:srgbClr val="FC0128"/>
                </a:gs>
                <a:gs pos="50000">
                  <a:schemeClr val="hlink"/>
                </a:gs>
                <a:gs pos="100000">
                  <a:srgbClr val="FC012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4616" name="Freeform 1032"/>
            <p:cNvSpPr>
              <a:spLocks noChangeAspect="1"/>
            </p:cNvSpPr>
            <p:nvPr/>
          </p:nvSpPr>
          <p:spPr bwMode="auto">
            <a:xfrm>
              <a:off x="4727" y="2613"/>
              <a:ext cx="94" cy="123"/>
            </a:xfrm>
            <a:custGeom>
              <a:avLst/>
              <a:gdLst>
                <a:gd name="T0" fmla="*/ 123 w 129"/>
                <a:gd name="T1" fmla="*/ 0 h 168"/>
                <a:gd name="T2" fmla="*/ 129 w 129"/>
                <a:gd name="T3" fmla="*/ 24 h 168"/>
                <a:gd name="T4" fmla="*/ 92 w 129"/>
                <a:gd name="T5" fmla="*/ 106 h 168"/>
                <a:gd name="T6" fmla="*/ 62 w 129"/>
                <a:gd name="T7" fmla="*/ 147 h 168"/>
                <a:gd name="T8" fmla="*/ 38 w 129"/>
                <a:gd name="T9" fmla="*/ 168 h 168"/>
                <a:gd name="T10" fmla="*/ 11 w 129"/>
                <a:gd name="T11" fmla="*/ 168 h 168"/>
                <a:gd name="T12" fmla="*/ 0 w 129"/>
                <a:gd name="T13" fmla="*/ 147 h 168"/>
                <a:gd name="T14" fmla="*/ 7 w 129"/>
                <a:gd name="T15" fmla="*/ 116 h 168"/>
                <a:gd name="T16" fmla="*/ 79 w 129"/>
                <a:gd name="T17" fmla="*/ 44 h 168"/>
                <a:gd name="T18" fmla="*/ 123 w 129"/>
                <a:gd name="T1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9" h="168">
                  <a:moveTo>
                    <a:pt x="123" y="0"/>
                  </a:moveTo>
                  <a:lnTo>
                    <a:pt x="129" y="24"/>
                  </a:lnTo>
                  <a:lnTo>
                    <a:pt x="92" y="106"/>
                  </a:lnTo>
                  <a:lnTo>
                    <a:pt x="62" y="147"/>
                  </a:lnTo>
                  <a:lnTo>
                    <a:pt x="38" y="168"/>
                  </a:lnTo>
                  <a:lnTo>
                    <a:pt x="11" y="168"/>
                  </a:lnTo>
                  <a:lnTo>
                    <a:pt x="0" y="147"/>
                  </a:lnTo>
                  <a:lnTo>
                    <a:pt x="7" y="116"/>
                  </a:lnTo>
                  <a:lnTo>
                    <a:pt x="79" y="44"/>
                  </a:lnTo>
                  <a:lnTo>
                    <a:pt x="123" y="0"/>
                  </a:lnTo>
                  <a:close/>
                </a:path>
              </a:pathLst>
            </a:custGeom>
            <a:gradFill rotWithShape="0">
              <a:gsLst>
                <a:gs pos="0">
                  <a:srgbClr val="FC0128"/>
                </a:gs>
                <a:gs pos="50000">
                  <a:schemeClr val="hlink"/>
                </a:gs>
                <a:gs pos="100000">
                  <a:srgbClr val="FC012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4617" name="Freeform 1033"/>
            <p:cNvSpPr>
              <a:spLocks noChangeAspect="1"/>
            </p:cNvSpPr>
            <p:nvPr/>
          </p:nvSpPr>
          <p:spPr bwMode="auto">
            <a:xfrm>
              <a:off x="4629" y="2560"/>
              <a:ext cx="51" cy="137"/>
            </a:xfrm>
            <a:custGeom>
              <a:avLst/>
              <a:gdLst>
                <a:gd name="T0" fmla="*/ 10 w 69"/>
                <a:gd name="T1" fmla="*/ 0 h 187"/>
                <a:gd name="T2" fmla="*/ 42 w 69"/>
                <a:gd name="T3" fmla="*/ 55 h 187"/>
                <a:gd name="T4" fmla="*/ 59 w 69"/>
                <a:gd name="T5" fmla="*/ 116 h 187"/>
                <a:gd name="T6" fmla="*/ 69 w 69"/>
                <a:gd name="T7" fmla="*/ 163 h 187"/>
                <a:gd name="T8" fmla="*/ 52 w 69"/>
                <a:gd name="T9" fmla="*/ 187 h 187"/>
                <a:gd name="T10" fmla="*/ 28 w 69"/>
                <a:gd name="T11" fmla="*/ 187 h 187"/>
                <a:gd name="T12" fmla="*/ 18 w 69"/>
                <a:gd name="T13" fmla="*/ 167 h 187"/>
                <a:gd name="T14" fmla="*/ 0 w 69"/>
                <a:gd name="T15" fmla="*/ 126 h 187"/>
                <a:gd name="T16" fmla="*/ 0 w 69"/>
                <a:gd name="T17" fmla="*/ 61 h 187"/>
                <a:gd name="T18" fmla="*/ 10 w 69"/>
                <a:gd name="T1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187">
                  <a:moveTo>
                    <a:pt x="10" y="0"/>
                  </a:moveTo>
                  <a:lnTo>
                    <a:pt x="42" y="55"/>
                  </a:lnTo>
                  <a:lnTo>
                    <a:pt x="59" y="116"/>
                  </a:lnTo>
                  <a:lnTo>
                    <a:pt x="69" y="163"/>
                  </a:lnTo>
                  <a:lnTo>
                    <a:pt x="52" y="187"/>
                  </a:lnTo>
                  <a:lnTo>
                    <a:pt x="28" y="187"/>
                  </a:lnTo>
                  <a:lnTo>
                    <a:pt x="18" y="167"/>
                  </a:lnTo>
                  <a:lnTo>
                    <a:pt x="0" y="126"/>
                  </a:lnTo>
                  <a:lnTo>
                    <a:pt x="0" y="61"/>
                  </a:lnTo>
                  <a:lnTo>
                    <a:pt x="10" y="0"/>
                  </a:lnTo>
                  <a:close/>
                </a:path>
              </a:pathLst>
            </a:custGeom>
            <a:gradFill rotWithShape="0">
              <a:gsLst>
                <a:gs pos="0">
                  <a:srgbClr val="FC0128"/>
                </a:gs>
                <a:gs pos="50000">
                  <a:schemeClr val="hlink"/>
                </a:gs>
                <a:gs pos="100000">
                  <a:srgbClr val="FC012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4618" name="Freeform 1034"/>
            <p:cNvSpPr>
              <a:spLocks noChangeAspect="1"/>
            </p:cNvSpPr>
            <p:nvPr/>
          </p:nvSpPr>
          <p:spPr bwMode="auto">
            <a:xfrm>
              <a:off x="4453" y="2672"/>
              <a:ext cx="136" cy="68"/>
            </a:xfrm>
            <a:custGeom>
              <a:avLst/>
              <a:gdLst>
                <a:gd name="T0" fmla="*/ 0 w 185"/>
                <a:gd name="T1" fmla="*/ 0 h 93"/>
                <a:gd name="T2" fmla="*/ 89 w 185"/>
                <a:gd name="T3" fmla="*/ 11 h 93"/>
                <a:gd name="T4" fmla="*/ 154 w 185"/>
                <a:gd name="T5" fmla="*/ 28 h 93"/>
                <a:gd name="T6" fmla="*/ 185 w 185"/>
                <a:gd name="T7" fmla="*/ 52 h 93"/>
                <a:gd name="T8" fmla="*/ 174 w 185"/>
                <a:gd name="T9" fmla="*/ 83 h 93"/>
                <a:gd name="T10" fmla="*/ 154 w 185"/>
                <a:gd name="T11" fmla="*/ 93 h 93"/>
                <a:gd name="T12" fmla="*/ 102 w 185"/>
                <a:gd name="T13" fmla="*/ 79 h 93"/>
                <a:gd name="T14" fmla="*/ 0 w 185"/>
                <a:gd name="T15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5" h="93">
                  <a:moveTo>
                    <a:pt x="0" y="0"/>
                  </a:moveTo>
                  <a:lnTo>
                    <a:pt x="89" y="11"/>
                  </a:lnTo>
                  <a:lnTo>
                    <a:pt x="154" y="28"/>
                  </a:lnTo>
                  <a:lnTo>
                    <a:pt x="185" y="52"/>
                  </a:lnTo>
                  <a:lnTo>
                    <a:pt x="174" y="83"/>
                  </a:lnTo>
                  <a:lnTo>
                    <a:pt x="154" y="93"/>
                  </a:lnTo>
                  <a:lnTo>
                    <a:pt x="102" y="7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C0128"/>
                </a:gs>
                <a:gs pos="50000">
                  <a:schemeClr val="hlink"/>
                </a:gs>
                <a:gs pos="100000">
                  <a:srgbClr val="FC012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4619" name="Freeform 1035"/>
            <p:cNvSpPr>
              <a:spLocks noChangeAspect="1"/>
            </p:cNvSpPr>
            <p:nvPr/>
          </p:nvSpPr>
          <p:spPr bwMode="auto">
            <a:xfrm>
              <a:off x="4438" y="2787"/>
              <a:ext cx="150" cy="104"/>
            </a:xfrm>
            <a:custGeom>
              <a:avLst/>
              <a:gdLst>
                <a:gd name="T0" fmla="*/ 11 w 205"/>
                <a:gd name="T1" fmla="*/ 102 h 143"/>
                <a:gd name="T2" fmla="*/ 52 w 205"/>
                <a:gd name="T3" fmla="*/ 57 h 143"/>
                <a:gd name="T4" fmla="*/ 117 w 205"/>
                <a:gd name="T5" fmla="*/ 17 h 143"/>
                <a:gd name="T6" fmla="*/ 175 w 205"/>
                <a:gd name="T7" fmla="*/ 0 h 143"/>
                <a:gd name="T8" fmla="*/ 199 w 205"/>
                <a:gd name="T9" fmla="*/ 0 h 143"/>
                <a:gd name="T10" fmla="*/ 205 w 205"/>
                <a:gd name="T11" fmla="*/ 30 h 143"/>
                <a:gd name="T12" fmla="*/ 188 w 205"/>
                <a:gd name="T13" fmla="*/ 51 h 143"/>
                <a:gd name="T14" fmla="*/ 144 w 205"/>
                <a:gd name="T15" fmla="*/ 61 h 143"/>
                <a:gd name="T16" fmla="*/ 103 w 205"/>
                <a:gd name="T17" fmla="*/ 61 h 143"/>
                <a:gd name="T18" fmla="*/ 55 w 205"/>
                <a:gd name="T19" fmla="*/ 91 h 143"/>
                <a:gd name="T20" fmla="*/ 14 w 205"/>
                <a:gd name="T21" fmla="*/ 129 h 143"/>
                <a:gd name="T22" fmla="*/ 0 w 205"/>
                <a:gd name="T23" fmla="*/ 143 h 143"/>
                <a:gd name="T24" fmla="*/ 11 w 205"/>
                <a:gd name="T25" fmla="*/ 102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5" h="143">
                  <a:moveTo>
                    <a:pt x="11" y="102"/>
                  </a:moveTo>
                  <a:lnTo>
                    <a:pt x="52" y="57"/>
                  </a:lnTo>
                  <a:lnTo>
                    <a:pt x="117" y="17"/>
                  </a:lnTo>
                  <a:lnTo>
                    <a:pt x="175" y="0"/>
                  </a:lnTo>
                  <a:lnTo>
                    <a:pt x="199" y="0"/>
                  </a:lnTo>
                  <a:lnTo>
                    <a:pt x="205" y="30"/>
                  </a:lnTo>
                  <a:lnTo>
                    <a:pt x="188" y="51"/>
                  </a:lnTo>
                  <a:lnTo>
                    <a:pt x="144" y="61"/>
                  </a:lnTo>
                  <a:lnTo>
                    <a:pt x="103" y="61"/>
                  </a:lnTo>
                  <a:lnTo>
                    <a:pt x="55" y="91"/>
                  </a:lnTo>
                  <a:lnTo>
                    <a:pt x="14" y="129"/>
                  </a:lnTo>
                  <a:lnTo>
                    <a:pt x="0" y="143"/>
                  </a:lnTo>
                  <a:lnTo>
                    <a:pt x="11" y="102"/>
                  </a:lnTo>
                  <a:close/>
                </a:path>
              </a:pathLst>
            </a:custGeom>
            <a:gradFill rotWithShape="0">
              <a:gsLst>
                <a:gs pos="0">
                  <a:srgbClr val="FC0128"/>
                </a:gs>
                <a:gs pos="50000">
                  <a:schemeClr val="hlink"/>
                </a:gs>
                <a:gs pos="100000">
                  <a:srgbClr val="FC012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4620" name="Freeform 1036"/>
            <p:cNvSpPr>
              <a:spLocks noChangeAspect="1"/>
            </p:cNvSpPr>
            <p:nvPr/>
          </p:nvSpPr>
          <p:spPr bwMode="auto">
            <a:xfrm>
              <a:off x="4600" y="2876"/>
              <a:ext cx="40" cy="76"/>
            </a:xfrm>
            <a:custGeom>
              <a:avLst/>
              <a:gdLst>
                <a:gd name="T0" fmla="*/ 25 w 54"/>
                <a:gd name="T1" fmla="*/ 104 h 104"/>
                <a:gd name="T2" fmla="*/ 0 w 54"/>
                <a:gd name="T3" fmla="*/ 60 h 104"/>
                <a:gd name="T4" fmla="*/ 0 w 54"/>
                <a:gd name="T5" fmla="*/ 18 h 104"/>
                <a:gd name="T6" fmla="*/ 30 w 54"/>
                <a:gd name="T7" fmla="*/ 0 h 104"/>
                <a:gd name="T8" fmla="*/ 54 w 54"/>
                <a:gd name="T9" fmla="*/ 21 h 104"/>
                <a:gd name="T10" fmla="*/ 40 w 54"/>
                <a:gd name="T11" fmla="*/ 63 h 104"/>
                <a:gd name="T12" fmla="*/ 25 w 54"/>
                <a:gd name="T13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104">
                  <a:moveTo>
                    <a:pt x="25" y="104"/>
                  </a:moveTo>
                  <a:lnTo>
                    <a:pt x="0" y="60"/>
                  </a:lnTo>
                  <a:lnTo>
                    <a:pt x="0" y="18"/>
                  </a:lnTo>
                  <a:lnTo>
                    <a:pt x="30" y="0"/>
                  </a:lnTo>
                  <a:lnTo>
                    <a:pt x="54" y="21"/>
                  </a:lnTo>
                  <a:lnTo>
                    <a:pt x="40" y="63"/>
                  </a:lnTo>
                  <a:lnTo>
                    <a:pt x="25" y="104"/>
                  </a:lnTo>
                  <a:close/>
                </a:path>
              </a:pathLst>
            </a:custGeom>
            <a:gradFill rotWithShape="0">
              <a:gsLst>
                <a:gs pos="0">
                  <a:srgbClr val="FC0128"/>
                </a:gs>
                <a:gs pos="50000">
                  <a:schemeClr val="hlink"/>
                </a:gs>
                <a:gs pos="100000">
                  <a:srgbClr val="FC0128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24621" name="Line 1037"/>
          <p:cNvSpPr>
            <a:spLocks noChangeShapeType="1"/>
          </p:cNvSpPr>
          <p:nvPr/>
        </p:nvSpPr>
        <p:spPr bwMode="auto">
          <a:xfrm flipV="1">
            <a:off x="1689100" y="3854450"/>
            <a:ext cx="1550988" cy="2095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4622" name="Line 1038"/>
          <p:cNvSpPr>
            <a:spLocks noChangeShapeType="1"/>
          </p:cNvSpPr>
          <p:nvPr/>
        </p:nvSpPr>
        <p:spPr bwMode="auto">
          <a:xfrm>
            <a:off x="3240088" y="3854450"/>
            <a:ext cx="1530350" cy="2095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4623" name="Line 1039"/>
          <p:cNvSpPr>
            <a:spLocks noChangeShapeType="1"/>
          </p:cNvSpPr>
          <p:nvPr/>
        </p:nvSpPr>
        <p:spPr bwMode="auto">
          <a:xfrm>
            <a:off x="1728788" y="5949950"/>
            <a:ext cx="30416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4624" name="Text Box 1040"/>
          <p:cNvSpPr txBox="1">
            <a:spLocks noChangeArrowheads="1"/>
          </p:cNvSpPr>
          <p:nvPr/>
        </p:nvSpPr>
        <p:spPr bwMode="auto">
          <a:xfrm>
            <a:off x="1590675" y="4349750"/>
            <a:ext cx="8350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66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b="1" i="1">
                <a:solidFill>
                  <a:srgbClr val="0000FF"/>
                </a:solidFill>
              </a:rPr>
              <a:t>PÓ</a:t>
            </a:r>
          </a:p>
        </p:txBody>
      </p:sp>
      <p:sp>
        <p:nvSpPr>
          <p:cNvPr id="324625" name="Text Box 1041"/>
          <p:cNvSpPr txBox="1">
            <a:spLocks noChangeArrowheads="1"/>
          </p:cNvSpPr>
          <p:nvPr/>
        </p:nvSpPr>
        <p:spPr bwMode="auto">
          <a:xfrm>
            <a:off x="3962400" y="4267200"/>
            <a:ext cx="835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66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b="1" i="1">
                <a:solidFill>
                  <a:srgbClr val="0000FF"/>
                </a:solidFill>
              </a:rPr>
              <a:t>AR</a:t>
            </a:r>
          </a:p>
        </p:txBody>
      </p:sp>
      <p:sp>
        <p:nvSpPr>
          <p:cNvPr id="324626" name="Text Box 1042"/>
          <p:cNvSpPr txBox="1">
            <a:spLocks noChangeArrowheads="1"/>
          </p:cNvSpPr>
          <p:nvPr/>
        </p:nvSpPr>
        <p:spPr bwMode="auto">
          <a:xfrm>
            <a:off x="2444750" y="6064250"/>
            <a:ext cx="170973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66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b="1" i="1">
                <a:solidFill>
                  <a:srgbClr val="0000FF"/>
                </a:solidFill>
              </a:rPr>
              <a:t>IGNIÇÃO</a:t>
            </a:r>
          </a:p>
        </p:txBody>
      </p:sp>
      <p:pic>
        <p:nvPicPr>
          <p:cNvPr id="19" name="Imagem 18" descr="LOGO 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4874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4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4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4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4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4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4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4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4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4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4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4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4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5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4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4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6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24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4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0" grpId="0" animBg="1" autoUpdateAnimBg="0"/>
      <p:bldP spid="324611" grpId="0" build="p" autoUpdateAnimBg="0" advAuto="1000"/>
      <p:bldP spid="324621" grpId="0" animBg="1"/>
      <p:bldP spid="324622" grpId="0" animBg="1"/>
      <p:bldP spid="324623" grpId="0" animBg="1"/>
      <p:bldP spid="324624" grpId="0" autoUpdateAnimBg="0"/>
      <p:bldP spid="324625" grpId="0" autoUpdateAnimBg="0"/>
      <p:bldP spid="32462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VELOCIDADE DE COMBUSTÃO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É a mensuração da propagação do desenvolvimento de pressão e liberação de calor de uma reação de oxidação/ queima de uma mistura explosiva e que pode gerar os três fenômenos: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77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3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FENÔMENOS</a:t>
            </a:r>
          </a:p>
        </p:txBody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Deflagração: a frente de chama ( calor) e a onda de pressão propagam-se com velocidade muito parecida, podendo atingir até 100m/s.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Explosão: a onda de pressão precede a frente de chama com velocidade de até 300m/s.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Detonação: a onda de pressão  original gera frentes adicionais - 1000m/s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3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7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09600"/>
            <a:ext cx="86106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PROCESSO DE FORMAÇÃO DAS EXPLOSÕES</a:t>
            </a:r>
          </a:p>
        </p:txBody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Quantidade de pó.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Distribuição do pó no recinto.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Tamanho da partícula em suspensão.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Concentração de oxigênio.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Tamanho e temperatura da fonte de ignição.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Umidade do ar.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Espaço confinado.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33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1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QUANTIDADE  DE  PÓ</a:t>
            </a:r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PÓS METÁLICOS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PÓS PLÁSTICOS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PÓS VEGETAIS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AÇÚCAR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94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84582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LIMITES DE INFLAMABILIDADE</a:t>
            </a:r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8288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L.S.E - Limite Superior de Explosividade</a:t>
            </a:r>
          </a:p>
          <a:p>
            <a:pPr lvl="1">
              <a:lnSpc>
                <a:spcPct val="110000"/>
              </a:lnSpc>
              <a:buFontTx/>
              <a:buChar char="•"/>
            </a:pPr>
            <a:r>
              <a:rPr lang="pt-BR" sz="2400" b="1">
                <a:solidFill>
                  <a:srgbClr val="000000"/>
                </a:solidFill>
              </a:rPr>
              <a:t>2000 a 6000g/m3 - MISTURA RICA	</a:t>
            </a:r>
          </a:p>
          <a:p>
            <a:pPr lvl="1">
              <a:lnSpc>
                <a:spcPct val="110000"/>
              </a:lnSpc>
              <a:buFontTx/>
              <a:buChar char="•"/>
            </a:pPr>
            <a:endParaRPr lang="pt-BR" sz="2400" b="1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FAIXA DE EXPLOSIVIDADE.</a:t>
            </a:r>
          </a:p>
          <a:p>
            <a:pPr>
              <a:lnSpc>
                <a:spcPct val="110000"/>
              </a:lnSpc>
            </a:pPr>
            <a:endParaRPr lang="pt-BR" sz="2400" b="1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L.I.E - Limite Superior de Explosividade</a:t>
            </a:r>
          </a:p>
          <a:p>
            <a:pPr lvl="1">
              <a:lnSpc>
                <a:spcPct val="110000"/>
              </a:lnSpc>
              <a:buFontTx/>
              <a:buChar char="•"/>
            </a:pPr>
            <a:r>
              <a:rPr lang="pt-BR" sz="2400" b="1">
                <a:solidFill>
                  <a:srgbClr val="000000"/>
                </a:solidFill>
              </a:rPr>
              <a:t>20 a 60 g/m3</a:t>
            </a:r>
          </a:p>
          <a:p>
            <a:pPr lvl="1">
              <a:lnSpc>
                <a:spcPct val="110000"/>
              </a:lnSpc>
              <a:buFontTx/>
              <a:buChar char="•"/>
            </a:pPr>
            <a:r>
              <a:rPr lang="pt-BR" sz="2400" b="1">
                <a:solidFill>
                  <a:srgbClr val="000000"/>
                </a:solidFill>
              </a:rPr>
              <a:t>2000 a 6000g/m3 - mistura rica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099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609600"/>
            <a:ext cx="87630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DISTRIBUIÇÃO DO PÓ NO RECINTO</a:t>
            </a:r>
          </a:p>
        </p:txBody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Se o pó estiver acumulado a capacidade explosiva é reduzida em comparação com a mesma quantidade de pó coordenadamente distribuída.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95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3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DIÂMETRO DA PARTÍCULA</a:t>
            </a:r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A granulometria é um fator fundamental na capacidade explosiva de um pó.</a:t>
            </a:r>
          </a:p>
          <a:p>
            <a:pPr>
              <a:lnSpc>
                <a:spcPct val="110000"/>
              </a:lnSpc>
            </a:pPr>
            <a:endParaRPr lang="pt-BR" sz="2400" b="1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Pode-se dizer que toda partícula de material combustível com dimensões menores que 200µ é potencialmente formadora de explosões.</a:t>
            </a:r>
          </a:p>
          <a:p>
            <a:pPr>
              <a:lnSpc>
                <a:spcPct val="110000"/>
              </a:lnSpc>
            </a:pPr>
            <a:endParaRPr lang="pt-BR" sz="2400" b="1">
              <a:solidFill>
                <a:srgbClr val="000000"/>
              </a:solidFill>
            </a:endParaRP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78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609600"/>
            <a:ext cx="5961063" cy="609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ctr" anchorCtr="1" compatLnSpc="1">
            <a:prstTxWarp prst="textNoShape">
              <a:avLst/>
            </a:prstTxWarp>
            <a:normAutofit fontScale="90000"/>
          </a:bodyPr>
          <a:lstStyle/>
          <a:p>
            <a:r>
              <a:rPr lang="pt-BR"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EXPLOSÃO  DE  PÓ</a:t>
            </a:r>
          </a:p>
        </p:txBody>
      </p:sp>
      <p:sp>
        <p:nvSpPr>
          <p:cNvPr id="380931" name="Rectangle 3"/>
          <p:cNvSpPr>
            <a:spLocks noChangeArrowheads="1"/>
          </p:cNvSpPr>
          <p:nvPr/>
        </p:nvSpPr>
        <p:spPr bwMode="auto">
          <a:xfrm>
            <a:off x="2306638" y="1295400"/>
            <a:ext cx="421322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 anchor="ctr" anchorCtr="1"/>
          <a:lstStyle>
            <a:lvl1pPr algn="l" defTabSz="48656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3063" indent="-182563" algn="l" defTabSz="48656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033588" indent="-228600" algn="l" defTabSz="48656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452688" indent="-228600" algn="l" defTabSz="48656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871788" indent="-228600" algn="l" defTabSz="48656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328988" indent="-228600" defTabSz="4865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786188" indent="-228600" defTabSz="4865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243388" indent="-228600" defTabSz="4865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700588" indent="-228600" defTabSz="4865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20000"/>
              </a:spcBef>
              <a:buFont typeface="Monotype Sorts" pitchFamily="2" charset="2"/>
              <a:buNone/>
            </a:pPr>
            <a:r>
              <a:rPr lang="pt-BR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ACIDENTES OCORRIDOS</a:t>
            </a:r>
          </a:p>
        </p:txBody>
      </p:sp>
      <p:graphicFrame>
        <p:nvGraphicFramePr>
          <p:cNvPr id="380932" name="Object 4"/>
          <p:cNvGraphicFramePr>
            <a:graphicFrameLocks noChangeAspect="1"/>
          </p:cNvGraphicFramePr>
          <p:nvPr/>
        </p:nvGraphicFramePr>
        <p:xfrm>
          <a:off x="419100" y="2338388"/>
          <a:ext cx="9091613" cy="878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Document" r:id="rId4" imgW="9101520" imgH="8791560" progId="Word.Document.8">
                  <p:embed/>
                </p:oleObj>
              </mc:Choice>
              <mc:Fallback>
                <p:oleObj name="Document" r:id="rId4" imgW="9101520" imgH="87915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2338388"/>
                        <a:ext cx="9091613" cy="878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5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 descr="LOGO 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034"/>
      </p:ext>
    </p:extLst>
  </p:cSld>
  <p:clrMapOvr>
    <a:masterClrMapping/>
  </p:clrMapOvr>
  <p:transition>
    <p:wipe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Características do Produto</a:t>
            </a:r>
          </a:p>
        </p:txBody>
      </p:sp>
      <p:graphicFrame>
        <p:nvGraphicFramePr>
          <p:cNvPr id="263171" name="Object 3"/>
          <p:cNvGraphicFramePr>
            <a:graphicFrameLocks noGrp="1" noChangeAspect="1"/>
          </p:cNvGraphicFramePr>
          <p:nvPr>
            <p:ph type="body" idx="1"/>
          </p:nvPr>
        </p:nvGraphicFramePr>
        <p:xfrm>
          <a:off x="304800" y="1981200"/>
          <a:ext cx="8534400" cy="348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Planilha" r:id="rId3" imgW="7267891" imgH="2200637" progId="Excel.Sheet.8">
                  <p:embed/>
                </p:oleObj>
              </mc:Choice>
              <mc:Fallback>
                <p:oleObj name="Planilha" r:id="rId3" imgW="7267891" imgH="220063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981200"/>
                        <a:ext cx="8534400" cy="348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40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CONCENTRAÇÃO DE OXIGÊNIO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A MARGEM DE SEGURANÇA PARA QUE NÃO OCORRA UMA EXPLOSÃO É DE APROXIMADADENTE  2% NA ATMOSFERA.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Em casos é suficiente mantermos um nível de oxigênio de 8% para pós orgânicos.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6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609600"/>
            <a:ext cx="8915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Tamanho e Temperatura da Fonte de Ignição </a:t>
            </a:r>
          </a:p>
        </p:txBody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Fontes de origem elétricas.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Fontes de origem não elétricas.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23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3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Fontes de Origem Elétricas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Centelha elétrica ou arco voltaico.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Eletricidade estática.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Ondas eletromagnéticas.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Raios.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Radiação não ionizantes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63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Fontes de Origem não Elétrica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Superfície aquecida.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Desgaste de equipamento (atrito, ocorrendo faíscas). 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Chamas e gases quentes.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Centelhas de origem metálicas.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Ultra-som.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Reações químicas.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23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1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Fontes de maior periculosidade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Superfície aquecida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Chamas e gases quentes.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Centelha de origem mecânica.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Instalações elétricas ( centelhas).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Eletricidade estática.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Reações químicas.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5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UMIDADE DO AR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A umidade do ar é um fator predominante pois pode considerar ou até mesmo impedir o processo inicial de uma explosão.</a:t>
            </a:r>
          </a:p>
          <a:p>
            <a:pPr>
              <a:lnSpc>
                <a:spcPct val="110000"/>
              </a:lnSpc>
            </a:pPr>
            <a:endParaRPr lang="pt-BR" sz="2400" b="1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O ar com uma umidade relativa abaixo de 20% propicia condições ideais para o início de incêndio.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082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9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234" name="Group 2"/>
          <p:cNvGrpSpPr>
            <a:grpSpLocks/>
          </p:cNvGrpSpPr>
          <p:nvPr/>
        </p:nvGrpSpPr>
        <p:grpSpPr bwMode="auto">
          <a:xfrm>
            <a:off x="676275" y="2160588"/>
            <a:ext cx="3095625" cy="4403725"/>
            <a:chOff x="408" y="1361"/>
            <a:chExt cx="1869" cy="2774"/>
          </a:xfrm>
        </p:grpSpPr>
        <p:sp>
          <p:nvSpPr>
            <p:cNvPr id="351235" name="Freeform 3"/>
            <p:cNvSpPr>
              <a:spLocks/>
            </p:cNvSpPr>
            <p:nvPr/>
          </p:nvSpPr>
          <p:spPr bwMode="auto">
            <a:xfrm>
              <a:off x="408" y="1361"/>
              <a:ext cx="1869" cy="2774"/>
            </a:xfrm>
            <a:custGeom>
              <a:avLst/>
              <a:gdLst>
                <a:gd name="T0" fmla="*/ 369 w 2373"/>
                <a:gd name="T1" fmla="*/ 3185 h 3206"/>
                <a:gd name="T2" fmla="*/ 421 w 2373"/>
                <a:gd name="T3" fmla="*/ 3125 h 3206"/>
                <a:gd name="T4" fmla="*/ 345 w 2373"/>
                <a:gd name="T5" fmla="*/ 3087 h 3206"/>
                <a:gd name="T6" fmla="*/ 309 w 2373"/>
                <a:gd name="T7" fmla="*/ 3149 h 3206"/>
                <a:gd name="T8" fmla="*/ 86 w 2373"/>
                <a:gd name="T9" fmla="*/ 3177 h 3206"/>
                <a:gd name="T10" fmla="*/ 67 w 2373"/>
                <a:gd name="T11" fmla="*/ 3087 h 3206"/>
                <a:gd name="T12" fmla="*/ 143 w 2373"/>
                <a:gd name="T13" fmla="*/ 2959 h 3206"/>
                <a:gd name="T14" fmla="*/ 202 w 2373"/>
                <a:gd name="T15" fmla="*/ 2823 h 3206"/>
                <a:gd name="T16" fmla="*/ 67 w 2373"/>
                <a:gd name="T17" fmla="*/ 2880 h 3206"/>
                <a:gd name="T18" fmla="*/ 38 w 2373"/>
                <a:gd name="T19" fmla="*/ 2686 h 3206"/>
                <a:gd name="T20" fmla="*/ 174 w 2373"/>
                <a:gd name="T21" fmla="*/ 2514 h 3206"/>
                <a:gd name="T22" fmla="*/ 283 w 2373"/>
                <a:gd name="T23" fmla="*/ 2448 h 3206"/>
                <a:gd name="T24" fmla="*/ 433 w 2373"/>
                <a:gd name="T25" fmla="*/ 2548 h 3206"/>
                <a:gd name="T26" fmla="*/ 695 w 2373"/>
                <a:gd name="T27" fmla="*/ 2360 h 3206"/>
                <a:gd name="T28" fmla="*/ 440 w 2373"/>
                <a:gd name="T29" fmla="*/ 2467 h 3206"/>
                <a:gd name="T30" fmla="*/ 526 w 2373"/>
                <a:gd name="T31" fmla="*/ 2236 h 3206"/>
                <a:gd name="T32" fmla="*/ 775 w 2373"/>
                <a:gd name="T33" fmla="*/ 2115 h 3206"/>
                <a:gd name="T34" fmla="*/ 894 w 2373"/>
                <a:gd name="T35" fmla="*/ 1638 h 3206"/>
                <a:gd name="T36" fmla="*/ 880 w 2373"/>
                <a:gd name="T37" fmla="*/ 1319 h 3206"/>
                <a:gd name="T38" fmla="*/ 887 w 2373"/>
                <a:gd name="T39" fmla="*/ 989 h 3206"/>
                <a:gd name="T40" fmla="*/ 892 w 2373"/>
                <a:gd name="T41" fmla="*/ 903 h 3206"/>
                <a:gd name="T42" fmla="*/ 987 w 2373"/>
                <a:gd name="T43" fmla="*/ 872 h 3206"/>
                <a:gd name="T44" fmla="*/ 1106 w 2373"/>
                <a:gd name="T45" fmla="*/ 687 h 3206"/>
                <a:gd name="T46" fmla="*/ 1265 w 2373"/>
                <a:gd name="T47" fmla="*/ 492 h 3206"/>
                <a:gd name="T48" fmla="*/ 1320 w 2373"/>
                <a:gd name="T49" fmla="*/ 383 h 3206"/>
                <a:gd name="T50" fmla="*/ 1353 w 2373"/>
                <a:gd name="T51" fmla="*/ 373 h 3206"/>
                <a:gd name="T52" fmla="*/ 1213 w 2373"/>
                <a:gd name="T53" fmla="*/ 350 h 3206"/>
                <a:gd name="T54" fmla="*/ 1351 w 2373"/>
                <a:gd name="T55" fmla="*/ 60 h 3206"/>
                <a:gd name="T56" fmla="*/ 1672 w 2373"/>
                <a:gd name="T57" fmla="*/ 62 h 3206"/>
                <a:gd name="T58" fmla="*/ 1745 w 2373"/>
                <a:gd name="T59" fmla="*/ 304 h 3206"/>
                <a:gd name="T60" fmla="*/ 1760 w 2373"/>
                <a:gd name="T61" fmla="*/ 361 h 3206"/>
                <a:gd name="T62" fmla="*/ 1698 w 2373"/>
                <a:gd name="T63" fmla="*/ 438 h 3206"/>
                <a:gd name="T64" fmla="*/ 1755 w 2373"/>
                <a:gd name="T65" fmla="*/ 502 h 3206"/>
                <a:gd name="T66" fmla="*/ 1881 w 2373"/>
                <a:gd name="T67" fmla="*/ 516 h 3206"/>
                <a:gd name="T68" fmla="*/ 2066 w 2373"/>
                <a:gd name="T69" fmla="*/ 385 h 3206"/>
                <a:gd name="T70" fmla="*/ 1893 w 2373"/>
                <a:gd name="T71" fmla="*/ 592 h 3206"/>
                <a:gd name="T72" fmla="*/ 2043 w 2373"/>
                <a:gd name="T73" fmla="*/ 654 h 3206"/>
                <a:gd name="T74" fmla="*/ 2071 w 2373"/>
                <a:gd name="T75" fmla="*/ 713 h 3206"/>
                <a:gd name="T76" fmla="*/ 2290 w 2373"/>
                <a:gd name="T77" fmla="*/ 903 h 3206"/>
                <a:gd name="T78" fmla="*/ 1933 w 2373"/>
                <a:gd name="T79" fmla="*/ 965 h 3206"/>
                <a:gd name="T80" fmla="*/ 1986 w 2373"/>
                <a:gd name="T81" fmla="*/ 1260 h 3206"/>
                <a:gd name="T82" fmla="*/ 2031 w 2373"/>
                <a:gd name="T83" fmla="*/ 1298 h 3206"/>
                <a:gd name="T84" fmla="*/ 2102 w 2373"/>
                <a:gd name="T85" fmla="*/ 1364 h 3206"/>
                <a:gd name="T86" fmla="*/ 2231 w 2373"/>
                <a:gd name="T87" fmla="*/ 1590 h 3206"/>
                <a:gd name="T88" fmla="*/ 2066 w 2373"/>
                <a:gd name="T89" fmla="*/ 1728 h 3206"/>
                <a:gd name="T90" fmla="*/ 2371 w 2373"/>
                <a:gd name="T91" fmla="*/ 1892 h 3206"/>
                <a:gd name="T92" fmla="*/ 1986 w 2373"/>
                <a:gd name="T93" fmla="*/ 1885 h 3206"/>
                <a:gd name="T94" fmla="*/ 1888 w 2373"/>
                <a:gd name="T95" fmla="*/ 1761 h 3206"/>
                <a:gd name="T96" fmla="*/ 2093 w 2373"/>
                <a:gd name="T97" fmla="*/ 1552 h 3206"/>
                <a:gd name="T98" fmla="*/ 1674 w 2373"/>
                <a:gd name="T99" fmla="*/ 1469 h 3206"/>
                <a:gd name="T100" fmla="*/ 1313 w 2373"/>
                <a:gd name="T101" fmla="*/ 1583 h 3206"/>
                <a:gd name="T102" fmla="*/ 978 w 2373"/>
                <a:gd name="T103" fmla="*/ 1939 h 3206"/>
                <a:gd name="T104" fmla="*/ 954 w 2373"/>
                <a:gd name="T105" fmla="*/ 2091 h 3206"/>
                <a:gd name="T106" fmla="*/ 792 w 2373"/>
                <a:gd name="T107" fmla="*/ 2286 h 3206"/>
                <a:gd name="T108" fmla="*/ 949 w 2373"/>
                <a:gd name="T109" fmla="*/ 2538 h 3206"/>
                <a:gd name="T110" fmla="*/ 937 w 2373"/>
                <a:gd name="T111" fmla="*/ 2688 h 3206"/>
                <a:gd name="T112" fmla="*/ 811 w 2373"/>
                <a:gd name="T113" fmla="*/ 2795 h 3206"/>
                <a:gd name="T114" fmla="*/ 842 w 2373"/>
                <a:gd name="T115" fmla="*/ 2990 h 3206"/>
                <a:gd name="T116" fmla="*/ 687 w 2373"/>
                <a:gd name="T117" fmla="*/ 3116 h 3206"/>
                <a:gd name="T118" fmla="*/ 678 w 2373"/>
                <a:gd name="T119" fmla="*/ 3116 h 3206"/>
                <a:gd name="T120" fmla="*/ 573 w 2373"/>
                <a:gd name="T121" fmla="*/ 3123 h 3206"/>
                <a:gd name="T122" fmla="*/ 521 w 2373"/>
                <a:gd name="T123" fmla="*/ 3061 h 3206"/>
                <a:gd name="T124" fmla="*/ 426 w 2373"/>
                <a:gd name="T125" fmla="*/ 3173 h 3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3" h="3206">
                  <a:moveTo>
                    <a:pt x="390" y="3206"/>
                  </a:moveTo>
                  <a:lnTo>
                    <a:pt x="388" y="3206"/>
                  </a:lnTo>
                  <a:lnTo>
                    <a:pt x="383" y="3206"/>
                  </a:lnTo>
                  <a:lnTo>
                    <a:pt x="381" y="3204"/>
                  </a:lnTo>
                  <a:lnTo>
                    <a:pt x="378" y="3204"/>
                  </a:lnTo>
                  <a:lnTo>
                    <a:pt x="376" y="3201"/>
                  </a:lnTo>
                  <a:lnTo>
                    <a:pt x="376" y="3201"/>
                  </a:lnTo>
                  <a:lnTo>
                    <a:pt x="374" y="3199"/>
                  </a:lnTo>
                  <a:lnTo>
                    <a:pt x="374" y="3196"/>
                  </a:lnTo>
                  <a:lnTo>
                    <a:pt x="374" y="3196"/>
                  </a:lnTo>
                  <a:lnTo>
                    <a:pt x="374" y="3196"/>
                  </a:lnTo>
                  <a:lnTo>
                    <a:pt x="374" y="3196"/>
                  </a:lnTo>
                  <a:lnTo>
                    <a:pt x="371" y="3196"/>
                  </a:lnTo>
                  <a:lnTo>
                    <a:pt x="371" y="3196"/>
                  </a:lnTo>
                  <a:lnTo>
                    <a:pt x="371" y="3196"/>
                  </a:lnTo>
                  <a:lnTo>
                    <a:pt x="371" y="3196"/>
                  </a:lnTo>
                  <a:lnTo>
                    <a:pt x="371" y="3196"/>
                  </a:lnTo>
                  <a:lnTo>
                    <a:pt x="369" y="3185"/>
                  </a:lnTo>
                  <a:lnTo>
                    <a:pt x="369" y="3173"/>
                  </a:lnTo>
                  <a:lnTo>
                    <a:pt x="371" y="3161"/>
                  </a:lnTo>
                  <a:lnTo>
                    <a:pt x="376" y="3151"/>
                  </a:lnTo>
                  <a:lnTo>
                    <a:pt x="383" y="3142"/>
                  </a:lnTo>
                  <a:lnTo>
                    <a:pt x="393" y="3135"/>
                  </a:lnTo>
                  <a:lnTo>
                    <a:pt x="402" y="3130"/>
                  </a:lnTo>
                  <a:lnTo>
                    <a:pt x="412" y="3125"/>
                  </a:lnTo>
                  <a:lnTo>
                    <a:pt x="416" y="3128"/>
                  </a:lnTo>
                  <a:lnTo>
                    <a:pt x="416" y="3128"/>
                  </a:lnTo>
                  <a:lnTo>
                    <a:pt x="419" y="3130"/>
                  </a:lnTo>
                  <a:lnTo>
                    <a:pt x="421" y="3130"/>
                  </a:lnTo>
                  <a:lnTo>
                    <a:pt x="421" y="3130"/>
                  </a:lnTo>
                  <a:lnTo>
                    <a:pt x="424" y="3130"/>
                  </a:lnTo>
                  <a:lnTo>
                    <a:pt x="424" y="3130"/>
                  </a:lnTo>
                  <a:lnTo>
                    <a:pt x="424" y="3130"/>
                  </a:lnTo>
                  <a:lnTo>
                    <a:pt x="424" y="3128"/>
                  </a:lnTo>
                  <a:lnTo>
                    <a:pt x="424" y="3125"/>
                  </a:lnTo>
                  <a:lnTo>
                    <a:pt x="421" y="3125"/>
                  </a:lnTo>
                  <a:lnTo>
                    <a:pt x="421" y="3123"/>
                  </a:lnTo>
                  <a:lnTo>
                    <a:pt x="419" y="3123"/>
                  </a:lnTo>
                  <a:lnTo>
                    <a:pt x="419" y="3123"/>
                  </a:lnTo>
                  <a:lnTo>
                    <a:pt x="416" y="3123"/>
                  </a:lnTo>
                  <a:lnTo>
                    <a:pt x="416" y="3123"/>
                  </a:lnTo>
                  <a:lnTo>
                    <a:pt x="412" y="3116"/>
                  </a:lnTo>
                  <a:lnTo>
                    <a:pt x="404" y="3111"/>
                  </a:lnTo>
                  <a:lnTo>
                    <a:pt x="393" y="3106"/>
                  </a:lnTo>
                  <a:lnTo>
                    <a:pt x="383" y="3104"/>
                  </a:lnTo>
                  <a:lnTo>
                    <a:pt x="371" y="3101"/>
                  </a:lnTo>
                  <a:lnTo>
                    <a:pt x="362" y="3101"/>
                  </a:lnTo>
                  <a:lnTo>
                    <a:pt x="352" y="3101"/>
                  </a:lnTo>
                  <a:lnTo>
                    <a:pt x="345" y="3099"/>
                  </a:lnTo>
                  <a:lnTo>
                    <a:pt x="345" y="3097"/>
                  </a:lnTo>
                  <a:lnTo>
                    <a:pt x="345" y="3094"/>
                  </a:lnTo>
                  <a:lnTo>
                    <a:pt x="345" y="3092"/>
                  </a:lnTo>
                  <a:lnTo>
                    <a:pt x="345" y="3090"/>
                  </a:lnTo>
                  <a:lnTo>
                    <a:pt x="345" y="3087"/>
                  </a:lnTo>
                  <a:lnTo>
                    <a:pt x="345" y="3085"/>
                  </a:lnTo>
                  <a:lnTo>
                    <a:pt x="345" y="3082"/>
                  </a:lnTo>
                  <a:lnTo>
                    <a:pt x="345" y="3080"/>
                  </a:lnTo>
                  <a:lnTo>
                    <a:pt x="345" y="3080"/>
                  </a:lnTo>
                  <a:lnTo>
                    <a:pt x="343" y="3080"/>
                  </a:lnTo>
                  <a:lnTo>
                    <a:pt x="343" y="3080"/>
                  </a:lnTo>
                  <a:lnTo>
                    <a:pt x="343" y="3080"/>
                  </a:lnTo>
                  <a:lnTo>
                    <a:pt x="340" y="3080"/>
                  </a:lnTo>
                  <a:lnTo>
                    <a:pt x="340" y="3080"/>
                  </a:lnTo>
                  <a:lnTo>
                    <a:pt x="340" y="3080"/>
                  </a:lnTo>
                  <a:lnTo>
                    <a:pt x="338" y="3080"/>
                  </a:lnTo>
                  <a:lnTo>
                    <a:pt x="338" y="3090"/>
                  </a:lnTo>
                  <a:lnTo>
                    <a:pt x="336" y="3101"/>
                  </a:lnTo>
                  <a:lnTo>
                    <a:pt x="333" y="3111"/>
                  </a:lnTo>
                  <a:lnTo>
                    <a:pt x="328" y="3120"/>
                  </a:lnTo>
                  <a:lnTo>
                    <a:pt x="324" y="3130"/>
                  </a:lnTo>
                  <a:lnTo>
                    <a:pt x="317" y="3139"/>
                  </a:lnTo>
                  <a:lnTo>
                    <a:pt x="309" y="3149"/>
                  </a:lnTo>
                  <a:lnTo>
                    <a:pt x="300" y="3156"/>
                  </a:lnTo>
                  <a:lnTo>
                    <a:pt x="288" y="3161"/>
                  </a:lnTo>
                  <a:lnTo>
                    <a:pt x="278" y="3163"/>
                  </a:lnTo>
                  <a:lnTo>
                    <a:pt x="269" y="3166"/>
                  </a:lnTo>
                  <a:lnTo>
                    <a:pt x="259" y="3166"/>
                  </a:lnTo>
                  <a:lnTo>
                    <a:pt x="240" y="3166"/>
                  </a:lnTo>
                  <a:lnTo>
                    <a:pt x="224" y="3163"/>
                  </a:lnTo>
                  <a:lnTo>
                    <a:pt x="207" y="3161"/>
                  </a:lnTo>
                  <a:lnTo>
                    <a:pt x="193" y="3161"/>
                  </a:lnTo>
                  <a:lnTo>
                    <a:pt x="186" y="3163"/>
                  </a:lnTo>
                  <a:lnTo>
                    <a:pt x="179" y="3166"/>
                  </a:lnTo>
                  <a:lnTo>
                    <a:pt x="171" y="3170"/>
                  </a:lnTo>
                  <a:lnTo>
                    <a:pt x="162" y="3177"/>
                  </a:lnTo>
                  <a:lnTo>
                    <a:pt x="148" y="3180"/>
                  </a:lnTo>
                  <a:lnTo>
                    <a:pt x="133" y="3182"/>
                  </a:lnTo>
                  <a:lnTo>
                    <a:pt x="117" y="3182"/>
                  </a:lnTo>
                  <a:lnTo>
                    <a:pt x="100" y="3180"/>
                  </a:lnTo>
                  <a:lnTo>
                    <a:pt x="86" y="3177"/>
                  </a:lnTo>
                  <a:lnTo>
                    <a:pt x="74" y="3170"/>
                  </a:lnTo>
                  <a:lnTo>
                    <a:pt x="67" y="3166"/>
                  </a:lnTo>
                  <a:lnTo>
                    <a:pt x="64" y="3161"/>
                  </a:lnTo>
                  <a:lnTo>
                    <a:pt x="60" y="3154"/>
                  </a:lnTo>
                  <a:lnTo>
                    <a:pt x="57" y="3149"/>
                  </a:lnTo>
                  <a:lnTo>
                    <a:pt x="57" y="3149"/>
                  </a:lnTo>
                  <a:lnTo>
                    <a:pt x="57" y="3149"/>
                  </a:lnTo>
                  <a:lnTo>
                    <a:pt x="57" y="3149"/>
                  </a:lnTo>
                  <a:lnTo>
                    <a:pt x="57" y="3149"/>
                  </a:lnTo>
                  <a:lnTo>
                    <a:pt x="55" y="3149"/>
                  </a:lnTo>
                  <a:lnTo>
                    <a:pt x="55" y="3149"/>
                  </a:lnTo>
                  <a:lnTo>
                    <a:pt x="55" y="3149"/>
                  </a:lnTo>
                  <a:lnTo>
                    <a:pt x="55" y="3149"/>
                  </a:lnTo>
                  <a:lnTo>
                    <a:pt x="53" y="3135"/>
                  </a:lnTo>
                  <a:lnTo>
                    <a:pt x="53" y="3120"/>
                  </a:lnTo>
                  <a:lnTo>
                    <a:pt x="55" y="3109"/>
                  </a:lnTo>
                  <a:lnTo>
                    <a:pt x="60" y="3097"/>
                  </a:lnTo>
                  <a:lnTo>
                    <a:pt x="67" y="3087"/>
                  </a:lnTo>
                  <a:lnTo>
                    <a:pt x="74" y="3078"/>
                  </a:lnTo>
                  <a:lnTo>
                    <a:pt x="86" y="3071"/>
                  </a:lnTo>
                  <a:lnTo>
                    <a:pt x="98" y="3063"/>
                  </a:lnTo>
                  <a:lnTo>
                    <a:pt x="95" y="3044"/>
                  </a:lnTo>
                  <a:lnTo>
                    <a:pt x="95" y="3030"/>
                  </a:lnTo>
                  <a:lnTo>
                    <a:pt x="95" y="3016"/>
                  </a:lnTo>
                  <a:lnTo>
                    <a:pt x="98" y="3006"/>
                  </a:lnTo>
                  <a:lnTo>
                    <a:pt x="100" y="2995"/>
                  </a:lnTo>
                  <a:lnTo>
                    <a:pt x="107" y="2985"/>
                  </a:lnTo>
                  <a:lnTo>
                    <a:pt x="119" y="2975"/>
                  </a:lnTo>
                  <a:lnTo>
                    <a:pt x="138" y="2964"/>
                  </a:lnTo>
                  <a:lnTo>
                    <a:pt x="138" y="2961"/>
                  </a:lnTo>
                  <a:lnTo>
                    <a:pt x="141" y="2961"/>
                  </a:lnTo>
                  <a:lnTo>
                    <a:pt x="141" y="2961"/>
                  </a:lnTo>
                  <a:lnTo>
                    <a:pt x="143" y="2961"/>
                  </a:lnTo>
                  <a:lnTo>
                    <a:pt x="143" y="2961"/>
                  </a:lnTo>
                  <a:lnTo>
                    <a:pt x="143" y="2959"/>
                  </a:lnTo>
                  <a:lnTo>
                    <a:pt x="143" y="2959"/>
                  </a:lnTo>
                  <a:lnTo>
                    <a:pt x="145" y="2959"/>
                  </a:lnTo>
                  <a:lnTo>
                    <a:pt x="141" y="2954"/>
                  </a:lnTo>
                  <a:lnTo>
                    <a:pt x="136" y="2952"/>
                  </a:lnTo>
                  <a:lnTo>
                    <a:pt x="133" y="2949"/>
                  </a:lnTo>
                  <a:lnTo>
                    <a:pt x="131" y="2949"/>
                  </a:lnTo>
                  <a:lnTo>
                    <a:pt x="131" y="2947"/>
                  </a:lnTo>
                  <a:lnTo>
                    <a:pt x="129" y="2945"/>
                  </a:lnTo>
                  <a:lnTo>
                    <a:pt x="131" y="2942"/>
                  </a:lnTo>
                  <a:lnTo>
                    <a:pt x="133" y="2940"/>
                  </a:lnTo>
                  <a:lnTo>
                    <a:pt x="141" y="2930"/>
                  </a:lnTo>
                  <a:lnTo>
                    <a:pt x="152" y="2918"/>
                  </a:lnTo>
                  <a:lnTo>
                    <a:pt x="164" y="2902"/>
                  </a:lnTo>
                  <a:lnTo>
                    <a:pt x="176" y="2885"/>
                  </a:lnTo>
                  <a:lnTo>
                    <a:pt x="188" y="2866"/>
                  </a:lnTo>
                  <a:lnTo>
                    <a:pt x="198" y="2850"/>
                  </a:lnTo>
                  <a:lnTo>
                    <a:pt x="205" y="2833"/>
                  </a:lnTo>
                  <a:lnTo>
                    <a:pt x="205" y="2823"/>
                  </a:lnTo>
                  <a:lnTo>
                    <a:pt x="202" y="2823"/>
                  </a:lnTo>
                  <a:lnTo>
                    <a:pt x="200" y="2821"/>
                  </a:lnTo>
                  <a:lnTo>
                    <a:pt x="198" y="2821"/>
                  </a:lnTo>
                  <a:lnTo>
                    <a:pt x="195" y="2821"/>
                  </a:lnTo>
                  <a:lnTo>
                    <a:pt x="193" y="2821"/>
                  </a:lnTo>
                  <a:lnTo>
                    <a:pt x="191" y="2819"/>
                  </a:lnTo>
                  <a:lnTo>
                    <a:pt x="188" y="2819"/>
                  </a:lnTo>
                  <a:lnTo>
                    <a:pt x="186" y="2819"/>
                  </a:lnTo>
                  <a:lnTo>
                    <a:pt x="181" y="2831"/>
                  </a:lnTo>
                  <a:lnTo>
                    <a:pt x="176" y="2840"/>
                  </a:lnTo>
                  <a:lnTo>
                    <a:pt x="169" y="2850"/>
                  </a:lnTo>
                  <a:lnTo>
                    <a:pt x="160" y="2859"/>
                  </a:lnTo>
                  <a:lnTo>
                    <a:pt x="148" y="2866"/>
                  </a:lnTo>
                  <a:lnTo>
                    <a:pt x="136" y="2871"/>
                  </a:lnTo>
                  <a:lnTo>
                    <a:pt x="122" y="2876"/>
                  </a:lnTo>
                  <a:lnTo>
                    <a:pt x="110" y="2880"/>
                  </a:lnTo>
                  <a:lnTo>
                    <a:pt x="95" y="2883"/>
                  </a:lnTo>
                  <a:lnTo>
                    <a:pt x="81" y="2883"/>
                  </a:lnTo>
                  <a:lnTo>
                    <a:pt x="67" y="2880"/>
                  </a:lnTo>
                  <a:lnTo>
                    <a:pt x="55" y="2878"/>
                  </a:lnTo>
                  <a:lnTo>
                    <a:pt x="43" y="2876"/>
                  </a:lnTo>
                  <a:lnTo>
                    <a:pt x="34" y="2869"/>
                  </a:lnTo>
                  <a:lnTo>
                    <a:pt x="26" y="2861"/>
                  </a:lnTo>
                  <a:lnTo>
                    <a:pt x="19" y="2850"/>
                  </a:lnTo>
                  <a:lnTo>
                    <a:pt x="12" y="2842"/>
                  </a:lnTo>
                  <a:lnTo>
                    <a:pt x="7" y="2835"/>
                  </a:lnTo>
                  <a:lnTo>
                    <a:pt x="5" y="2826"/>
                  </a:lnTo>
                  <a:lnTo>
                    <a:pt x="3" y="2819"/>
                  </a:lnTo>
                  <a:lnTo>
                    <a:pt x="0" y="2802"/>
                  </a:lnTo>
                  <a:lnTo>
                    <a:pt x="3" y="2788"/>
                  </a:lnTo>
                  <a:lnTo>
                    <a:pt x="7" y="2771"/>
                  </a:lnTo>
                  <a:lnTo>
                    <a:pt x="15" y="2754"/>
                  </a:lnTo>
                  <a:lnTo>
                    <a:pt x="19" y="2740"/>
                  </a:lnTo>
                  <a:lnTo>
                    <a:pt x="22" y="2724"/>
                  </a:lnTo>
                  <a:lnTo>
                    <a:pt x="26" y="2709"/>
                  </a:lnTo>
                  <a:lnTo>
                    <a:pt x="31" y="2697"/>
                  </a:lnTo>
                  <a:lnTo>
                    <a:pt x="38" y="2686"/>
                  </a:lnTo>
                  <a:lnTo>
                    <a:pt x="48" y="2674"/>
                  </a:lnTo>
                  <a:lnTo>
                    <a:pt x="57" y="2662"/>
                  </a:lnTo>
                  <a:lnTo>
                    <a:pt x="67" y="2652"/>
                  </a:lnTo>
                  <a:lnTo>
                    <a:pt x="79" y="2643"/>
                  </a:lnTo>
                  <a:lnTo>
                    <a:pt x="88" y="2633"/>
                  </a:lnTo>
                  <a:lnTo>
                    <a:pt x="100" y="2631"/>
                  </a:lnTo>
                  <a:lnTo>
                    <a:pt x="110" y="2626"/>
                  </a:lnTo>
                  <a:lnTo>
                    <a:pt x="114" y="2624"/>
                  </a:lnTo>
                  <a:lnTo>
                    <a:pt x="117" y="2617"/>
                  </a:lnTo>
                  <a:lnTo>
                    <a:pt x="119" y="2612"/>
                  </a:lnTo>
                  <a:lnTo>
                    <a:pt x="119" y="2605"/>
                  </a:lnTo>
                  <a:lnTo>
                    <a:pt x="119" y="2595"/>
                  </a:lnTo>
                  <a:lnTo>
                    <a:pt x="119" y="2586"/>
                  </a:lnTo>
                  <a:lnTo>
                    <a:pt x="124" y="2567"/>
                  </a:lnTo>
                  <a:lnTo>
                    <a:pt x="133" y="2550"/>
                  </a:lnTo>
                  <a:lnTo>
                    <a:pt x="145" y="2536"/>
                  </a:lnTo>
                  <a:lnTo>
                    <a:pt x="157" y="2524"/>
                  </a:lnTo>
                  <a:lnTo>
                    <a:pt x="174" y="2514"/>
                  </a:lnTo>
                  <a:lnTo>
                    <a:pt x="191" y="2507"/>
                  </a:lnTo>
                  <a:lnTo>
                    <a:pt x="207" y="2503"/>
                  </a:lnTo>
                  <a:lnTo>
                    <a:pt x="226" y="2503"/>
                  </a:lnTo>
                  <a:lnTo>
                    <a:pt x="231" y="2498"/>
                  </a:lnTo>
                  <a:lnTo>
                    <a:pt x="233" y="2493"/>
                  </a:lnTo>
                  <a:lnTo>
                    <a:pt x="240" y="2488"/>
                  </a:lnTo>
                  <a:lnTo>
                    <a:pt x="245" y="2481"/>
                  </a:lnTo>
                  <a:lnTo>
                    <a:pt x="250" y="2476"/>
                  </a:lnTo>
                  <a:lnTo>
                    <a:pt x="255" y="2472"/>
                  </a:lnTo>
                  <a:lnTo>
                    <a:pt x="257" y="2467"/>
                  </a:lnTo>
                  <a:lnTo>
                    <a:pt x="259" y="2465"/>
                  </a:lnTo>
                  <a:lnTo>
                    <a:pt x="262" y="2462"/>
                  </a:lnTo>
                  <a:lnTo>
                    <a:pt x="264" y="2462"/>
                  </a:lnTo>
                  <a:lnTo>
                    <a:pt x="269" y="2460"/>
                  </a:lnTo>
                  <a:lnTo>
                    <a:pt x="274" y="2455"/>
                  </a:lnTo>
                  <a:lnTo>
                    <a:pt x="278" y="2453"/>
                  </a:lnTo>
                  <a:lnTo>
                    <a:pt x="281" y="2450"/>
                  </a:lnTo>
                  <a:lnTo>
                    <a:pt x="283" y="2448"/>
                  </a:lnTo>
                  <a:lnTo>
                    <a:pt x="286" y="2448"/>
                  </a:lnTo>
                  <a:lnTo>
                    <a:pt x="302" y="2441"/>
                  </a:lnTo>
                  <a:lnTo>
                    <a:pt x="317" y="2436"/>
                  </a:lnTo>
                  <a:lnTo>
                    <a:pt x="331" y="2434"/>
                  </a:lnTo>
                  <a:lnTo>
                    <a:pt x="343" y="2434"/>
                  </a:lnTo>
                  <a:lnTo>
                    <a:pt x="355" y="2436"/>
                  </a:lnTo>
                  <a:lnTo>
                    <a:pt x="364" y="2441"/>
                  </a:lnTo>
                  <a:lnTo>
                    <a:pt x="374" y="2446"/>
                  </a:lnTo>
                  <a:lnTo>
                    <a:pt x="381" y="2453"/>
                  </a:lnTo>
                  <a:lnTo>
                    <a:pt x="385" y="2460"/>
                  </a:lnTo>
                  <a:lnTo>
                    <a:pt x="390" y="2469"/>
                  </a:lnTo>
                  <a:lnTo>
                    <a:pt x="395" y="2481"/>
                  </a:lnTo>
                  <a:lnTo>
                    <a:pt x="397" y="2493"/>
                  </a:lnTo>
                  <a:lnTo>
                    <a:pt x="397" y="2519"/>
                  </a:lnTo>
                  <a:lnTo>
                    <a:pt x="395" y="2550"/>
                  </a:lnTo>
                  <a:lnTo>
                    <a:pt x="412" y="2548"/>
                  </a:lnTo>
                  <a:lnTo>
                    <a:pt x="424" y="2548"/>
                  </a:lnTo>
                  <a:lnTo>
                    <a:pt x="433" y="2548"/>
                  </a:lnTo>
                  <a:lnTo>
                    <a:pt x="440" y="2550"/>
                  </a:lnTo>
                  <a:lnTo>
                    <a:pt x="447" y="2555"/>
                  </a:lnTo>
                  <a:lnTo>
                    <a:pt x="454" y="2560"/>
                  </a:lnTo>
                  <a:lnTo>
                    <a:pt x="464" y="2567"/>
                  </a:lnTo>
                  <a:lnTo>
                    <a:pt x="476" y="2576"/>
                  </a:lnTo>
                  <a:lnTo>
                    <a:pt x="497" y="2560"/>
                  </a:lnTo>
                  <a:lnTo>
                    <a:pt x="521" y="2543"/>
                  </a:lnTo>
                  <a:lnTo>
                    <a:pt x="542" y="2529"/>
                  </a:lnTo>
                  <a:lnTo>
                    <a:pt x="564" y="2512"/>
                  </a:lnTo>
                  <a:lnTo>
                    <a:pt x="585" y="2498"/>
                  </a:lnTo>
                  <a:lnTo>
                    <a:pt x="607" y="2481"/>
                  </a:lnTo>
                  <a:lnTo>
                    <a:pt x="628" y="2467"/>
                  </a:lnTo>
                  <a:lnTo>
                    <a:pt x="652" y="2450"/>
                  </a:lnTo>
                  <a:lnTo>
                    <a:pt x="661" y="2436"/>
                  </a:lnTo>
                  <a:lnTo>
                    <a:pt x="668" y="2417"/>
                  </a:lnTo>
                  <a:lnTo>
                    <a:pt x="678" y="2400"/>
                  </a:lnTo>
                  <a:lnTo>
                    <a:pt x="685" y="2381"/>
                  </a:lnTo>
                  <a:lnTo>
                    <a:pt x="695" y="2360"/>
                  </a:lnTo>
                  <a:lnTo>
                    <a:pt x="702" y="2341"/>
                  </a:lnTo>
                  <a:lnTo>
                    <a:pt x="709" y="2324"/>
                  </a:lnTo>
                  <a:lnTo>
                    <a:pt x="716" y="2308"/>
                  </a:lnTo>
                  <a:lnTo>
                    <a:pt x="704" y="2312"/>
                  </a:lnTo>
                  <a:lnTo>
                    <a:pt x="687" y="2324"/>
                  </a:lnTo>
                  <a:lnTo>
                    <a:pt x="668" y="2341"/>
                  </a:lnTo>
                  <a:lnTo>
                    <a:pt x="645" y="2360"/>
                  </a:lnTo>
                  <a:lnTo>
                    <a:pt x="621" y="2381"/>
                  </a:lnTo>
                  <a:lnTo>
                    <a:pt x="597" y="2400"/>
                  </a:lnTo>
                  <a:lnTo>
                    <a:pt x="576" y="2415"/>
                  </a:lnTo>
                  <a:lnTo>
                    <a:pt x="559" y="2424"/>
                  </a:lnTo>
                  <a:lnTo>
                    <a:pt x="542" y="2436"/>
                  </a:lnTo>
                  <a:lnTo>
                    <a:pt x="526" y="2446"/>
                  </a:lnTo>
                  <a:lnTo>
                    <a:pt x="509" y="2453"/>
                  </a:lnTo>
                  <a:lnTo>
                    <a:pt x="492" y="2460"/>
                  </a:lnTo>
                  <a:lnTo>
                    <a:pt x="476" y="2465"/>
                  </a:lnTo>
                  <a:lnTo>
                    <a:pt x="459" y="2467"/>
                  </a:lnTo>
                  <a:lnTo>
                    <a:pt x="440" y="2467"/>
                  </a:lnTo>
                  <a:lnTo>
                    <a:pt x="421" y="2465"/>
                  </a:lnTo>
                  <a:lnTo>
                    <a:pt x="412" y="2457"/>
                  </a:lnTo>
                  <a:lnTo>
                    <a:pt x="402" y="2450"/>
                  </a:lnTo>
                  <a:lnTo>
                    <a:pt x="395" y="2441"/>
                  </a:lnTo>
                  <a:lnTo>
                    <a:pt x="390" y="2431"/>
                  </a:lnTo>
                  <a:lnTo>
                    <a:pt x="388" y="2419"/>
                  </a:lnTo>
                  <a:lnTo>
                    <a:pt x="388" y="2410"/>
                  </a:lnTo>
                  <a:lnTo>
                    <a:pt x="388" y="2398"/>
                  </a:lnTo>
                  <a:lnTo>
                    <a:pt x="390" y="2386"/>
                  </a:lnTo>
                  <a:lnTo>
                    <a:pt x="397" y="2365"/>
                  </a:lnTo>
                  <a:lnTo>
                    <a:pt x="409" y="2343"/>
                  </a:lnTo>
                  <a:lnTo>
                    <a:pt x="424" y="2324"/>
                  </a:lnTo>
                  <a:lnTo>
                    <a:pt x="440" y="2310"/>
                  </a:lnTo>
                  <a:lnTo>
                    <a:pt x="452" y="2298"/>
                  </a:lnTo>
                  <a:lnTo>
                    <a:pt x="466" y="2284"/>
                  </a:lnTo>
                  <a:lnTo>
                    <a:pt x="485" y="2267"/>
                  </a:lnTo>
                  <a:lnTo>
                    <a:pt x="504" y="2253"/>
                  </a:lnTo>
                  <a:lnTo>
                    <a:pt x="526" y="2236"/>
                  </a:lnTo>
                  <a:lnTo>
                    <a:pt x="547" y="2225"/>
                  </a:lnTo>
                  <a:lnTo>
                    <a:pt x="564" y="2215"/>
                  </a:lnTo>
                  <a:lnTo>
                    <a:pt x="578" y="2210"/>
                  </a:lnTo>
                  <a:lnTo>
                    <a:pt x="590" y="2201"/>
                  </a:lnTo>
                  <a:lnTo>
                    <a:pt x="607" y="2191"/>
                  </a:lnTo>
                  <a:lnTo>
                    <a:pt x="630" y="2182"/>
                  </a:lnTo>
                  <a:lnTo>
                    <a:pt x="654" y="2175"/>
                  </a:lnTo>
                  <a:lnTo>
                    <a:pt x="680" y="2168"/>
                  </a:lnTo>
                  <a:lnTo>
                    <a:pt x="706" y="2160"/>
                  </a:lnTo>
                  <a:lnTo>
                    <a:pt x="725" y="2153"/>
                  </a:lnTo>
                  <a:lnTo>
                    <a:pt x="742" y="2149"/>
                  </a:lnTo>
                  <a:lnTo>
                    <a:pt x="747" y="2141"/>
                  </a:lnTo>
                  <a:lnTo>
                    <a:pt x="752" y="2137"/>
                  </a:lnTo>
                  <a:lnTo>
                    <a:pt x="756" y="2132"/>
                  </a:lnTo>
                  <a:lnTo>
                    <a:pt x="761" y="2127"/>
                  </a:lnTo>
                  <a:lnTo>
                    <a:pt x="766" y="2125"/>
                  </a:lnTo>
                  <a:lnTo>
                    <a:pt x="771" y="2120"/>
                  </a:lnTo>
                  <a:lnTo>
                    <a:pt x="775" y="2115"/>
                  </a:lnTo>
                  <a:lnTo>
                    <a:pt x="783" y="2110"/>
                  </a:lnTo>
                  <a:lnTo>
                    <a:pt x="785" y="2094"/>
                  </a:lnTo>
                  <a:lnTo>
                    <a:pt x="783" y="2072"/>
                  </a:lnTo>
                  <a:lnTo>
                    <a:pt x="783" y="2049"/>
                  </a:lnTo>
                  <a:lnTo>
                    <a:pt x="783" y="2020"/>
                  </a:lnTo>
                  <a:lnTo>
                    <a:pt x="783" y="1994"/>
                  </a:lnTo>
                  <a:lnTo>
                    <a:pt x="783" y="1973"/>
                  </a:lnTo>
                  <a:lnTo>
                    <a:pt x="785" y="1954"/>
                  </a:lnTo>
                  <a:lnTo>
                    <a:pt x="792" y="1942"/>
                  </a:lnTo>
                  <a:lnTo>
                    <a:pt x="799" y="1904"/>
                  </a:lnTo>
                  <a:lnTo>
                    <a:pt x="806" y="1866"/>
                  </a:lnTo>
                  <a:lnTo>
                    <a:pt x="818" y="1830"/>
                  </a:lnTo>
                  <a:lnTo>
                    <a:pt x="830" y="1794"/>
                  </a:lnTo>
                  <a:lnTo>
                    <a:pt x="842" y="1759"/>
                  </a:lnTo>
                  <a:lnTo>
                    <a:pt x="856" y="1726"/>
                  </a:lnTo>
                  <a:lnTo>
                    <a:pt x="871" y="1690"/>
                  </a:lnTo>
                  <a:lnTo>
                    <a:pt x="885" y="1652"/>
                  </a:lnTo>
                  <a:lnTo>
                    <a:pt x="894" y="1638"/>
                  </a:lnTo>
                  <a:lnTo>
                    <a:pt x="904" y="1621"/>
                  </a:lnTo>
                  <a:lnTo>
                    <a:pt x="913" y="1604"/>
                  </a:lnTo>
                  <a:lnTo>
                    <a:pt x="923" y="1590"/>
                  </a:lnTo>
                  <a:lnTo>
                    <a:pt x="932" y="1573"/>
                  </a:lnTo>
                  <a:lnTo>
                    <a:pt x="939" y="1557"/>
                  </a:lnTo>
                  <a:lnTo>
                    <a:pt x="949" y="1540"/>
                  </a:lnTo>
                  <a:lnTo>
                    <a:pt x="958" y="1526"/>
                  </a:lnTo>
                  <a:lnTo>
                    <a:pt x="947" y="1500"/>
                  </a:lnTo>
                  <a:lnTo>
                    <a:pt x="939" y="1471"/>
                  </a:lnTo>
                  <a:lnTo>
                    <a:pt x="935" y="1445"/>
                  </a:lnTo>
                  <a:lnTo>
                    <a:pt x="932" y="1419"/>
                  </a:lnTo>
                  <a:lnTo>
                    <a:pt x="932" y="1393"/>
                  </a:lnTo>
                  <a:lnTo>
                    <a:pt x="937" y="1367"/>
                  </a:lnTo>
                  <a:lnTo>
                    <a:pt x="939" y="1341"/>
                  </a:lnTo>
                  <a:lnTo>
                    <a:pt x="947" y="1312"/>
                  </a:lnTo>
                  <a:lnTo>
                    <a:pt x="925" y="1314"/>
                  </a:lnTo>
                  <a:lnTo>
                    <a:pt x="904" y="1317"/>
                  </a:lnTo>
                  <a:lnTo>
                    <a:pt x="880" y="1319"/>
                  </a:lnTo>
                  <a:lnTo>
                    <a:pt x="861" y="1319"/>
                  </a:lnTo>
                  <a:lnTo>
                    <a:pt x="840" y="1317"/>
                  </a:lnTo>
                  <a:lnTo>
                    <a:pt x="823" y="1310"/>
                  </a:lnTo>
                  <a:lnTo>
                    <a:pt x="813" y="1305"/>
                  </a:lnTo>
                  <a:lnTo>
                    <a:pt x="806" y="1298"/>
                  </a:lnTo>
                  <a:lnTo>
                    <a:pt x="799" y="1291"/>
                  </a:lnTo>
                  <a:lnTo>
                    <a:pt x="792" y="1281"/>
                  </a:lnTo>
                  <a:lnTo>
                    <a:pt x="785" y="1262"/>
                  </a:lnTo>
                  <a:lnTo>
                    <a:pt x="783" y="1243"/>
                  </a:lnTo>
                  <a:lnTo>
                    <a:pt x="783" y="1222"/>
                  </a:lnTo>
                  <a:lnTo>
                    <a:pt x="785" y="1200"/>
                  </a:lnTo>
                  <a:lnTo>
                    <a:pt x="790" y="1179"/>
                  </a:lnTo>
                  <a:lnTo>
                    <a:pt x="797" y="1155"/>
                  </a:lnTo>
                  <a:lnTo>
                    <a:pt x="804" y="1134"/>
                  </a:lnTo>
                  <a:lnTo>
                    <a:pt x="813" y="1110"/>
                  </a:lnTo>
                  <a:lnTo>
                    <a:pt x="837" y="1067"/>
                  </a:lnTo>
                  <a:lnTo>
                    <a:pt x="861" y="1027"/>
                  </a:lnTo>
                  <a:lnTo>
                    <a:pt x="887" y="989"/>
                  </a:lnTo>
                  <a:lnTo>
                    <a:pt x="911" y="960"/>
                  </a:lnTo>
                  <a:lnTo>
                    <a:pt x="911" y="953"/>
                  </a:lnTo>
                  <a:lnTo>
                    <a:pt x="909" y="948"/>
                  </a:lnTo>
                  <a:lnTo>
                    <a:pt x="904" y="941"/>
                  </a:lnTo>
                  <a:lnTo>
                    <a:pt x="901" y="937"/>
                  </a:lnTo>
                  <a:lnTo>
                    <a:pt x="897" y="929"/>
                  </a:lnTo>
                  <a:lnTo>
                    <a:pt x="892" y="925"/>
                  </a:lnTo>
                  <a:lnTo>
                    <a:pt x="887" y="922"/>
                  </a:lnTo>
                  <a:lnTo>
                    <a:pt x="882" y="920"/>
                  </a:lnTo>
                  <a:lnTo>
                    <a:pt x="882" y="920"/>
                  </a:lnTo>
                  <a:lnTo>
                    <a:pt x="885" y="920"/>
                  </a:lnTo>
                  <a:lnTo>
                    <a:pt x="885" y="920"/>
                  </a:lnTo>
                  <a:lnTo>
                    <a:pt x="885" y="920"/>
                  </a:lnTo>
                  <a:lnTo>
                    <a:pt x="887" y="920"/>
                  </a:lnTo>
                  <a:lnTo>
                    <a:pt x="887" y="920"/>
                  </a:lnTo>
                  <a:lnTo>
                    <a:pt x="890" y="918"/>
                  </a:lnTo>
                  <a:lnTo>
                    <a:pt x="890" y="918"/>
                  </a:lnTo>
                  <a:lnTo>
                    <a:pt x="892" y="903"/>
                  </a:lnTo>
                  <a:lnTo>
                    <a:pt x="897" y="894"/>
                  </a:lnTo>
                  <a:lnTo>
                    <a:pt x="901" y="887"/>
                  </a:lnTo>
                  <a:lnTo>
                    <a:pt x="911" y="882"/>
                  </a:lnTo>
                  <a:lnTo>
                    <a:pt x="920" y="884"/>
                  </a:lnTo>
                  <a:lnTo>
                    <a:pt x="932" y="887"/>
                  </a:lnTo>
                  <a:lnTo>
                    <a:pt x="942" y="894"/>
                  </a:lnTo>
                  <a:lnTo>
                    <a:pt x="954" y="901"/>
                  </a:lnTo>
                  <a:lnTo>
                    <a:pt x="954" y="901"/>
                  </a:lnTo>
                  <a:lnTo>
                    <a:pt x="954" y="901"/>
                  </a:lnTo>
                  <a:lnTo>
                    <a:pt x="956" y="901"/>
                  </a:lnTo>
                  <a:lnTo>
                    <a:pt x="956" y="901"/>
                  </a:lnTo>
                  <a:lnTo>
                    <a:pt x="956" y="903"/>
                  </a:lnTo>
                  <a:lnTo>
                    <a:pt x="956" y="903"/>
                  </a:lnTo>
                  <a:lnTo>
                    <a:pt x="958" y="903"/>
                  </a:lnTo>
                  <a:lnTo>
                    <a:pt x="958" y="903"/>
                  </a:lnTo>
                  <a:lnTo>
                    <a:pt x="968" y="891"/>
                  </a:lnTo>
                  <a:lnTo>
                    <a:pt x="978" y="882"/>
                  </a:lnTo>
                  <a:lnTo>
                    <a:pt x="987" y="872"/>
                  </a:lnTo>
                  <a:lnTo>
                    <a:pt x="994" y="861"/>
                  </a:lnTo>
                  <a:lnTo>
                    <a:pt x="1004" y="851"/>
                  </a:lnTo>
                  <a:lnTo>
                    <a:pt x="1013" y="841"/>
                  </a:lnTo>
                  <a:lnTo>
                    <a:pt x="1025" y="832"/>
                  </a:lnTo>
                  <a:lnTo>
                    <a:pt x="1035" y="822"/>
                  </a:lnTo>
                  <a:lnTo>
                    <a:pt x="1037" y="815"/>
                  </a:lnTo>
                  <a:lnTo>
                    <a:pt x="1039" y="803"/>
                  </a:lnTo>
                  <a:lnTo>
                    <a:pt x="1044" y="789"/>
                  </a:lnTo>
                  <a:lnTo>
                    <a:pt x="1049" y="777"/>
                  </a:lnTo>
                  <a:lnTo>
                    <a:pt x="1054" y="763"/>
                  </a:lnTo>
                  <a:lnTo>
                    <a:pt x="1058" y="751"/>
                  </a:lnTo>
                  <a:lnTo>
                    <a:pt x="1063" y="744"/>
                  </a:lnTo>
                  <a:lnTo>
                    <a:pt x="1068" y="739"/>
                  </a:lnTo>
                  <a:lnTo>
                    <a:pt x="1073" y="730"/>
                  </a:lnTo>
                  <a:lnTo>
                    <a:pt x="1080" y="718"/>
                  </a:lnTo>
                  <a:lnTo>
                    <a:pt x="1087" y="708"/>
                  </a:lnTo>
                  <a:lnTo>
                    <a:pt x="1096" y="697"/>
                  </a:lnTo>
                  <a:lnTo>
                    <a:pt x="1106" y="687"/>
                  </a:lnTo>
                  <a:lnTo>
                    <a:pt x="1115" y="678"/>
                  </a:lnTo>
                  <a:lnTo>
                    <a:pt x="1127" y="670"/>
                  </a:lnTo>
                  <a:lnTo>
                    <a:pt x="1137" y="666"/>
                  </a:lnTo>
                  <a:lnTo>
                    <a:pt x="1142" y="663"/>
                  </a:lnTo>
                  <a:lnTo>
                    <a:pt x="1146" y="659"/>
                  </a:lnTo>
                  <a:lnTo>
                    <a:pt x="1153" y="656"/>
                  </a:lnTo>
                  <a:lnTo>
                    <a:pt x="1163" y="654"/>
                  </a:lnTo>
                  <a:lnTo>
                    <a:pt x="1170" y="651"/>
                  </a:lnTo>
                  <a:lnTo>
                    <a:pt x="1180" y="651"/>
                  </a:lnTo>
                  <a:lnTo>
                    <a:pt x="1187" y="649"/>
                  </a:lnTo>
                  <a:lnTo>
                    <a:pt x="1194" y="647"/>
                  </a:lnTo>
                  <a:lnTo>
                    <a:pt x="1196" y="623"/>
                  </a:lnTo>
                  <a:lnTo>
                    <a:pt x="1203" y="599"/>
                  </a:lnTo>
                  <a:lnTo>
                    <a:pt x="1211" y="575"/>
                  </a:lnTo>
                  <a:lnTo>
                    <a:pt x="1222" y="552"/>
                  </a:lnTo>
                  <a:lnTo>
                    <a:pt x="1234" y="530"/>
                  </a:lnTo>
                  <a:lnTo>
                    <a:pt x="1251" y="511"/>
                  </a:lnTo>
                  <a:lnTo>
                    <a:pt x="1265" y="492"/>
                  </a:lnTo>
                  <a:lnTo>
                    <a:pt x="1284" y="478"/>
                  </a:lnTo>
                  <a:lnTo>
                    <a:pt x="1284" y="476"/>
                  </a:lnTo>
                  <a:lnTo>
                    <a:pt x="1284" y="476"/>
                  </a:lnTo>
                  <a:lnTo>
                    <a:pt x="1284" y="476"/>
                  </a:lnTo>
                  <a:lnTo>
                    <a:pt x="1284" y="473"/>
                  </a:lnTo>
                  <a:lnTo>
                    <a:pt x="1284" y="473"/>
                  </a:lnTo>
                  <a:lnTo>
                    <a:pt x="1284" y="473"/>
                  </a:lnTo>
                  <a:lnTo>
                    <a:pt x="1284" y="473"/>
                  </a:lnTo>
                  <a:lnTo>
                    <a:pt x="1284" y="471"/>
                  </a:lnTo>
                  <a:lnTo>
                    <a:pt x="1279" y="466"/>
                  </a:lnTo>
                  <a:lnTo>
                    <a:pt x="1277" y="459"/>
                  </a:lnTo>
                  <a:lnTo>
                    <a:pt x="1277" y="452"/>
                  </a:lnTo>
                  <a:lnTo>
                    <a:pt x="1277" y="445"/>
                  </a:lnTo>
                  <a:lnTo>
                    <a:pt x="1282" y="428"/>
                  </a:lnTo>
                  <a:lnTo>
                    <a:pt x="1289" y="411"/>
                  </a:lnTo>
                  <a:lnTo>
                    <a:pt x="1301" y="397"/>
                  </a:lnTo>
                  <a:lnTo>
                    <a:pt x="1313" y="388"/>
                  </a:lnTo>
                  <a:lnTo>
                    <a:pt x="1320" y="383"/>
                  </a:lnTo>
                  <a:lnTo>
                    <a:pt x="1327" y="383"/>
                  </a:lnTo>
                  <a:lnTo>
                    <a:pt x="1334" y="383"/>
                  </a:lnTo>
                  <a:lnTo>
                    <a:pt x="1341" y="385"/>
                  </a:lnTo>
                  <a:lnTo>
                    <a:pt x="1341" y="385"/>
                  </a:lnTo>
                  <a:lnTo>
                    <a:pt x="1344" y="385"/>
                  </a:lnTo>
                  <a:lnTo>
                    <a:pt x="1344" y="385"/>
                  </a:lnTo>
                  <a:lnTo>
                    <a:pt x="1346" y="383"/>
                  </a:lnTo>
                  <a:lnTo>
                    <a:pt x="1346" y="383"/>
                  </a:lnTo>
                  <a:lnTo>
                    <a:pt x="1348" y="383"/>
                  </a:lnTo>
                  <a:lnTo>
                    <a:pt x="1348" y="383"/>
                  </a:lnTo>
                  <a:lnTo>
                    <a:pt x="1351" y="383"/>
                  </a:lnTo>
                  <a:lnTo>
                    <a:pt x="1351" y="383"/>
                  </a:lnTo>
                  <a:lnTo>
                    <a:pt x="1351" y="380"/>
                  </a:lnTo>
                  <a:lnTo>
                    <a:pt x="1351" y="380"/>
                  </a:lnTo>
                  <a:lnTo>
                    <a:pt x="1353" y="378"/>
                  </a:lnTo>
                  <a:lnTo>
                    <a:pt x="1353" y="376"/>
                  </a:lnTo>
                  <a:lnTo>
                    <a:pt x="1353" y="376"/>
                  </a:lnTo>
                  <a:lnTo>
                    <a:pt x="1353" y="373"/>
                  </a:lnTo>
                  <a:lnTo>
                    <a:pt x="1353" y="373"/>
                  </a:lnTo>
                  <a:lnTo>
                    <a:pt x="1337" y="373"/>
                  </a:lnTo>
                  <a:lnTo>
                    <a:pt x="1320" y="376"/>
                  </a:lnTo>
                  <a:lnTo>
                    <a:pt x="1298" y="380"/>
                  </a:lnTo>
                  <a:lnTo>
                    <a:pt x="1279" y="385"/>
                  </a:lnTo>
                  <a:lnTo>
                    <a:pt x="1260" y="388"/>
                  </a:lnTo>
                  <a:lnTo>
                    <a:pt x="1241" y="390"/>
                  </a:lnTo>
                  <a:lnTo>
                    <a:pt x="1225" y="392"/>
                  </a:lnTo>
                  <a:lnTo>
                    <a:pt x="1213" y="392"/>
                  </a:lnTo>
                  <a:lnTo>
                    <a:pt x="1211" y="385"/>
                  </a:lnTo>
                  <a:lnTo>
                    <a:pt x="1211" y="380"/>
                  </a:lnTo>
                  <a:lnTo>
                    <a:pt x="1211" y="376"/>
                  </a:lnTo>
                  <a:lnTo>
                    <a:pt x="1211" y="371"/>
                  </a:lnTo>
                  <a:lnTo>
                    <a:pt x="1211" y="364"/>
                  </a:lnTo>
                  <a:lnTo>
                    <a:pt x="1211" y="359"/>
                  </a:lnTo>
                  <a:lnTo>
                    <a:pt x="1211" y="354"/>
                  </a:lnTo>
                  <a:lnTo>
                    <a:pt x="1211" y="350"/>
                  </a:lnTo>
                  <a:lnTo>
                    <a:pt x="1213" y="350"/>
                  </a:lnTo>
                  <a:lnTo>
                    <a:pt x="1218" y="347"/>
                  </a:lnTo>
                  <a:lnTo>
                    <a:pt x="1220" y="347"/>
                  </a:lnTo>
                  <a:lnTo>
                    <a:pt x="1225" y="345"/>
                  </a:lnTo>
                  <a:lnTo>
                    <a:pt x="1232" y="345"/>
                  </a:lnTo>
                  <a:lnTo>
                    <a:pt x="1237" y="345"/>
                  </a:lnTo>
                  <a:lnTo>
                    <a:pt x="1244" y="342"/>
                  </a:lnTo>
                  <a:lnTo>
                    <a:pt x="1249" y="342"/>
                  </a:lnTo>
                  <a:lnTo>
                    <a:pt x="1251" y="312"/>
                  </a:lnTo>
                  <a:lnTo>
                    <a:pt x="1253" y="283"/>
                  </a:lnTo>
                  <a:lnTo>
                    <a:pt x="1258" y="255"/>
                  </a:lnTo>
                  <a:lnTo>
                    <a:pt x="1263" y="226"/>
                  </a:lnTo>
                  <a:lnTo>
                    <a:pt x="1270" y="197"/>
                  </a:lnTo>
                  <a:lnTo>
                    <a:pt x="1279" y="171"/>
                  </a:lnTo>
                  <a:lnTo>
                    <a:pt x="1289" y="148"/>
                  </a:lnTo>
                  <a:lnTo>
                    <a:pt x="1301" y="121"/>
                  </a:lnTo>
                  <a:lnTo>
                    <a:pt x="1315" y="100"/>
                  </a:lnTo>
                  <a:lnTo>
                    <a:pt x="1332" y="79"/>
                  </a:lnTo>
                  <a:lnTo>
                    <a:pt x="1351" y="60"/>
                  </a:lnTo>
                  <a:lnTo>
                    <a:pt x="1372" y="45"/>
                  </a:lnTo>
                  <a:lnTo>
                    <a:pt x="1396" y="31"/>
                  </a:lnTo>
                  <a:lnTo>
                    <a:pt x="1422" y="19"/>
                  </a:lnTo>
                  <a:lnTo>
                    <a:pt x="1451" y="10"/>
                  </a:lnTo>
                  <a:lnTo>
                    <a:pt x="1484" y="5"/>
                  </a:lnTo>
                  <a:lnTo>
                    <a:pt x="1503" y="0"/>
                  </a:lnTo>
                  <a:lnTo>
                    <a:pt x="1527" y="0"/>
                  </a:lnTo>
                  <a:lnTo>
                    <a:pt x="1553" y="3"/>
                  </a:lnTo>
                  <a:lnTo>
                    <a:pt x="1581" y="10"/>
                  </a:lnTo>
                  <a:lnTo>
                    <a:pt x="1608" y="19"/>
                  </a:lnTo>
                  <a:lnTo>
                    <a:pt x="1634" y="31"/>
                  </a:lnTo>
                  <a:lnTo>
                    <a:pt x="1655" y="45"/>
                  </a:lnTo>
                  <a:lnTo>
                    <a:pt x="1672" y="60"/>
                  </a:lnTo>
                  <a:lnTo>
                    <a:pt x="1672" y="60"/>
                  </a:lnTo>
                  <a:lnTo>
                    <a:pt x="1672" y="62"/>
                  </a:lnTo>
                  <a:lnTo>
                    <a:pt x="1672" y="62"/>
                  </a:lnTo>
                  <a:lnTo>
                    <a:pt x="1672" y="62"/>
                  </a:lnTo>
                  <a:lnTo>
                    <a:pt x="1672" y="62"/>
                  </a:lnTo>
                  <a:lnTo>
                    <a:pt x="1674" y="62"/>
                  </a:lnTo>
                  <a:lnTo>
                    <a:pt x="1674" y="62"/>
                  </a:lnTo>
                  <a:lnTo>
                    <a:pt x="1674" y="62"/>
                  </a:lnTo>
                  <a:lnTo>
                    <a:pt x="1677" y="69"/>
                  </a:lnTo>
                  <a:lnTo>
                    <a:pt x="1684" y="79"/>
                  </a:lnTo>
                  <a:lnTo>
                    <a:pt x="1691" y="93"/>
                  </a:lnTo>
                  <a:lnTo>
                    <a:pt x="1703" y="107"/>
                  </a:lnTo>
                  <a:lnTo>
                    <a:pt x="1712" y="124"/>
                  </a:lnTo>
                  <a:lnTo>
                    <a:pt x="1722" y="140"/>
                  </a:lnTo>
                  <a:lnTo>
                    <a:pt x="1731" y="157"/>
                  </a:lnTo>
                  <a:lnTo>
                    <a:pt x="1734" y="171"/>
                  </a:lnTo>
                  <a:lnTo>
                    <a:pt x="1738" y="181"/>
                  </a:lnTo>
                  <a:lnTo>
                    <a:pt x="1743" y="195"/>
                  </a:lnTo>
                  <a:lnTo>
                    <a:pt x="1743" y="217"/>
                  </a:lnTo>
                  <a:lnTo>
                    <a:pt x="1745" y="240"/>
                  </a:lnTo>
                  <a:lnTo>
                    <a:pt x="1745" y="264"/>
                  </a:lnTo>
                  <a:lnTo>
                    <a:pt x="1745" y="285"/>
                  </a:lnTo>
                  <a:lnTo>
                    <a:pt x="1745" y="304"/>
                  </a:lnTo>
                  <a:lnTo>
                    <a:pt x="1745" y="314"/>
                  </a:lnTo>
                  <a:lnTo>
                    <a:pt x="1748" y="316"/>
                  </a:lnTo>
                  <a:lnTo>
                    <a:pt x="1753" y="316"/>
                  </a:lnTo>
                  <a:lnTo>
                    <a:pt x="1755" y="316"/>
                  </a:lnTo>
                  <a:lnTo>
                    <a:pt x="1760" y="316"/>
                  </a:lnTo>
                  <a:lnTo>
                    <a:pt x="1762" y="316"/>
                  </a:lnTo>
                  <a:lnTo>
                    <a:pt x="1765" y="316"/>
                  </a:lnTo>
                  <a:lnTo>
                    <a:pt x="1769" y="319"/>
                  </a:lnTo>
                  <a:lnTo>
                    <a:pt x="1772" y="319"/>
                  </a:lnTo>
                  <a:lnTo>
                    <a:pt x="1772" y="323"/>
                  </a:lnTo>
                  <a:lnTo>
                    <a:pt x="1772" y="328"/>
                  </a:lnTo>
                  <a:lnTo>
                    <a:pt x="1772" y="333"/>
                  </a:lnTo>
                  <a:lnTo>
                    <a:pt x="1772" y="340"/>
                  </a:lnTo>
                  <a:lnTo>
                    <a:pt x="1772" y="345"/>
                  </a:lnTo>
                  <a:lnTo>
                    <a:pt x="1769" y="350"/>
                  </a:lnTo>
                  <a:lnTo>
                    <a:pt x="1769" y="357"/>
                  </a:lnTo>
                  <a:lnTo>
                    <a:pt x="1769" y="361"/>
                  </a:lnTo>
                  <a:lnTo>
                    <a:pt x="1760" y="361"/>
                  </a:lnTo>
                  <a:lnTo>
                    <a:pt x="1750" y="361"/>
                  </a:lnTo>
                  <a:lnTo>
                    <a:pt x="1743" y="361"/>
                  </a:lnTo>
                  <a:lnTo>
                    <a:pt x="1734" y="361"/>
                  </a:lnTo>
                  <a:lnTo>
                    <a:pt x="1726" y="361"/>
                  </a:lnTo>
                  <a:lnTo>
                    <a:pt x="1717" y="361"/>
                  </a:lnTo>
                  <a:lnTo>
                    <a:pt x="1710" y="359"/>
                  </a:lnTo>
                  <a:lnTo>
                    <a:pt x="1703" y="359"/>
                  </a:lnTo>
                  <a:lnTo>
                    <a:pt x="1703" y="369"/>
                  </a:lnTo>
                  <a:lnTo>
                    <a:pt x="1705" y="376"/>
                  </a:lnTo>
                  <a:lnTo>
                    <a:pt x="1705" y="383"/>
                  </a:lnTo>
                  <a:lnTo>
                    <a:pt x="1707" y="392"/>
                  </a:lnTo>
                  <a:lnTo>
                    <a:pt x="1707" y="399"/>
                  </a:lnTo>
                  <a:lnTo>
                    <a:pt x="1707" y="409"/>
                  </a:lnTo>
                  <a:lnTo>
                    <a:pt x="1705" y="419"/>
                  </a:lnTo>
                  <a:lnTo>
                    <a:pt x="1700" y="428"/>
                  </a:lnTo>
                  <a:lnTo>
                    <a:pt x="1700" y="433"/>
                  </a:lnTo>
                  <a:lnTo>
                    <a:pt x="1698" y="435"/>
                  </a:lnTo>
                  <a:lnTo>
                    <a:pt x="1698" y="438"/>
                  </a:lnTo>
                  <a:lnTo>
                    <a:pt x="1696" y="442"/>
                  </a:lnTo>
                  <a:lnTo>
                    <a:pt x="1693" y="445"/>
                  </a:lnTo>
                  <a:lnTo>
                    <a:pt x="1691" y="449"/>
                  </a:lnTo>
                  <a:lnTo>
                    <a:pt x="1688" y="452"/>
                  </a:lnTo>
                  <a:lnTo>
                    <a:pt x="1688" y="457"/>
                  </a:lnTo>
                  <a:lnTo>
                    <a:pt x="1698" y="459"/>
                  </a:lnTo>
                  <a:lnTo>
                    <a:pt x="1705" y="464"/>
                  </a:lnTo>
                  <a:lnTo>
                    <a:pt x="1712" y="468"/>
                  </a:lnTo>
                  <a:lnTo>
                    <a:pt x="1722" y="476"/>
                  </a:lnTo>
                  <a:lnTo>
                    <a:pt x="1729" y="480"/>
                  </a:lnTo>
                  <a:lnTo>
                    <a:pt x="1736" y="487"/>
                  </a:lnTo>
                  <a:lnTo>
                    <a:pt x="1743" y="495"/>
                  </a:lnTo>
                  <a:lnTo>
                    <a:pt x="1750" y="504"/>
                  </a:lnTo>
                  <a:lnTo>
                    <a:pt x="1750" y="504"/>
                  </a:lnTo>
                  <a:lnTo>
                    <a:pt x="1753" y="504"/>
                  </a:lnTo>
                  <a:lnTo>
                    <a:pt x="1753" y="504"/>
                  </a:lnTo>
                  <a:lnTo>
                    <a:pt x="1753" y="502"/>
                  </a:lnTo>
                  <a:lnTo>
                    <a:pt x="1755" y="502"/>
                  </a:lnTo>
                  <a:lnTo>
                    <a:pt x="1757" y="499"/>
                  </a:lnTo>
                  <a:lnTo>
                    <a:pt x="1760" y="499"/>
                  </a:lnTo>
                  <a:lnTo>
                    <a:pt x="1762" y="497"/>
                  </a:lnTo>
                  <a:lnTo>
                    <a:pt x="1779" y="492"/>
                  </a:lnTo>
                  <a:lnTo>
                    <a:pt x="1793" y="490"/>
                  </a:lnTo>
                  <a:lnTo>
                    <a:pt x="1807" y="490"/>
                  </a:lnTo>
                  <a:lnTo>
                    <a:pt x="1822" y="490"/>
                  </a:lnTo>
                  <a:lnTo>
                    <a:pt x="1836" y="492"/>
                  </a:lnTo>
                  <a:lnTo>
                    <a:pt x="1850" y="497"/>
                  </a:lnTo>
                  <a:lnTo>
                    <a:pt x="1864" y="504"/>
                  </a:lnTo>
                  <a:lnTo>
                    <a:pt x="1879" y="516"/>
                  </a:lnTo>
                  <a:lnTo>
                    <a:pt x="1879" y="516"/>
                  </a:lnTo>
                  <a:lnTo>
                    <a:pt x="1879" y="516"/>
                  </a:lnTo>
                  <a:lnTo>
                    <a:pt x="1881" y="516"/>
                  </a:lnTo>
                  <a:lnTo>
                    <a:pt x="1881" y="516"/>
                  </a:lnTo>
                  <a:lnTo>
                    <a:pt x="1881" y="516"/>
                  </a:lnTo>
                  <a:lnTo>
                    <a:pt x="1881" y="516"/>
                  </a:lnTo>
                  <a:lnTo>
                    <a:pt x="1881" y="516"/>
                  </a:lnTo>
                  <a:lnTo>
                    <a:pt x="1883" y="516"/>
                  </a:lnTo>
                  <a:lnTo>
                    <a:pt x="1898" y="499"/>
                  </a:lnTo>
                  <a:lnTo>
                    <a:pt x="1917" y="476"/>
                  </a:lnTo>
                  <a:lnTo>
                    <a:pt x="1940" y="449"/>
                  </a:lnTo>
                  <a:lnTo>
                    <a:pt x="1964" y="419"/>
                  </a:lnTo>
                  <a:lnTo>
                    <a:pt x="1990" y="390"/>
                  </a:lnTo>
                  <a:lnTo>
                    <a:pt x="2012" y="369"/>
                  </a:lnTo>
                  <a:lnTo>
                    <a:pt x="2024" y="359"/>
                  </a:lnTo>
                  <a:lnTo>
                    <a:pt x="2033" y="352"/>
                  </a:lnTo>
                  <a:lnTo>
                    <a:pt x="2040" y="347"/>
                  </a:lnTo>
                  <a:lnTo>
                    <a:pt x="2047" y="345"/>
                  </a:lnTo>
                  <a:lnTo>
                    <a:pt x="2055" y="352"/>
                  </a:lnTo>
                  <a:lnTo>
                    <a:pt x="2062" y="357"/>
                  </a:lnTo>
                  <a:lnTo>
                    <a:pt x="2066" y="364"/>
                  </a:lnTo>
                  <a:lnTo>
                    <a:pt x="2069" y="369"/>
                  </a:lnTo>
                  <a:lnTo>
                    <a:pt x="2069" y="373"/>
                  </a:lnTo>
                  <a:lnTo>
                    <a:pt x="2069" y="380"/>
                  </a:lnTo>
                  <a:lnTo>
                    <a:pt x="2066" y="385"/>
                  </a:lnTo>
                  <a:lnTo>
                    <a:pt x="2064" y="390"/>
                  </a:lnTo>
                  <a:lnTo>
                    <a:pt x="2055" y="399"/>
                  </a:lnTo>
                  <a:lnTo>
                    <a:pt x="2047" y="409"/>
                  </a:lnTo>
                  <a:lnTo>
                    <a:pt x="2038" y="421"/>
                  </a:lnTo>
                  <a:lnTo>
                    <a:pt x="2033" y="430"/>
                  </a:lnTo>
                  <a:lnTo>
                    <a:pt x="2017" y="447"/>
                  </a:lnTo>
                  <a:lnTo>
                    <a:pt x="2000" y="466"/>
                  </a:lnTo>
                  <a:lnTo>
                    <a:pt x="1983" y="485"/>
                  </a:lnTo>
                  <a:lnTo>
                    <a:pt x="1967" y="502"/>
                  </a:lnTo>
                  <a:lnTo>
                    <a:pt x="1952" y="521"/>
                  </a:lnTo>
                  <a:lnTo>
                    <a:pt x="1936" y="540"/>
                  </a:lnTo>
                  <a:lnTo>
                    <a:pt x="1921" y="556"/>
                  </a:lnTo>
                  <a:lnTo>
                    <a:pt x="1905" y="575"/>
                  </a:lnTo>
                  <a:lnTo>
                    <a:pt x="1905" y="578"/>
                  </a:lnTo>
                  <a:lnTo>
                    <a:pt x="1902" y="582"/>
                  </a:lnTo>
                  <a:lnTo>
                    <a:pt x="1900" y="585"/>
                  </a:lnTo>
                  <a:lnTo>
                    <a:pt x="1895" y="587"/>
                  </a:lnTo>
                  <a:lnTo>
                    <a:pt x="1893" y="592"/>
                  </a:lnTo>
                  <a:lnTo>
                    <a:pt x="1888" y="597"/>
                  </a:lnTo>
                  <a:lnTo>
                    <a:pt x="1886" y="601"/>
                  </a:lnTo>
                  <a:lnTo>
                    <a:pt x="1883" y="604"/>
                  </a:lnTo>
                  <a:lnTo>
                    <a:pt x="1895" y="606"/>
                  </a:lnTo>
                  <a:lnTo>
                    <a:pt x="1907" y="609"/>
                  </a:lnTo>
                  <a:lnTo>
                    <a:pt x="1924" y="616"/>
                  </a:lnTo>
                  <a:lnTo>
                    <a:pt x="1940" y="620"/>
                  </a:lnTo>
                  <a:lnTo>
                    <a:pt x="1955" y="630"/>
                  </a:lnTo>
                  <a:lnTo>
                    <a:pt x="1969" y="637"/>
                  </a:lnTo>
                  <a:lnTo>
                    <a:pt x="1983" y="647"/>
                  </a:lnTo>
                  <a:lnTo>
                    <a:pt x="1993" y="654"/>
                  </a:lnTo>
                  <a:lnTo>
                    <a:pt x="2002" y="661"/>
                  </a:lnTo>
                  <a:lnTo>
                    <a:pt x="2012" y="666"/>
                  </a:lnTo>
                  <a:lnTo>
                    <a:pt x="2017" y="668"/>
                  </a:lnTo>
                  <a:lnTo>
                    <a:pt x="2024" y="668"/>
                  </a:lnTo>
                  <a:lnTo>
                    <a:pt x="2028" y="666"/>
                  </a:lnTo>
                  <a:lnTo>
                    <a:pt x="2036" y="661"/>
                  </a:lnTo>
                  <a:lnTo>
                    <a:pt x="2043" y="654"/>
                  </a:lnTo>
                  <a:lnTo>
                    <a:pt x="2055" y="642"/>
                  </a:lnTo>
                  <a:lnTo>
                    <a:pt x="2055" y="642"/>
                  </a:lnTo>
                  <a:lnTo>
                    <a:pt x="2057" y="642"/>
                  </a:lnTo>
                  <a:lnTo>
                    <a:pt x="2057" y="642"/>
                  </a:lnTo>
                  <a:lnTo>
                    <a:pt x="2057" y="642"/>
                  </a:lnTo>
                  <a:lnTo>
                    <a:pt x="2057" y="642"/>
                  </a:lnTo>
                  <a:lnTo>
                    <a:pt x="2057" y="642"/>
                  </a:lnTo>
                  <a:lnTo>
                    <a:pt x="2059" y="642"/>
                  </a:lnTo>
                  <a:lnTo>
                    <a:pt x="2059" y="642"/>
                  </a:lnTo>
                  <a:lnTo>
                    <a:pt x="2069" y="654"/>
                  </a:lnTo>
                  <a:lnTo>
                    <a:pt x="2078" y="663"/>
                  </a:lnTo>
                  <a:lnTo>
                    <a:pt x="2086" y="670"/>
                  </a:lnTo>
                  <a:lnTo>
                    <a:pt x="2093" y="678"/>
                  </a:lnTo>
                  <a:lnTo>
                    <a:pt x="2095" y="685"/>
                  </a:lnTo>
                  <a:lnTo>
                    <a:pt x="2093" y="694"/>
                  </a:lnTo>
                  <a:lnTo>
                    <a:pt x="2086" y="704"/>
                  </a:lnTo>
                  <a:lnTo>
                    <a:pt x="2071" y="713"/>
                  </a:lnTo>
                  <a:lnTo>
                    <a:pt x="2071" y="713"/>
                  </a:lnTo>
                  <a:lnTo>
                    <a:pt x="2071" y="713"/>
                  </a:lnTo>
                  <a:lnTo>
                    <a:pt x="2071" y="716"/>
                  </a:lnTo>
                  <a:lnTo>
                    <a:pt x="2071" y="716"/>
                  </a:lnTo>
                  <a:lnTo>
                    <a:pt x="2071" y="716"/>
                  </a:lnTo>
                  <a:lnTo>
                    <a:pt x="2071" y="716"/>
                  </a:lnTo>
                  <a:lnTo>
                    <a:pt x="2071" y="718"/>
                  </a:lnTo>
                  <a:lnTo>
                    <a:pt x="2071" y="718"/>
                  </a:lnTo>
                  <a:lnTo>
                    <a:pt x="2100" y="732"/>
                  </a:lnTo>
                  <a:lnTo>
                    <a:pt x="2140" y="751"/>
                  </a:lnTo>
                  <a:lnTo>
                    <a:pt x="2183" y="775"/>
                  </a:lnTo>
                  <a:lnTo>
                    <a:pt x="2223" y="806"/>
                  </a:lnTo>
                  <a:lnTo>
                    <a:pt x="2242" y="822"/>
                  </a:lnTo>
                  <a:lnTo>
                    <a:pt x="2259" y="839"/>
                  </a:lnTo>
                  <a:lnTo>
                    <a:pt x="2273" y="856"/>
                  </a:lnTo>
                  <a:lnTo>
                    <a:pt x="2283" y="875"/>
                  </a:lnTo>
                  <a:lnTo>
                    <a:pt x="2288" y="884"/>
                  </a:lnTo>
                  <a:lnTo>
                    <a:pt x="2290" y="894"/>
                  </a:lnTo>
                  <a:lnTo>
                    <a:pt x="2290" y="903"/>
                  </a:lnTo>
                  <a:lnTo>
                    <a:pt x="2290" y="915"/>
                  </a:lnTo>
                  <a:lnTo>
                    <a:pt x="2290" y="925"/>
                  </a:lnTo>
                  <a:lnTo>
                    <a:pt x="2285" y="934"/>
                  </a:lnTo>
                  <a:lnTo>
                    <a:pt x="2283" y="944"/>
                  </a:lnTo>
                  <a:lnTo>
                    <a:pt x="2276" y="956"/>
                  </a:lnTo>
                  <a:lnTo>
                    <a:pt x="2257" y="965"/>
                  </a:lnTo>
                  <a:lnTo>
                    <a:pt x="2238" y="975"/>
                  </a:lnTo>
                  <a:lnTo>
                    <a:pt x="2216" y="979"/>
                  </a:lnTo>
                  <a:lnTo>
                    <a:pt x="2195" y="984"/>
                  </a:lnTo>
                  <a:lnTo>
                    <a:pt x="2173" y="986"/>
                  </a:lnTo>
                  <a:lnTo>
                    <a:pt x="2152" y="989"/>
                  </a:lnTo>
                  <a:lnTo>
                    <a:pt x="2131" y="986"/>
                  </a:lnTo>
                  <a:lnTo>
                    <a:pt x="2107" y="986"/>
                  </a:lnTo>
                  <a:lnTo>
                    <a:pt x="2064" y="982"/>
                  </a:lnTo>
                  <a:lnTo>
                    <a:pt x="2019" y="975"/>
                  </a:lnTo>
                  <a:lnTo>
                    <a:pt x="1976" y="970"/>
                  </a:lnTo>
                  <a:lnTo>
                    <a:pt x="1933" y="965"/>
                  </a:lnTo>
                  <a:lnTo>
                    <a:pt x="1933" y="965"/>
                  </a:lnTo>
                  <a:lnTo>
                    <a:pt x="1933" y="965"/>
                  </a:lnTo>
                  <a:lnTo>
                    <a:pt x="1933" y="965"/>
                  </a:lnTo>
                  <a:lnTo>
                    <a:pt x="1933" y="967"/>
                  </a:lnTo>
                  <a:lnTo>
                    <a:pt x="1933" y="967"/>
                  </a:lnTo>
                  <a:lnTo>
                    <a:pt x="1933" y="967"/>
                  </a:lnTo>
                  <a:lnTo>
                    <a:pt x="1933" y="970"/>
                  </a:lnTo>
                  <a:lnTo>
                    <a:pt x="1933" y="970"/>
                  </a:lnTo>
                  <a:lnTo>
                    <a:pt x="1945" y="996"/>
                  </a:lnTo>
                  <a:lnTo>
                    <a:pt x="1957" y="1029"/>
                  </a:lnTo>
                  <a:lnTo>
                    <a:pt x="1971" y="1070"/>
                  </a:lnTo>
                  <a:lnTo>
                    <a:pt x="1981" y="1115"/>
                  </a:lnTo>
                  <a:lnTo>
                    <a:pt x="1990" y="1158"/>
                  </a:lnTo>
                  <a:lnTo>
                    <a:pt x="1995" y="1198"/>
                  </a:lnTo>
                  <a:lnTo>
                    <a:pt x="1995" y="1215"/>
                  </a:lnTo>
                  <a:lnTo>
                    <a:pt x="1993" y="1231"/>
                  </a:lnTo>
                  <a:lnTo>
                    <a:pt x="1988" y="1245"/>
                  </a:lnTo>
                  <a:lnTo>
                    <a:pt x="1983" y="1257"/>
                  </a:lnTo>
                  <a:lnTo>
                    <a:pt x="1986" y="1260"/>
                  </a:lnTo>
                  <a:lnTo>
                    <a:pt x="1990" y="1264"/>
                  </a:lnTo>
                  <a:lnTo>
                    <a:pt x="1995" y="1269"/>
                  </a:lnTo>
                  <a:lnTo>
                    <a:pt x="2002" y="1276"/>
                  </a:lnTo>
                  <a:lnTo>
                    <a:pt x="2009" y="1284"/>
                  </a:lnTo>
                  <a:lnTo>
                    <a:pt x="2017" y="1288"/>
                  </a:lnTo>
                  <a:lnTo>
                    <a:pt x="2024" y="1293"/>
                  </a:lnTo>
                  <a:lnTo>
                    <a:pt x="2028" y="1295"/>
                  </a:lnTo>
                  <a:lnTo>
                    <a:pt x="2028" y="1295"/>
                  </a:lnTo>
                  <a:lnTo>
                    <a:pt x="2028" y="1295"/>
                  </a:lnTo>
                  <a:lnTo>
                    <a:pt x="2028" y="1295"/>
                  </a:lnTo>
                  <a:lnTo>
                    <a:pt x="2028" y="1295"/>
                  </a:lnTo>
                  <a:lnTo>
                    <a:pt x="2028" y="1298"/>
                  </a:lnTo>
                  <a:lnTo>
                    <a:pt x="2028" y="1298"/>
                  </a:lnTo>
                  <a:lnTo>
                    <a:pt x="2028" y="1298"/>
                  </a:lnTo>
                  <a:lnTo>
                    <a:pt x="2028" y="1298"/>
                  </a:lnTo>
                  <a:lnTo>
                    <a:pt x="2028" y="1298"/>
                  </a:lnTo>
                  <a:lnTo>
                    <a:pt x="2028" y="1298"/>
                  </a:lnTo>
                  <a:lnTo>
                    <a:pt x="2031" y="1298"/>
                  </a:lnTo>
                  <a:lnTo>
                    <a:pt x="2031" y="1298"/>
                  </a:lnTo>
                  <a:lnTo>
                    <a:pt x="2031" y="1298"/>
                  </a:lnTo>
                  <a:lnTo>
                    <a:pt x="2031" y="1298"/>
                  </a:lnTo>
                  <a:lnTo>
                    <a:pt x="2031" y="1298"/>
                  </a:lnTo>
                  <a:lnTo>
                    <a:pt x="2033" y="1298"/>
                  </a:lnTo>
                  <a:lnTo>
                    <a:pt x="2033" y="1300"/>
                  </a:lnTo>
                  <a:lnTo>
                    <a:pt x="2033" y="1300"/>
                  </a:lnTo>
                  <a:lnTo>
                    <a:pt x="2033" y="1300"/>
                  </a:lnTo>
                  <a:lnTo>
                    <a:pt x="2033" y="1300"/>
                  </a:lnTo>
                  <a:lnTo>
                    <a:pt x="2033" y="1300"/>
                  </a:lnTo>
                  <a:lnTo>
                    <a:pt x="2033" y="1303"/>
                  </a:lnTo>
                  <a:lnTo>
                    <a:pt x="2033" y="1303"/>
                  </a:lnTo>
                  <a:lnTo>
                    <a:pt x="2033" y="1303"/>
                  </a:lnTo>
                  <a:lnTo>
                    <a:pt x="2043" y="1307"/>
                  </a:lnTo>
                  <a:lnTo>
                    <a:pt x="2055" y="1314"/>
                  </a:lnTo>
                  <a:lnTo>
                    <a:pt x="2066" y="1324"/>
                  </a:lnTo>
                  <a:lnTo>
                    <a:pt x="2078" y="1336"/>
                  </a:lnTo>
                  <a:lnTo>
                    <a:pt x="2102" y="1364"/>
                  </a:lnTo>
                  <a:lnTo>
                    <a:pt x="2126" y="1393"/>
                  </a:lnTo>
                  <a:lnTo>
                    <a:pt x="2150" y="1426"/>
                  </a:lnTo>
                  <a:lnTo>
                    <a:pt x="2171" y="1457"/>
                  </a:lnTo>
                  <a:lnTo>
                    <a:pt x="2188" y="1485"/>
                  </a:lnTo>
                  <a:lnTo>
                    <a:pt x="2202" y="1507"/>
                  </a:lnTo>
                  <a:lnTo>
                    <a:pt x="2214" y="1509"/>
                  </a:lnTo>
                  <a:lnTo>
                    <a:pt x="2226" y="1516"/>
                  </a:lnTo>
                  <a:lnTo>
                    <a:pt x="2235" y="1524"/>
                  </a:lnTo>
                  <a:lnTo>
                    <a:pt x="2245" y="1533"/>
                  </a:lnTo>
                  <a:lnTo>
                    <a:pt x="2252" y="1545"/>
                  </a:lnTo>
                  <a:lnTo>
                    <a:pt x="2254" y="1559"/>
                  </a:lnTo>
                  <a:lnTo>
                    <a:pt x="2254" y="1566"/>
                  </a:lnTo>
                  <a:lnTo>
                    <a:pt x="2252" y="1573"/>
                  </a:lnTo>
                  <a:lnTo>
                    <a:pt x="2250" y="1578"/>
                  </a:lnTo>
                  <a:lnTo>
                    <a:pt x="2245" y="1585"/>
                  </a:lnTo>
                  <a:lnTo>
                    <a:pt x="2240" y="1588"/>
                  </a:lnTo>
                  <a:lnTo>
                    <a:pt x="2235" y="1588"/>
                  </a:lnTo>
                  <a:lnTo>
                    <a:pt x="2231" y="1590"/>
                  </a:lnTo>
                  <a:lnTo>
                    <a:pt x="2226" y="1590"/>
                  </a:lnTo>
                  <a:lnTo>
                    <a:pt x="2219" y="1590"/>
                  </a:lnTo>
                  <a:lnTo>
                    <a:pt x="2214" y="1590"/>
                  </a:lnTo>
                  <a:lnTo>
                    <a:pt x="2209" y="1590"/>
                  </a:lnTo>
                  <a:lnTo>
                    <a:pt x="2204" y="1592"/>
                  </a:lnTo>
                  <a:lnTo>
                    <a:pt x="2197" y="1604"/>
                  </a:lnTo>
                  <a:lnTo>
                    <a:pt x="2190" y="1619"/>
                  </a:lnTo>
                  <a:lnTo>
                    <a:pt x="2181" y="1630"/>
                  </a:lnTo>
                  <a:lnTo>
                    <a:pt x="2169" y="1642"/>
                  </a:lnTo>
                  <a:lnTo>
                    <a:pt x="2154" y="1654"/>
                  </a:lnTo>
                  <a:lnTo>
                    <a:pt x="2143" y="1666"/>
                  </a:lnTo>
                  <a:lnTo>
                    <a:pt x="2131" y="1676"/>
                  </a:lnTo>
                  <a:lnTo>
                    <a:pt x="2119" y="1685"/>
                  </a:lnTo>
                  <a:lnTo>
                    <a:pt x="2105" y="1697"/>
                  </a:lnTo>
                  <a:lnTo>
                    <a:pt x="2093" y="1707"/>
                  </a:lnTo>
                  <a:lnTo>
                    <a:pt x="2083" y="1714"/>
                  </a:lnTo>
                  <a:lnTo>
                    <a:pt x="2074" y="1721"/>
                  </a:lnTo>
                  <a:lnTo>
                    <a:pt x="2066" y="1728"/>
                  </a:lnTo>
                  <a:lnTo>
                    <a:pt x="2059" y="1737"/>
                  </a:lnTo>
                  <a:lnTo>
                    <a:pt x="2057" y="1749"/>
                  </a:lnTo>
                  <a:lnTo>
                    <a:pt x="2055" y="1768"/>
                  </a:lnTo>
                  <a:lnTo>
                    <a:pt x="2090" y="1766"/>
                  </a:lnTo>
                  <a:lnTo>
                    <a:pt x="2138" y="1764"/>
                  </a:lnTo>
                  <a:lnTo>
                    <a:pt x="2190" y="1766"/>
                  </a:lnTo>
                  <a:lnTo>
                    <a:pt x="2245" y="1773"/>
                  </a:lnTo>
                  <a:lnTo>
                    <a:pt x="2269" y="1778"/>
                  </a:lnTo>
                  <a:lnTo>
                    <a:pt x="2295" y="1785"/>
                  </a:lnTo>
                  <a:lnTo>
                    <a:pt x="2316" y="1797"/>
                  </a:lnTo>
                  <a:lnTo>
                    <a:pt x="2335" y="1809"/>
                  </a:lnTo>
                  <a:lnTo>
                    <a:pt x="2352" y="1823"/>
                  </a:lnTo>
                  <a:lnTo>
                    <a:pt x="2364" y="1840"/>
                  </a:lnTo>
                  <a:lnTo>
                    <a:pt x="2368" y="1849"/>
                  </a:lnTo>
                  <a:lnTo>
                    <a:pt x="2371" y="1859"/>
                  </a:lnTo>
                  <a:lnTo>
                    <a:pt x="2373" y="1870"/>
                  </a:lnTo>
                  <a:lnTo>
                    <a:pt x="2373" y="1882"/>
                  </a:lnTo>
                  <a:lnTo>
                    <a:pt x="2371" y="1892"/>
                  </a:lnTo>
                  <a:lnTo>
                    <a:pt x="2366" y="1899"/>
                  </a:lnTo>
                  <a:lnTo>
                    <a:pt x="2361" y="1904"/>
                  </a:lnTo>
                  <a:lnTo>
                    <a:pt x="2354" y="1911"/>
                  </a:lnTo>
                  <a:lnTo>
                    <a:pt x="2338" y="1920"/>
                  </a:lnTo>
                  <a:lnTo>
                    <a:pt x="2314" y="1925"/>
                  </a:lnTo>
                  <a:lnTo>
                    <a:pt x="2290" y="1930"/>
                  </a:lnTo>
                  <a:lnTo>
                    <a:pt x="2261" y="1935"/>
                  </a:lnTo>
                  <a:lnTo>
                    <a:pt x="2231" y="1935"/>
                  </a:lnTo>
                  <a:lnTo>
                    <a:pt x="2200" y="1935"/>
                  </a:lnTo>
                  <a:lnTo>
                    <a:pt x="2169" y="1932"/>
                  </a:lnTo>
                  <a:lnTo>
                    <a:pt x="2138" y="1928"/>
                  </a:lnTo>
                  <a:lnTo>
                    <a:pt x="2109" y="1923"/>
                  </a:lnTo>
                  <a:lnTo>
                    <a:pt x="2081" y="1918"/>
                  </a:lnTo>
                  <a:lnTo>
                    <a:pt x="2055" y="1911"/>
                  </a:lnTo>
                  <a:lnTo>
                    <a:pt x="2033" y="1906"/>
                  </a:lnTo>
                  <a:lnTo>
                    <a:pt x="2017" y="1899"/>
                  </a:lnTo>
                  <a:lnTo>
                    <a:pt x="2005" y="1892"/>
                  </a:lnTo>
                  <a:lnTo>
                    <a:pt x="1986" y="1885"/>
                  </a:lnTo>
                  <a:lnTo>
                    <a:pt x="1969" y="1878"/>
                  </a:lnTo>
                  <a:lnTo>
                    <a:pt x="1957" y="1873"/>
                  </a:lnTo>
                  <a:lnTo>
                    <a:pt x="1948" y="1868"/>
                  </a:lnTo>
                  <a:lnTo>
                    <a:pt x="1936" y="1866"/>
                  </a:lnTo>
                  <a:lnTo>
                    <a:pt x="1924" y="1866"/>
                  </a:lnTo>
                  <a:lnTo>
                    <a:pt x="1907" y="1863"/>
                  </a:lnTo>
                  <a:lnTo>
                    <a:pt x="1888" y="1863"/>
                  </a:lnTo>
                  <a:lnTo>
                    <a:pt x="1867" y="1859"/>
                  </a:lnTo>
                  <a:lnTo>
                    <a:pt x="1852" y="1851"/>
                  </a:lnTo>
                  <a:lnTo>
                    <a:pt x="1848" y="1847"/>
                  </a:lnTo>
                  <a:lnTo>
                    <a:pt x="1843" y="1842"/>
                  </a:lnTo>
                  <a:lnTo>
                    <a:pt x="1841" y="1837"/>
                  </a:lnTo>
                  <a:lnTo>
                    <a:pt x="1841" y="1832"/>
                  </a:lnTo>
                  <a:lnTo>
                    <a:pt x="1841" y="1821"/>
                  </a:lnTo>
                  <a:lnTo>
                    <a:pt x="1845" y="1809"/>
                  </a:lnTo>
                  <a:lnTo>
                    <a:pt x="1852" y="1797"/>
                  </a:lnTo>
                  <a:lnTo>
                    <a:pt x="1862" y="1785"/>
                  </a:lnTo>
                  <a:lnTo>
                    <a:pt x="1888" y="1761"/>
                  </a:lnTo>
                  <a:lnTo>
                    <a:pt x="1917" y="1740"/>
                  </a:lnTo>
                  <a:lnTo>
                    <a:pt x="1943" y="1723"/>
                  </a:lnTo>
                  <a:lnTo>
                    <a:pt x="1962" y="1714"/>
                  </a:lnTo>
                  <a:lnTo>
                    <a:pt x="1969" y="1697"/>
                  </a:lnTo>
                  <a:lnTo>
                    <a:pt x="1976" y="1680"/>
                  </a:lnTo>
                  <a:lnTo>
                    <a:pt x="1986" y="1664"/>
                  </a:lnTo>
                  <a:lnTo>
                    <a:pt x="1995" y="1645"/>
                  </a:lnTo>
                  <a:lnTo>
                    <a:pt x="2007" y="1628"/>
                  </a:lnTo>
                  <a:lnTo>
                    <a:pt x="2017" y="1611"/>
                  </a:lnTo>
                  <a:lnTo>
                    <a:pt x="2028" y="1597"/>
                  </a:lnTo>
                  <a:lnTo>
                    <a:pt x="2043" y="1588"/>
                  </a:lnTo>
                  <a:lnTo>
                    <a:pt x="2045" y="1583"/>
                  </a:lnTo>
                  <a:lnTo>
                    <a:pt x="2052" y="1576"/>
                  </a:lnTo>
                  <a:lnTo>
                    <a:pt x="2059" y="1571"/>
                  </a:lnTo>
                  <a:lnTo>
                    <a:pt x="2066" y="1566"/>
                  </a:lnTo>
                  <a:lnTo>
                    <a:pt x="2076" y="1562"/>
                  </a:lnTo>
                  <a:lnTo>
                    <a:pt x="2086" y="1557"/>
                  </a:lnTo>
                  <a:lnTo>
                    <a:pt x="2093" y="1552"/>
                  </a:lnTo>
                  <a:lnTo>
                    <a:pt x="2097" y="1547"/>
                  </a:lnTo>
                  <a:lnTo>
                    <a:pt x="2090" y="1545"/>
                  </a:lnTo>
                  <a:lnTo>
                    <a:pt x="2083" y="1545"/>
                  </a:lnTo>
                  <a:lnTo>
                    <a:pt x="2078" y="1543"/>
                  </a:lnTo>
                  <a:lnTo>
                    <a:pt x="2071" y="1543"/>
                  </a:lnTo>
                  <a:lnTo>
                    <a:pt x="2064" y="1543"/>
                  </a:lnTo>
                  <a:lnTo>
                    <a:pt x="2057" y="1540"/>
                  </a:lnTo>
                  <a:lnTo>
                    <a:pt x="2052" y="1540"/>
                  </a:lnTo>
                  <a:lnTo>
                    <a:pt x="2045" y="1540"/>
                  </a:lnTo>
                  <a:lnTo>
                    <a:pt x="2017" y="1533"/>
                  </a:lnTo>
                  <a:lnTo>
                    <a:pt x="1969" y="1521"/>
                  </a:lnTo>
                  <a:lnTo>
                    <a:pt x="1910" y="1507"/>
                  </a:lnTo>
                  <a:lnTo>
                    <a:pt x="1845" y="1493"/>
                  </a:lnTo>
                  <a:lnTo>
                    <a:pt x="1781" y="1478"/>
                  </a:lnTo>
                  <a:lnTo>
                    <a:pt x="1726" y="1469"/>
                  </a:lnTo>
                  <a:lnTo>
                    <a:pt x="1703" y="1466"/>
                  </a:lnTo>
                  <a:lnTo>
                    <a:pt x="1686" y="1466"/>
                  </a:lnTo>
                  <a:lnTo>
                    <a:pt x="1674" y="1469"/>
                  </a:lnTo>
                  <a:lnTo>
                    <a:pt x="1667" y="1471"/>
                  </a:lnTo>
                  <a:lnTo>
                    <a:pt x="1658" y="1474"/>
                  </a:lnTo>
                  <a:lnTo>
                    <a:pt x="1646" y="1478"/>
                  </a:lnTo>
                  <a:lnTo>
                    <a:pt x="1634" y="1481"/>
                  </a:lnTo>
                  <a:lnTo>
                    <a:pt x="1622" y="1485"/>
                  </a:lnTo>
                  <a:lnTo>
                    <a:pt x="1610" y="1493"/>
                  </a:lnTo>
                  <a:lnTo>
                    <a:pt x="1598" y="1497"/>
                  </a:lnTo>
                  <a:lnTo>
                    <a:pt x="1589" y="1502"/>
                  </a:lnTo>
                  <a:lnTo>
                    <a:pt x="1579" y="1505"/>
                  </a:lnTo>
                  <a:lnTo>
                    <a:pt x="1551" y="1516"/>
                  </a:lnTo>
                  <a:lnTo>
                    <a:pt x="1520" y="1524"/>
                  </a:lnTo>
                  <a:lnTo>
                    <a:pt x="1489" y="1533"/>
                  </a:lnTo>
                  <a:lnTo>
                    <a:pt x="1458" y="1540"/>
                  </a:lnTo>
                  <a:lnTo>
                    <a:pt x="1429" y="1547"/>
                  </a:lnTo>
                  <a:lnTo>
                    <a:pt x="1398" y="1554"/>
                  </a:lnTo>
                  <a:lnTo>
                    <a:pt x="1367" y="1562"/>
                  </a:lnTo>
                  <a:lnTo>
                    <a:pt x="1339" y="1569"/>
                  </a:lnTo>
                  <a:lnTo>
                    <a:pt x="1313" y="1583"/>
                  </a:lnTo>
                  <a:lnTo>
                    <a:pt x="1289" y="1597"/>
                  </a:lnTo>
                  <a:lnTo>
                    <a:pt x="1260" y="1614"/>
                  </a:lnTo>
                  <a:lnTo>
                    <a:pt x="1234" y="1633"/>
                  </a:lnTo>
                  <a:lnTo>
                    <a:pt x="1208" y="1649"/>
                  </a:lnTo>
                  <a:lnTo>
                    <a:pt x="1182" y="1668"/>
                  </a:lnTo>
                  <a:lnTo>
                    <a:pt x="1158" y="1685"/>
                  </a:lnTo>
                  <a:lnTo>
                    <a:pt x="1134" y="1702"/>
                  </a:lnTo>
                  <a:lnTo>
                    <a:pt x="1120" y="1716"/>
                  </a:lnTo>
                  <a:lnTo>
                    <a:pt x="1104" y="1735"/>
                  </a:lnTo>
                  <a:lnTo>
                    <a:pt x="1087" y="1756"/>
                  </a:lnTo>
                  <a:lnTo>
                    <a:pt x="1070" y="1780"/>
                  </a:lnTo>
                  <a:lnTo>
                    <a:pt x="1054" y="1806"/>
                  </a:lnTo>
                  <a:lnTo>
                    <a:pt x="1039" y="1830"/>
                  </a:lnTo>
                  <a:lnTo>
                    <a:pt x="1027" y="1851"/>
                  </a:lnTo>
                  <a:lnTo>
                    <a:pt x="1020" y="1870"/>
                  </a:lnTo>
                  <a:lnTo>
                    <a:pt x="1006" y="1892"/>
                  </a:lnTo>
                  <a:lnTo>
                    <a:pt x="992" y="1916"/>
                  </a:lnTo>
                  <a:lnTo>
                    <a:pt x="978" y="1939"/>
                  </a:lnTo>
                  <a:lnTo>
                    <a:pt x="963" y="1963"/>
                  </a:lnTo>
                  <a:lnTo>
                    <a:pt x="951" y="1989"/>
                  </a:lnTo>
                  <a:lnTo>
                    <a:pt x="937" y="2013"/>
                  </a:lnTo>
                  <a:lnTo>
                    <a:pt x="925" y="2037"/>
                  </a:lnTo>
                  <a:lnTo>
                    <a:pt x="911" y="2061"/>
                  </a:lnTo>
                  <a:lnTo>
                    <a:pt x="911" y="2063"/>
                  </a:lnTo>
                  <a:lnTo>
                    <a:pt x="911" y="2063"/>
                  </a:lnTo>
                  <a:lnTo>
                    <a:pt x="911" y="2063"/>
                  </a:lnTo>
                  <a:lnTo>
                    <a:pt x="911" y="2063"/>
                  </a:lnTo>
                  <a:lnTo>
                    <a:pt x="911" y="2065"/>
                  </a:lnTo>
                  <a:lnTo>
                    <a:pt x="911" y="2065"/>
                  </a:lnTo>
                  <a:lnTo>
                    <a:pt x="911" y="2065"/>
                  </a:lnTo>
                  <a:lnTo>
                    <a:pt x="911" y="2068"/>
                  </a:lnTo>
                  <a:lnTo>
                    <a:pt x="923" y="2068"/>
                  </a:lnTo>
                  <a:lnTo>
                    <a:pt x="935" y="2070"/>
                  </a:lnTo>
                  <a:lnTo>
                    <a:pt x="942" y="2077"/>
                  </a:lnTo>
                  <a:lnTo>
                    <a:pt x="949" y="2082"/>
                  </a:lnTo>
                  <a:lnTo>
                    <a:pt x="954" y="2091"/>
                  </a:lnTo>
                  <a:lnTo>
                    <a:pt x="956" y="2101"/>
                  </a:lnTo>
                  <a:lnTo>
                    <a:pt x="956" y="2110"/>
                  </a:lnTo>
                  <a:lnTo>
                    <a:pt x="956" y="2122"/>
                  </a:lnTo>
                  <a:lnTo>
                    <a:pt x="951" y="2144"/>
                  </a:lnTo>
                  <a:lnTo>
                    <a:pt x="944" y="2165"/>
                  </a:lnTo>
                  <a:lnTo>
                    <a:pt x="932" y="2187"/>
                  </a:lnTo>
                  <a:lnTo>
                    <a:pt x="920" y="2201"/>
                  </a:lnTo>
                  <a:lnTo>
                    <a:pt x="909" y="2208"/>
                  </a:lnTo>
                  <a:lnTo>
                    <a:pt x="899" y="2215"/>
                  </a:lnTo>
                  <a:lnTo>
                    <a:pt x="887" y="2220"/>
                  </a:lnTo>
                  <a:lnTo>
                    <a:pt x="873" y="2222"/>
                  </a:lnTo>
                  <a:lnTo>
                    <a:pt x="861" y="2225"/>
                  </a:lnTo>
                  <a:lnTo>
                    <a:pt x="849" y="2227"/>
                  </a:lnTo>
                  <a:lnTo>
                    <a:pt x="837" y="2227"/>
                  </a:lnTo>
                  <a:lnTo>
                    <a:pt x="825" y="2229"/>
                  </a:lnTo>
                  <a:lnTo>
                    <a:pt x="818" y="2239"/>
                  </a:lnTo>
                  <a:lnTo>
                    <a:pt x="806" y="2258"/>
                  </a:lnTo>
                  <a:lnTo>
                    <a:pt x="792" y="2286"/>
                  </a:lnTo>
                  <a:lnTo>
                    <a:pt x="778" y="2317"/>
                  </a:lnTo>
                  <a:lnTo>
                    <a:pt x="764" y="2348"/>
                  </a:lnTo>
                  <a:lnTo>
                    <a:pt x="749" y="2377"/>
                  </a:lnTo>
                  <a:lnTo>
                    <a:pt x="740" y="2398"/>
                  </a:lnTo>
                  <a:lnTo>
                    <a:pt x="737" y="2412"/>
                  </a:lnTo>
                  <a:lnTo>
                    <a:pt x="747" y="2410"/>
                  </a:lnTo>
                  <a:lnTo>
                    <a:pt x="756" y="2408"/>
                  </a:lnTo>
                  <a:lnTo>
                    <a:pt x="768" y="2410"/>
                  </a:lnTo>
                  <a:lnTo>
                    <a:pt x="780" y="2412"/>
                  </a:lnTo>
                  <a:lnTo>
                    <a:pt x="809" y="2422"/>
                  </a:lnTo>
                  <a:lnTo>
                    <a:pt x="837" y="2436"/>
                  </a:lnTo>
                  <a:lnTo>
                    <a:pt x="866" y="2450"/>
                  </a:lnTo>
                  <a:lnTo>
                    <a:pt x="892" y="2465"/>
                  </a:lnTo>
                  <a:lnTo>
                    <a:pt x="916" y="2479"/>
                  </a:lnTo>
                  <a:lnTo>
                    <a:pt x="935" y="2488"/>
                  </a:lnTo>
                  <a:lnTo>
                    <a:pt x="937" y="2505"/>
                  </a:lnTo>
                  <a:lnTo>
                    <a:pt x="942" y="2524"/>
                  </a:lnTo>
                  <a:lnTo>
                    <a:pt x="949" y="2538"/>
                  </a:lnTo>
                  <a:lnTo>
                    <a:pt x="958" y="2552"/>
                  </a:lnTo>
                  <a:lnTo>
                    <a:pt x="973" y="2567"/>
                  </a:lnTo>
                  <a:lnTo>
                    <a:pt x="987" y="2579"/>
                  </a:lnTo>
                  <a:lnTo>
                    <a:pt x="1004" y="2586"/>
                  </a:lnTo>
                  <a:lnTo>
                    <a:pt x="1020" y="2591"/>
                  </a:lnTo>
                  <a:lnTo>
                    <a:pt x="1020" y="2602"/>
                  </a:lnTo>
                  <a:lnTo>
                    <a:pt x="1013" y="2612"/>
                  </a:lnTo>
                  <a:lnTo>
                    <a:pt x="1004" y="2624"/>
                  </a:lnTo>
                  <a:lnTo>
                    <a:pt x="994" y="2633"/>
                  </a:lnTo>
                  <a:lnTo>
                    <a:pt x="980" y="2645"/>
                  </a:lnTo>
                  <a:lnTo>
                    <a:pt x="968" y="2655"/>
                  </a:lnTo>
                  <a:lnTo>
                    <a:pt x="958" y="2664"/>
                  </a:lnTo>
                  <a:lnTo>
                    <a:pt x="949" y="2671"/>
                  </a:lnTo>
                  <a:lnTo>
                    <a:pt x="947" y="2676"/>
                  </a:lnTo>
                  <a:lnTo>
                    <a:pt x="944" y="2681"/>
                  </a:lnTo>
                  <a:lnTo>
                    <a:pt x="942" y="2683"/>
                  </a:lnTo>
                  <a:lnTo>
                    <a:pt x="939" y="2686"/>
                  </a:lnTo>
                  <a:lnTo>
                    <a:pt x="937" y="2688"/>
                  </a:lnTo>
                  <a:lnTo>
                    <a:pt x="935" y="2690"/>
                  </a:lnTo>
                  <a:lnTo>
                    <a:pt x="930" y="2690"/>
                  </a:lnTo>
                  <a:lnTo>
                    <a:pt x="925" y="2693"/>
                  </a:lnTo>
                  <a:lnTo>
                    <a:pt x="920" y="2700"/>
                  </a:lnTo>
                  <a:lnTo>
                    <a:pt x="911" y="2709"/>
                  </a:lnTo>
                  <a:lnTo>
                    <a:pt x="904" y="2719"/>
                  </a:lnTo>
                  <a:lnTo>
                    <a:pt x="892" y="2728"/>
                  </a:lnTo>
                  <a:lnTo>
                    <a:pt x="882" y="2738"/>
                  </a:lnTo>
                  <a:lnTo>
                    <a:pt x="873" y="2745"/>
                  </a:lnTo>
                  <a:lnTo>
                    <a:pt x="863" y="2750"/>
                  </a:lnTo>
                  <a:lnTo>
                    <a:pt x="856" y="2752"/>
                  </a:lnTo>
                  <a:lnTo>
                    <a:pt x="856" y="2757"/>
                  </a:lnTo>
                  <a:lnTo>
                    <a:pt x="849" y="2764"/>
                  </a:lnTo>
                  <a:lnTo>
                    <a:pt x="842" y="2769"/>
                  </a:lnTo>
                  <a:lnTo>
                    <a:pt x="835" y="2776"/>
                  </a:lnTo>
                  <a:lnTo>
                    <a:pt x="825" y="2781"/>
                  </a:lnTo>
                  <a:lnTo>
                    <a:pt x="818" y="2788"/>
                  </a:lnTo>
                  <a:lnTo>
                    <a:pt x="811" y="2795"/>
                  </a:lnTo>
                  <a:lnTo>
                    <a:pt x="809" y="2802"/>
                  </a:lnTo>
                  <a:lnTo>
                    <a:pt x="832" y="2802"/>
                  </a:lnTo>
                  <a:lnTo>
                    <a:pt x="854" y="2802"/>
                  </a:lnTo>
                  <a:lnTo>
                    <a:pt x="871" y="2807"/>
                  </a:lnTo>
                  <a:lnTo>
                    <a:pt x="887" y="2814"/>
                  </a:lnTo>
                  <a:lnTo>
                    <a:pt x="899" y="2823"/>
                  </a:lnTo>
                  <a:lnTo>
                    <a:pt x="906" y="2833"/>
                  </a:lnTo>
                  <a:lnTo>
                    <a:pt x="913" y="2845"/>
                  </a:lnTo>
                  <a:lnTo>
                    <a:pt x="916" y="2857"/>
                  </a:lnTo>
                  <a:lnTo>
                    <a:pt x="916" y="2871"/>
                  </a:lnTo>
                  <a:lnTo>
                    <a:pt x="913" y="2883"/>
                  </a:lnTo>
                  <a:lnTo>
                    <a:pt x="906" y="2897"/>
                  </a:lnTo>
                  <a:lnTo>
                    <a:pt x="899" y="2911"/>
                  </a:lnTo>
                  <a:lnTo>
                    <a:pt x="890" y="2926"/>
                  </a:lnTo>
                  <a:lnTo>
                    <a:pt x="875" y="2940"/>
                  </a:lnTo>
                  <a:lnTo>
                    <a:pt x="861" y="2954"/>
                  </a:lnTo>
                  <a:lnTo>
                    <a:pt x="842" y="2966"/>
                  </a:lnTo>
                  <a:lnTo>
                    <a:pt x="842" y="2990"/>
                  </a:lnTo>
                  <a:lnTo>
                    <a:pt x="842" y="3006"/>
                  </a:lnTo>
                  <a:lnTo>
                    <a:pt x="840" y="3023"/>
                  </a:lnTo>
                  <a:lnTo>
                    <a:pt x="835" y="3035"/>
                  </a:lnTo>
                  <a:lnTo>
                    <a:pt x="828" y="3047"/>
                  </a:lnTo>
                  <a:lnTo>
                    <a:pt x="821" y="3059"/>
                  </a:lnTo>
                  <a:lnTo>
                    <a:pt x="809" y="3075"/>
                  </a:lnTo>
                  <a:lnTo>
                    <a:pt x="794" y="3092"/>
                  </a:lnTo>
                  <a:lnTo>
                    <a:pt x="778" y="3104"/>
                  </a:lnTo>
                  <a:lnTo>
                    <a:pt x="764" y="3111"/>
                  </a:lnTo>
                  <a:lnTo>
                    <a:pt x="752" y="3118"/>
                  </a:lnTo>
                  <a:lnTo>
                    <a:pt x="742" y="3120"/>
                  </a:lnTo>
                  <a:lnTo>
                    <a:pt x="730" y="3120"/>
                  </a:lnTo>
                  <a:lnTo>
                    <a:pt x="718" y="3120"/>
                  </a:lnTo>
                  <a:lnTo>
                    <a:pt x="704" y="3120"/>
                  </a:lnTo>
                  <a:lnTo>
                    <a:pt x="687" y="3118"/>
                  </a:lnTo>
                  <a:lnTo>
                    <a:pt x="687" y="3118"/>
                  </a:lnTo>
                  <a:lnTo>
                    <a:pt x="687" y="3118"/>
                  </a:lnTo>
                  <a:lnTo>
                    <a:pt x="687" y="3116"/>
                  </a:lnTo>
                  <a:lnTo>
                    <a:pt x="687" y="3116"/>
                  </a:lnTo>
                  <a:lnTo>
                    <a:pt x="687" y="3116"/>
                  </a:lnTo>
                  <a:lnTo>
                    <a:pt x="687" y="3116"/>
                  </a:lnTo>
                  <a:lnTo>
                    <a:pt x="687" y="3113"/>
                  </a:lnTo>
                  <a:lnTo>
                    <a:pt x="687" y="3113"/>
                  </a:lnTo>
                  <a:lnTo>
                    <a:pt x="685" y="3113"/>
                  </a:lnTo>
                  <a:lnTo>
                    <a:pt x="683" y="3113"/>
                  </a:lnTo>
                  <a:lnTo>
                    <a:pt x="683" y="3113"/>
                  </a:lnTo>
                  <a:lnTo>
                    <a:pt x="680" y="3113"/>
                  </a:lnTo>
                  <a:lnTo>
                    <a:pt x="680" y="3113"/>
                  </a:lnTo>
                  <a:lnTo>
                    <a:pt x="680" y="3113"/>
                  </a:lnTo>
                  <a:lnTo>
                    <a:pt x="678" y="3113"/>
                  </a:lnTo>
                  <a:lnTo>
                    <a:pt x="678" y="3113"/>
                  </a:lnTo>
                  <a:lnTo>
                    <a:pt x="678" y="3113"/>
                  </a:lnTo>
                  <a:lnTo>
                    <a:pt x="678" y="3116"/>
                  </a:lnTo>
                  <a:lnTo>
                    <a:pt x="678" y="3116"/>
                  </a:lnTo>
                  <a:lnTo>
                    <a:pt x="678" y="3116"/>
                  </a:lnTo>
                  <a:lnTo>
                    <a:pt x="678" y="3116"/>
                  </a:lnTo>
                  <a:lnTo>
                    <a:pt x="678" y="3118"/>
                  </a:lnTo>
                  <a:lnTo>
                    <a:pt x="678" y="3118"/>
                  </a:lnTo>
                  <a:lnTo>
                    <a:pt x="678" y="3118"/>
                  </a:lnTo>
                  <a:lnTo>
                    <a:pt x="673" y="3118"/>
                  </a:lnTo>
                  <a:lnTo>
                    <a:pt x="668" y="3120"/>
                  </a:lnTo>
                  <a:lnTo>
                    <a:pt x="666" y="3120"/>
                  </a:lnTo>
                  <a:lnTo>
                    <a:pt x="661" y="3123"/>
                  </a:lnTo>
                  <a:lnTo>
                    <a:pt x="657" y="3125"/>
                  </a:lnTo>
                  <a:lnTo>
                    <a:pt x="654" y="3128"/>
                  </a:lnTo>
                  <a:lnTo>
                    <a:pt x="649" y="3128"/>
                  </a:lnTo>
                  <a:lnTo>
                    <a:pt x="647" y="3130"/>
                  </a:lnTo>
                  <a:lnTo>
                    <a:pt x="633" y="3135"/>
                  </a:lnTo>
                  <a:lnTo>
                    <a:pt x="621" y="3137"/>
                  </a:lnTo>
                  <a:lnTo>
                    <a:pt x="609" y="3137"/>
                  </a:lnTo>
                  <a:lnTo>
                    <a:pt x="599" y="3135"/>
                  </a:lnTo>
                  <a:lnTo>
                    <a:pt x="592" y="3132"/>
                  </a:lnTo>
                  <a:lnTo>
                    <a:pt x="583" y="3128"/>
                  </a:lnTo>
                  <a:lnTo>
                    <a:pt x="573" y="3123"/>
                  </a:lnTo>
                  <a:lnTo>
                    <a:pt x="561" y="3118"/>
                  </a:lnTo>
                  <a:lnTo>
                    <a:pt x="561" y="3118"/>
                  </a:lnTo>
                  <a:lnTo>
                    <a:pt x="561" y="3118"/>
                  </a:lnTo>
                  <a:lnTo>
                    <a:pt x="561" y="3116"/>
                  </a:lnTo>
                  <a:lnTo>
                    <a:pt x="561" y="3116"/>
                  </a:lnTo>
                  <a:lnTo>
                    <a:pt x="561" y="3116"/>
                  </a:lnTo>
                  <a:lnTo>
                    <a:pt x="561" y="3116"/>
                  </a:lnTo>
                  <a:lnTo>
                    <a:pt x="561" y="3116"/>
                  </a:lnTo>
                  <a:lnTo>
                    <a:pt x="561" y="3116"/>
                  </a:lnTo>
                  <a:lnTo>
                    <a:pt x="554" y="3111"/>
                  </a:lnTo>
                  <a:lnTo>
                    <a:pt x="547" y="3106"/>
                  </a:lnTo>
                  <a:lnTo>
                    <a:pt x="542" y="3097"/>
                  </a:lnTo>
                  <a:lnTo>
                    <a:pt x="538" y="3090"/>
                  </a:lnTo>
                  <a:lnTo>
                    <a:pt x="533" y="3080"/>
                  </a:lnTo>
                  <a:lnTo>
                    <a:pt x="531" y="3073"/>
                  </a:lnTo>
                  <a:lnTo>
                    <a:pt x="528" y="3066"/>
                  </a:lnTo>
                  <a:lnTo>
                    <a:pt x="528" y="3059"/>
                  </a:lnTo>
                  <a:lnTo>
                    <a:pt x="521" y="3061"/>
                  </a:lnTo>
                  <a:lnTo>
                    <a:pt x="509" y="3066"/>
                  </a:lnTo>
                  <a:lnTo>
                    <a:pt x="500" y="3073"/>
                  </a:lnTo>
                  <a:lnTo>
                    <a:pt x="485" y="3080"/>
                  </a:lnTo>
                  <a:lnTo>
                    <a:pt x="473" y="3090"/>
                  </a:lnTo>
                  <a:lnTo>
                    <a:pt x="462" y="3099"/>
                  </a:lnTo>
                  <a:lnTo>
                    <a:pt x="454" y="3109"/>
                  </a:lnTo>
                  <a:lnTo>
                    <a:pt x="447" y="3113"/>
                  </a:lnTo>
                  <a:lnTo>
                    <a:pt x="447" y="3116"/>
                  </a:lnTo>
                  <a:lnTo>
                    <a:pt x="445" y="3120"/>
                  </a:lnTo>
                  <a:lnTo>
                    <a:pt x="443" y="3123"/>
                  </a:lnTo>
                  <a:lnTo>
                    <a:pt x="440" y="3128"/>
                  </a:lnTo>
                  <a:lnTo>
                    <a:pt x="438" y="3132"/>
                  </a:lnTo>
                  <a:lnTo>
                    <a:pt x="435" y="3137"/>
                  </a:lnTo>
                  <a:lnTo>
                    <a:pt x="433" y="3142"/>
                  </a:lnTo>
                  <a:lnTo>
                    <a:pt x="431" y="3142"/>
                  </a:lnTo>
                  <a:lnTo>
                    <a:pt x="428" y="3154"/>
                  </a:lnTo>
                  <a:lnTo>
                    <a:pt x="428" y="3163"/>
                  </a:lnTo>
                  <a:lnTo>
                    <a:pt x="426" y="3173"/>
                  </a:lnTo>
                  <a:lnTo>
                    <a:pt x="421" y="3182"/>
                  </a:lnTo>
                  <a:lnTo>
                    <a:pt x="416" y="3189"/>
                  </a:lnTo>
                  <a:lnTo>
                    <a:pt x="409" y="3196"/>
                  </a:lnTo>
                  <a:lnTo>
                    <a:pt x="402" y="3201"/>
                  </a:lnTo>
                  <a:lnTo>
                    <a:pt x="390" y="32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36" name="Freeform 4"/>
            <p:cNvSpPr>
              <a:spLocks/>
            </p:cNvSpPr>
            <p:nvPr/>
          </p:nvSpPr>
          <p:spPr bwMode="auto">
            <a:xfrm>
              <a:off x="704" y="4081"/>
              <a:ext cx="32" cy="45"/>
            </a:xfrm>
            <a:custGeom>
              <a:avLst/>
              <a:gdLst>
                <a:gd name="T0" fmla="*/ 12 w 40"/>
                <a:gd name="T1" fmla="*/ 52 h 52"/>
                <a:gd name="T2" fmla="*/ 5 w 40"/>
                <a:gd name="T3" fmla="*/ 48 h 52"/>
                <a:gd name="T4" fmla="*/ 0 w 40"/>
                <a:gd name="T5" fmla="*/ 38 h 52"/>
                <a:gd name="T6" fmla="*/ 2 w 40"/>
                <a:gd name="T7" fmla="*/ 29 h 52"/>
                <a:gd name="T8" fmla="*/ 5 w 40"/>
                <a:gd name="T9" fmla="*/ 17 h 52"/>
                <a:gd name="T10" fmla="*/ 9 w 40"/>
                <a:gd name="T11" fmla="*/ 10 h 52"/>
                <a:gd name="T12" fmla="*/ 19 w 40"/>
                <a:gd name="T13" fmla="*/ 3 h 52"/>
                <a:gd name="T14" fmla="*/ 24 w 40"/>
                <a:gd name="T15" fmla="*/ 0 h 52"/>
                <a:gd name="T16" fmla="*/ 28 w 40"/>
                <a:gd name="T17" fmla="*/ 0 h 52"/>
                <a:gd name="T18" fmla="*/ 33 w 40"/>
                <a:gd name="T19" fmla="*/ 0 h 52"/>
                <a:gd name="T20" fmla="*/ 40 w 40"/>
                <a:gd name="T21" fmla="*/ 3 h 52"/>
                <a:gd name="T22" fmla="*/ 40 w 40"/>
                <a:gd name="T23" fmla="*/ 10 h 52"/>
                <a:gd name="T24" fmla="*/ 40 w 40"/>
                <a:gd name="T25" fmla="*/ 17 h 52"/>
                <a:gd name="T26" fmla="*/ 38 w 40"/>
                <a:gd name="T27" fmla="*/ 26 h 52"/>
                <a:gd name="T28" fmla="*/ 36 w 40"/>
                <a:gd name="T29" fmla="*/ 33 h 52"/>
                <a:gd name="T30" fmla="*/ 31 w 40"/>
                <a:gd name="T31" fmla="*/ 41 h 52"/>
                <a:gd name="T32" fmla="*/ 26 w 40"/>
                <a:gd name="T33" fmla="*/ 48 h 52"/>
                <a:gd name="T34" fmla="*/ 19 w 40"/>
                <a:gd name="T35" fmla="*/ 50 h 52"/>
                <a:gd name="T36" fmla="*/ 12 w 40"/>
                <a:gd name="T37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0" h="52">
                  <a:moveTo>
                    <a:pt x="12" y="52"/>
                  </a:moveTo>
                  <a:lnTo>
                    <a:pt x="5" y="48"/>
                  </a:lnTo>
                  <a:lnTo>
                    <a:pt x="0" y="38"/>
                  </a:lnTo>
                  <a:lnTo>
                    <a:pt x="2" y="29"/>
                  </a:lnTo>
                  <a:lnTo>
                    <a:pt x="5" y="17"/>
                  </a:lnTo>
                  <a:lnTo>
                    <a:pt x="9" y="10"/>
                  </a:lnTo>
                  <a:lnTo>
                    <a:pt x="19" y="3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40" y="3"/>
                  </a:lnTo>
                  <a:lnTo>
                    <a:pt x="40" y="10"/>
                  </a:lnTo>
                  <a:lnTo>
                    <a:pt x="40" y="17"/>
                  </a:lnTo>
                  <a:lnTo>
                    <a:pt x="38" y="26"/>
                  </a:lnTo>
                  <a:lnTo>
                    <a:pt x="36" y="33"/>
                  </a:lnTo>
                  <a:lnTo>
                    <a:pt x="31" y="41"/>
                  </a:lnTo>
                  <a:lnTo>
                    <a:pt x="26" y="48"/>
                  </a:lnTo>
                  <a:lnTo>
                    <a:pt x="19" y="50"/>
                  </a:lnTo>
                  <a:lnTo>
                    <a:pt x="12" y="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37" name="Freeform 5"/>
            <p:cNvSpPr>
              <a:spLocks/>
            </p:cNvSpPr>
            <p:nvPr/>
          </p:nvSpPr>
          <p:spPr bwMode="auto">
            <a:xfrm>
              <a:off x="541" y="4086"/>
              <a:ext cx="13" cy="12"/>
            </a:xfrm>
            <a:custGeom>
              <a:avLst/>
              <a:gdLst>
                <a:gd name="T0" fmla="*/ 0 w 17"/>
                <a:gd name="T1" fmla="*/ 14 h 14"/>
                <a:gd name="T2" fmla="*/ 0 w 17"/>
                <a:gd name="T3" fmla="*/ 12 h 14"/>
                <a:gd name="T4" fmla="*/ 0 w 17"/>
                <a:gd name="T5" fmla="*/ 9 h 14"/>
                <a:gd name="T6" fmla="*/ 2 w 17"/>
                <a:gd name="T7" fmla="*/ 7 h 14"/>
                <a:gd name="T8" fmla="*/ 5 w 17"/>
                <a:gd name="T9" fmla="*/ 5 h 14"/>
                <a:gd name="T10" fmla="*/ 10 w 17"/>
                <a:gd name="T11" fmla="*/ 5 h 14"/>
                <a:gd name="T12" fmla="*/ 12 w 17"/>
                <a:gd name="T13" fmla="*/ 2 h 14"/>
                <a:gd name="T14" fmla="*/ 14 w 17"/>
                <a:gd name="T15" fmla="*/ 0 h 14"/>
                <a:gd name="T16" fmla="*/ 17 w 17"/>
                <a:gd name="T17" fmla="*/ 0 h 14"/>
                <a:gd name="T18" fmla="*/ 17 w 17"/>
                <a:gd name="T19" fmla="*/ 2 h 14"/>
                <a:gd name="T20" fmla="*/ 17 w 17"/>
                <a:gd name="T21" fmla="*/ 5 h 14"/>
                <a:gd name="T22" fmla="*/ 14 w 17"/>
                <a:gd name="T23" fmla="*/ 7 h 14"/>
                <a:gd name="T24" fmla="*/ 12 w 17"/>
                <a:gd name="T25" fmla="*/ 7 h 14"/>
                <a:gd name="T26" fmla="*/ 10 w 17"/>
                <a:gd name="T27" fmla="*/ 9 h 14"/>
                <a:gd name="T28" fmla="*/ 10 w 17"/>
                <a:gd name="T29" fmla="*/ 9 h 14"/>
                <a:gd name="T30" fmla="*/ 7 w 17"/>
                <a:gd name="T31" fmla="*/ 9 h 14"/>
                <a:gd name="T32" fmla="*/ 5 w 17"/>
                <a:gd name="T33" fmla="*/ 9 h 14"/>
                <a:gd name="T34" fmla="*/ 5 w 17"/>
                <a:gd name="T35" fmla="*/ 9 h 14"/>
                <a:gd name="T36" fmla="*/ 5 w 17"/>
                <a:gd name="T37" fmla="*/ 9 h 14"/>
                <a:gd name="T38" fmla="*/ 5 w 17"/>
                <a:gd name="T39" fmla="*/ 12 h 14"/>
                <a:gd name="T40" fmla="*/ 5 w 17"/>
                <a:gd name="T41" fmla="*/ 12 h 14"/>
                <a:gd name="T42" fmla="*/ 5 w 17"/>
                <a:gd name="T43" fmla="*/ 12 h 14"/>
                <a:gd name="T44" fmla="*/ 5 w 17"/>
                <a:gd name="T45" fmla="*/ 12 h 14"/>
                <a:gd name="T46" fmla="*/ 5 w 17"/>
                <a:gd name="T47" fmla="*/ 12 h 14"/>
                <a:gd name="T48" fmla="*/ 5 w 17"/>
                <a:gd name="T49" fmla="*/ 14 h 14"/>
                <a:gd name="T50" fmla="*/ 5 w 17"/>
                <a:gd name="T51" fmla="*/ 14 h 14"/>
                <a:gd name="T52" fmla="*/ 2 w 17"/>
                <a:gd name="T53" fmla="*/ 14 h 14"/>
                <a:gd name="T54" fmla="*/ 2 w 17"/>
                <a:gd name="T55" fmla="*/ 14 h 14"/>
                <a:gd name="T56" fmla="*/ 2 w 17"/>
                <a:gd name="T57" fmla="*/ 14 h 14"/>
                <a:gd name="T58" fmla="*/ 0 w 17"/>
                <a:gd name="T59" fmla="*/ 14 h 14"/>
                <a:gd name="T60" fmla="*/ 0 w 17"/>
                <a:gd name="T61" fmla="*/ 14 h 14"/>
                <a:gd name="T62" fmla="*/ 0 w 17"/>
                <a:gd name="T63" fmla="*/ 14 h 14"/>
                <a:gd name="T64" fmla="*/ 0 w 17"/>
                <a:gd name="T6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" h="14">
                  <a:moveTo>
                    <a:pt x="0" y="14"/>
                  </a:moveTo>
                  <a:lnTo>
                    <a:pt x="0" y="12"/>
                  </a:lnTo>
                  <a:lnTo>
                    <a:pt x="0" y="9"/>
                  </a:lnTo>
                  <a:lnTo>
                    <a:pt x="2" y="7"/>
                  </a:lnTo>
                  <a:lnTo>
                    <a:pt x="5" y="5"/>
                  </a:lnTo>
                  <a:lnTo>
                    <a:pt x="10" y="5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7" y="2"/>
                  </a:lnTo>
                  <a:lnTo>
                    <a:pt x="17" y="5"/>
                  </a:lnTo>
                  <a:lnTo>
                    <a:pt x="14" y="7"/>
                  </a:lnTo>
                  <a:lnTo>
                    <a:pt x="12" y="7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7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38" name="Freeform 6"/>
            <p:cNvSpPr>
              <a:spLocks/>
            </p:cNvSpPr>
            <p:nvPr/>
          </p:nvSpPr>
          <p:spPr bwMode="auto">
            <a:xfrm>
              <a:off x="468" y="3929"/>
              <a:ext cx="182" cy="167"/>
            </a:xfrm>
            <a:custGeom>
              <a:avLst/>
              <a:gdLst>
                <a:gd name="T0" fmla="*/ 38 w 231"/>
                <a:gd name="T1" fmla="*/ 190 h 193"/>
                <a:gd name="T2" fmla="*/ 17 w 231"/>
                <a:gd name="T3" fmla="*/ 179 h 193"/>
                <a:gd name="T4" fmla="*/ 8 w 231"/>
                <a:gd name="T5" fmla="*/ 164 h 193"/>
                <a:gd name="T6" fmla="*/ 5 w 231"/>
                <a:gd name="T7" fmla="*/ 164 h 193"/>
                <a:gd name="T8" fmla="*/ 5 w 231"/>
                <a:gd name="T9" fmla="*/ 164 h 193"/>
                <a:gd name="T10" fmla="*/ 0 w 231"/>
                <a:gd name="T11" fmla="*/ 145 h 193"/>
                <a:gd name="T12" fmla="*/ 10 w 231"/>
                <a:gd name="T13" fmla="*/ 117 h 193"/>
                <a:gd name="T14" fmla="*/ 27 w 231"/>
                <a:gd name="T15" fmla="*/ 100 h 193"/>
                <a:gd name="T16" fmla="*/ 31 w 231"/>
                <a:gd name="T17" fmla="*/ 91 h 193"/>
                <a:gd name="T18" fmla="*/ 31 w 231"/>
                <a:gd name="T19" fmla="*/ 91 h 193"/>
                <a:gd name="T20" fmla="*/ 29 w 231"/>
                <a:gd name="T21" fmla="*/ 91 h 193"/>
                <a:gd name="T22" fmla="*/ 27 w 231"/>
                <a:gd name="T23" fmla="*/ 65 h 193"/>
                <a:gd name="T24" fmla="*/ 36 w 231"/>
                <a:gd name="T25" fmla="*/ 41 h 193"/>
                <a:gd name="T26" fmla="*/ 55 w 231"/>
                <a:gd name="T27" fmla="*/ 24 h 193"/>
                <a:gd name="T28" fmla="*/ 79 w 231"/>
                <a:gd name="T29" fmla="*/ 19 h 193"/>
                <a:gd name="T30" fmla="*/ 100 w 231"/>
                <a:gd name="T31" fmla="*/ 29 h 193"/>
                <a:gd name="T32" fmla="*/ 119 w 231"/>
                <a:gd name="T33" fmla="*/ 36 h 193"/>
                <a:gd name="T34" fmla="*/ 138 w 231"/>
                <a:gd name="T35" fmla="*/ 22 h 193"/>
                <a:gd name="T36" fmla="*/ 164 w 231"/>
                <a:gd name="T37" fmla="*/ 3 h 193"/>
                <a:gd name="T38" fmla="*/ 188 w 231"/>
                <a:gd name="T39" fmla="*/ 0 h 193"/>
                <a:gd name="T40" fmla="*/ 219 w 231"/>
                <a:gd name="T41" fmla="*/ 15 h 193"/>
                <a:gd name="T42" fmla="*/ 221 w 231"/>
                <a:gd name="T43" fmla="*/ 19 h 193"/>
                <a:gd name="T44" fmla="*/ 224 w 231"/>
                <a:gd name="T45" fmla="*/ 22 h 193"/>
                <a:gd name="T46" fmla="*/ 226 w 231"/>
                <a:gd name="T47" fmla="*/ 29 h 193"/>
                <a:gd name="T48" fmla="*/ 229 w 231"/>
                <a:gd name="T49" fmla="*/ 29 h 193"/>
                <a:gd name="T50" fmla="*/ 229 w 231"/>
                <a:gd name="T51" fmla="*/ 29 h 193"/>
                <a:gd name="T52" fmla="*/ 231 w 231"/>
                <a:gd name="T53" fmla="*/ 41 h 193"/>
                <a:gd name="T54" fmla="*/ 229 w 231"/>
                <a:gd name="T55" fmla="*/ 65 h 193"/>
                <a:gd name="T56" fmla="*/ 217 w 231"/>
                <a:gd name="T57" fmla="*/ 84 h 193"/>
                <a:gd name="T58" fmla="*/ 214 w 231"/>
                <a:gd name="T59" fmla="*/ 88 h 193"/>
                <a:gd name="T60" fmla="*/ 214 w 231"/>
                <a:gd name="T61" fmla="*/ 91 h 193"/>
                <a:gd name="T62" fmla="*/ 214 w 231"/>
                <a:gd name="T63" fmla="*/ 93 h 193"/>
                <a:gd name="T64" fmla="*/ 219 w 231"/>
                <a:gd name="T65" fmla="*/ 93 h 193"/>
                <a:gd name="T66" fmla="*/ 224 w 231"/>
                <a:gd name="T67" fmla="*/ 93 h 193"/>
                <a:gd name="T68" fmla="*/ 231 w 231"/>
                <a:gd name="T69" fmla="*/ 114 h 193"/>
                <a:gd name="T70" fmla="*/ 224 w 231"/>
                <a:gd name="T71" fmla="*/ 145 h 193"/>
                <a:gd name="T72" fmla="*/ 207 w 231"/>
                <a:gd name="T73" fmla="*/ 164 h 193"/>
                <a:gd name="T74" fmla="*/ 181 w 231"/>
                <a:gd name="T75" fmla="*/ 176 h 193"/>
                <a:gd name="T76" fmla="*/ 126 w 231"/>
                <a:gd name="T77" fmla="*/ 171 h 193"/>
                <a:gd name="T78" fmla="*/ 126 w 231"/>
                <a:gd name="T79" fmla="*/ 169 h 193"/>
                <a:gd name="T80" fmla="*/ 126 w 231"/>
                <a:gd name="T81" fmla="*/ 169 h 193"/>
                <a:gd name="T82" fmla="*/ 117 w 231"/>
                <a:gd name="T83" fmla="*/ 169 h 193"/>
                <a:gd name="T84" fmla="*/ 93 w 231"/>
                <a:gd name="T85" fmla="*/ 179 h 193"/>
                <a:gd name="T86" fmla="*/ 65 w 231"/>
                <a:gd name="T87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1" h="193">
                  <a:moveTo>
                    <a:pt x="53" y="193"/>
                  </a:moveTo>
                  <a:lnTo>
                    <a:pt x="46" y="193"/>
                  </a:lnTo>
                  <a:lnTo>
                    <a:pt x="38" y="190"/>
                  </a:lnTo>
                  <a:lnTo>
                    <a:pt x="31" y="186"/>
                  </a:lnTo>
                  <a:lnTo>
                    <a:pt x="24" y="183"/>
                  </a:lnTo>
                  <a:lnTo>
                    <a:pt x="17" y="179"/>
                  </a:lnTo>
                  <a:lnTo>
                    <a:pt x="12" y="174"/>
                  </a:lnTo>
                  <a:lnTo>
                    <a:pt x="10" y="169"/>
                  </a:lnTo>
                  <a:lnTo>
                    <a:pt x="8" y="164"/>
                  </a:lnTo>
                  <a:lnTo>
                    <a:pt x="5" y="164"/>
                  </a:lnTo>
                  <a:lnTo>
                    <a:pt x="5" y="164"/>
                  </a:lnTo>
                  <a:lnTo>
                    <a:pt x="5" y="164"/>
                  </a:lnTo>
                  <a:lnTo>
                    <a:pt x="5" y="164"/>
                  </a:lnTo>
                  <a:lnTo>
                    <a:pt x="5" y="164"/>
                  </a:lnTo>
                  <a:lnTo>
                    <a:pt x="5" y="164"/>
                  </a:lnTo>
                  <a:lnTo>
                    <a:pt x="5" y="164"/>
                  </a:lnTo>
                  <a:lnTo>
                    <a:pt x="3" y="164"/>
                  </a:lnTo>
                  <a:lnTo>
                    <a:pt x="0" y="145"/>
                  </a:lnTo>
                  <a:lnTo>
                    <a:pt x="0" y="133"/>
                  </a:lnTo>
                  <a:lnTo>
                    <a:pt x="5" y="124"/>
                  </a:lnTo>
                  <a:lnTo>
                    <a:pt x="10" y="117"/>
                  </a:lnTo>
                  <a:lnTo>
                    <a:pt x="15" y="112"/>
                  </a:lnTo>
                  <a:lnTo>
                    <a:pt x="22" y="107"/>
                  </a:lnTo>
                  <a:lnTo>
                    <a:pt x="27" y="100"/>
                  </a:lnTo>
                  <a:lnTo>
                    <a:pt x="31" y="91"/>
                  </a:lnTo>
                  <a:lnTo>
                    <a:pt x="31" y="91"/>
                  </a:lnTo>
                  <a:lnTo>
                    <a:pt x="31" y="91"/>
                  </a:lnTo>
                  <a:lnTo>
                    <a:pt x="31" y="91"/>
                  </a:lnTo>
                  <a:lnTo>
                    <a:pt x="31" y="91"/>
                  </a:lnTo>
                  <a:lnTo>
                    <a:pt x="31" y="91"/>
                  </a:lnTo>
                  <a:lnTo>
                    <a:pt x="29" y="91"/>
                  </a:lnTo>
                  <a:lnTo>
                    <a:pt x="29" y="91"/>
                  </a:lnTo>
                  <a:lnTo>
                    <a:pt x="29" y="91"/>
                  </a:lnTo>
                  <a:lnTo>
                    <a:pt x="27" y="84"/>
                  </a:lnTo>
                  <a:lnTo>
                    <a:pt x="24" y="74"/>
                  </a:lnTo>
                  <a:lnTo>
                    <a:pt x="27" y="65"/>
                  </a:lnTo>
                  <a:lnTo>
                    <a:pt x="29" y="57"/>
                  </a:lnTo>
                  <a:lnTo>
                    <a:pt x="31" y="48"/>
                  </a:lnTo>
                  <a:lnTo>
                    <a:pt x="36" y="41"/>
                  </a:lnTo>
                  <a:lnTo>
                    <a:pt x="41" y="36"/>
                  </a:lnTo>
                  <a:lnTo>
                    <a:pt x="48" y="29"/>
                  </a:lnTo>
                  <a:lnTo>
                    <a:pt x="55" y="24"/>
                  </a:lnTo>
                  <a:lnTo>
                    <a:pt x="62" y="22"/>
                  </a:lnTo>
                  <a:lnTo>
                    <a:pt x="72" y="19"/>
                  </a:lnTo>
                  <a:lnTo>
                    <a:pt x="79" y="19"/>
                  </a:lnTo>
                  <a:lnTo>
                    <a:pt x="86" y="22"/>
                  </a:lnTo>
                  <a:lnTo>
                    <a:pt x="93" y="24"/>
                  </a:lnTo>
                  <a:lnTo>
                    <a:pt x="100" y="29"/>
                  </a:lnTo>
                  <a:lnTo>
                    <a:pt x="107" y="36"/>
                  </a:lnTo>
                  <a:lnTo>
                    <a:pt x="112" y="38"/>
                  </a:lnTo>
                  <a:lnTo>
                    <a:pt x="119" y="36"/>
                  </a:lnTo>
                  <a:lnTo>
                    <a:pt x="124" y="34"/>
                  </a:lnTo>
                  <a:lnTo>
                    <a:pt x="129" y="29"/>
                  </a:lnTo>
                  <a:lnTo>
                    <a:pt x="138" y="22"/>
                  </a:lnTo>
                  <a:lnTo>
                    <a:pt x="150" y="12"/>
                  </a:lnTo>
                  <a:lnTo>
                    <a:pt x="157" y="7"/>
                  </a:lnTo>
                  <a:lnTo>
                    <a:pt x="164" y="3"/>
                  </a:lnTo>
                  <a:lnTo>
                    <a:pt x="172" y="0"/>
                  </a:lnTo>
                  <a:lnTo>
                    <a:pt x="179" y="0"/>
                  </a:lnTo>
                  <a:lnTo>
                    <a:pt x="188" y="0"/>
                  </a:lnTo>
                  <a:lnTo>
                    <a:pt x="198" y="3"/>
                  </a:lnTo>
                  <a:lnTo>
                    <a:pt x="207" y="7"/>
                  </a:lnTo>
                  <a:lnTo>
                    <a:pt x="219" y="15"/>
                  </a:lnTo>
                  <a:lnTo>
                    <a:pt x="221" y="17"/>
                  </a:lnTo>
                  <a:lnTo>
                    <a:pt x="221" y="17"/>
                  </a:lnTo>
                  <a:lnTo>
                    <a:pt x="221" y="19"/>
                  </a:lnTo>
                  <a:lnTo>
                    <a:pt x="224" y="19"/>
                  </a:lnTo>
                  <a:lnTo>
                    <a:pt x="224" y="22"/>
                  </a:lnTo>
                  <a:lnTo>
                    <a:pt x="224" y="22"/>
                  </a:lnTo>
                  <a:lnTo>
                    <a:pt x="226" y="24"/>
                  </a:lnTo>
                  <a:lnTo>
                    <a:pt x="226" y="29"/>
                  </a:lnTo>
                  <a:lnTo>
                    <a:pt x="226" y="29"/>
                  </a:lnTo>
                  <a:lnTo>
                    <a:pt x="226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31" y="34"/>
                  </a:lnTo>
                  <a:lnTo>
                    <a:pt x="231" y="41"/>
                  </a:lnTo>
                  <a:lnTo>
                    <a:pt x="231" y="48"/>
                  </a:lnTo>
                  <a:lnTo>
                    <a:pt x="229" y="57"/>
                  </a:lnTo>
                  <a:lnTo>
                    <a:pt x="229" y="65"/>
                  </a:lnTo>
                  <a:lnTo>
                    <a:pt x="226" y="74"/>
                  </a:lnTo>
                  <a:lnTo>
                    <a:pt x="221" y="79"/>
                  </a:lnTo>
                  <a:lnTo>
                    <a:pt x="217" y="84"/>
                  </a:lnTo>
                  <a:lnTo>
                    <a:pt x="214" y="86"/>
                  </a:lnTo>
                  <a:lnTo>
                    <a:pt x="214" y="86"/>
                  </a:lnTo>
                  <a:lnTo>
                    <a:pt x="214" y="88"/>
                  </a:lnTo>
                  <a:lnTo>
                    <a:pt x="214" y="88"/>
                  </a:lnTo>
                  <a:lnTo>
                    <a:pt x="214" y="88"/>
                  </a:lnTo>
                  <a:lnTo>
                    <a:pt x="214" y="91"/>
                  </a:lnTo>
                  <a:lnTo>
                    <a:pt x="214" y="93"/>
                  </a:lnTo>
                  <a:lnTo>
                    <a:pt x="214" y="93"/>
                  </a:lnTo>
                  <a:lnTo>
                    <a:pt x="214" y="93"/>
                  </a:lnTo>
                  <a:lnTo>
                    <a:pt x="217" y="93"/>
                  </a:lnTo>
                  <a:lnTo>
                    <a:pt x="219" y="93"/>
                  </a:lnTo>
                  <a:lnTo>
                    <a:pt x="219" y="93"/>
                  </a:lnTo>
                  <a:lnTo>
                    <a:pt x="221" y="93"/>
                  </a:lnTo>
                  <a:lnTo>
                    <a:pt x="221" y="93"/>
                  </a:lnTo>
                  <a:lnTo>
                    <a:pt x="224" y="93"/>
                  </a:lnTo>
                  <a:lnTo>
                    <a:pt x="226" y="91"/>
                  </a:lnTo>
                  <a:lnTo>
                    <a:pt x="229" y="105"/>
                  </a:lnTo>
                  <a:lnTo>
                    <a:pt x="231" y="114"/>
                  </a:lnTo>
                  <a:lnTo>
                    <a:pt x="229" y="126"/>
                  </a:lnTo>
                  <a:lnTo>
                    <a:pt x="229" y="136"/>
                  </a:lnTo>
                  <a:lnTo>
                    <a:pt x="224" y="145"/>
                  </a:lnTo>
                  <a:lnTo>
                    <a:pt x="219" y="152"/>
                  </a:lnTo>
                  <a:lnTo>
                    <a:pt x="214" y="160"/>
                  </a:lnTo>
                  <a:lnTo>
                    <a:pt x="207" y="164"/>
                  </a:lnTo>
                  <a:lnTo>
                    <a:pt x="200" y="169"/>
                  </a:lnTo>
                  <a:lnTo>
                    <a:pt x="191" y="174"/>
                  </a:lnTo>
                  <a:lnTo>
                    <a:pt x="181" y="176"/>
                  </a:lnTo>
                  <a:lnTo>
                    <a:pt x="172" y="176"/>
                  </a:lnTo>
                  <a:lnTo>
                    <a:pt x="150" y="176"/>
                  </a:lnTo>
                  <a:lnTo>
                    <a:pt x="126" y="171"/>
                  </a:lnTo>
                  <a:lnTo>
                    <a:pt x="126" y="171"/>
                  </a:lnTo>
                  <a:lnTo>
                    <a:pt x="126" y="171"/>
                  </a:lnTo>
                  <a:lnTo>
                    <a:pt x="126" y="169"/>
                  </a:lnTo>
                  <a:lnTo>
                    <a:pt x="126" y="169"/>
                  </a:lnTo>
                  <a:lnTo>
                    <a:pt x="126" y="169"/>
                  </a:lnTo>
                  <a:lnTo>
                    <a:pt x="126" y="169"/>
                  </a:lnTo>
                  <a:lnTo>
                    <a:pt x="126" y="169"/>
                  </a:lnTo>
                  <a:lnTo>
                    <a:pt x="126" y="169"/>
                  </a:lnTo>
                  <a:lnTo>
                    <a:pt x="117" y="169"/>
                  </a:lnTo>
                  <a:lnTo>
                    <a:pt x="110" y="171"/>
                  </a:lnTo>
                  <a:lnTo>
                    <a:pt x="103" y="174"/>
                  </a:lnTo>
                  <a:lnTo>
                    <a:pt x="93" y="179"/>
                  </a:lnTo>
                  <a:lnTo>
                    <a:pt x="86" y="183"/>
                  </a:lnTo>
                  <a:lnTo>
                    <a:pt x="74" y="188"/>
                  </a:lnTo>
                  <a:lnTo>
                    <a:pt x="65" y="193"/>
                  </a:lnTo>
                  <a:lnTo>
                    <a:pt x="53" y="193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39" name="Freeform 7"/>
            <p:cNvSpPr>
              <a:spLocks/>
            </p:cNvSpPr>
            <p:nvPr/>
          </p:nvSpPr>
          <p:spPr bwMode="auto">
            <a:xfrm>
              <a:off x="1169" y="3599"/>
              <a:ext cx="382" cy="472"/>
            </a:xfrm>
            <a:custGeom>
              <a:avLst/>
              <a:gdLst>
                <a:gd name="T0" fmla="*/ 206 w 485"/>
                <a:gd name="T1" fmla="*/ 542 h 546"/>
                <a:gd name="T2" fmla="*/ 190 w 485"/>
                <a:gd name="T3" fmla="*/ 525 h 546"/>
                <a:gd name="T4" fmla="*/ 168 w 485"/>
                <a:gd name="T5" fmla="*/ 504 h 546"/>
                <a:gd name="T6" fmla="*/ 154 w 485"/>
                <a:gd name="T7" fmla="*/ 487 h 546"/>
                <a:gd name="T8" fmla="*/ 147 w 485"/>
                <a:gd name="T9" fmla="*/ 480 h 546"/>
                <a:gd name="T10" fmla="*/ 138 w 485"/>
                <a:gd name="T11" fmla="*/ 475 h 546"/>
                <a:gd name="T12" fmla="*/ 130 w 485"/>
                <a:gd name="T13" fmla="*/ 466 h 546"/>
                <a:gd name="T14" fmla="*/ 123 w 485"/>
                <a:gd name="T15" fmla="*/ 458 h 546"/>
                <a:gd name="T16" fmla="*/ 116 w 485"/>
                <a:gd name="T17" fmla="*/ 454 h 546"/>
                <a:gd name="T18" fmla="*/ 107 w 485"/>
                <a:gd name="T19" fmla="*/ 454 h 546"/>
                <a:gd name="T20" fmla="*/ 88 w 485"/>
                <a:gd name="T21" fmla="*/ 468 h 546"/>
                <a:gd name="T22" fmla="*/ 54 w 485"/>
                <a:gd name="T23" fmla="*/ 494 h 546"/>
                <a:gd name="T24" fmla="*/ 26 w 485"/>
                <a:gd name="T25" fmla="*/ 518 h 546"/>
                <a:gd name="T26" fmla="*/ 16 w 485"/>
                <a:gd name="T27" fmla="*/ 501 h 546"/>
                <a:gd name="T28" fmla="*/ 23 w 485"/>
                <a:gd name="T29" fmla="*/ 468 h 546"/>
                <a:gd name="T30" fmla="*/ 35 w 485"/>
                <a:gd name="T31" fmla="*/ 432 h 546"/>
                <a:gd name="T32" fmla="*/ 45 w 485"/>
                <a:gd name="T33" fmla="*/ 399 h 546"/>
                <a:gd name="T34" fmla="*/ 45 w 485"/>
                <a:gd name="T35" fmla="*/ 385 h 546"/>
                <a:gd name="T36" fmla="*/ 31 w 485"/>
                <a:gd name="T37" fmla="*/ 404 h 546"/>
                <a:gd name="T38" fmla="*/ 16 w 485"/>
                <a:gd name="T39" fmla="*/ 428 h 546"/>
                <a:gd name="T40" fmla="*/ 4 w 485"/>
                <a:gd name="T41" fmla="*/ 442 h 546"/>
                <a:gd name="T42" fmla="*/ 2 w 485"/>
                <a:gd name="T43" fmla="*/ 435 h 546"/>
                <a:gd name="T44" fmla="*/ 16 w 485"/>
                <a:gd name="T45" fmla="*/ 392 h 546"/>
                <a:gd name="T46" fmla="*/ 40 w 485"/>
                <a:gd name="T47" fmla="*/ 340 h 546"/>
                <a:gd name="T48" fmla="*/ 59 w 485"/>
                <a:gd name="T49" fmla="*/ 299 h 546"/>
                <a:gd name="T50" fmla="*/ 73 w 485"/>
                <a:gd name="T51" fmla="*/ 273 h 546"/>
                <a:gd name="T52" fmla="*/ 97 w 485"/>
                <a:gd name="T53" fmla="*/ 221 h 546"/>
                <a:gd name="T54" fmla="*/ 126 w 485"/>
                <a:gd name="T55" fmla="*/ 164 h 546"/>
                <a:gd name="T56" fmla="*/ 154 w 485"/>
                <a:gd name="T57" fmla="*/ 121 h 546"/>
                <a:gd name="T58" fmla="*/ 176 w 485"/>
                <a:gd name="T59" fmla="*/ 107 h 546"/>
                <a:gd name="T60" fmla="*/ 218 w 485"/>
                <a:gd name="T61" fmla="*/ 90 h 546"/>
                <a:gd name="T62" fmla="*/ 268 w 485"/>
                <a:gd name="T63" fmla="*/ 66 h 546"/>
                <a:gd name="T64" fmla="*/ 309 w 485"/>
                <a:gd name="T65" fmla="*/ 45 h 546"/>
                <a:gd name="T66" fmla="*/ 337 w 485"/>
                <a:gd name="T67" fmla="*/ 38 h 546"/>
                <a:gd name="T68" fmla="*/ 378 w 485"/>
                <a:gd name="T69" fmla="*/ 28 h 546"/>
                <a:gd name="T70" fmla="*/ 420 w 485"/>
                <a:gd name="T71" fmla="*/ 14 h 546"/>
                <a:gd name="T72" fmla="*/ 463 w 485"/>
                <a:gd name="T73" fmla="*/ 5 h 546"/>
                <a:gd name="T74" fmla="*/ 482 w 485"/>
                <a:gd name="T75" fmla="*/ 14 h 546"/>
                <a:gd name="T76" fmla="*/ 478 w 485"/>
                <a:gd name="T77" fmla="*/ 43 h 546"/>
                <a:gd name="T78" fmla="*/ 470 w 485"/>
                <a:gd name="T79" fmla="*/ 71 h 546"/>
                <a:gd name="T80" fmla="*/ 466 w 485"/>
                <a:gd name="T81" fmla="*/ 102 h 546"/>
                <a:gd name="T82" fmla="*/ 463 w 485"/>
                <a:gd name="T83" fmla="*/ 126 h 546"/>
                <a:gd name="T84" fmla="*/ 459 w 485"/>
                <a:gd name="T85" fmla="*/ 147 h 546"/>
                <a:gd name="T86" fmla="*/ 456 w 485"/>
                <a:gd name="T87" fmla="*/ 171 h 546"/>
                <a:gd name="T88" fmla="*/ 451 w 485"/>
                <a:gd name="T89" fmla="*/ 195 h 546"/>
                <a:gd name="T90" fmla="*/ 444 w 485"/>
                <a:gd name="T91" fmla="*/ 204 h 546"/>
                <a:gd name="T92" fmla="*/ 439 w 485"/>
                <a:gd name="T93" fmla="*/ 207 h 546"/>
                <a:gd name="T94" fmla="*/ 435 w 485"/>
                <a:gd name="T95" fmla="*/ 207 h 546"/>
                <a:gd name="T96" fmla="*/ 432 w 485"/>
                <a:gd name="T97" fmla="*/ 209 h 546"/>
                <a:gd name="T98" fmla="*/ 428 w 485"/>
                <a:gd name="T99" fmla="*/ 226 h 546"/>
                <a:gd name="T100" fmla="*/ 420 w 485"/>
                <a:gd name="T101" fmla="*/ 268 h 546"/>
                <a:gd name="T102" fmla="*/ 418 w 485"/>
                <a:gd name="T103" fmla="*/ 318 h 546"/>
                <a:gd name="T104" fmla="*/ 416 w 485"/>
                <a:gd name="T105" fmla="*/ 363 h 546"/>
                <a:gd name="T106" fmla="*/ 394 w 485"/>
                <a:gd name="T107" fmla="*/ 394 h 546"/>
                <a:gd name="T108" fmla="*/ 352 w 485"/>
                <a:gd name="T109" fmla="*/ 425 h 546"/>
                <a:gd name="T110" fmla="*/ 311 w 485"/>
                <a:gd name="T111" fmla="*/ 461 h 546"/>
                <a:gd name="T112" fmla="*/ 271 w 485"/>
                <a:gd name="T113" fmla="*/ 499 h 546"/>
                <a:gd name="T114" fmla="*/ 247 w 485"/>
                <a:gd name="T115" fmla="*/ 518 h 546"/>
                <a:gd name="T116" fmla="*/ 237 w 485"/>
                <a:gd name="T117" fmla="*/ 527 h 546"/>
                <a:gd name="T118" fmla="*/ 226 w 485"/>
                <a:gd name="T119" fmla="*/ 539 h 546"/>
                <a:gd name="T120" fmla="*/ 216 w 485"/>
                <a:gd name="T121" fmla="*/ 546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5" h="546">
                  <a:moveTo>
                    <a:pt x="211" y="546"/>
                  </a:moveTo>
                  <a:lnTo>
                    <a:pt x="206" y="542"/>
                  </a:lnTo>
                  <a:lnTo>
                    <a:pt x="199" y="534"/>
                  </a:lnTo>
                  <a:lnTo>
                    <a:pt x="190" y="525"/>
                  </a:lnTo>
                  <a:lnTo>
                    <a:pt x="178" y="513"/>
                  </a:lnTo>
                  <a:lnTo>
                    <a:pt x="168" y="504"/>
                  </a:lnTo>
                  <a:lnTo>
                    <a:pt x="159" y="494"/>
                  </a:lnTo>
                  <a:lnTo>
                    <a:pt x="154" y="487"/>
                  </a:lnTo>
                  <a:lnTo>
                    <a:pt x="149" y="482"/>
                  </a:lnTo>
                  <a:lnTo>
                    <a:pt x="147" y="480"/>
                  </a:lnTo>
                  <a:lnTo>
                    <a:pt x="142" y="477"/>
                  </a:lnTo>
                  <a:lnTo>
                    <a:pt x="138" y="475"/>
                  </a:lnTo>
                  <a:lnTo>
                    <a:pt x="133" y="470"/>
                  </a:lnTo>
                  <a:lnTo>
                    <a:pt x="130" y="466"/>
                  </a:lnTo>
                  <a:lnTo>
                    <a:pt x="126" y="461"/>
                  </a:lnTo>
                  <a:lnTo>
                    <a:pt x="123" y="458"/>
                  </a:lnTo>
                  <a:lnTo>
                    <a:pt x="119" y="456"/>
                  </a:lnTo>
                  <a:lnTo>
                    <a:pt x="116" y="454"/>
                  </a:lnTo>
                  <a:lnTo>
                    <a:pt x="114" y="454"/>
                  </a:lnTo>
                  <a:lnTo>
                    <a:pt x="107" y="454"/>
                  </a:lnTo>
                  <a:lnTo>
                    <a:pt x="102" y="458"/>
                  </a:lnTo>
                  <a:lnTo>
                    <a:pt x="88" y="468"/>
                  </a:lnTo>
                  <a:lnTo>
                    <a:pt x="71" y="482"/>
                  </a:lnTo>
                  <a:lnTo>
                    <a:pt x="54" y="494"/>
                  </a:lnTo>
                  <a:lnTo>
                    <a:pt x="38" y="508"/>
                  </a:lnTo>
                  <a:lnTo>
                    <a:pt x="26" y="518"/>
                  </a:lnTo>
                  <a:lnTo>
                    <a:pt x="14" y="520"/>
                  </a:lnTo>
                  <a:lnTo>
                    <a:pt x="16" y="501"/>
                  </a:lnTo>
                  <a:lnTo>
                    <a:pt x="19" y="485"/>
                  </a:lnTo>
                  <a:lnTo>
                    <a:pt x="23" y="468"/>
                  </a:lnTo>
                  <a:lnTo>
                    <a:pt x="28" y="449"/>
                  </a:lnTo>
                  <a:lnTo>
                    <a:pt x="35" y="432"/>
                  </a:lnTo>
                  <a:lnTo>
                    <a:pt x="40" y="416"/>
                  </a:lnTo>
                  <a:lnTo>
                    <a:pt x="45" y="399"/>
                  </a:lnTo>
                  <a:lnTo>
                    <a:pt x="50" y="382"/>
                  </a:lnTo>
                  <a:lnTo>
                    <a:pt x="45" y="385"/>
                  </a:lnTo>
                  <a:lnTo>
                    <a:pt x="38" y="392"/>
                  </a:lnTo>
                  <a:lnTo>
                    <a:pt x="31" y="404"/>
                  </a:lnTo>
                  <a:lnTo>
                    <a:pt x="23" y="416"/>
                  </a:lnTo>
                  <a:lnTo>
                    <a:pt x="16" y="428"/>
                  </a:lnTo>
                  <a:lnTo>
                    <a:pt x="9" y="437"/>
                  </a:lnTo>
                  <a:lnTo>
                    <a:pt x="4" y="442"/>
                  </a:lnTo>
                  <a:lnTo>
                    <a:pt x="0" y="444"/>
                  </a:lnTo>
                  <a:lnTo>
                    <a:pt x="2" y="435"/>
                  </a:lnTo>
                  <a:lnTo>
                    <a:pt x="7" y="416"/>
                  </a:lnTo>
                  <a:lnTo>
                    <a:pt x="16" y="392"/>
                  </a:lnTo>
                  <a:lnTo>
                    <a:pt x="28" y="366"/>
                  </a:lnTo>
                  <a:lnTo>
                    <a:pt x="40" y="340"/>
                  </a:lnTo>
                  <a:lnTo>
                    <a:pt x="50" y="318"/>
                  </a:lnTo>
                  <a:lnTo>
                    <a:pt x="59" y="299"/>
                  </a:lnTo>
                  <a:lnTo>
                    <a:pt x="64" y="292"/>
                  </a:lnTo>
                  <a:lnTo>
                    <a:pt x="73" y="273"/>
                  </a:lnTo>
                  <a:lnTo>
                    <a:pt x="85" y="247"/>
                  </a:lnTo>
                  <a:lnTo>
                    <a:pt x="97" y="221"/>
                  </a:lnTo>
                  <a:lnTo>
                    <a:pt x="111" y="192"/>
                  </a:lnTo>
                  <a:lnTo>
                    <a:pt x="126" y="164"/>
                  </a:lnTo>
                  <a:lnTo>
                    <a:pt x="140" y="140"/>
                  </a:lnTo>
                  <a:lnTo>
                    <a:pt x="154" y="121"/>
                  </a:lnTo>
                  <a:lnTo>
                    <a:pt x="168" y="109"/>
                  </a:lnTo>
                  <a:lnTo>
                    <a:pt x="176" y="107"/>
                  </a:lnTo>
                  <a:lnTo>
                    <a:pt x="195" y="100"/>
                  </a:lnTo>
                  <a:lnTo>
                    <a:pt x="218" y="90"/>
                  </a:lnTo>
                  <a:lnTo>
                    <a:pt x="242" y="78"/>
                  </a:lnTo>
                  <a:lnTo>
                    <a:pt x="268" y="66"/>
                  </a:lnTo>
                  <a:lnTo>
                    <a:pt x="292" y="54"/>
                  </a:lnTo>
                  <a:lnTo>
                    <a:pt x="309" y="45"/>
                  </a:lnTo>
                  <a:lnTo>
                    <a:pt x="318" y="40"/>
                  </a:lnTo>
                  <a:lnTo>
                    <a:pt x="337" y="38"/>
                  </a:lnTo>
                  <a:lnTo>
                    <a:pt x="359" y="35"/>
                  </a:lnTo>
                  <a:lnTo>
                    <a:pt x="378" y="28"/>
                  </a:lnTo>
                  <a:lnTo>
                    <a:pt x="399" y="21"/>
                  </a:lnTo>
                  <a:lnTo>
                    <a:pt x="420" y="14"/>
                  </a:lnTo>
                  <a:lnTo>
                    <a:pt x="442" y="9"/>
                  </a:lnTo>
                  <a:lnTo>
                    <a:pt x="463" y="5"/>
                  </a:lnTo>
                  <a:lnTo>
                    <a:pt x="485" y="0"/>
                  </a:lnTo>
                  <a:lnTo>
                    <a:pt x="482" y="14"/>
                  </a:lnTo>
                  <a:lnTo>
                    <a:pt x="480" y="28"/>
                  </a:lnTo>
                  <a:lnTo>
                    <a:pt x="478" y="43"/>
                  </a:lnTo>
                  <a:lnTo>
                    <a:pt x="475" y="57"/>
                  </a:lnTo>
                  <a:lnTo>
                    <a:pt x="470" y="71"/>
                  </a:lnTo>
                  <a:lnTo>
                    <a:pt x="468" y="85"/>
                  </a:lnTo>
                  <a:lnTo>
                    <a:pt x="466" y="102"/>
                  </a:lnTo>
                  <a:lnTo>
                    <a:pt x="463" y="116"/>
                  </a:lnTo>
                  <a:lnTo>
                    <a:pt x="463" y="126"/>
                  </a:lnTo>
                  <a:lnTo>
                    <a:pt x="461" y="135"/>
                  </a:lnTo>
                  <a:lnTo>
                    <a:pt x="459" y="147"/>
                  </a:lnTo>
                  <a:lnTo>
                    <a:pt x="459" y="159"/>
                  </a:lnTo>
                  <a:lnTo>
                    <a:pt x="456" y="171"/>
                  </a:lnTo>
                  <a:lnTo>
                    <a:pt x="454" y="183"/>
                  </a:lnTo>
                  <a:lnTo>
                    <a:pt x="451" y="195"/>
                  </a:lnTo>
                  <a:lnTo>
                    <a:pt x="447" y="204"/>
                  </a:lnTo>
                  <a:lnTo>
                    <a:pt x="444" y="204"/>
                  </a:lnTo>
                  <a:lnTo>
                    <a:pt x="442" y="204"/>
                  </a:lnTo>
                  <a:lnTo>
                    <a:pt x="439" y="207"/>
                  </a:lnTo>
                  <a:lnTo>
                    <a:pt x="437" y="207"/>
                  </a:lnTo>
                  <a:lnTo>
                    <a:pt x="435" y="207"/>
                  </a:lnTo>
                  <a:lnTo>
                    <a:pt x="435" y="207"/>
                  </a:lnTo>
                  <a:lnTo>
                    <a:pt x="432" y="209"/>
                  </a:lnTo>
                  <a:lnTo>
                    <a:pt x="430" y="209"/>
                  </a:lnTo>
                  <a:lnTo>
                    <a:pt x="428" y="226"/>
                  </a:lnTo>
                  <a:lnTo>
                    <a:pt x="423" y="245"/>
                  </a:lnTo>
                  <a:lnTo>
                    <a:pt x="420" y="268"/>
                  </a:lnTo>
                  <a:lnTo>
                    <a:pt x="420" y="294"/>
                  </a:lnTo>
                  <a:lnTo>
                    <a:pt x="418" y="318"/>
                  </a:lnTo>
                  <a:lnTo>
                    <a:pt x="418" y="342"/>
                  </a:lnTo>
                  <a:lnTo>
                    <a:pt x="416" y="363"/>
                  </a:lnTo>
                  <a:lnTo>
                    <a:pt x="416" y="382"/>
                  </a:lnTo>
                  <a:lnTo>
                    <a:pt x="394" y="394"/>
                  </a:lnTo>
                  <a:lnTo>
                    <a:pt x="373" y="409"/>
                  </a:lnTo>
                  <a:lnTo>
                    <a:pt x="352" y="425"/>
                  </a:lnTo>
                  <a:lnTo>
                    <a:pt x="330" y="444"/>
                  </a:lnTo>
                  <a:lnTo>
                    <a:pt x="311" y="461"/>
                  </a:lnTo>
                  <a:lnTo>
                    <a:pt x="290" y="480"/>
                  </a:lnTo>
                  <a:lnTo>
                    <a:pt x="271" y="499"/>
                  </a:lnTo>
                  <a:lnTo>
                    <a:pt x="252" y="515"/>
                  </a:lnTo>
                  <a:lnTo>
                    <a:pt x="247" y="518"/>
                  </a:lnTo>
                  <a:lnTo>
                    <a:pt x="245" y="523"/>
                  </a:lnTo>
                  <a:lnTo>
                    <a:pt x="237" y="527"/>
                  </a:lnTo>
                  <a:lnTo>
                    <a:pt x="233" y="534"/>
                  </a:lnTo>
                  <a:lnTo>
                    <a:pt x="226" y="539"/>
                  </a:lnTo>
                  <a:lnTo>
                    <a:pt x="221" y="544"/>
                  </a:lnTo>
                  <a:lnTo>
                    <a:pt x="216" y="546"/>
                  </a:lnTo>
                  <a:lnTo>
                    <a:pt x="211" y="5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40" name="Freeform 8"/>
            <p:cNvSpPr>
              <a:spLocks/>
            </p:cNvSpPr>
            <p:nvPr/>
          </p:nvSpPr>
          <p:spPr bwMode="auto">
            <a:xfrm>
              <a:off x="1264" y="3812"/>
              <a:ext cx="223" cy="249"/>
            </a:xfrm>
            <a:custGeom>
              <a:avLst/>
              <a:gdLst>
                <a:gd name="T0" fmla="*/ 81 w 283"/>
                <a:gd name="T1" fmla="*/ 280 h 287"/>
                <a:gd name="T2" fmla="*/ 66 w 283"/>
                <a:gd name="T3" fmla="*/ 264 h 287"/>
                <a:gd name="T4" fmla="*/ 50 w 283"/>
                <a:gd name="T5" fmla="*/ 247 h 287"/>
                <a:gd name="T6" fmla="*/ 36 w 283"/>
                <a:gd name="T7" fmla="*/ 235 h 287"/>
                <a:gd name="T8" fmla="*/ 28 w 283"/>
                <a:gd name="T9" fmla="*/ 230 h 287"/>
                <a:gd name="T10" fmla="*/ 28 w 283"/>
                <a:gd name="T11" fmla="*/ 230 h 287"/>
                <a:gd name="T12" fmla="*/ 28 w 283"/>
                <a:gd name="T13" fmla="*/ 228 h 287"/>
                <a:gd name="T14" fmla="*/ 28 w 283"/>
                <a:gd name="T15" fmla="*/ 228 h 287"/>
                <a:gd name="T16" fmla="*/ 24 w 283"/>
                <a:gd name="T17" fmla="*/ 226 h 287"/>
                <a:gd name="T18" fmla="*/ 17 w 283"/>
                <a:gd name="T19" fmla="*/ 219 h 287"/>
                <a:gd name="T20" fmla="*/ 12 w 283"/>
                <a:gd name="T21" fmla="*/ 211 h 287"/>
                <a:gd name="T22" fmla="*/ 5 w 283"/>
                <a:gd name="T23" fmla="*/ 207 h 287"/>
                <a:gd name="T24" fmla="*/ 2 w 283"/>
                <a:gd name="T25" fmla="*/ 204 h 287"/>
                <a:gd name="T26" fmla="*/ 2 w 283"/>
                <a:gd name="T27" fmla="*/ 204 h 287"/>
                <a:gd name="T28" fmla="*/ 2 w 283"/>
                <a:gd name="T29" fmla="*/ 202 h 287"/>
                <a:gd name="T30" fmla="*/ 2 w 283"/>
                <a:gd name="T31" fmla="*/ 202 h 287"/>
                <a:gd name="T32" fmla="*/ 2 w 283"/>
                <a:gd name="T33" fmla="*/ 202 h 287"/>
                <a:gd name="T34" fmla="*/ 2 w 283"/>
                <a:gd name="T35" fmla="*/ 202 h 287"/>
                <a:gd name="T36" fmla="*/ 0 w 283"/>
                <a:gd name="T37" fmla="*/ 202 h 287"/>
                <a:gd name="T38" fmla="*/ 0 w 283"/>
                <a:gd name="T39" fmla="*/ 202 h 287"/>
                <a:gd name="T40" fmla="*/ 5 w 283"/>
                <a:gd name="T41" fmla="*/ 192 h 287"/>
                <a:gd name="T42" fmla="*/ 45 w 283"/>
                <a:gd name="T43" fmla="*/ 169 h 287"/>
                <a:gd name="T44" fmla="*/ 100 w 283"/>
                <a:gd name="T45" fmla="*/ 138 h 287"/>
                <a:gd name="T46" fmla="*/ 147 w 283"/>
                <a:gd name="T47" fmla="*/ 107 h 287"/>
                <a:gd name="T48" fmla="*/ 159 w 283"/>
                <a:gd name="T49" fmla="*/ 81 h 287"/>
                <a:gd name="T50" fmla="*/ 162 w 283"/>
                <a:gd name="T51" fmla="*/ 57 h 287"/>
                <a:gd name="T52" fmla="*/ 164 w 283"/>
                <a:gd name="T53" fmla="*/ 36 h 287"/>
                <a:gd name="T54" fmla="*/ 166 w 283"/>
                <a:gd name="T55" fmla="*/ 12 h 287"/>
                <a:gd name="T56" fmla="*/ 173 w 283"/>
                <a:gd name="T57" fmla="*/ 5 h 287"/>
                <a:gd name="T58" fmla="*/ 192 w 283"/>
                <a:gd name="T59" fmla="*/ 24 h 287"/>
                <a:gd name="T60" fmla="*/ 214 w 283"/>
                <a:gd name="T61" fmla="*/ 50 h 287"/>
                <a:gd name="T62" fmla="*/ 228 w 283"/>
                <a:gd name="T63" fmla="*/ 71 h 287"/>
                <a:gd name="T64" fmla="*/ 231 w 283"/>
                <a:gd name="T65" fmla="*/ 76 h 287"/>
                <a:gd name="T66" fmla="*/ 233 w 283"/>
                <a:gd name="T67" fmla="*/ 76 h 287"/>
                <a:gd name="T68" fmla="*/ 233 w 283"/>
                <a:gd name="T69" fmla="*/ 76 h 287"/>
                <a:gd name="T70" fmla="*/ 233 w 283"/>
                <a:gd name="T71" fmla="*/ 76 h 287"/>
                <a:gd name="T72" fmla="*/ 235 w 283"/>
                <a:gd name="T73" fmla="*/ 81 h 287"/>
                <a:gd name="T74" fmla="*/ 242 w 283"/>
                <a:gd name="T75" fmla="*/ 90 h 287"/>
                <a:gd name="T76" fmla="*/ 252 w 283"/>
                <a:gd name="T77" fmla="*/ 100 h 287"/>
                <a:gd name="T78" fmla="*/ 261 w 283"/>
                <a:gd name="T79" fmla="*/ 109 h 287"/>
                <a:gd name="T80" fmla="*/ 266 w 283"/>
                <a:gd name="T81" fmla="*/ 114 h 287"/>
                <a:gd name="T82" fmla="*/ 271 w 283"/>
                <a:gd name="T83" fmla="*/ 119 h 287"/>
                <a:gd name="T84" fmla="*/ 276 w 283"/>
                <a:gd name="T85" fmla="*/ 123 h 287"/>
                <a:gd name="T86" fmla="*/ 280 w 283"/>
                <a:gd name="T87" fmla="*/ 128 h 287"/>
                <a:gd name="T88" fmla="*/ 278 w 283"/>
                <a:gd name="T89" fmla="*/ 133 h 287"/>
                <a:gd name="T90" fmla="*/ 264 w 283"/>
                <a:gd name="T91" fmla="*/ 145 h 287"/>
                <a:gd name="T92" fmla="*/ 240 w 283"/>
                <a:gd name="T93" fmla="*/ 159 h 287"/>
                <a:gd name="T94" fmla="*/ 226 w 283"/>
                <a:gd name="T95" fmla="*/ 169 h 287"/>
                <a:gd name="T96" fmla="*/ 214 w 283"/>
                <a:gd name="T97" fmla="*/ 178 h 287"/>
                <a:gd name="T98" fmla="*/ 176 w 283"/>
                <a:gd name="T99" fmla="*/ 211 h 287"/>
                <a:gd name="T100" fmla="*/ 128 w 283"/>
                <a:gd name="T101" fmla="*/ 254 h 287"/>
                <a:gd name="T102" fmla="*/ 93 w 283"/>
                <a:gd name="T103" fmla="*/ 283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83" h="287">
                  <a:moveTo>
                    <a:pt x="88" y="287"/>
                  </a:moveTo>
                  <a:lnTo>
                    <a:pt x="81" y="280"/>
                  </a:lnTo>
                  <a:lnTo>
                    <a:pt x="74" y="273"/>
                  </a:lnTo>
                  <a:lnTo>
                    <a:pt x="66" y="264"/>
                  </a:lnTo>
                  <a:lnTo>
                    <a:pt x="57" y="257"/>
                  </a:lnTo>
                  <a:lnTo>
                    <a:pt x="50" y="247"/>
                  </a:lnTo>
                  <a:lnTo>
                    <a:pt x="43" y="240"/>
                  </a:lnTo>
                  <a:lnTo>
                    <a:pt x="36" y="235"/>
                  </a:lnTo>
                  <a:lnTo>
                    <a:pt x="28" y="230"/>
                  </a:lnTo>
                  <a:lnTo>
                    <a:pt x="28" y="230"/>
                  </a:lnTo>
                  <a:lnTo>
                    <a:pt x="28" y="230"/>
                  </a:lnTo>
                  <a:lnTo>
                    <a:pt x="28" y="230"/>
                  </a:lnTo>
                  <a:lnTo>
                    <a:pt x="28" y="228"/>
                  </a:lnTo>
                  <a:lnTo>
                    <a:pt x="28" y="228"/>
                  </a:lnTo>
                  <a:lnTo>
                    <a:pt x="28" y="228"/>
                  </a:lnTo>
                  <a:lnTo>
                    <a:pt x="28" y="228"/>
                  </a:lnTo>
                  <a:lnTo>
                    <a:pt x="28" y="228"/>
                  </a:lnTo>
                  <a:lnTo>
                    <a:pt x="24" y="226"/>
                  </a:lnTo>
                  <a:lnTo>
                    <a:pt x="21" y="221"/>
                  </a:lnTo>
                  <a:lnTo>
                    <a:pt x="17" y="219"/>
                  </a:lnTo>
                  <a:lnTo>
                    <a:pt x="14" y="214"/>
                  </a:lnTo>
                  <a:lnTo>
                    <a:pt x="12" y="211"/>
                  </a:lnTo>
                  <a:lnTo>
                    <a:pt x="7" y="209"/>
                  </a:lnTo>
                  <a:lnTo>
                    <a:pt x="5" y="207"/>
                  </a:lnTo>
                  <a:lnTo>
                    <a:pt x="2" y="204"/>
                  </a:lnTo>
                  <a:lnTo>
                    <a:pt x="2" y="204"/>
                  </a:lnTo>
                  <a:lnTo>
                    <a:pt x="2" y="204"/>
                  </a:lnTo>
                  <a:lnTo>
                    <a:pt x="2" y="204"/>
                  </a:lnTo>
                  <a:lnTo>
                    <a:pt x="2" y="204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2"/>
                  </a:lnTo>
                  <a:lnTo>
                    <a:pt x="0" y="202"/>
                  </a:lnTo>
                  <a:lnTo>
                    <a:pt x="0" y="202"/>
                  </a:lnTo>
                  <a:lnTo>
                    <a:pt x="0" y="202"/>
                  </a:lnTo>
                  <a:lnTo>
                    <a:pt x="0" y="202"/>
                  </a:lnTo>
                  <a:lnTo>
                    <a:pt x="5" y="192"/>
                  </a:lnTo>
                  <a:lnTo>
                    <a:pt x="21" y="183"/>
                  </a:lnTo>
                  <a:lnTo>
                    <a:pt x="45" y="169"/>
                  </a:lnTo>
                  <a:lnTo>
                    <a:pt x="71" y="154"/>
                  </a:lnTo>
                  <a:lnTo>
                    <a:pt x="100" y="138"/>
                  </a:lnTo>
                  <a:lnTo>
                    <a:pt x="126" y="123"/>
                  </a:lnTo>
                  <a:lnTo>
                    <a:pt x="147" y="107"/>
                  </a:lnTo>
                  <a:lnTo>
                    <a:pt x="159" y="95"/>
                  </a:lnTo>
                  <a:lnTo>
                    <a:pt x="159" y="81"/>
                  </a:lnTo>
                  <a:lnTo>
                    <a:pt x="162" y="69"/>
                  </a:lnTo>
                  <a:lnTo>
                    <a:pt x="162" y="57"/>
                  </a:lnTo>
                  <a:lnTo>
                    <a:pt x="162" y="45"/>
                  </a:lnTo>
                  <a:lnTo>
                    <a:pt x="164" y="36"/>
                  </a:lnTo>
                  <a:lnTo>
                    <a:pt x="164" y="24"/>
                  </a:lnTo>
                  <a:lnTo>
                    <a:pt x="166" y="12"/>
                  </a:lnTo>
                  <a:lnTo>
                    <a:pt x="169" y="0"/>
                  </a:lnTo>
                  <a:lnTo>
                    <a:pt x="173" y="5"/>
                  </a:lnTo>
                  <a:lnTo>
                    <a:pt x="181" y="12"/>
                  </a:lnTo>
                  <a:lnTo>
                    <a:pt x="192" y="24"/>
                  </a:lnTo>
                  <a:lnTo>
                    <a:pt x="202" y="36"/>
                  </a:lnTo>
                  <a:lnTo>
                    <a:pt x="214" y="50"/>
                  </a:lnTo>
                  <a:lnTo>
                    <a:pt x="221" y="62"/>
                  </a:lnTo>
                  <a:lnTo>
                    <a:pt x="228" y="71"/>
                  </a:lnTo>
                  <a:lnTo>
                    <a:pt x="231" y="76"/>
                  </a:lnTo>
                  <a:lnTo>
                    <a:pt x="231" y="76"/>
                  </a:lnTo>
                  <a:lnTo>
                    <a:pt x="231" y="76"/>
                  </a:lnTo>
                  <a:lnTo>
                    <a:pt x="233" y="76"/>
                  </a:lnTo>
                  <a:lnTo>
                    <a:pt x="233" y="76"/>
                  </a:lnTo>
                  <a:lnTo>
                    <a:pt x="233" y="76"/>
                  </a:lnTo>
                  <a:lnTo>
                    <a:pt x="233" y="76"/>
                  </a:lnTo>
                  <a:lnTo>
                    <a:pt x="233" y="76"/>
                  </a:lnTo>
                  <a:lnTo>
                    <a:pt x="235" y="76"/>
                  </a:lnTo>
                  <a:lnTo>
                    <a:pt x="235" y="81"/>
                  </a:lnTo>
                  <a:lnTo>
                    <a:pt x="238" y="85"/>
                  </a:lnTo>
                  <a:lnTo>
                    <a:pt x="242" y="90"/>
                  </a:lnTo>
                  <a:lnTo>
                    <a:pt x="247" y="93"/>
                  </a:lnTo>
                  <a:lnTo>
                    <a:pt x="252" y="100"/>
                  </a:lnTo>
                  <a:lnTo>
                    <a:pt x="257" y="104"/>
                  </a:lnTo>
                  <a:lnTo>
                    <a:pt x="261" y="109"/>
                  </a:lnTo>
                  <a:lnTo>
                    <a:pt x="264" y="114"/>
                  </a:lnTo>
                  <a:lnTo>
                    <a:pt x="266" y="114"/>
                  </a:lnTo>
                  <a:lnTo>
                    <a:pt x="269" y="116"/>
                  </a:lnTo>
                  <a:lnTo>
                    <a:pt x="271" y="119"/>
                  </a:lnTo>
                  <a:lnTo>
                    <a:pt x="273" y="119"/>
                  </a:lnTo>
                  <a:lnTo>
                    <a:pt x="276" y="123"/>
                  </a:lnTo>
                  <a:lnTo>
                    <a:pt x="278" y="126"/>
                  </a:lnTo>
                  <a:lnTo>
                    <a:pt x="280" y="128"/>
                  </a:lnTo>
                  <a:lnTo>
                    <a:pt x="283" y="131"/>
                  </a:lnTo>
                  <a:lnTo>
                    <a:pt x="278" y="133"/>
                  </a:lnTo>
                  <a:lnTo>
                    <a:pt x="273" y="138"/>
                  </a:lnTo>
                  <a:lnTo>
                    <a:pt x="264" y="145"/>
                  </a:lnTo>
                  <a:lnTo>
                    <a:pt x="252" y="152"/>
                  </a:lnTo>
                  <a:lnTo>
                    <a:pt x="240" y="159"/>
                  </a:lnTo>
                  <a:lnTo>
                    <a:pt x="233" y="164"/>
                  </a:lnTo>
                  <a:lnTo>
                    <a:pt x="226" y="169"/>
                  </a:lnTo>
                  <a:lnTo>
                    <a:pt x="223" y="171"/>
                  </a:lnTo>
                  <a:lnTo>
                    <a:pt x="214" y="178"/>
                  </a:lnTo>
                  <a:lnTo>
                    <a:pt x="197" y="192"/>
                  </a:lnTo>
                  <a:lnTo>
                    <a:pt x="176" y="211"/>
                  </a:lnTo>
                  <a:lnTo>
                    <a:pt x="152" y="233"/>
                  </a:lnTo>
                  <a:lnTo>
                    <a:pt x="128" y="254"/>
                  </a:lnTo>
                  <a:lnTo>
                    <a:pt x="107" y="271"/>
                  </a:lnTo>
                  <a:lnTo>
                    <a:pt x="93" y="283"/>
                  </a:lnTo>
                  <a:lnTo>
                    <a:pt x="88" y="287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41" name="Freeform 9"/>
            <p:cNvSpPr>
              <a:spLocks/>
            </p:cNvSpPr>
            <p:nvPr/>
          </p:nvSpPr>
          <p:spPr bwMode="auto">
            <a:xfrm>
              <a:off x="848" y="3804"/>
              <a:ext cx="259" cy="243"/>
            </a:xfrm>
            <a:custGeom>
              <a:avLst/>
              <a:gdLst>
                <a:gd name="T0" fmla="*/ 55 w 328"/>
                <a:gd name="T1" fmla="*/ 278 h 281"/>
                <a:gd name="T2" fmla="*/ 33 w 328"/>
                <a:gd name="T3" fmla="*/ 269 h 281"/>
                <a:gd name="T4" fmla="*/ 19 w 328"/>
                <a:gd name="T5" fmla="*/ 255 h 281"/>
                <a:gd name="T6" fmla="*/ 17 w 328"/>
                <a:gd name="T7" fmla="*/ 255 h 281"/>
                <a:gd name="T8" fmla="*/ 17 w 328"/>
                <a:gd name="T9" fmla="*/ 255 h 281"/>
                <a:gd name="T10" fmla="*/ 10 w 328"/>
                <a:gd name="T11" fmla="*/ 243 h 281"/>
                <a:gd name="T12" fmla="*/ 2 w 328"/>
                <a:gd name="T13" fmla="*/ 221 h 281"/>
                <a:gd name="T14" fmla="*/ 0 w 328"/>
                <a:gd name="T15" fmla="*/ 198 h 281"/>
                <a:gd name="T16" fmla="*/ 12 w 328"/>
                <a:gd name="T17" fmla="*/ 169 h 281"/>
                <a:gd name="T18" fmla="*/ 31 w 328"/>
                <a:gd name="T19" fmla="*/ 145 h 281"/>
                <a:gd name="T20" fmla="*/ 55 w 328"/>
                <a:gd name="T21" fmla="*/ 138 h 281"/>
                <a:gd name="T22" fmla="*/ 57 w 328"/>
                <a:gd name="T23" fmla="*/ 145 h 281"/>
                <a:gd name="T24" fmla="*/ 64 w 328"/>
                <a:gd name="T25" fmla="*/ 150 h 281"/>
                <a:gd name="T26" fmla="*/ 71 w 328"/>
                <a:gd name="T27" fmla="*/ 150 h 281"/>
                <a:gd name="T28" fmla="*/ 71 w 328"/>
                <a:gd name="T29" fmla="*/ 141 h 281"/>
                <a:gd name="T30" fmla="*/ 67 w 328"/>
                <a:gd name="T31" fmla="*/ 133 h 281"/>
                <a:gd name="T32" fmla="*/ 67 w 328"/>
                <a:gd name="T33" fmla="*/ 100 h 281"/>
                <a:gd name="T34" fmla="*/ 76 w 328"/>
                <a:gd name="T35" fmla="*/ 62 h 281"/>
                <a:gd name="T36" fmla="*/ 98 w 328"/>
                <a:gd name="T37" fmla="*/ 38 h 281"/>
                <a:gd name="T38" fmla="*/ 131 w 328"/>
                <a:gd name="T39" fmla="*/ 27 h 281"/>
                <a:gd name="T40" fmla="*/ 195 w 328"/>
                <a:gd name="T41" fmla="*/ 31 h 281"/>
                <a:gd name="T42" fmla="*/ 195 w 328"/>
                <a:gd name="T43" fmla="*/ 34 h 281"/>
                <a:gd name="T44" fmla="*/ 195 w 328"/>
                <a:gd name="T45" fmla="*/ 36 h 281"/>
                <a:gd name="T46" fmla="*/ 195 w 328"/>
                <a:gd name="T47" fmla="*/ 36 h 281"/>
                <a:gd name="T48" fmla="*/ 197 w 328"/>
                <a:gd name="T49" fmla="*/ 38 h 281"/>
                <a:gd name="T50" fmla="*/ 200 w 328"/>
                <a:gd name="T51" fmla="*/ 38 h 281"/>
                <a:gd name="T52" fmla="*/ 202 w 328"/>
                <a:gd name="T53" fmla="*/ 36 h 281"/>
                <a:gd name="T54" fmla="*/ 202 w 328"/>
                <a:gd name="T55" fmla="*/ 34 h 281"/>
                <a:gd name="T56" fmla="*/ 207 w 328"/>
                <a:gd name="T57" fmla="*/ 34 h 281"/>
                <a:gd name="T58" fmla="*/ 214 w 328"/>
                <a:gd name="T59" fmla="*/ 10 h 281"/>
                <a:gd name="T60" fmla="*/ 233 w 328"/>
                <a:gd name="T61" fmla="*/ 0 h 281"/>
                <a:gd name="T62" fmla="*/ 271 w 328"/>
                <a:gd name="T63" fmla="*/ 3 h 281"/>
                <a:gd name="T64" fmla="*/ 319 w 328"/>
                <a:gd name="T65" fmla="*/ 22 h 281"/>
                <a:gd name="T66" fmla="*/ 328 w 328"/>
                <a:gd name="T67" fmla="*/ 46 h 281"/>
                <a:gd name="T68" fmla="*/ 321 w 328"/>
                <a:gd name="T69" fmla="*/ 91 h 281"/>
                <a:gd name="T70" fmla="*/ 288 w 328"/>
                <a:gd name="T71" fmla="*/ 133 h 281"/>
                <a:gd name="T72" fmla="*/ 269 w 328"/>
                <a:gd name="T73" fmla="*/ 143 h 281"/>
                <a:gd name="T74" fmla="*/ 266 w 328"/>
                <a:gd name="T75" fmla="*/ 145 h 281"/>
                <a:gd name="T76" fmla="*/ 264 w 328"/>
                <a:gd name="T77" fmla="*/ 150 h 281"/>
                <a:gd name="T78" fmla="*/ 266 w 328"/>
                <a:gd name="T79" fmla="*/ 150 h 281"/>
                <a:gd name="T80" fmla="*/ 269 w 328"/>
                <a:gd name="T81" fmla="*/ 150 h 281"/>
                <a:gd name="T82" fmla="*/ 271 w 328"/>
                <a:gd name="T83" fmla="*/ 164 h 281"/>
                <a:gd name="T84" fmla="*/ 264 w 328"/>
                <a:gd name="T85" fmla="*/ 200 h 281"/>
                <a:gd name="T86" fmla="*/ 245 w 328"/>
                <a:gd name="T87" fmla="*/ 231 h 281"/>
                <a:gd name="T88" fmla="*/ 216 w 328"/>
                <a:gd name="T89" fmla="*/ 255 h 281"/>
                <a:gd name="T90" fmla="*/ 183 w 328"/>
                <a:gd name="T91" fmla="*/ 271 h 281"/>
                <a:gd name="T92" fmla="*/ 147 w 328"/>
                <a:gd name="T93" fmla="*/ 274 h 281"/>
                <a:gd name="T94" fmla="*/ 147 w 328"/>
                <a:gd name="T95" fmla="*/ 264 h 281"/>
                <a:gd name="T96" fmla="*/ 150 w 328"/>
                <a:gd name="T97" fmla="*/ 257 h 281"/>
                <a:gd name="T98" fmla="*/ 143 w 328"/>
                <a:gd name="T99" fmla="*/ 255 h 281"/>
                <a:gd name="T100" fmla="*/ 117 w 328"/>
                <a:gd name="T101" fmla="*/ 267 h 281"/>
                <a:gd name="T102" fmla="*/ 83 w 328"/>
                <a:gd name="T103" fmla="*/ 28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28" h="281">
                  <a:moveTo>
                    <a:pt x="69" y="281"/>
                  </a:moveTo>
                  <a:lnTo>
                    <a:pt x="62" y="281"/>
                  </a:lnTo>
                  <a:lnTo>
                    <a:pt x="55" y="278"/>
                  </a:lnTo>
                  <a:lnTo>
                    <a:pt x="48" y="276"/>
                  </a:lnTo>
                  <a:lnTo>
                    <a:pt x="40" y="271"/>
                  </a:lnTo>
                  <a:lnTo>
                    <a:pt x="33" y="269"/>
                  </a:lnTo>
                  <a:lnTo>
                    <a:pt x="26" y="264"/>
                  </a:lnTo>
                  <a:lnTo>
                    <a:pt x="21" y="259"/>
                  </a:lnTo>
                  <a:lnTo>
                    <a:pt x="19" y="255"/>
                  </a:lnTo>
                  <a:lnTo>
                    <a:pt x="19" y="255"/>
                  </a:lnTo>
                  <a:lnTo>
                    <a:pt x="17" y="255"/>
                  </a:lnTo>
                  <a:lnTo>
                    <a:pt x="17" y="255"/>
                  </a:lnTo>
                  <a:lnTo>
                    <a:pt x="17" y="255"/>
                  </a:lnTo>
                  <a:lnTo>
                    <a:pt x="17" y="255"/>
                  </a:lnTo>
                  <a:lnTo>
                    <a:pt x="17" y="255"/>
                  </a:lnTo>
                  <a:lnTo>
                    <a:pt x="17" y="255"/>
                  </a:lnTo>
                  <a:lnTo>
                    <a:pt x="17" y="255"/>
                  </a:lnTo>
                  <a:lnTo>
                    <a:pt x="10" y="243"/>
                  </a:lnTo>
                  <a:lnTo>
                    <a:pt x="7" y="233"/>
                  </a:lnTo>
                  <a:lnTo>
                    <a:pt x="5" y="226"/>
                  </a:lnTo>
                  <a:lnTo>
                    <a:pt x="2" y="221"/>
                  </a:lnTo>
                  <a:lnTo>
                    <a:pt x="0" y="214"/>
                  </a:lnTo>
                  <a:lnTo>
                    <a:pt x="0" y="207"/>
                  </a:lnTo>
                  <a:lnTo>
                    <a:pt x="0" y="198"/>
                  </a:lnTo>
                  <a:lnTo>
                    <a:pt x="2" y="183"/>
                  </a:lnTo>
                  <a:lnTo>
                    <a:pt x="5" y="176"/>
                  </a:lnTo>
                  <a:lnTo>
                    <a:pt x="12" y="169"/>
                  </a:lnTo>
                  <a:lnTo>
                    <a:pt x="17" y="162"/>
                  </a:lnTo>
                  <a:lnTo>
                    <a:pt x="24" y="152"/>
                  </a:lnTo>
                  <a:lnTo>
                    <a:pt x="31" y="145"/>
                  </a:lnTo>
                  <a:lnTo>
                    <a:pt x="38" y="141"/>
                  </a:lnTo>
                  <a:lnTo>
                    <a:pt x="48" y="136"/>
                  </a:lnTo>
                  <a:lnTo>
                    <a:pt x="55" y="138"/>
                  </a:lnTo>
                  <a:lnTo>
                    <a:pt x="55" y="141"/>
                  </a:lnTo>
                  <a:lnTo>
                    <a:pt x="55" y="143"/>
                  </a:lnTo>
                  <a:lnTo>
                    <a:pt x="57" y="145"/>
                  </a:lnTo>
                  <a:lnTo>
                    <a:pt x="59" y="148"/>
                  </a:lnTo>
                  <a:lnTo>
                    <a:pt x="62" y="150"/>
                  </a:lnTo>
                  <a:lnTo>
                    <a:pt x="64" y="150"/>
                  </a:lnTo>
                  <a:lnTo>
                    <a:pt x="67" y="152"/>
                  </a:lnTo>
                  <a:lnTo>
                    <a:pt x="71" y="155"/>
                  </a:lnTo>
                  <a:lnTo>
                    <a:pt x="71" y="150"/>
                  </a:lnTo>
                  <a:lnTo>
                    <a:pt x="71" y="148"/>
                  </a:lnTo>
                  <a:lnTo>
                    <a:pt x="71" y="145"/>
                  </a:lnTo>
                  <a:lnTo>
                    <a:pt x="71" y="141"/>
                  </a:lnTo>
                  <a:lnTo>
                    <a:pt x="69" y="138"/>
                  </a:lnTo>
                  <a:lnTo>
                    <a:pt x="69" y="136"/>
                  </a:lnTo>
                  <a:lnTo>
                    <a:pt x="67" y="133"/>
                  </a:lnTo>
                  <a:lnTo>
                    <a:pt x="67" y="131"/>
                  </a:lnTo>
                  <a:lnTo>
                    <a:pt x="67" y="114"/>
                  </a:lnTo>
                  <a:lnTo>
                    <a:pt x="67" y="100"/>
                  </a:lnTo>
                  <a:lnTo>
                    <a:pt x="69" y="86"/>
                  </a:lnTo>
                  <a:lnTo>
                    <a:pt x="71" y="74"/>
                  </a:lnTo>
                  <a:lnTo>
                    <a:pt x="76" y="62"/>
                  </a:lnTo>
                  <a:lnTo>
                    <a:pt x="83" y="53"/>
                  </a:lnTo>
                  <a:lnTo>
                    <a:pt x="90" y="46"/>
                  </a:lnTo>
                  <a:lnTo>
                    <a:pt x="98" y="38"/>
                  </a:lnTo>
                  <a:lnTo>
                    <a:pt x="107" y="34"/>
                  </a:lnTo>
                  <a:lnTo>
                    <a:pt x="119" y="29"/>
                  </a:lnTo>
                  <a:lnTo>
                    <a:pt x="131" y="27"/>
                  </a:lnTo>
                  <a:lnTo>
                    <a:pt x="143" y="27"/>
                  </a:lnTo>
                  <a:lnTo>
                    <a:pt x="169" y="27"/>
                  </a:lnTo>
                  <a:lnTo>
                    <a:pt x="195" y="31"/>
                  </a:lnTo>
                  <a:lnTo>
                    <a:pt x="195" y="34"/>
                  </a:lnTo>
                  <a:lnTo>
                    <a:pt x="195" y="34"/>
                  </a:lnTo>
                  <a:lnTo>
                    <a:pt x="195" y="34"/>
                  </a:lnTo>
                  <a:lnTo>
                    <a:pt x="195" y="34"/>
                  </a:lnTo>
                  <a:lnTo>
                    <a:pt x="195" y="36"/>
                  </a:lnTo>
                  <a:lnTo>
                    <a:pt x="195" y="36"/>
                  </a:lnTo>
                  <a:lnTo>
                    <a:pt x="195" y="36"/>
                  </a:lnTo>
                  <a:lnTo>
                    <a:pt x="195" y="36"/>
                  </a:lnTo>
                  <a:lnTo>
                    <a:pt x="195" y="36"/>
                  </a:lnTo>
                  <a:lnTo>
                    <a:pt x="197" y="38"/>
                  </a:lnTo>
                  <a:lnTo>
                    <a:pt x="197" y="38"/>
                  </a:lnTo>
                  <a:lnTo>
                    <a:pt x="197" y="38"/>
                  </a:lnTo>
                  <a:lnTo>
                    <a:pt x="197" y="38"/>
                  </a:lnTo>
                  <a:lnTo>
                    <a:pt x="200" y="38"/>
                  </a:lnTo>
                  <a:lnTo>
                    <a:pt x="200" y="38"/>
                  </a:lnTo>
                  <a:lnTo>
                    <a:pt x="200" y="38"/>
                  </a:lnTo>
                  <a:lnTo>
                    <a:pt x="200" y="36"/>
                  </a:lnTo>
                  <a:lnTo>
                    <a:pt x="202" y="36"/>
                  </a:lnTo>
                  <a:lnTo>
                    <a:pt x="202" y="36"/>
                  </a:lnTo>
                  <a:lnTo>
                    <a:pt x="202" y="36"/>
                  </a:lnTo>
                  <a:lnTo>
                    <a:pt x="202" y="34"/>
                  </a:lnTo>
                  <a:lnTo>
                    <a:pt x="205" y="34"/>
                  </a:lnTo>
                  <a:lnTo>
                    <a:pt x="205" y="34"/>
                  </a:lnTo>
                  <a:lnTo>
                    <a:pt x="207" y="34"/>
                  </a:lnTo>
                  <a:lnTo>
                    <a:pt x="207" y="24"/>
                  </a:lnTo>
                  <a:lnTo>
                    <a:pt x="209" y="17"/>
                  </a:lnTo>
                  <a:lnTo>
                    <a:pt x="214" y="10"/>
                  </a:lnTo>
                  <a:lnTo>
                    <a:pt x="219" y="5"/>
                  </a:lnTo>
                  <a:lnTo>
                    <a:pt x="226" y="3"/>
                  </a:lnTo>
                  <a:lnTo>
                    <a:pt x="233" y="0"/>
                  </a:lnTo>
                  <a:lnTo>
                    <a:pt x="243" y="0"/>
                  </a:lnTo>
                  <a:lnTo>
                    <a:pt x="252" y="0"/>
                  </a:lnTo>
                  <a:lnTo>
                    <a:pt x="271" y="3"/>
                  </a:lnTo>
                  <a:lnTo>
                    <a:pt x="288" y="8"/>
                  </a:lnTo>
                  <a:lnTo>
                    <a:pt x="304" y="15"/>
                  </a:lnTo>
                  <a:lnTo>
                    <a:pt x="319" y="22"/>
                  </a:lnTo>
                  <a:lnTo>
                    <a:pt x="323" y="31"/>
                  </a:lnTo>
                  <a:lnTo>
                    <a:pt x="326" y="38"/>
                  </a:lnTo>
                  <a:lnTo>
                    <a:pt x="328" y="46"/>
                  </a:lnTo>
                  <a:lnTo>
                    <a:pt x="328" y="55"/>
                  </a:lnTo>
                  <a:lnTo>
                    <a:pt x="326" y="74"/>
                  </a:lnTo>
                  <a:lnTo>
                    <a:pt x="321" y="91"/>
                  </a:lnTo>
                  <a:lnTo>
                    <a:pt x="312" y="107"/>
                  </a:lnTo>
                  <a:lnTo>
                    <a:pt x="300" y="122"/>
                  </a:lnTo>
                  <a:lnTo>
                    <a:pt x="288" y="133"/>
                  </a:lnTo>
                  <a:lnTo>
                    <a:pt x="271" y="141"/>
                  </a:lnTo>
                  <a:lnTo>
                    <a:pt x="271" y="141"/>
                  </a:lnTo>
                  <a:lnTo>
                    <a:pt x="269" y="143"/>
                  </a:lnTo>
                  <a:lnTo>
                    <a:pt x="269" y="143"/>
                  </a:lnTo>
                  <a:lnTo>
                    <a:pt x="266" y="145"/>
                  </a:lnTo>
                  <a:lnTo>
                    <a:pt x="266" y="145"/>
                  </a:lnTo>
                  <a:lnTo>
                    <a:pt x="266" y="148"/>
                  </a:lnTo>
                  <a:lnTo>
                    <a:pt x="264" y="148"/>
                  </a:lnTo>
                  <a:lnTo>
                    <a:pt x="264" y="150"/>
                  </a:lnTo>
                  <a:lnTo>
                    <a:pt x="266" y="150"/>
                  </a:lnTo>
                  <a:lnTo>
                    <a:pt x="266" y="150"/>
                  </a:lnTo>
                  <a:lnTo>
                    <a:pt x="266" y="150"/>
                  </a:lnTo>
                  <a:lnTo>
                    <a:pt x="266" y="150"/>
                  </a:lnTo>
                  <a:lnTo>
                    <a:pt x="266" y="150"/>
                  </a:lnTo>
                  <a:lnTo>
                    <a:pt x="269" y="150"/>
                  </a:lnTo>
                  <a:lnTo>
                    <a:pt x="269" y="152"/>
                  </a:lnTo>
                  <a:lnTo>
                    <a:pt x="269" y="152"/>
                  </a:lnTo>
                  <a:lnTo>
                    <a:pt x="271" y="164"/>
                  </a:lnTo>
                  <a:lnTo>
                    <a:pt x="271" y="176"/>
                  </a:lnTo>
                  <a:lnTo>
                    <a:pt x="269" y="188"/>
                  </a:lnTo>
                  <a:lnTo>
                    <a:pt x="264" y="200"/>
                  </a:lnTo>
                  <a:lnTo>
                    <a:pt x="259" y="210"/>
                  </a:lnTo>
                  <a:lnTo>
                    <a:pt x="252" y="221"/>
                  </a:lnTo>
                  <a:lnTo>
                    <a:pt x="245" y="231"/>
                  </a:lnTo>
                  <a:lnTo>
                    <a:pt x="235" y="240"/>
                  </a:lnTo>
                  <a:lnTo>
                    <a:pt x="226" y="248"/>
                  </a:lnTo>
                  <a:lnTo>
                    <a:pt x="216" y="255"/>
                  </a:lnTo>
                  <a:lnTo>
                    <a:pt x="205" y="262"/>
                  </a:lnTo>
                  <a:lnTo>
                    <a:pt x="193" y="267"/>
                  </a:lnTo>
                  <a:lnTo>
                    <a:pt x="183" y="271"/>
                  </a:lnTo>
                  <a:lnTo>
                    <a:pt x="171" y="274"/>
                  </a:lnTo>
                  <a:lnTo>
                    <a:pt x="159" y="274"/>
                  </a:lnTo>
                  <a:lnTo>
                    <a:pt x="147" y="274"/>
                  </a:lnTo>
                  <a:lnTo>
                    <a:pt x="147" y="271"/>
                  </a:lnTo>
                  <a:lnTo>
                    <a:pt x="147" y="267"/>
                  </a:lnTo>
                  <a:lnTo>
                    <a:pt x="147" y="264"/>
                  </a:lnTo>
                  <a:lnTo>
                    <a:pt x="150" y="262"/>
                  </a:lnTo>
                  <a:lnTo>
                    <a:pt x="150" y="259"/>
                  </a:lnTo>
                  <a:lnTo>
                    <a:pt x="150" y="257"/>
                  </a:lnTo>
                  <a:lnTo>
                    <a:pt x="152" y="255"/>
                  </a:lnTo>
                  <a:lnTo>
                    <a:pt x="152" y="252"/>
                  </a:lnTo>
                  <a:lnTo>
                    <a:pt x="143" y="255"/>
                  </a:lnTo>
                  <a:lnTo>
                    <a:pt x="133" y="257"/>
                  </a:lnTo>
                  <a:lnTo>
                    <a:pt x="126" y="262"/>
                  </a:lnTo>
                  <a:lnTo>
                    <a:pt x="117" y="267"/>
                  </a:lnTo>
                  <a:lnTo>
                    <a:pt x="105" y="274"/>
                  </a:lnTo>
                  <a:lnTo>
                    <a:pt x="95" y="278"/>
                  </a:lnTo>
                  <a:lnTo>
                    <a:pt x="83" y="281"/>
                  </a:lnTo>
                  <a:lnTo>
                    <a:pt x="69" y="28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42" name="Freeform 10"/>
            <p:cNvSpPr>
              <a:spLocks/>
            </p:cNvSpPr>
            <p:nvPr/>
          </p:nvSpPr>
          <p:spPr bwMode="auto">
            <a:xfrm>
              <a:off x="528" y="3800"/>
              <a:ext cx="236" cy="247"/>
            </a:xfrm>
            <a:custGeom>
              <a:avLst/>
              <a:gdLst>
                <a:gd name="T0" fmla="*/ 279 w 300"/>
                <a:gd name="T1" fmla="*/ 282 h 285"/>
                <a:gd name="T2" fmla="*/ 274 w 300"/>
                <a:gd name="T3" fmla="*/ 280 h 285"/>
                <a:gd name="T4" fmla="*/ 272 w 300"/>
                <a:gd name="T5" fmla="*/ 278 h 285"/>
                <a:gd name="T6" fmla="*/ 272 w 300"/>
                <a:gd name="T7" fmla="*/ 275 h 285"/>
                <a:gd name="T8" fmla="*/ 252 w 300"/>
                <a:gd name="T9" fmla="*/ 271 h 285"/>
                <a:gd name="T10" fmla="*/ 222 w 300"/>
                <a:gd name="T11" fmla="*/ 261 h 285"/>
                <a:gd name="T12" fmla="*/ 219 w 300"/>
                <a:gd name="T13" fmla="*/ 206 h 285"/>
                <a:gd name="T14" fmla="*/ 222 w 300"/>
                <a:gd name="T15" fmla="*/ 130 h 285"/>
                <a:gd name="T16" fmla="*/ 219 w 300"/>
                <a:gd name="T17" fmla="*/ 111 h 285"/>
                <a:gd name="T18" fmla="*/ 214 w 300"/>
                <a:gd name="T19" fmla="*/ 111 h 285"/>
                <a:gd name="T20" fmla="*/ 212 w 300"/>
                <a:gd name="T21" fmla="*/ 156 h 285"/>
                <a:gd name="T22" fmla="*/ 200 w 300"/>
                <a:gd name="T23" fmla="*/ 216 h 285"/>
                <a:gd name="T24" fmla="*/ 184 w 300"/>
                <a:gd name="T25" fmla="*/ 233 h 285"/>
                <a:gd name="T26" fmla="*/ 169 w 300"/>
                <a:gd name="T27" fmla="*/ 225 h 285"/>
                <a:gd name="T28" fmla="*/ 167 w 300"/>
                <a:gd name="T29" fmla="*/ 218 h 285"/>
                <a:gd name="T30" fmla="*/ 172 w 300"/>
                <a:gd name="T31" fmla="*/ 209 h 285"/>
                <a:gd name="T32" fmla="*/ 176 w 300"/>
                <a:gd name="T33" fmla="*/ 164 h 285"/>
                <a:gd name="T34" fmla="*/ 157 w 300"/>
                <a:gd name="T35" fmla="*/ 135 h 285"/>
                <a:gd name="T36" fmla="*/ 86 w 300"/>
                <a:gd name="T37" fmla="*/ 137 h 285"/>
                <a:gd name="T38" fmla="*/ 65 w 300"/>
                <a:gd name="T39" fmla="*/ 137 h 285"/>
                <a:gd name="T40" fmla="*/ 72 w 300"/>
                <a:gd name="T41" fmla="*/ 130 h 285"/>
                <a:gd name="T42" fmla="*/ 84 w 300"/>
                <a:gd name="T43" fmla="*/ 97 h 285"/>
                <a:gd name="T44" fmla="*/ 96 w 300"/>
                <a:gd name="T45" fmla="*/ 57 h 285"/>
                <a:gd name="T46" fmla="*/ 86 w 300"/>
                <a:gd name="T47" fmla="*/ 57 h 285"/>
                <a:gd name="T48" fmla="*/ 53 w 300"/>
                <a:gd name="T49" fmla="*/ 114 h 285"/>
                <a:gd name="T50" fmla="*/ 22 w 300"/>
                <a:gd name="T51" fmla="*/ 135 h 285"/>
                <a:gd name="T52" fmla="*/ 12 w 300"/>
                <a:gd name="T53" fmla="*/ 133 h 285"/>
                <a:gd name="T54" fmla="*/ 12 w 300"/>
                <a:gd name="T55" fmla="*/ 130 h 285"/>
                <a:gd name="T56" fmla="*/ 10 w 300"/>
                <a:gd name="T57" fmla="*/ 130 h 285"/>
                <a:gd name="T58" fmla="*/ 5 w 300"/>
                <a:gd name="T59" fmla="*/ 126 h 285"/>
                <a:gd name="T60" fmla="*/ 0 w 300"/>
                <a:gd name="T61" fmla="*/ 123 h 285"/>
                <a:gd name="T62" fmla="*/ 0 w 300"/>
                <a:gd name="T63" fmla="*/ 121 h 285"/>
                <a:gd name="T64" fmla="*/ 8 w 300"/>
                <a:gd name="T65" fmla="*/ 116 h 285"/>
                <a:gd name="T66" fmla="*/ 15 w 300"/>
                <a:gd name="T67" fmla="*/ 107 h 285"/>
                <a:gd name="T68" fmla="*/ 41 w 300"/>
                <a:gd name="T69" fmla="*/ 76 h 285"/>
                <a:gd name="T70" fmla="*/ 69 w 300"/>
                <a:gd name="T71" fmla="*/ 19 h 285"/>
                <a:gd name="T72" fmla="*/ 110 w 300"/>
                <a:gd name="T73" fmla="*/ 0 h 285"/>
                <a:gd name="T74" fmla="*/ 148 w 300"/>
                <a:gd name="T75" fmla="*/ 19 h 285"/>
                <a:gd name="T76" fmla="*/ 207 w 300"/>
                <a:gd name="T77" fmla="*/ 61 h 285"/>
                <a:gd name="T78" fmla="*/ 264 w 300"/>
                <a:gd name="T79" fmla="*/ 99 h 285"/>
                <a:gd name="T80" fmla="*/ 283 w 300"/>
                <a:gd name="T81" fmla="*/ 149 h 285"/>
                <a:gd name="T82" fmla="*/ 286 w 300"/>
                <a:gd name="T83" fmla="*/ 211 h 285"/>
                <a:gd name="T84" fmla="*/ 291 w 300"/>
                <a:gd name="T85" fmla="*/ 233 h 285"/>
                <a:gd name="T86" fmla="*/ 295 w 300"/>
                <a:gd name="T87" fmla="*/ 249 h 285"/>
                <a:gd name="T88" fmla="*/ 298 w 300"/>
                <a:gd name="T89" fmla="*/ 263 h 285"/>
                <a:gd name="T90" fmla="*/ 286 w 300"/>
                <a:gd name="T91" fmla="*/ 280 h 285"/>
                <a:gd name="T92" fmla="*/ 283 w 300"/>
                <a:gd name="T93" fmla="*/ 282 h 285"/>
                <a:gd name="T94" fmla="*/ 281 w 300"/>
                <a:gd name="T95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0" h="285">
                  <a:moveTo>
                    <a:pt x="281" y="285"/>
                  </a:moveTo>
                  <a:lnTo>
                    <a:pt x="279" y="282"/>
                  </a:lnTo>
                  <a:lnTo>
                    <a:pt x="279" y="282"/>
                  </a:lnTo>
                  <a:lnTo>
                    <a:pt x="279" y="282"/>
                  </a:lnTo>
                  <a:lnTo>
                    <a:pt x="279" y="282"/>
                  </a:lnTo>
                  <a:lnTo>
                    <a:pt x="276" y="280"/>
                  </a:lnTo>
                  <a:lnTo>
                    <a:pt x="276" y="280"/>
                  </a:lnTo>
                  <a:lnTo>
                    <a:pt x="274" y="280"/>
                  </a:lnTo>
                  <a:lnTo>
                    <a:pt x="272" y="280"/>
                  </a:lnTo>
                  <a:lnTo>
                    <a:pt x="272" y="278"/>
                  </a:lnTo>
                  <a:lnTo>
                    <a:pt x="272" y="278"/>
                  </a:lnTo>
                  <a:lnTo>
                    <a:pt x="272" y="278"/>
                  </a:lnTo>
                  <a:lnTo>
                    <a:pt x="272" y="278"/>
                  </a:lnTo>
                  <a:lnTo>
                    <a:pt x="272" y="278"/>
                  </a:lnTo>
                  <a:lnTo>
                    <a:pt x="272" y="275"/>
                  </a:lnTo>
                  <a:lnTo>
                    <a:pt x="272" y="275"/>
                  </a:lnTo>
                  <a:lnTo>
                    <a:pt x="272" y="275"/>
                  </a:lnTo>
                  <a:lnTo>
                    <a:pt x="267" y="275"/>
                  </a:lnTo>
                  <a:lnTo>
                    <a:pt x="260" y="273"/>
                  </a:lnTo>
                  <a:lnTo>
                    <a:pt x="252" y="271"/>
                  </a:lnTo>
                  <a:lnTo>
                    <a:pt x="243" y="268"/>
                  </a:lnTo>
                  <a:lnTo>
                    <a:pt x="233" y="266"/>
                  </a:lnTo>
                  <a:lnTo>
                    <a:pt x="226" y="263"/>
                  </a:lnTo>
                  <a:lnTo>
                    <a:pt x="222" y="261"/>
                  </a:lnTo>
                  <a:lnTo>
                    <a:pt x="219" y="261"/>
                  </a:lnTo>
                  <a:lnTo>
                    <a:pt x="217" y="242"/>
                  </a:lnTo>
                  <a:lnTo>
                    <a:pt x="217" y="225"/>
                  </a:lnTo>
                  <a:lnTo>
                    <a:pt x="219" y="206"/>
                  </a:lnTo>
                  <a:lnTo>
                    <a:pt x="219" y="187"/>
                  </a:lnTo>
                  <a:lnTo>
                    <a:pt x="222" y="168"/>
                  </a:lnTo>
                  <a:lnTo>
                    <a:pt x="222" y="149"/>
                  </a:lnTo>
                  <a:lnTo>
                    <a:pt x="222" y="130"/>
                  </a:lnTo>
                  <a:lnTo>
                    <a:pt x="219" y="114"/>
                  </a:lnTo>
                  <a:lnTo>
                    <a:pt x="219" y="114"/>
                  </a:lnTo>
                  <a:lnTo>
                    <a:pt x="219" y="111"/>
                  </a:lnTo>
                  <a:lnTo>
                    <a:pt x="219" y="111"/>
                  </a:lnTo>
                  <a:lnTo>
                    <a:pt x="217" y="111"/>
                  </a:lnTo>
                  <a:lnTo>
                    <a:pt x="217" y="111"/>
                  </a:lnTo>
                  <a:lnTo>
                    <a:pt x="217" y="111"/>
                  </a:lnTo>
                  <a:lnTo>
                    <a:pt x="214" y="111"/>
                  </a:lnTo>
                  <a:lnTo>
                    <a:pt x="214" y="111"/>
                  </a:lnTo>
                  <a:lnTo>
                    <a:pt x="214" y="126"/>
                  </a:lnTo>
                  <a:lnTo>
                    <a:pt x="212" y="140"/>
                  </a:lnTo>
                  <a:lnTo>
                    <a:pt x="212" y="156"/>
                  </a:lnTo>
                  <a:lnTo>
                    <a:pt x="210" y="171"/>
                  </a:lnTo>
                  <a:lnTo>
                    <a:pt x="207" y="187"/>
                  </a:lnTo>
                  <a:lnTo>
                    <a:pt x="205" y="202"/>
                  </a:lnTo>
                  <a:lnTo>
                    <a:pt x="200" y="216"/>
                  </a:lnTo>
                  <a:lnTo>
                    <a:pt x="195" y="230"/>
                  </a:lnTo>
                  <a:lnTo>
                    <a:pt x="191" y="233"/>
                  </a:lnTo>
                  <a:lnTo>
                    <a:pt x="188" y="233"/>
                  </a:lnTo>
                  <a:lnTo>
                    <a:pt x="184" y="233"/>
                  </a:lnTo>
                  <a:lnTo>
                    <a:pt x="179" y="233"/>
                  </a:lnTo>
                  <a:lnTo>
                    <a:pt x="176" y="230"/>
                  </a:lnTo>
                  <a:lnTo>
                    <a:pt x="172" y="228"/>
                  </a:lnTo>
                  <a:lnTo>
                    <a:pt x="169" y="225"/>
                  </a:lnTo>
                  <a:lnTo>
                    <a:pt x="167" y="225"/>
                  </a:lnTo>
                  <a:lnTo>
                    <a:pt x="167" y="223"/>
                  </a:lnTo>
                  <a:lnTo>
                    <a:pt x="167" y="221"/>
                  </a:lnTo>
                  <a:lnTo>
                    <a:pt x="167" y="218"/>
                  </a:lnTo>
                  <a:lnTo>
                    <a:pt x="169" y="216"/>
                  </a:lnTo>
                  <a:lnTo>
                    <a:pt x="169" y="214"/>
                  </a:lnTo>
                  <a:lnTo>
                    <a:pt x="172" y="211"/>
                  </a:lnTo>
                  <a:lnTo>
                    <a:pt x="172" y="209"/>
                  </a:lnTo>
                  <a:lnTo>
                    <a:pt x="174" y="206"/>
                  </a:lnTo>
                  <a:lnTo>
                    <a:pt x="176" y="190"/>
                  </a:lnTo>
                  <a:lnTo>
                    <a:pt x="179" y="176"/>
                  </a:lnTo>
                  <a:lnTo>
                    <a:pt x="176" y="164"/>
                  </a:lnTo>
                  <a:lnTo>
                    <a:pt x="174" y="154"/>
                  </a:lnTo>
                  <a:lnTo>
                    <a:pt x="172" y="147"/>
                  </a:lnTo>
                  <a:lnTo>
                    <a:pt x="165" y="140"/>
                  </a:lnTo>
                  <a:lnTo>
                    <a:pt x="157" y="135"/>
                  </a:lnTo>
                  <a:lnTo>
                    <a:pt x="150" y="133"/>
                  </a:lnTo>
                  <a:lnTo>
                    <a:pt x="131" y="130"/>
                  </a:lnTo>
                  <a:lnTo>
                    <a:pt x="110" y="133"/>
                  </a:lnTo>
                  <a:lnTo>
                    <a:pt x="86" y="137"/>
                  </a:lnTo>
                  <a:lnTo>
                    <a:pt x="65" y="145"/>
                  </a:lnTo>
                  <a:lnTo>
                    <a:pt x="65" y="142"/>
                  </a:lnTo>
                  <a:lnTo>
                    <a:pt x="65" y="140"/>
                  </a:lnTo>
                  <a:lnTo>
                    <a:pt x="65" y="137"/>
                  </a:lnTo>
                  <a:lnTo>
                    <a:pt x="67" y="135"/>
                  </a:lnTo>
                  <a:lnTo>
                    <a:pt x="67" y="133"/>
                  </a:lnTo>
                  <a:lnTo>
                    <a:pt x="69" y="130"/>
                  </a:lnTo>
                  <a:lnTo>
                    <a:pt x="72" y="130"/>
                  </a:lnTo>
                  <a:lnTo>
                    <a:pt x="72" y="128"/>
                  </a:lnTo>
                  <a:lnTo>
                    <a:pt x="77" y="118"/>
                  </a:lnTo>
                  <a:lnTo>
                    <a:pt x="79" y="109"/>
                  </a:lnTo>
                  <a:lnTo>
                    <a:pt x="84" y="97"/>
                  </a:lnTo>
                  <a:lnTo>
                    <a:pt x="88" y="88"/>
                  </a:lnTo>
                  <a:lnTo>
                    <a:pt x="91" y="78"/>
                  </a:lnTo>
                  <a:lnTo>
                    <a:pt x="93" y="69"/>
                  </a:lnTo>
                  <a:lnTo>
                    <a:pt x="96" y="57"/>
                  </a:lnTo>
                  <a:lnTo>
                    <a:pt x="98" y="47"/>
                  </a:lnTo>
                  <a:lnTo>
                    <a:pt x="93" y="50"/>
                  </a:lnTo>
                  <a:lnTo>
                    <a:pt x="88" y="52"/>
                  </a:lnTo>
                  <a:lnTo>
                    <a:pt x="86" y="57"/>
                  </a:lnTo>
                  <a:lnTo>
                    <a:pt x="81" y="64"/>
                  </a:lnTo>
                  <a:lnTo>
                    <a:pt x="72" y="80"/>
                  </a:lnTo>
                  <a:lnTo>
                    <a:pt x="65" y="97"/>
                  </a:lnTo>
                  <a:lnTo>
                    <a:pt x="53" y="114"/>
                  </a:lnTo>
                  <a:lnTo>
                    <a:pt x="43" y="126"/>
                  </a:lnTo>
                  <a:lnTo>
                    <a:pt x="36" y="130"/>
                  </a:lnTo>
                  <a:lnTo>
                    <a:pt x="29" y="135"/>
                  </a:lnTo>
                  <a:lnTo>
                    <a:pt x="22" y="135"/>
                  </a:lnTo>
                  <a:lnTo>
                    <a:pt x="12" y="135"/>
                  </a:lnTo>
                  <a:lnTo>
                    <a:pt x="12" y="133"/>
                  </a:lnTo>
                  <a:lnTo>
                    <a:pt x="12" y="133"/>
                  </a:lnTo>
                  <a:lnTo>
                    <a:pt x="12" y="133"/>
                  </a:lnTo>
                  <a:lnTo>
                    <a:pt x="12" y="133"/>
                  </a:lnTo>
                  <a:lnTo>
                    <a:pt x="12" y="133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8" y="128"/>
                  </a:lnTo>
                  <a:lnTo>
                    <a:pt x="5" y="128"/>
                  </a:lnTo>
                  <a:lnTo>
                    <a:pt x="5" y="126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3" y="118"/>
                  </a:lnTo>
                  <a:lnTo>
                    <a:pt x="5" y="118"/>
                  </a:lnTo>
                  <a:lnTo>
                    <a:pt x="8" y="116"/>
                  </a:lnTo>
                  <a:lnTo>
                    <a:pt x="10" y="114"/>
                  </a:lnTo>
                  <a:lnTo>
                    <a:pt x="12" y="111"/>
                  </a:lnTo>
                  <a:lnTo>
                    <a:pt x="15" y="109"/>
                  </a:lnTo>
                  <a:lnTo>
                    <a:pt x="15" y="107"/>
                  </a:lnTo>
                  <a:lnTo>
                    <a:pt x="17" y="104"/>
                  </a:lnTo>
                  <a:lnTo>
                    <a:pt x="24" y="99"/>
                  </a:lnTo>
                  <a:lnTo>
                    <a:pt x="31" y="90"/>
                  </a:lnTo>
                  <a:lnTo>
                    <a:pt x="41" y="76"/>
                  </a:lnTo>
                  <a:lnTo>
                    <a:pt x="50" y="61"/>
                  </a:lnTo>
                  <a:lnTo>
                    <a:pt x="58" y="47"/>
                  </a:lnTo>
                  <a:lnTo>
                    <a:pt x="65" y="31"/>
                  </a:lnTo>
                  <a:lnTo>
                    <a:pt x="69" y="19"/>
                  </a:lnTo>
                  <a:lnTo>
                    <a:pt x="72" y="9"/>
                  </a:lnTo>
                  <a:lnTo>
                    <a:pt x="88" y="4"/>
                  </a:lnTo>
                  <a:lnTo>
                    <a:pt x="100" y="2"/>
                  </a:lnTo>
                  <a:lnTo>
                    <a:pt x="110" y="0"/>
                  </a:lnTo>
                  <a:lnTo>
                    <a:pt x="117" y="0"/>
                  </a:lnTo>
                  <a:lnTo>
                    <a:pt x="126" y="0"/>
                  </a:lnTo>
                  <a:lnTo>
                    <a:pt x="136" y="7"/>
                  </a:lnTo>
                  <a:lnTo>
                    <a:pt x="148" y="19"/>
                  </a:lnTo>
                  <a:lnTo>
                    <a:pt x="167" y="35"/>
                  </a:lnTo>
                  <a:lnTo>
                    <a:pt x="179" y="42"/>
                  </a:lnTo>
                  <a:lnTo>
                    <a:pt x="193" y="52"/>
                  </a:lnTo>
                  <a:lnTo>
                    <a:pt x="207" y="61"/>
                  </a:lnTo>
                  <a:lnTo>
                    <a:pt x="222" y="73"/>
                  </a:lnTo>
                  <a:lnTo>
                    <a:pt x="236" y="83"/>
                  </a:lnTo>
                  <a:lnTo>
                    <a:pt x="250" y="90"/>
                  </a:lnTo>
                  <a:lnTo>
                    <a:pt x="264" y="99"/>
                  </a:lnTo>
                  <a:lnTo>
                    <a:pt x="281" y="104"/>
                  </a:lnTo>
                  <a:lnTo>
                    <a:pt x="283" y="118"/>
                  </a:lnTo>
                  <a:lnTo>
                    <a:pt x="283" y="133"/>
                  </a:lnTo>
                  <a:lnTo>
                    <a:pt x="283" y="149"/>
                  </a:lnTo>
                  <a:lnTo>
                    <a:pt x="286" y="164"/>
                  </a:lnTo>
                  <a:lnTo>
                    <a:pt x="286" y="180"/>
                  </a:lnTo>
                  <a:lnTo>
                    <a:pt x="286" y="195"/>
                  </a:lnTo>
                  <a:lnTo>
                    <a:pt x="286" y="211"/>
                  </a:lnTo>
                  <a:lnTo>
                    <a:pt x="288" y="225"/>
                  </a:lnTo>
                  <a:lnTo>
                    <a:pt x="288" y="225"/>
                  </a:lnTo>
                  <a:lnTo>
                    <a:pt x="288" y="228"/>
                  </a:lnTo>
                  <a:lnTo>
                    <a:pt x="291" y="233"/>
                  </a:lnTo>
                  <a:lnTo>
                    <a:pt x="293" y="235"/>
                  </a:lnTo>
                  <a:lnTo>
                    <a:pt x="293" y="240"/>
                  </a:lnTo>
                  <a:lnTo>
                    <a:pt x="295" y="244"/>
                  </a:lnTo>
                  <a:lnTo>
                    <a:pt x="295" y="249"/>
                  </a:lnTo>
                  <a:lnTo>
                    <a:pt x="295" y="252"/>
                  </a:lnTo>
                  <a:lnTo>
                    <a:pt x="298" y="254"/>
                  </a:lnTo>
                  <a:lnTo>
                    <a:pt x="300" y="259"/>
                  </a:lnTo>
                  <a:lnTo>
                    <a:pt x="298" y="263"/>
                  </a:lnTo>
                  <a:lnTo>
                    <a:pt x="295" y="268"/>
                  </a:lnTo>
                  <a:lnTo>
                    <a:pt x="293" y="273"/>
                  </a:lnTo>
                  <a:lnTo>
                    <a:pt x="291" y="278"/>
                  </a:lnTo>
                  <a:lnTo>
                    <a:pt x="286" y="280"/>
                  </a:lnTo>
                  <a:lnTo>
                    <a:pt x="283" y="282"/>
                  </a:lnTo>
                  <a:lnTo>
                    <a:pt x="283" y="282"/>
                  </a:lnTo>
                  <a:lnTo>
                    <a:pt x="283" y="282"/>
                  </a:lnTo>
                  <a:lnTo>
                    <a:pt x="283" y="282"/>
                  </a:lnTo>
                  <a:lnTo>
                    <a:pt x="283" y="282"/>
                  </a:lnTo>
                  <a:lnTo>
                    <a:pt x="281" y="282"/>
                  </a:lnTo>
                  <a:lnTo>
                    <a:pt x="281" y="282"/>
                  </a:lnTo>
                  <a:lnTo>
                    <a:pt x="281" y="285"/>
                  </a:lnTo>
                  <a:lnTo>
                    <a:pt x="281" y="285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43" name="Freeform 11"/>
            <p:cNvSpPr>
              <a:spLocks/>
            </p:cNvSpPr>
            <p:nvPr/>
          </p:nvSpPr>
          <p:spPr bwMode="auto">
            <a:xfrm>
              <a:off x="1193" y="3800"/>
              <a:ext cx="199" cy="230"/>
            </a:xfrm>
            <a:custGeom>
              <a:avLst/>
              <a:gdLst>
                <a:gd name="T0" fmla="*/ 0 w 252"/>
                <a:gd name="T1" fmla="*/ 266 h 266"/>
                <a:gd name="T2" fmla="*/ 0 w 252"/>
                <a:gd name="T3" fmla="*/ 247 h 266"/>
                <a:gd name="T4" fmla="*/ 4 w 252"/>
                <a:gd name="T5" fmla="*/ 228 h 266"/>
                <a:gd name="T6" fmla="*/ 9 w 252"/>
                <a:gd name="T7" fmla="*/ 209 h 266"/>
                <a:gd name="T8" fmla="*/ 14 w 252"/>
                <a:gd name="T9" fmla="*/ 190 h 266"/>
                <a:gd name="T10" fmla="*/ 21 w 252"/>
                <a:gd name="T11" fmla="*/ 173 h 266"/>
                <a:gd name="T12" fmla="*/ 28 w 252"/>
                <a:gd name="T13" fmla="*/ 156 h 266"/>
                <a:gd name="T14" fmla="*/ 35 w 252"/>
                <a:gd name="T15" fmla="*/ 137 h 266"/>
                <a:gd name="T16" fmla="*/ 42 w 252"/>
                <a:gd name="T17" fmla="*/ 121 h 266"/>
                <a:gd name="T18" fmla="*/ 42 w 252"/>
                <a:gd name="T19" fmla="*/ 121 h 266"/>
                <a:gd name="T20" fmla="*/ 47 w 252"/>
                <a:gd name="T21" fmla="*/ 116 h 266"/>
                <a:gd name="T22" fmla="*/ 54 w 252"/>
                <a:gd name="T23" fmla="*/ 114 h 266"/>
                <a:gd name="T24" fmla="*/ 61 w 252"/>
                <a:gd name="T25" fmla="*/ 109 h 266"/>
                <a:gd name="T26" fmla="*/ 71 w 252"/>
                <a:gd name="T27" fmla="*/ 102 h 266"/>
                <a:gd name="T28" fmla="*/ 78 w 252"/>
                <a:gd name="T29" fmla="*/ 97 h 266"/>
                <a:gd name="T30" fmla="*/ 83 w 252"/>
                <a:gd name="T31" fmla="*/ 95 h 266"/>
                <a:gd name="T32" fmla="*/ 85 w 252"/>
                <a:gd name="T33" fmla="*/ 92 h 266"/>
                <a:gd name="T34" fmla="*/ 104 w 252"/>
                <a:gd name="T35" fmla="*/ 78 h 266"/>
                <a:gd name="T36" fmla="*/ 123 w 252"/>
                <a:gd name="T37" fmla="*/ 66 h 266"/>
                <a:gd name="T38" fmla="*/ 145 w 252"/>
                <a:gd name="T39" fmla="*/ 52 h 266"/>
                <a:gd name="T40" fmla="*/ 164 w 252"/>
                <a:gd name="T41" fmla="*/ 40 h 266"/>
                <a:gd name="T42" fmla="*/ 185 w 252"/>
                <a:gd name="T43" fmla="*/ 28 h 266"/>
                <a:gd name="T44" fmla="*/ 209 w 252"/>
                <a:gd name="T45" fmla="*/ 16 h 266"/>
                <a:gd name="T46" fmla="*/ 230 w 252"/>
                <a:gd name="T47" fmla="*/ 7 h 266"/>
                <a:gd name="T48" fmla="*/ 252 w 252"/>
                <a:gd name="T49" fmla="*/ 0 h 266"/>
                <a:gd name="T50" fmla="*/ 252 w 252"/>
                <a:gd name="T51" fmla="*/ 14 h 266"/>
                <a:gd name="T52" fmla="*/ 252 w 252"/>
                <a:gd name="T53" fmla="*/ 26 h 266"/>
                <a:gd name="T54" fmla="*/ 249 w 252"/>
                <a:gd name="T55" fmla="*/ 40 h 266"/>
                <a:gd name="T56" fmla="*/ 247 w 252"/>
                <a:gd name="T57" fmla="*/ 52 h 266"/>
                <a:gd name="T58" fmla="*/ 247 w 252"/>
                <a:gd name="T59" fmla="*/ 66 h 266"/>
                <a:gd name="T60" fmla="*/ 244 w 252"/>
                <a:gd name="T61" fmla="*/ 80 h 266"/>
                <a:gd name="T62" fmla="*/ 244 w 252"/>
                <a:gd name="T63" fmla="*/ 95 h 266"/>
                <a:gd name="T64" fmla="*/ 244 w 252"/>
                <a:gd name="T65" fmla="*/ 109 h 266"/>
                <a:gd name="T66" fmla="*/ 230 w 252"/>
                <a:gd name="T67" fmla="*/ 118 h 266"/>
                <a:gd name="T68" fmla="*/ 214 w 252"/>
                <a:gd name="T69" fmla="*/ 128 h 266"/>
                <a:gd name="T70" fmla="*/ 192 w 252"/>
                <a:gd name="T71" fmla="*/ 140 h 266"/>
                <a:gd name="T72" fmla="*/ 168 w 252"/>
                <a:gd name="T73" fmla="*/ 152 h 266"/>
                <a:gd name="T74" fmla="*/ 147 w 252"/>
                <a:gd name="T75" fmla="*/ 164 h 266"/>
                <a:gd name="T76" fmla="*/ 128 w 252"/>
                <a:gd name="T77" fmla="*/ 176 h 266"/>
                <a:gd name="T78" fmla="*/ 114 w 252"/>
                <a:gd name="T79" fmla="*/ 185 h 266"/>
                <a:gd name="T80" fmla="*/ 107 w 252"/>
                <a:gd name="T81" fmla="*/ 192 h 266"/>
                <a:gd name="T82" fmla="*/ 92 w 252"/>
                <a:gd name="T83" fmla="*/ 202 h 266"/>
                <a:gd name="T84" fmla="*/ 78 w 252"/>
                <a:gd name="T85" fmla="*/ 209 h 266"/>
                <a:gd name="T86" fmla="*/ 64 w 252"/>
                <a:gd name="T87" fmla="*/ 218 h 266"/>
                <a:gd name="T88" fmla="*/ 52 w 252"/>
                <a:gd name="T89" fmla="*/ 228 h 266"/>
                <a:gd name="T90" fmla="*/ 38 w 252"/>
                <a:gd name="T91" fmla="*/ 240 h 266"/>
                <a:gd name="T92" fmla="*/ 26 w 252"/>
                <a:gd name="T93" fmla="*/ 249 h 266"/>
                <a:gd name="T94" fmla="*/ 11 w 252"/>
                <a:gd name="T95" fmla="*/ 259 h 266"/>
                <a:gd name="T96" fmla="*/ 0 w 252"/>
                <a:gd name="T97" fmla="*/ 266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2" h="266">
                  <a:moveTo>
                    <a:pt x="0" y="266"/>
                  </a:moveTo>
                  <a:lnTo>
                    <a:pt x="0" y="247"/>
                  </a:lnTo>
                  <a:lnTo>
                    <a:pt x="4" y="228"/>
                  </a:lnTo>
                  <a:lnTo>
                    <a:pt x="9" y="209"/>
                  </a:lnTo>
                  <a:lnTo>
                    <a:pt x="14" y="190"/>
                  </a:lnTo>
                  <a:lnTo>
                    <a:pt x="21" y="173"/>
                  </a:lnTo>
                  <a:lnTo>
                    <a:pt x="28" y="156"/>
                  </a:lnTo>
                  <a:lnTo>
                    <a:pt x="35" y="137"/>
                  </a:lnTo>
                  <a:lnTo>
                    <a:pt x="42" y="121"/>
                  </a:lnTo>
                  <a:lnTo>
                    <a:pt x="42" y="121"/>
                  </a:lnTo>
                  <a:lnTo>
                    <a:pt x="47" y="116"/>
                  </a:lnTo>
                  <a:lnTo>
                    <a:pt x="54" y="114"/>
                  </a:lnTo>
                  <a:lnTo>
                    <a:pt x="61" y="109"/>
                  </a:lnTo>
                  <a:lnTo>
                    <a:pt x="71" y="102"/>
                  </a:lnTo>
                  <a:lnTo>
                    <a:pt x="78" y="97"/>
                  </a:lnTo>
                  <a:lnTo>
                    <a:pt x="83" y="95"/>
                  </a:lnTo>
                  <a:lnTo>
                    <a:pt x="85" y="92"/>
                  </a:lnTo>
                  <a:lnTo>
                    <a:pt x="104" y="78"/>
                  </a:lnTo>
                  <a:lnTo>
                    <a:pt x="123" y="66"/>
                  </a:lnTo>
                  <a:lnTo>
                    <a:pt x="145" y="52"/>
                  </a:lnTo>
                  <a:lnTo>
                    <a:pt x="164" y="40"/>
                  </a:lnTo>
                  <a:lnTo>
                    <a:pt x="185" y="28"/>
                  </a:lnTo>
                  <a:lnTo>
                    <a:pt x="209" y="16"/>
                  </a:lnTo>
                  <a:lnTo>
                    <a:pt x="230" y="7"/>
                  </a:lnTo>
                  <a:lnTo>
                    <a:pt x="252" y="0"/>
                  </a:lnTo>
                  <a:lnTo>
                    <a:pt x="252" y="14"/>
                  </a:lnTo>
                  <a:lnTo>
                    <a:pt x="252" y="26"/>
                  </a:lnTo>
                  <a:lnTo>
                    <a:pt x="249" y="40"/>
                  </a:lnTo>
                  <a:lnTo>
                    <a:pt x="247" y="52"/>
                  </a:lnTo>
                  <a:lnTo>
                    <a:pt x="247" y="66"/>
                  </a:lnTo>
                  <a:lnTo>
                    <a:pt x="244" y="80"/>
                  </a:lnTo>
                  <a:lnTo>
                    <a:pt x="244" y="95"/>
                  </a:lnTo>
                  <a:lnTo>
                    <a:pt x="244" y="109"/>
                  </a:lnTo>
                  <a:lnTo>
                    <a:pt x="230" y="118"/>
                  </a:lnTo>
                  <a:lnTo>
                    <a:pt x="214" y="128"/>
                  </a:lnTo>
                  <a:lnTo>
                    <a:pt x="192" y="140"/>
                  </a:lnTo>
                  <a:lnTo>
                    <a:pt x="168" y="152"/>
                  </a:lnTo>
                  <a:lnTo>
                    <a:pt x="147" y="164"/>
                  </a:lnTo>
                  <a:lnTo>
                    <a:pt x="128" y="176"/>
                  </a:lnTo>
                  <a:lnTo>
                    <a:pt x="114" y="185"/>
                  </a:lnTo>
                  <a:lnTo>
                    <a:pt x="107" y="192"/>
                  </a:lnTo>
                  <a:lnTo>
                    <a:pt x="92" y="202"/>
                  </a:lnTo>
                  <a:lnTo>
                    <a:pt x="78" y="209"/>
                  </a:lnTo>
                  <a:lnTo>
                    <a:pt x="64" y="218"/>
                  </a:lnTo>
                  <a:lnTo>
                    <a:pt x="52" y="228"/>
                  </a:lnTo>
                  <a:lnTo>
                    <a:pt x="38" y="240"/>
                  </a:lnTo>
                  <a:lnTo>
                    <a:pt x="26" y="249"/>
                  </a:lnTo>
                  <a:lnTo>
                    <a:pt x="11" y="259"/>
                  </a:lnTo>
                  <a:lnTo>
                    <a:pt x="0" y="2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44" name="Freeform 12"/>
            <p:cNvSpPr>
              <a:spLocks/>
            </p:cNvSpPr>
            <p:nvPr/>
          </p:nvSpPr>
          <p:spPr bwMode="auto">
            <a:xfrm>
              <a:off x="760" y="3567"/>
              <a:ext cx="431" cy="451"/>
            </a:xfrm>
            <a:custGeom>
              <a:avLst/>
              <a:gdLst>
                <a:gd name="T0" fmla="*/ 5 w 547"/>
                <a:gd name="T1" fmla="*/ 475 h 521"/>
                <a:gd name="T2" fmla="*/ 0 w 547"/>
                <a:gd name="T3" fmla="*/ 395 h 521"/>
                <a:gd name="T4" fmla="*/ 67 w 547"/>
                <a:gd name="T5" fmla="*/ 347 h 521"/>
                <a:gd name="T6" fmla="*/ 155 w 547"/>
                <a:gd name="T7" fmla="*/ 278 h 521"/>
                <a:gd name="T8" fmla="*/ 210 w 547"/>
                <a:gd name="T9" fmla="*/ 238 h 521"/>
                <a:gd name="T10" fmla="*/ 264 w 547"/>
                <a:gd name="T11" fmla="*/ 197 h 521"/>
                <a:gd name="T12" fmla="*/ 352 w 547"/>
                <a:gd name="T13" fmla="*/ 121 h 521"/>
                <a:gd name="T14" fmla="*/ 454 w 547"/>
                <a:gd name="T15" fmla="*/ 24 h 521"/>
                <a:gd name="T16" fmla="*/ 490 w 547"/>
                <a:gd name="T17" fmla="*/ 2 h 521"/>
                <a:gd name="T18" fmla="*/ 502 w 547"/>
                <a:gd name="T19" fmla="*/ 22 h 521"/>
                <a:gd name="T20" fmla="*/ 504 w 547"/>
                <a:gd name="T21" fmla="*/ 26 h 521"/>
                <a:gd name="T22" fmla="*/ 507 w 547"/>
                <a:gd name="T23" fmla="*/ 26 h 521"/>
                <a:gd name="T24" fmla="*/ 516 w 547"/>
                <a:gd name="T25" fmla="*/ 38 h 521"/>
                <a:gd name="T26" fmla="*/ 540 w 547"/>
                <a:gd name="T27" fmla="*/ 50 h 521"/>
                <a:gd name="T28" fmla="*/ 538 w 547"/>
                <a:gd name="T29" fmla="*/ 64 h 521"/>
                <a:gd name="T30" fmla="*/ 526 w 547"/>
                <a:gd name="T31" fmla="*/ 74 h 521"/>
                <a:gd name="T32" fmla="*/ 509 w 547"/>
                <a:gd name="T33" fmla="*/ 83 h 521"/>
                <a:gd name="T34" fmla="*/ 492 w 547"/>
                <a:gd name="T35" fmla="*/ 76 h 521"/>
                <a:gd name="T36" fmla="*/ 488 w 547"/>
                <a:gd name="T37" fmla="*/ 86 h 521"/>
                <a:gd name="T38" fmla="*/ 490 w 547"/>
                <a:gd name="T39" fmla="*/ 100 h 521"/>
                <a:gd name="T40" fmla="*/ 466 w 547"/>
                <a:gd name="T41" fmla="*/ 124 h 521"/>
                <a:gd name="T42" fmla="*/ 450 w 547"/>
                <a:gd name="T43" fmla="*/ 121 h 521"/>
                <a:gd name="T44" fmla="*/ 443 w 547"/>
                <a:gd name="T45" fmla="*/ 128 h 521"/>
                <a:gd name="T46" fmla="*/ 443 w 547"/>
                <a:gd name="T47" fmla="*/ 143 h 521"/>
                <a:gd name="T48" fmla="*/ 431 w 547"/>
                <a:gd name="T49" fmla="*/ 157 h 521"/>
                <a:gd name="T50" fmla="*/ 416 w 547"/>
                <a:gd name="T51" fmla="*/ 171 h 521"/>
                <a:gd name="T52" fmla="*/ 400 w 547"/>
                <a:gd name="T53" fmla="*/ 174 h 521"/>
                <a:gd name="T54" fmla="*/ 388 w 547"/>
                <a:gd name="T55" fmla="*/ 164 h 521"/>
                <a:gd name="T56" fmla="*/ 385 w 547"/>
                <a:gd name="T57" fmla="*/ 162 h 521"/>
                <a:gd name="T58" fmla="*/ 383 w 547"/>
                <a:gd name="T59" fmla="*/ 162 h 521"/>
                <a:gd name="T60" fmla="*/ 376 w 547"/>
                <a:gd name="T61" fmla="*/ 147 h 521"/>
                <a:gd name="T62" fmla="*/ 364 w 547"/>
                <a:gd name="T63" fmla="*/ 131 h 521"/>
                <a:gd name="T64" fmla="*/ 362 w 547"/>
                <a:gd name="T65" fmla="*/ 133 h 521"/>
                <a:gd name="T66" fmla="*/ 359 w 547"/>
                <a:gd name="T67" fmla="*/ 136 h 521"/>
                <a:gd name="T68" fmla="*/ 366 w 547"/>
                <a:gd name="T69" fmla="*/ 162 h 521"/>
                <a:gd name="T70" fmla="*/ 376 w 547"/>
                <a:gd name="T71" fmla="*/ 195 h 521"/>
                <a:gd name="T72" fmla="*/ 357 w 547"/>
                <a:gd name="T73" fmla="*/ 221 h 521"/>
                <a:gd name="T74" fmla="*/ 338 w 547"/>
                <a:gd name="T75" fmla="*/ 221 h 521"/>
                <a:gd name="T76" fmla="*/ 328 w 547"/>
                <a:gd name="T77" fmla="*/ 212 h 521"/>
                <a:gd name="T78" fmla="*/ 326 w 547"/>
                <a:gd name="T79" fmla="*/ 212 h 521"/>
                <a:gd name="T80" fmla="*/ 328 w 547"/>
                <a:gd name="T81" fmla="*/ 223 h 521"/>
                <a:gd name="T82" fmla="*/ 333 w 547"/>
                <a:gd name="T83" fmla="*/ 245 h 521"/>
                <a:gd name="T84" fmla="*/ 324 w 547"/>
                <a:gd name="T85" fmla="*/ 266 h 521"/>
                <a:gd name="T86" fmla="*/ 307 w 547"/>
                <a:gd name="T87" fmla="*/ 283 h 521"/>
                <a:gd name="T88" fmla="*/ 278 w 547"/>
                <a:gd name="T89" fmla="*/ 269 h 521"/>
                <a:gd name="T90" fmla="*/ 226 w 547"/>
                <a:gd name="T91" fmla="*/ 278 h 521"/>
                <a:gd name="T92" fmla="*/ 174 w 547"/>
                <a:gd name="T93" fmla="*/ 316 h 521"/>
                <a:gd name="T94" fmla="*/ 155 w 547"/>
                <a:gd name="T95" fmla="*/ 354 h 521"/>
                <a:gd name="T96" fmla="*/ 145 w 547"/>
                <a:gd name="T97" fmla="*/ 399 h 521"/>
                <a:gd name="T98" fmla="*/ 107 w 547"/>
                <a:gd name="T99" fmla="*/ 430 h 521"/>
                <a:gd name="T100" fmla="*/ 86 w 547"/>
                <a:gd name="T101" fmla="*/ 464 h 521"/>
                <a:gd name="T102" fmla="*/ 84 w 547"/>
                <a:gd name="T103" fmla="*/ 473 h 521"/>
                <a:gd name="T104" fmla="*/ 74 w 547"/>
                <a:gd name="T105" fmla="*/ 461 h 521"/>
                <a:gd name="T106" fmla="*/ 69 w 547"/>
                <a:gd name="T107" fmla="*/ 414 h 521"/>
                <a:gd name="T108" fmla="*/ 72 w 547"/>
                <a:gd name="T109" fmla="*/ 378 h 521"/>
                <a:gd name="T110" fmla="*/ 69 w 547"/>
                <a:gd name="T111" fmla="*/ 378 h 521"/>
                <a:gd name="T112" fmla="*/ 62 w 547"/>
                <a:gd name="T113" fmla="*/ 395 h 521"/>
                <a:gd name="T114" fmla="*/ 50 w 547"/>
                <a:gd name="T115" fmla="*/ 452 h 521"/>
                <a:gd name="T116" fmla="*/ 45 w 547"/>
                <a:gd name="T117" fmla="*/ 502 h 521"/>
                <a:gd name="T118" fmla="*/ 29 w 547"/>
                <a:gd name="T119" fmla="*/ 513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47" h="521">
                  <a:moveTo>
                    <a:pt x="17" y="521"/>
                  </a:moveTo>
                  <a:lnTo>
                    <a:pt x="12" y="511"/>
                  </a:lnTo>
                  <a:lnTo>
                    <a:pt x="7" y="497"/>
                  </a:lnTo>
                  <a:lnTo>
                    <a:pt x="5" y="475"/>
                  </a:lnTo>
                  <a:lnTo>
                    <a:pt x="3" y="454"/>
                  </a:lnTo>
                  <a:lnTo>
                    <a:pt x="0" y="433"/>
                  </a:lnTo>
                  <a:lnTo>
                    <a:pt x="0" y="411"/>
                  </a:lnTo>
                  <a:lnTo>
                    <a:pt x="0" y="395"/>
                  </a:lnTo>
                  <a:lnTo>
                    <a:pt x="0" y="383"/>
                  </a:lnTo>
                  <a:lnTo>
                    <a:pt x="22" y="373"/>
                  </a:lnTo>
                  <a:lnTo>
                    <a:pt x="43" y="361"/>
                  </a:lnTo>
                  <a:lnTo>
                    <a:pt x="67" y="347"/>
                  </a:lnTo>
                  <a:lnTo>
                    <a:pt x="88" y="330"/>
                  </a:lnTo>
                  <a:lnTo>
                    <a:pt x="112" y="311"/>
                  </a:lnTo>
                  <a:lnTo>
                    <a:pt x="133" y="295"/>
                  </a:lnTo>
                  <a:lnTo>
                    <a:pt x="155" y="278"/>
                  </a:lnTo>
                  <a:lnTo>
                    <a:pt x="171" y="264"/>
                  </a:lnTo>
                  <a:lnTo>
                    <a:pt x="183" y="254"/>
                  </a:lnTo>
                  <a:lnTo>
                    <a:pt x="195" y="245"/>
                  </a:lnTo>
                  <a:lnTo>
                    <a:pt x="210" y="238"/>
                  </a:lnTo>
                  <a:lnTo>
                    <a:pt x="224" y="226"/>
                  </a:lnTo>
                  <a:lnTo>
                    <a:pt x="238" y="216"/>
                  </a:lnTo>
                  <a:lnTo>
                    <a:pt x="252" y="207"/>
                  </a:lnTo>
                  <a:lnTo>
                    <a:pt x="264" y="197"/>
                  </a:lnTo>
                  <a:lnTo>
                    <a:pt x="274" y="185"/>
                  </a:lnTo>
                  <a:lnTo>
                    <a:pt x="300" y="166"/>
                  </a:lnTo>
                  <a:lnTo>
                    <a:pt x="326" y="145"/>
                  </a:lnTo>
                  <a:lnTo>
                    <a:pt x="352" y="121"/>
                  </a:lnTo>
                  <a:lnTo>
                    <a:pt x="378" y="98"/>
                  </a:lnTo>
                  <a:lnTo>
                    <a:pt x="404" y="74"/>
                  </a:lnTo>
                  <a:lnTo>
                    <a:pt x="431" y="48"/>
                  </a:lnTo>
                  <a:lnTo>
                    <a:pt x="454" y="24"/>
                  </a:lnTo>
                  <a:lnTo>
                    <a:pt x="481" y="0"/>
                  </a:lnTo>
                  <a:lnTo>
                    <a:pt x="483" y="0"/>
                  </a:lnTo>
                  <a:lnTo>
                    <a:pt x="488" y="0"/>
                  </a:lnTo>
                  <a:lnTo>
                    <a:pt x="490" y="2"/>
                  </a:lnTo>
                  <a:lnTo>
                    <a:pt x="495" y="7"/>
                  </a:lnTo>
                  <a:lnTo>
                    <a:pt x="497" y="12"/>
                  </a:lnTo>
                  <a:lnTo>
                    <a:pt x="500" y="17"/>
                  </a:lnTo>
                  <a:lnTo>
                    <a:pt x="502" y="22"/>
                  </a:lnTo>
                  <a:lnTo>
                    <a:pt x="504" y="26"/>
                  </a:lnTo>
                  <a:lnTo>
                    <a:pt x="504" y="26"/>
                  </a:lnTo>
                  <a:lnTo>
                    <a:pt x="504" y="26"/>
                  </a:lnTo>
                  <a:lnTo>
                    <a:pt x="504" y="26"/>
                  </a:lnTo>
                  <a:lnTo>
                    <a:pt x="504" y="26"/>
                  </a:lnTo>
                  <a:lnTo>
                    <a:pt x="507" y="26"/>
                  </a:lnTo>
                  <a:lnTo>
                    <a:pt x="507" y="26"/>
                  </a:lnTo>
                  <a:lnTo>
                    <a:pt x="507" y="26"/>
                  </a:lnTo>
                  <a:lnTo>
                    <a:pt x="507" y="26"/>
                  </a:lnTo>
                  <a:lnTo>
                    <a:pt x="509" y="31"/>
                  </a:lnTo>
                  <a:lnTo>
                    <a:pt x="514" y="36"/>
                  </a:lnTo>
                  <a:lnTo>
                    <a:pt x="516" y="38"/>
                  </a:lnTo>
                  <a:lnTo>
                    <a:pt x="523" y="43"/>
                  </a:lnTo>
                  <a:lnTo>
                    <a:pt x="528" y="45"/>
                  </a:lnTo>
                  <a:lnTo>
                    <a:pt x="535" y="48"/>
                  </a:lnTo>
                  <a:lnTo>
                    <a:pt x="540" y="50"/>
                  </a:lnTo>
                  <a:lnTo>
                    <a:pt x="547" y="52"/>
                  </a:lnTo>
                  <a:lnTo>
                    <a:pt x="542" y="57"/>
                  </a:lnTo>
                  <a:lnTo>
                    <a:pt x="540" y="62"/>
                  </a:lnTo>
                  <a:lnTo>
                    <a:pt x="538" y="64"/>
                  </a:lnTo>
                  <a:lnTo>
                    <a:pt x="533" y="67"/>
                  </a:lnTo>
                  <a:lnTo>
                    <a:pt x="531" y="69"/>
                  </a:lnTo>
                  <a:lnTo>
                    <a:pt x="528" y="71"/>
                  </a:lnTo>
                  <a:lnTo>
                    <a:pt x="526" y="74"/>
                  </a:lnTo>
                  <a:lnTo>
                    <a:pt x="526" y="76"/>
                  </a:lnTo>
                  <a:lnTo>
                    <a:pt x="521" y="81"/>
                  </a:lnTo>
                  <a:lnTo>
                    <a:pt x="514" y="83"/>
                  </a:lnTo>
                  <a:lnTo>
                    <a:pt x="509" y="83"/>
                  </a:lnTo>
                  <a:lnTo>
                    <a:pt x="504" y="83"/>
                  </a:lnTo>
                  <a:lnTo>
                    <a:pt x="500" y="81"/>
                  </a:lnTo>
                  <a:lnTo>
                    <a:pt x="495" y="79"/>
                  </a:lnTo>
                  <a:lnTo>
                    <a:pt x="492" y="76"/>
                  </a:lnTo>
                  <a:lnTo>
                    <a:pt x="488" y="76"/>
                  </a:lnTo>
                  <a:lnTo>
                    <a:pt x="488" y="79"/>
                  </a:lnTo>
                  <a:lnTo>
                    <a:pt x="488" y="83"/>
                  </a:lnTo>
                  <a:lnTo>
                    <a:pt x="488" y="86"/>
                  </a:lnTo>
                  <a:lnTo>
                    <a:pt x="490" y="88"/>
                  </a:lnTo>
                  <a:lnTo>
                    <a:pt x="490" y="93"/>
                  </a:lnTo>
                  <a:lnTo>
                    <a:pt x="490" y="95"/>
                  </a:lnTo>
                  <a:lnTo>
                    <a:pt x="490" y="100"/>
                  </a:lnTo>
                  <a:lnTo>
                    <a:pt x="490" y="102"/>
                  </a:lnTo>
                  <a:lnTo>
                    <a:pt x="481" y="114"/>
                  </a:lnTo>
                  <a:lnTo>
                    <a:pt x="473" y="119"/>
                  </a:lnTo>
                  <a:lnTo>
                    <a:pt x="466" y="124"/>
                  </a:lnTo>
                  <a:lnTo>
                    <a:pt x="464" y="124"/>
                  </a:lnTo>
                  <a:lnTo>
                    <a:pt x="462" y="124"/>
                  </a:lnTo>
                  <a:lnTo>
                    <a:pt x="457" y="124"/>
                  </a:lnTo>
                  <a:lnTo>
                    <a:pt x="450" y="121"/>
                  </a:lnTo>
                  <a:lnTo>
                    <a:pt x="443" y="119"/>
                  </a:lnTo>
                  <a:lnTo>
                    <a:pt x="443" y="121"/>
                  </a:lnTo>
                  <a:lnTo>
                    <a:pt x="443" y="126"/>
                  </a:lnTo>
                  <a:lnTo>
                    <a:pt x="443" y="128"/>
                  </a:lnTo>
                  <a:lnTo>
                    <a:pt x="443" y="133"/>
                  </a:lnTo>
                  <a:lnTo>
                    <a:pt x="443" y="136"/>
                  </a:lnTo>
                  <a:lnTo>
                    <a:pt x="443" y="140"/>
                  </a:lnTo>
                  <a:lnTo>
                    <a:pt x="443" y="143"/>
                  </a:lnTo>
                  <a:lnTo>
                    <a:pt x="443" y="147"/>
                  </a:lnTo>
                  <a:lnTo>
                    <a:pt x="440" y="150"/>
                  </a:lnTo>
                  <a:lnTo>
                    <a:pt x="435" y="155"/>
                  </a:lnTo>
                  <a:lnTo>
                    <a:pt x="431" y="157"/>
                  </a:lnTo>
                  <a:lnTo>
                    <a:pt x="428" y="159"/>
                  </a:lnTo>
                  <a:lnTo>
                    <a:pt x="424" y="164"/>
                  </a:lnTo>
                  <a:lnTo>
                    <a:pt x="421" y="169"/>
                  </a:lnTo>
                  <a:lnTo>
                    <a:pt x="416" y="171"/>
                  </a:lnTo>
                  <a:lnTo>
                    <a:pt x="414" y="176"/>
                  </a:lnTo>
                  <a:lnTo>
                    <a:pt x="409" y="176"/>
                  </a:lnTo>
                  <a:lnTo>
                    <a:pt x="404" y="176"/>
                  </a:lnTo>
                  <a:lnTo>
                    <a:pt x="400" y="174"/>
                  </a:lnTo>
                  <a:lnTo>
                    <a:pt x="395" y="174"/>
                  </a:lnTo>
                  <a:lnTo>
                    <a:pt x="393" y="171"/>
                  </a:lnTo>
                  <a:lnTo>
                    <a:pt x="390" y="166"/>
                  </a:lnTo>
                  <a:lnTo>
                    <a:pt x="388" y="164"/>
                  </a:lnTo>
                  <a:lnTo>
                    <a:pt x="385" y="162"/>
                  </a:lnTo>
                  <a:lnTo>
                    <a:pt x="385" y="162"/>
                  </a:lnTo>
                  <a:lnTo>
                    <a:pt x="385" y="162"/>
                  </a:lnTo>
                  <a:lnTo>
                    <a:pt x="385" y="162"/>
                  </a:lnTo>
                  <a:lnTo>
                    <a:pt x="385" y="162"/>
                  </a:lnTo>
                  <a:lnTo>
                    <a:pt x="385" y="162"/>
                  </a:lnTo>
                  <a:lnTo>
                    <a:pt x="383" y="162"/>
                  </a:lnTo>
                  <a:lnTo>
                    <a:pt x="383" y="162"/>
                  </a:lnTo>
                  <a:lnTo>
                    <a:pt x="383" y="162"/>
                  </a:lnTo>
                  <a:lnTo>
                    <a:pt x="381" y="157"/>
                  </a:lnTo>
                  <a:lnTo>
                    <a:pt x="378" y="152"/>
                  </a:lnTo>
                  <a:lnTo>
                    <a:pt x="376" y="147"/>
                  </a:lnTo>
                  <a:lnTo>
                    <a:pt x="374" y="140"/>
                  </a:lnTo>
                  <a:lnTo>
                    <a:pt x="371" y="138"/>
                  </a:lnTo>
                  <a:lnTo>
                    <a:pt x="369" y="133"/>
                  </a:lnTo>
                  <a:lnTo>
                    <a:pt x="364" y="131"/>
                  </a:lnTo>
                  <a:lnTo>
                    <a:pt x="362" y="131"/>
                  </a:lnTo>
                  <a:lnTo>
                    <a:pt x="362" y="131"/>
                  </a:lnTo>
                  <a:lnTo>
                    <a:pt x="362" y="131"/>
                  </a:lnTo>
                  <a:lnTo>
                    <a:pt x="362" y="133"/>
                  </a:lnTo>
                  <a:lnTo>
                    <a:pt x="359" y="133"/>
                  </a:lnTo>
                  <a:lnTo>
                    <a:pt x="359" y="133"/>
                  </a:lnTo>
                  <a:lnTo>
                    <a:pt x="359" y="136"/>
                  </a:lnTo>
                  <a:lnTo>
                    <a:pt x="359" y="136"/>
                  </a:lnTo>
                  <a:lnTo>
                    <a:pt x="359" y="136"/>
                  </a:lnTo>
                  <a:lnTo>
                    <a:pt x="362" y="145"/>
                  </a:lnTo>
                  <a:lnTo>
                    <a:pt x="364" y="152"/>
                  </a:lnTo>
                  <a:lnTo>
                    <a:pt x="366" y="162"/>
                  </a:lnTo>
                  <a:lnTo>
                    <a:pt x="369" y="169"/>
                  </a:lnTo>
                  <a:lnTo>
                    <a:pt x="371" y="178"/>
                  </a:lnTo>
                  <a:lnTo>
                    <a:pt x="374" y="185"/>
                  </a:lnTo>
                  <a:lnTo>
                    <a:pt x="376" y="195"/>
                  </a:lnTo>
                  <a:lnTo>
                    <a:pt x="381" y="204"/>
                  </a:lnTo>
                  <a:lnTo>
                    <a:pt x="369" y="209"/>
                  </a:lnTo>
                  <a:lnTo>
                    <a:pt x="362" y="214"/>
                  </a:lnTo>
                  <a:lnTo>
                    <a:pt x="357" y="221"/>
                  </a:lnTo>
                  <a:lnTo>
                    <a:pt x="352" y="223"/>
                  </a:lnTo>
                  <a:lnTo>
                    <a:pt x="347" y="226"/>
                  </a:lnTo>
                  <a:lnTo>
                    <a:pt x="343" y="226"/>
                  </a:lnTo>
                  <a:lnTo>
                    <a:pt x="338" y="221"/>
                  </a:lnTo>
                  <a:lnTo>
                    <a:pt x="331" y="212"/>
                  </a:lnTo>
                  <a:lnTo>
                    <a:pt x="328" y="212"/>
                  </a:lnTo>
                  <a:lnTo>
                    <a:pt x="328" y="212"/>
                  </a:lnTo>
                  <a:lnTo>
                    <a:pt x="328" y="212"/>
                  </a:lnTo>
                  <a:lnTo>
                    <a:pt x="328" y="212"/>
                  </a:lnTo>
                  <a:lnTo>
                    <a:pt x="326" y="212"/>
                  </a:lnTo>
                  <a:lnTo>
                    <a:pt x="326" y="212"/>
                  </a:lnTo>
                  <a:lnTo>
                    <a:pt x="326" y="212"/>
                  </a:lnTo>
                  <a:lnTo>
                    <a:pt x="324" y="212"/>
                  </a:lnTo>
                  <a:lnTo>
                    <a:pt x="326" y="214"/>
                  </a:lnTo>
                  <a:lnTo>
                    <a:pt x="326" y="219"/>
                  </a:lnTo>
                  <a:lnTo>
                    <a:pt x="328" y="223"/>
                  </a:lnTo>
                  <a:lnTo>
                    <a:pt x="328" y="228"/>
                  </a:lnTo>
                  <a:lnTo>
                    <a:pt x="331" y="233"/>
                  </a:lnTo>
                  <a:lnTo>
                    <a:pt x="331" y="240"/>
                  </a:lnTo>
                  <a:lnTo>
                    <a:pt x="333" y="245"/>
                  </a:lnTo>
                  <a:lnTo>
                    <a:pt x="333" y="250"/>
                  </a:lnTo>
                  <a:lnTo>
                    <a:pt x="328" y="254"/>
                  </a:lnTo>
                  <a:lnTo>
                    <a:pt x="326" y="259"/>
                  </a:lnTo>
                  <a:lnTo>
                    <a:pt x="324" y="266"/>
                  </a:lnTo>
                  <a:lnTo>
                    <a:pt x="319" y="271"/>
                  </a:lnTo>
                  <a:lnTo>
                    <a:pt x="314" y="276"/>
                  </a:lnTo>
                  <a:lnTo>
                    <a:pt x="309" y="281"/>
                  </a:lnTo>
                  <a:lnTo>
                    <a:pt x="307" y="283"/>
                  </a:lnTo>
                  <a:lnTo>
                    <a:pt x="302" y="283"/>
                  </a:lnTo>
                  <a:lnTo>
                    <a:pt x="293" y="278"/>
                  </a:lnTo>
                  <a:lnTo>
                    <a:pt x="286" y="273"/>
                  </a:lnTo>
                  <a:lnTo>
                    <a:pt x="278" y="269"/>
                  </a:lnTo>
                  <a:lnTo>
                    <a:pt x="269" y="269"/>
                  </a:lnTo>
                  <a:lnTo>
                    <a:pt x="255" y="269"/>
                  </a:lnTo>
                  <a:lnTo>
                    <a:pt x="240" y="271"/>
                  </a:lnTo>
                  <a:lnTo>
                    <a:pt x="226" y="278"/>
                  </a:lnTo>
                  <a:lnTo>
                    <a:pt x="212" y="285"/>
                  </a:lnTo>
                  <a:lnTo>
                    <a:pt x="198" y="295"/>
                  </a:lnTo>
                  <a:lnTo>
                    <a:pt x="183" y="304"/>
                  </a:lnTo>
                  <a:lnTo>
                    <a:pt x="174" y="316"/>
                  </a:lnTo>
                  <a:lnTo>
                    <a:pt x="164" y="328"/>
                  </a:lnTo>
                  <a:lnTo>
                    <a:pt x="160" y="338"/>
                  </a:lnTo>
                  <a:lnTo>
                    <a:pt x="157" y="345"/>
                  </a:lnTo>
                  <a:lnTo>
                    <a:pt x="155" y="354"/>
                  </a:lnTo>
                  <a:lnTo>
                    <a:pt x="155" y="366"/>
                  </a:lnTo>
                  <a:lnTo>
                    <a:pt x="155" y="378"/>
                  </a:lnTo>
                  <a:lnTo>
                    <a:pt x="157" y="395"/>
                  </a:lnTo>
                  <a:lnTo>
                    <a:pt x="145" y="399"/>
                  </a:lnTo>
                  <a:lnTo>
                    <a:pt x="133" y="406"/>
                  </a:lnTo>
                  <a:lnTo>
                    <a:pt x="124" y="414"/>
                  </a:lnTo>
                  <a:lnTo>
                    <a:pt x="114" y="421"/>
                  </a:lnTo>
                  <a:lnTo>
                    <a:pt x="107" y="430"/>
                  </a:lnTo>
                  <a:lnTo>
                    <a:pt x="100" y="440"/>
                  </a:lnTo>
                  <a:lnTo>
                    <a:pt x="93" y="452"/>
                  </a:lnTo>
                  <a:lnTo>
                    <a:pt x="88" y="464"/>
                  </a:lnTo>
                  <a:lnTo>
                    <a:pt x="86" y="464"/>
                  </a:lnTo>
                  <a:lnTo>
                    <a:pt x="86" y="466"/>
                  </a:lnTo>
                  <a:lnTo>
                    <a:pt x="86" y="468"/>
                  </a:lnTo>
                  <a:lnTo>
                    <a:pt x="84" y="471"/>
                  </a:lnTo>
                  <a:lnTo>
                    <a:pt x="84" y="473"/>
                  </a:lnTo>
                  <a:lnTo>
                    <a:pt x="81" y="473"/>
                  </a:lnTo>
                  <a:lnTo>
                    <a:pt x="81" y="473"/>
                  </a:lnTo>
                  <a:lnTo>
                    <a:pt x="76" y="473"/>
                  </a:lnTo>
                  <a:lnTo>
                    <a:pt x="74" y="461"/>
                  </a:lnTo>
                  <a:lnTo>
                    <a:pt x="72" y="449"/>
                  </a:lnTo>
                  <a:lnTo>
                    <a:pt x="69" y="437"/>
                  </a:lnTo>
                  <a:lnTo>
                    <a:pt x="69" y="425"/>
                  </a:lnTo>
                  <a:lnTo>
                    <a:pt x="69" y="414"/>
                  </a:lnTo>
                  <a:lnTo>
                    <a:pt x="69" y="402"/>
                  </a:lnTo>
                  <a:lnTo>
                    <a:pt x="72" y="390"/>
                  </a:lnTo>
                  <a:lnTo>
                    <a:pt x="72" y="380"/>
                  </a:lnTo>
                  <a:lnTo>
                    <a:pt x="72" y="378"/>
                  </a:lnTo>
                  <a:lnTo>
                    <a:pt x="72" y="378"/>
                  </a:lnTo>
                  <a:lnTo>
                    <a:pt x="72" y="378"/>
                  </a:lnTo>
                  <a:lnTo>
                    <a:pt x="72" y="378"/>
                  </a:lnTo>
                  <a:lnTo>
                    <a:pt x="69" y="378"/>
                  </a:lnTo>
                  <a:lnTo>
                    <a:pt x="69" y="378"/>
                  </a:lnTo>
                  <a:lnTo>
                    <a:pt x="69" y="378"/>
                  </a:lnTo>
                  <a:lnTo>
                    <a:pt x="67" y="378"/>
                  </a:lnTo>
                  <a:lnTo>
                    <a:pt x="62" y="395"/>
                  </a:lnTo>
                  <a:lnTo>
                    <a:pt x="57" y="409"/>
                  </a:lnTo>
                  <a:lnTo>
                    <a:pt x="55" y="423"/>
                  </a:lnTo>
                  <a:lnTo>
                    <a:pt x="53" y="437"/>
                  </a:lnTo>
                  <a:lnTo>
                    <a:pt x="50" y="452"/>
                  </a:lnTo>
                  <a:lnTo>
                    <a:pt x="50" y="466"/>
                  </a:lnTo>
                  <a:lnTo>
                    <a:pt x="50" y="483"/>
                  </a:lnTo>
                  <a:lnTo>
                    <a:pt x="50" y="499"/>
                  </a:lnTo>
                  <a:lnTo>
                    <a:pt x="45" y="502"/>
                  </a:lnTo>
                  <a:lnTo>
                    <a:pt x="41" y="506"/>
                  </a:lnTo>
                  <a:lnTo>
                    <a:pt x="38" y="509"/>
                  </a:lnTo>
                  <a:lnTo>
                    <a:pt x="34" y="511"/>
                  </a:lnTo>
                  <a:lnTo>
                    <a:pt x="29" y="513"/>
                  </a:lnTo>
                  <a:lnTo>
                    <a:pt x="24" y="516"/>
                  </a:lnTo>
                  <a:lnTo>
                    <a:pt x="22" y="518"/>
                  </a:lnTo>
                  <a:lnTo>
                    <a:pt x="17" y="5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45" name="Freeform 13"/>
            <p:cNvSpPr>
              <a:spLocks/>
            </p:cNvSpPr>
            <p:nvPr/>
          </p:nvSpPr>
          <p:spPr bwMode="auto">
            <a:xfrm>
              <a:off x="1062" y="3954"/>
              <a:ext cx="8" cy="23"/>
            </a:xfrm>
            <a:custGeom>
              <a:avLst/>
              <a:gdLst>
                <a:gd name="T0" fmla="*/ 0 w 10"/>
                <a:gd name="T1" fmla="*/ 26 h 26"/>
                <a:gd name="T2" fmla="*/ 2 w 10"/>
                <a:gd name="T3" fmla="*/ 21 h 26"/>
                <a:gd name="T4" fmla="*/ 2 w 10"/>
                <a:gd name="T5" fmla="*/ 17 h 26"/>
                <a:gd name="T6" fmla="*/ 2 w 10"/>
                <a:gd name="T7" fmla="*/ 14 h 26"/>
                <a:gd name="T8" fmla="*/ 5 w 10"/>
                <a:gd name="T9" fmla="*/ 9 h 26"/>
                <a:gd name="T10" fmla="*/ 5 w 10"/>
                <a:gd name="T11" fmla="*/ 7 h 26"/>
                <a:gd name="T12" fmla="*/ 5 w 10"/>
                <a:gd name="T13" fmla="*/ 5 h 26"/>
                <a:gd name="T14" fmla="*/ 7 w 10"/>
                <a:gd name="T15" fmla="*/ 2 h 26"/>
                <a:gd name="T16" fmla="*/ 7 w 10"/>
                <a:gd name="T17" fmla="*/ 0 h 26"/>
                <a:gd name="T18" fmla="*/ 10 w 10"/>
                <a:gd name="T19" fmla="*/ 2 h 26"/>
                <a:gd name="T20" fmla="*/ 10 w 10"/>
                <a:gd name="T21" fmla="*/ 5 h 26"/>
                <a:gd name="T22" fmla="*/ 10 w 10"/>
                <a:gd name="T23" fmla="*/ 7 h 26"/>
                <a:gd name="T24" fmla="*/ 7 w 10"/>
                <a:gd name="T25" fmla="*/ 12 h 26"/>
                <a:gd name="T26" fmla="*/ 7 w 10"/>
                <a:gd name="T27" fmla="*/ 14 h 26"/>
                <a:gd name="T28" fmla="*/ 5 w 10"/>
                <a:gd name="T29" fmla="*/ 19 h 26"/>
                <a:gd name="T30" fmla="*/ 5 w 10"/>
                <a:gd name="T31" fmla="*/ 21 h 26"/>
                <a:gd name="T32" fmla="*/ 2 w 10"/>
                <a:gd name="T33" fmla="*/ 24 h 26"/>
                <a:gd name="T34" fmla="*/ 2 w 10"/>
                <a:gd name="T35" fmla="*/ 24 h 26"/>
                <a:gd name="T36" fmla="*/ 2 w 10"/>
                <a:gd name="T37" fmla="*/ 24 h 26"/>
                <a:gd name="T38" fmla="*/ 2 w 10"/>
                <a:gd name="T39" fmla="*/ 24 h 26"/>
                <a:gd name="T40" fmla="*/ 2 w 10"/>
                <a:gd name="T41" fmla="*/ 24 h 26"/>
                <a:gd name="T42" fmla="*/ 2 w 10"/>
                <a:gd name="T43" fmla="*/ 26 h 26"/>
                <a:gd name="T44" fmla="*/ 0 w 10"/>
                <a:gd name="T45" fmla="*/ 26 h 26"/>
                <a:gd name="T46" fmla="*/ 0 w 10"/>
                <a:gd name="T47" fmla="*/ 26 h 26"/>
                <a:gd name="T48" fmla="*/ 0 w 10"/>
                <a:gd name="T4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" h="26">
                  <a:moveTo>
                    <a:pt x="0" y="26"/>
                  </a:moveTo>
                  <a:lnTo>
                    <a:pt x="2" y="21"/>
                  </a:lnTo>
                  <a:lnTo>
                    <a:pt x="2" y="17"/>
                  </a:lnTo>
                  <a:lnTo>
                    <a:pt x="2" y="14"/>
                  </a:lnTo>
                  <a:lnTo>
                    <a:pt x="5" y="9"/>
                  </a:lnTo>
                  <a:lnTo>
                    <a:pt x="5" y="7"/>
                  </a:lnTo>
                  <a:lnTo>
                    <a:pt x="5" y="5"/>
                  </a:lnTo>
                  <a:lnTo>
                    <a:pt x="7" y="2"/>
                  </a:lnTo>
                  <a:lnTo>
                    <a:pt x="7" y="0"/>
                  </a:lnTo>
                  <a:lnTo>
                    <a:pt x="10" y="2"/>
                  </a:lnTo>
                  <a:lnTo>
                    <a:pt x="10" y="5"/>
                  </a:lnTo>
                  <a:lnTo>
                    <a:pt x="10" y="7"/>
                  </a:lnTo>
                  <a:lnTo>
                    <a:pt x="7" y="12"/>
                  </a:lnTo>
                  <a:lnTo>
                    <a:pt x="7" y="14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46" name="Freeform 14"/>
            <p:cNvSpPr>
              <a:spLocks/>
            </p:cNvSpPr>
            <p:nvPr/>
          </p:nvSpPr>
          <p:spPr bwMode="auto">
            <a:xfrm>
              <a:off x="1185" y="3727"/>
              <a:ext cx="98" cy="227"/>
            </a:xfrm>
            <a:custGeom>
              <a:avLst/>
              <a:gdLst>
                <a:gd name="T0" fmla="*/ 0 w 124"/>
                <a:gd name="T1" fmla="*/ 262 h 262"/>
                <a:gd name="T2" fmla="*/ 5 w 124"/>
                <a:gd name="T3" fmla="*/ 240 h 262"/>
                <a:gd name="T4" fmla="*/ 19 w 124"/>
                <a:gd name="T5" fmla="*/ 207 h 262"/>
                <a:gd name="T6" fmla="*/ 36 w 124"/>
                <a:gd name="T7" fmla="*/ 167 h 262"/>
                <a:gd name="T8" fmla="*/ 57 w 124"/>
                <a:gd name="T9" fmla="*/ 122 h 262"/>
                <a:gd name="T10" fmla="*/ 78 w 124"/>
                <a:gd name="T11" fmla="*/ 77 h 262"/>
                <a:gd name="T12" fmla="*/ 98 w 124"/>
                <a:gd name="T13" fmla="*/ 38 h 262"/>
                <a:gd name="T14" fmla="*/ 114 w 124"/>
                <a:gd name="T15" fmla="*/ 12 h 262"/>
                <a:gd name="T16" fmla="*/ 124 w 124"/>
                <a:gd name="T17" fmla="*/ 0 h 262"/>
                <a:gd name="T18" fmla="*/ 114 w 124"/>
                <a:gd name="T19" fmla="*/ 22 h 262"/>
                <a:gd name="T20" fmla="*/ 105 w 124"/>
                <a:gd name="T21" fmla="*/ 46 h 262"/>
                <a:gd name="T22" fmla="*/ 95 w 124"/>
                <a:gd name="T23" fmla="*/ 67 h 262"/>
                <a:gd name="T24" fmla="*/ 83 w 124"/>
                <a:gd name="T25" fmla="*/ 91 h 262"/>
                <a:gd name="T26" fmla="*/ 74 w 124"/>
                <a:gd name="T27" fmla="*/ 115 h 262"/>
                <a:gd name="T28" fmla="*/ 62 w 124"/>
                <a:gd name="T29" fmla="*/ 136 h 262"/>
                <a:gd name="T30" fmla="*/ 55 w 124"/>
                <a:gd name="T31" fmla="*/ 160 h 262"/>
                <a:gd name="T32" fmla="*/ 50 w 124"/>
                <a:gd name="T33" fmla="*/ 183 h 262"/>
                <a:gd name="T34" fmla="*/ 45 w 124"/>
                <a:gd name="T35" fmla="*/ 191 h 262"/>
                <a:gd name="T36" fmla="*/ 40 w 124"/>
                <a:gd name="T37" fmla="*/ 202 h 262"/>
                <a:gd name="T38" fmla="*/ 33 w 124"/>
                <a:gd name="T39" fmla="*/ 212 h 262"/>
                <a:gd name="T40" fmla="*/ 29 w 124"/>
                <a:gd name="T41" fmla="*/ 224 h 262"/>
                <a:gd name="T42" fmla="*/ 21 w 124"/>
                <a:gd name="T43" fmla="*/ 236 h 262"/>
                <a:gd name="T44" fmla="*/ 14 w 124"/>
                <a:gd name="T45" fmla="*/ 245 h 262"/>
                <a:gd name="T46" fmla="*/ 7 w 124"/>
                <a:gd name="T47" fmla="*/ 255 h 262"/>
                <a:gd name="T48" fmla="*/ 0 w 124"/>
                <a:gd name="T49" fmla="*/ 2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262">
                  <a:moveTo>
                    <a:pt x="0" y="262"/>
                  </a:moveTo>
                  <a:lnTo>
                    <a:pt x="5" y="240"/>
                  </a:lnTo>
                  <a:lnTo>
                    <a:pt x="19" y="207"/>
                  </a:lnTo>
                  <a:lnTo>
                    <a:pt x="36" y="167"/>
                  </a:lnTo>
                  <a:lnTo>
                    <a:pt x="57" y="122"/>
                  </a:lnTo>
                  <a:lnTo>
                    <a:pt x="78" y="77"/>
                  </a:lnTo>
                  <a:lnTo>
                    <a:pt x="98" y="38"/>
                  </a:lnTo>
                  <a:lnTo>
                    <a:pt x="114" y="12"/>
                  </a:lnTo>
                  <a:lnTo>
                    <a:pt x="124" y="0"/>
                  </a:lnTo>
                  <a:lnTo>
                    <a:pt x="114" y="22"/>
                  </a:lnTo>
                  <a:lnTo>
                    <a:pt x="105" y="46"/>
                  </a:lnTo>
                  <a:lnTo>
                    <a:pt x="95" y="67"/>
                  </a:lnTo>
                  <a:lnTo>
                    <a:pt x="83" y="91"/>
                  </a:lnTo>
                  <a:lnTo>
                    <a:pt x="74" y="115"/>
                  </a:lnTo>
                  <a:lnTo>
                    <a:pt x="62" y="136"/>
                  </a:lnTo>
                  <a:lnTo>
                    <a:pt x="55" y="160"/>
                  </a:lnTo>
                  <a:lnTo>
                    <a:pt x="50" y="183"/>
                  </a:lnTo>
                  <a:lnTo>
                    <a:pt x="45" y="191"/>
                  </a:lnTo>
                  <a:lnTo>
                    <a:pt x="40" y="202"/>
                  </a:lnTo>
                  <a:lnTo>
                    <a:pt x="33" y="212"/>
                  </a:lnTo>
                  <a:lnTo>
                    <a:pt x="29" y="224"/>
                  </a:lnTo>
                  <a:lnTo>
                    <a:pt x="21" y="236"/>
                  </a:lnTo>
                  <a:lnTo>
                    <a:pt x="14" y="245"/>
                  </a:lnTo>
                  <a:lnTo>
                    <a:pt x="7" y="255"/>
                  </a:lnTo>
                  <a:lnTo>
                    <a:pt x="0" y="2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47" name="Freeform 15"/>
            <p:cNvSpPr>
              <a:spLocks/>
            </p:cNvSpPr>
            <p:nvPr/>
          </p:nvSpPr>
          <p:spPr bwMode="auto">
            <a:xfrm>
              <a:off x="526" y="3915"/>
              <a:ext cx="6" cy="4"/>
            </a:xfrm>
            <a:custGeom>
              <a:avLst/>
              <a:gdLst>
                <a:gd name="T0" fmla="*/ 2 w 7"/>
                <a:gd name="T1" fmla="*/ 4 h 4"/>
                <a:gd name="T2" fmla="*/ 2 w 7"/>
                <a:gd name="T3" fmla="*/ 4 h 4"/>
                <a:gd name="T4" fmla="*/ 2 w 7"/>
                <a:gd name="T5" fmla="*/ 4 h 4"/>
                <a:gd name="T6" fmla="*/ 2 w 7"/>
                <a:gd name="T7" fmla="*/ 2 h 4"/>
                <a:gd name="T8" fmla="*/ 2 w 7"/>
                <a:gd name="T9" fmla="*/ 2 h 4"/>
                <a:gd name="T10" fmla="*/ 2 w 7"/>
                <a:gd name="T11" fmla="*/ 2 h 4"/>
                <a:gd name="T12" fmla="*/ 2 w 7"/>
                <a:gd name="T13" fmla="*/ 2 h 4"/>
                <a:gd name="T14" fmla="*/ 0 w 7"/>
                <a:gd name="T15" fmla="*/ 2 h 4"/>
                <a:gd name="T16" fmla="*/ 0 w 7"/>
                <a:gd name="T17" fmla="*/ 2 h 4"/>
                <a:gd name="T18" fmla="*/ 0 w 7"/>
                <a:gd name="T19" fmla="*/ 2 h 4"/>
                <a:gd name="T20" fmla="*/ 2 w 7"/>
                <a:gd name="T21" fmla="*/ 2 h 4"/>
                <a:gd name="T22" fmla="*/ 2 w 7"/>
                <a:gd name="T23" fmla="*/ 2 h 4"/>
                <a:gd name="T24" fmla="*/ 2 w 7"/>
                <a:gd name="T25" fmla="*/ 2 h 4"/>
                <a:gd name="T26" fmla="*/ 2 w 7"/>
                <a:gd name="T27" fmla="*/ 0 h 4"/>
                <a:gd name="T28" fmla="*/ 2 w 7"/>
                <a:gd name="T29" fmla="*/ 0 h 4"/>
                <a:gd name="T30" fmla="*/ 2 w 7"/>
                <a:gd name="T31" fmla="*/ 0 h 4"/>
                <a:gd name="T32" fmla="*/ 2 w 7"/>
                <a:gd name="T33" fmla="*/ 0 h 4"/>
                <a:gd name="T34" fmla="*/ 5 w 7"/>
                <a:gd name="T35" fmla="*/ 2 h 4"/>
                <a:gd name="T36" fmla="*/ 7 w 7"/>
                <a:gd name="T37" fmla="*/ 2 h 4"/>
                <a:gd name="T38" fmla="*/ 7 w 7"/>
                <a:gd name="T39" fmla="*/ 2 h 4"/>
                <a:gd name="T40" fmla="*/ 7 w 7"/>
                <a:gd name="T41" fmla="*/ 4 h 4"/>
                <a:gd name="T42" fmla="*/ 7 w 7"/>
                <a:gd name="T43" fmla="*/ 4 h 4"/>
                <a:gd name="T44" fmla="*/ 7 w 7"/>
                <a:gd name="T45" fmla="*/ 4 h 4"/>
                <a:gd name="T46" fmla="*/ 5 w 7"/>
                <a:gd name="T47" fmla="*/ 4 h 4"/>
                <a:gd name="T48" fmla="*/ 2 w 7"/>
                <a:gd name="T4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7" h="4">
                  <a:moveTo>
                    <a:pt x="2" y="4"/>
                  </a:moveTo>
                  <a:lnTo>
                    <a:pt x="2" y="4"/>
                  </a:lnTo>
                  <a:lnTo>
                    <a:pt x="2" y="4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5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5" y="4"/>
                  </a:lnTo>
                  <a:lnTo>
                    <a:pt x="2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48" name="Freeform 16"/>
            <p:cNvSpPr>
              <a:spLocks/>
            </p:cNvSpPr>
            <p:nvPr/>
          </p:nvSpPr>
          <p:spPr bwMode="auto">
            <a:xfrm>
              <a:off x="1400" y="3779"/>
              <a:ext cx="98" cy="140"/>
            </a:xfrm>
            <a:custGeom>
              <a:avLst/>
              <a:gdLst>
                <a:gd name="T0" fmla="*/ 105 w 124"/>
                <a:gd name="T1" fmla="*/ 157 h 161"/>
                <a:gd name="T2" fmla="*/ 96 w 124"/>
                <a:gd name="T3" fmla="*/ 147 h 161"/>
                <a:gd name="T4" fmla="*/ 86 w 124"/>
                <a:gd name="T5" fmla="*/ 138 h 161"/>
                <a:gd name="T6" fmla="*/ 79 w 124"/>
                <a:gd name="T7" fmla="*/ 128 h 161"/>
                <a:gd name="T8" fmla="*/ 77 w 124"/>
                <a:gd name="T9" fmla="*/ 126 h 161"/>
                <a:gd name="T10" fmla="*/ 77 w 124"/>
                <a:gd name="T11" fmla="*/ 126 h 161"/>
                <a:gd name="T12" fmla="*/ 74 w 124"/>
                <a:gd name="T13" fmla="*/ 126 h 161"/>
                <a:gd name="T14" fmla="*/ 74 w 124"/>
                <a:gd name="T15" fmla="*/ 126 h 161"/>
                <a:gd name="T16" fmla="*/ 72 w 124"/>
                <a:gd name="T17" fmla="*/ 119 h 161"/>
                <a:gd name="T18" fmla="*/ 62 w 124"/>
                <a:gd name="T19" fmla="*/ 107 h 161"/>
                <a:gd name="T20" fmla="*/ 53 w 124"/>
                <a:gd name="T21" fmla="*/ 97 h 161"/>
                <a:gd name="T22" fmla="*/ 43 w 124"/>
                <a:gd name="T23" fmla="*/ 88 h 161"/>
                <a:gd name="T24" fmla="*/ 43 w 124"/>
                <a:gd name="T25" fmla="*/ 83 h 161"/>
                <a:gd name="T26" fmla="*/ 41 w 124"/>
                <a:gd name="T27" fmla="*/ 83 h 161"/>
                <a:gd name="T28" fmla="*/ 41 w 124"/>
                <a:gd name="T29" fmla="*/ 83 h 161"/>
                <a:gd name="T30" fmla="*/ 41 w 124"/>
                <a:gd name="T31" fmla="*/ 83 h 161"/>
                <a:gd name="T32" fmla="*/ 38 w 124"/>
                <a:gd name="T33" fmla="*/ 78 h 161"/>
                <a:gd name="T34" fmla="*/ 34 w 124"/>
                <a:gd name="T35" fmla="*/ 74 h 161"/>
                <a:gd name="T36" fmla="*/ 29 w 124"/>
                <a:gd name="T37" fmla="*/ 69 h 161"/>
                <a:gd name="T38" fmla="*/ 27 w 124"/>
                <a:gd name="T39" fmla="*/ 64 h 161"/>
                <a:gd name="T40" fmla="*/ 24 w 124"/>
                <a:gd name="T41" fmla="*/ 62 h 161"/>
                <a:gd name="T42" fmla="*/ 24 w 124"/>
                <a:gd name="T43" fmla="*/ 62 h 161"/>
                <a:gd name="T44" fmla="*/ 24 w 124"/>
                <a:gd name="T45" fmla="*/ 62 h 161"/>
                <a:gd name="T46" fmla="*/ 24 w 124"/>
                <a:gd name="T47" fmla="*/ 62 h 161"/>
                <a:gd name="T48" fmla="*/ 19 w 124"/>
                <a:gd name="T49" fmla="*/ 57 h 161"/>
                <a:gd name="T50" fmla="*/ 12 w 124"/>
                <a:gd name="T51" fmla="*/ 45 h 161"/>
                <a:gd name="T52" fmla="*/ 5 w 124"/>
                <a:gd name="T53" fmla="*/ 38 h 161"/>
                <a:gd name="T54" fmla="*/ 0 w 124"/>
                <a:gd name="T55" fmla="*/ 28 h 161"/>
                <a:gd name="T56" fmla="*/ 15 w 124"/>
                <a:gd name="T57" fmla="*/ 21 h 161"/>
                <a:gd name="T58" fmla="*/ 46 w 124"/>
                <a:gd name="T59" fmla="*/ 14 h 161"/>
                <a:gd name="T60" fmla="*/ 77 w 124"/>
                <a:gd name="T61" fmla="*/ 7 h 161"/>
                <a:gd name="T62" fmla="*/ 110 w 124"/>
                <a:gd name="T63" fmla="*/ 2 h 161"/>
                <a:gd name="T64" fmla="*/ 122 w 124"/>
                <a:gd name="T65" fmla="*/ 19 h 161"/>
                <a:gd name="T66" fmla="*/ 117 w 124"/>
                <a:gd name="T67" fmla="*/ 59 h 161"/>
                <a:gd name="T68" fmla="*/ 115 w 124"/>
                <a:gd name="T69" fmla="*/ 100 h 161"/>
                <a:gd name="T70" fmla="*/ 112 w 124"/>
                <a:gd name="T71" fmla="*/ 140 h 161"/>
                <a:gd name="T72" fmla="*/ 112 w 124"/>
                <a:gd name="T73" fmla="*/ 159 h 161"/>
                <a:gd name="T74" fmla="*/ 112 w 124"/>
                <a:gd name="T75" fmla="*/ 159 h 161"/>
                <a:gd name="T76" fmla="*/ 112 w 124"/>
                <a:gd name="T77" fmla="*/ 161 h 161"/>
                <a:gd name="T78" fmla="*/ 110 w 124"/>
                <a:gd name="T79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4" h="161">
                  <a:moveTo>
                    <a:pt x="110" y="161"/>
                  </a:moveTo>
                  <a:lnTo>
                    <a:pt x="105" y="157"/>
                  </a:lnTo>
                  <a:lnTo>
                    <a:pt x="100" y="152"/>
                  </a:lnTo>
                  <a:lnTo>
                    <a:pt x="96" y="147"/>
                  </a:lnTo>
                  <a:lnTo>
                    <a:pt x="91" y="142"/>
                  </a:lnTo>
                  <a:lnTo>
                    <a:pt x="86" y="138"/>
                  </a:lnTo>
                  <a:lnTo>
                    <a:pt x="81" y="133"/>
                  </a:lnTo>
                  <a:lnTo>
                    <a:pt x="79" y="128"/>
                  </a:lnTo>
                  <a:lnTo>
                    <a:pt x="77" y="126"/>
                  </a:lnTo>
                  <a:lnTo>
                    <a:pt x="77" y="126"/>
                  </a:lnTo>
                  <a:lnTo>
                    <a:pt x="77" y="126"/>
                  </a:lnTo>
                  <a:lnTo>
                    <a:pt x="77" y="126"/>
                  </a:lnTo>
                  <a:lnTo>
                    <a:pt x="74" y="126"/>
                  </a:lnTo>
                  <a:lnTo>
                    <a:pt x="74" y="126"/>
                  </a:lnTo>
                  <a:lnTo>
                    <a:pt x="74" y="126"/>
                  </a:lnTo>
                  <a:lnTo>
                    <a:pt x="74" y="126"/>
                  </a:lnTo>
                  <a:lnTo>
                    <a:pt x="74" y="126"/>
                  </a:lnTo>
                  <a:lnTo>
                    <a:pt x="72" y="119"/>
                  </a:lnTo>
                  <a:lnTo>
                    <a:pt x="67" y="114"/>
                  </a:lnTo>
                  <a:lnTo>
                    <a:pt x="62" y="107"/>
                  </a:lnTo>
                  <a:lnTo>
                    <a:pt x="58" y="102"/>
                  </a:lnTo>
                  <a:lnTo>
                    <a:pt x="53" y="97"/>
                  </a:lnTo>
                  <a:lnTo>
                    <a:pt x="48" y="93"/>
                  </a:lnTo>
                  <a:lnTo>
                    <a:pt x="43" y="88"/>
                  </a:lnTo>
                  <a:lnTo>
                    <a:pt x="43" y="83"/>
                  </a:lnTo>
                  <a:lnTo>
                    <a:pt x="43" y="83"/>
                  </a:lnTo>
                  <a:lnTo>
                    <a:pt x="41" y="83"/>
                  </a:lnTo>
                  <a:lnTo>
                    <a:pt x="41" y="83"/>
                  </a:lnTo>
                  <a:lnTo>
                    <a:pt x="41" y="83"/>
                  </a:lnTo>
                  <a:lnTo>
                    <a:pt x="41" y="83"/>
                  </a:lnTo>
                  <a:lnTo>
                    <a:pt x="41" y="83"/>
                  </a:lnTo>
                  <a:lnTo>
                    <a:pt x="41" y="83"/>
                  </a:lnTo>
                  <a:lnTo>
                    <a:pt x="41" y="83"/>
                  </a:lnTo>
                  <a:lnTo>
                    <a:pt x="38" y="78"/>
                  </a:lnTo>
                  <a:lnTo>
                    <a:pt x="36" y="76"/>
                  </a:lnTo>
                  <a:lnTo>
                    <a:pt x="34" y="74"/>
                  </a:lnTo>
                  <a:lnTo>
                    <a:pt x="31" y="71"/>
                  </a:lnTo>
                  <a:lnTo>
                    <a:pt x="29" y="69"/>
                  </a:lnTo>
                  <a:lnTo>
                    <a:pt x="29" y="64"/>
                  </a:lnTo>
                  <a:lnTo>
                    <a:pt x="27" y="64"/>
                  </a:lnTo>
                  <a:lnTo>
                    <a:pt x="27" y="62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2" y="62"/>
                  </a:lnTo>
                  <a:lnTo>
                    <a:pt x="19" y="57"/>
                  </a:lnTo>
                  <a:lnTo>
                    <a:pt x="17" y="50"/>
                  </a:lnTo>
                  <a:lnTo>
                    <a:pt x="12" y="45"/>
                  </a:lnTo>
                  <a:lnTo>
                    <a:pt x="10" y="43"/>
                  </a:lnTo>
                  <a:lnTo>
                    <a:pt x="5" y="38"/>
                  </a:lnTo>
                  <a:lnTo>
                    <a:pt x="3" y="33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15" y="21"/>
                  </a:lnTo>
                  <a:lnTo>
                    <a:pt x="31" y="19"/>
                  </a:lnTo>
                  <a:lnTo>
                    <a:pt x="46" y="14"/>
                  </a:lnTo>
                  <a:lnTo>
                    <a:pt x="62" y="12"/>
                  </a:lnTo>
                  <a:lnTo>
                    <a:pt x="77" y="7"/>
                  </a:lnTo>
                  <a:lnTo>
                    <a:pt x="93" y="5"/>
                  </a:lnTo>
                  <a:lnTo>
                    <a:pt x="110" y="2"/>
                  </a:lnTo>
                  <a:lnTo>
                    <a:pt x="124" y="0"/>
                  </a:lnTo>
                  <a:lnTo>
                    <a:pt x="122" y="19"/>
                  </a:lnTo>
                  <a:lnTo>
                    <a:pt x="119" y="40"/>
                  </a:lnTo>
                  <a:lnTo>
                    <a:pt x="117" y="59"/>
                  </a:lnTo>
                  <a:lnTo>
                    <a:pt x="117" y="78"/>
                  </a:lnTo>
                  <a:lnTo>
                    <a:pt x="115" y="100"/>
                  </a:lnTo>
                  <a:lnTo>
                    <a:pt x="115" y="119"/>
                  </a:lnTo>
                  <a:lnTo>
                    <a:pt x="112" y="140"/>
                  </a:lnTo>
                  <a:lnTo>
                    <a:pt x="112" y="159"/>
                  </a:lnTo>
                  <a:lnTo>
                    <a:pt x="112" y="159"/>
                  </a:lnTo>
                  <a:lnTo>
                    <a:pt x="112" y="159"/>
                  </a:lnTo>
                  <a:lnTo>
                    <a:pt x="112" y="159"/>
                  </a:lnTo>
                  <a:lnTo>
                    <a:pt x="112" y="159"/>
                  </a:lnTo>
                  <a:lnTo>
                    <a:pt x="112" y="161"/>
                  </a:lnTo>
                  <a:lnTo>
                    <a:pt x="110" y="161"/>
                  </a:lnTo>
                  <a:lnTo>
                    <a:pt x="110" y="161"/>
                  </a:lnTo>
                  <a:lnTo>
                    <a:pt x="110" y="1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49" name="Freeform 17"/>
            <p:cNvSpPr>
              <a:spLocks/>
            </p:cNvSpPr>
            <p:nvPr/>
          </p:nvSpPr>
          <p:spPr bwMode="auto">
            <a:xfrm>
              <a:off x="1229" y="3711"/>
              <a:ext cx="134" cy="185"/>
            </a:xfrm>
            <a:custGeom>
              <a:avLst/>
              <a:gdLst>
                <a:gd name="T0" fmla="*/ 2 w 171"/>
                <a:gd name="T1" fmla="*/ 202 h 214"/>
                <a:gd name="T2" fmla="*/ 9 w 171"/>
                <a:gd name="T3" fmla="*/ 181 h 214"/>
                <a:gd name="T4" fmla="*/ 19 w 171"/>
                <a:gd name="T5" fmla="*/ 160 h 214"/>
                <a:gd name="T6" fmla="*/ 28 w 171"/>
                <a:gd name="T7" fmla="*/ 141 h 214"/>
                <a:gd name="T8" fmla="*/ 38 w 171"/>
                <a:gd name="T9" fmla="*/ 115 h 214"/>
                <a:gd name="T10" fmla="*/ 54 w 171"/>
                <a:gd name="T11" fmla="*/ 81 h 214"/>
                <a:gd name="T12" fmla="*/ 69 w 171"/>
                <a:gd name="T13" fmla="*/ 50 h 214"/>
                <a:gd name="T14" fmla="*/ 81 w 171"/>
                <a:gd name="T15" fmla="*/ 17 h 214"/>
                <a:gd name="T16" fmla="*/ 88 w 171"/>
                <a:gd name="T17" fmla="*/ 3 h 214"/>
                <a:gd name="T18" fmla="*/ 90 w 171"/>
                <a:gd name="T19" fmla="*/ 3 h 214"/>
                <a:gd name="T20" fmla="*/ 90 w 171"/>
                <a:gd name="T21" fmla="*/ 3 h 214"/>
                <a:gd name="T22" fmla="*/ 92 w 171"/>
                <a:gd name="T23" fmla="*/ 0 h 214"/>
                <a:gd name="T24" fmla="*/ 95 w 171"/>
                <a:gd name="T25" fmla="*/ 3 h 214"/>
                <a:gd name="T26" fmla="*/ 97 w 171"/>
                <a:gd name="T27" fmla="*/ 5 h 214"/>
                <a:gd name="T28" fmla="*/ 100 w 171"/>
                <a:gd name="T29" fmla="*/ 10 h 214"/>
                <a:gd name="T30" fmla="*/ 104 w 171"/>
                <a:gd name="T31" fmla="*/ 15 h 214"/>
                <a:gd name="T32" fmla="*/ 104 w 171"/>
                <a:gd name="T33" fmla="*/ 17 h 214"/>
                <a:gd name="T34" fmla="*/ 107 w 171"/>
                <a:gd name="T35" fmla="*/ 17 h 214"/>
                <a:gd name="T36" fmla="*/ 107 w 171"/>
                <a:gd name="T37" fmla="*/ 17 h 214"/>
                <a:gd name="T38" fmla="*/ 109 w 171"/>
                <a:gd name="T39" fmla="*/ 17 h 214"/>
                <a:gd name="T40" fmla="*/ 109 w 171"/>
                <a:gd name="T41" fmla="*/ 19 h 214"/>
                <a:gd name="T42" fmla="*/ 109 w 171"/>
                <a:gd name="T43" fmla="*/ 22 h 214"/>
                <a:gd name="T44" fmla="*/ 111 w 171"/>
                <a:gd name="T45" fmla="*/ 24 h 214"/>
                <a:gd name="T46" fmla="*/ 114 w 171"/>
                <a:gd name="T47" fmla="*/ 29 h 214"/>
                <a:gd name="T48" fmla="*/ 114 w 171"/>
                <a:gd name="T49" fmla="*/ 31 h 214"/>
                <a:gd name="T50" fmla="*/ 114 w 171"/>
                <a:gd name="T51" fmla="*/ 31 h 214"/>
                <a:gd name="T52" fmla="*/ 116 w 171"/>
                <a:gd name="T53" fmla="*/ 31 h 214"/>
                <a:gd name="T54" fmla="*/ 116 w 171"/>
                <a:gd name="T55" fmla="*/ 31 h 214"/>
                <a:gd name="T56" fmla="*/ 119 w 171"/>
                <a:gd name="T57" fmla="*/ 34 h 214"/>
                <a:gd name="T58" fmla="*/ 119 w 171"/>
                <a:gd name="T59" fmla="*/ 36 h 214"/>
                <a:gd name="T60" fmla="*/ 121 w 171"/>
                <a:gd name="T61" fmla="*/ 38 h 214"/>
                <a:gd name="T62" fmla="*/ 121 w 171"/>
                <a:gd name="T63" fmla="*/ 43 h 214"/>
                <a:gd name="T64" fmla="*/ 123 w 171"/>
                <a:gd name="T65" fmla="*/ 46 h 214"/>
                <a:gd name="T66" fmla="*/ 130 w 171"/>
                <a:gd name="T67" fmla="*/ 53 h 214"/>
                <a:gd name="T68" fmla="*/ 140 w 171"/>
                <a:gd name="T69" fmla="*/ 62 h 214"/>
                <a:gd name="T70" fmla="*/ 147 w 171"/>
                <a:gd name="T71" fmla="*/ 74 h 214"/>
                <a:gd name="T72" fmla="*/ 147 w 171"/>
                <a:gd name="T73" fmla="*/ 79 h 214"/>
                <a:gd name="T74" fmla="*/ 150 w 171"/>
                <a:gd name="T75" fmla="*/ 79 h 214"/>
                <a:gd name="T76" fmla="*/ 150 w 171"/>
                <a:gd name="T77" fmla="*/ 79 h 214"/>
                <a:gd name="T78" fmla="*/ 152 w 171"/>
                <a:gd name="T79" fmla="*/ 79 h 214"/>
                <a:gd name="T80" fmla="*/ 152 w 171"/>
                <a:gd name="T81" fmla="*/ 81 h 214"/>
                <a:gd name="T82" fmla="*/ 157 w 171"/>
                <a:gd name="T83" fmla="*/ 88 h 214"/>
                <a:gd name="T84" fmla="*/ 164 w 171"/>
                <a:gd name="T85" fmla="*/ 96 h 214"/>
                <a:gd name="T86" fmla="*/ 171 w 171"/>
                <a:gd name="T87" fmla="*/ 103 h 214"/>
                <a:gd name="T88" fmla="*/ 157 w 171"/>
                <a:gd name="T89" fmla="*/ 119 h 214"/>
                <a:gd name="T90" fmla="*/ 121 w 171"/>
                <a:gd name="T91" fmla="*/ 138 h 214"/>
                <a:gd name="T92" fmla="*/ 88 w 171"/>
                <a:gd name="T93" fmla="*/ 157 h 214"/>
                <a:gd name="T94" fmla="*/ 54 w 171"/>
                <a:gd name="T95" fmla="*/ 176 h 214"/>
                <a:gd name="T96" fmla="*/ 35 w 171"/>
                <a:gd name="T97" fmla="*/ 191 h 214"/>
                <a:gd name="T98" fmla="*/ 26 w 171"/>
                <a:gd name="T99" fmla="*/ 198 h 214"/>
                <a:gd name="T100" fmla="*/ 14 w 171"/>
                <a:gd name="T101" fmla="*/ 205 h 214"/>
                <a:gd name="T102" fmla="*/ 2 w 171"/>
                <a:gd name="T103" fmla="*/ 212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1" h="214">
                  <a:moveTo>
                    <a:pt x="0" y="214"/>
                  </a:moveTo>
                  <a:lnTo>
                    <a:pt x="2" y="202"/>
                  </a:lnTo>
                  <a:lnTo>
                    <a:pt x="4" y="191"/>
                  </a:lnTo>
                  <a:lnTo>
                    <a:pt x="9" y="181"/>
                  </a:lnTo>
                  <a:lnTo>
                    <a:pt x="14" y="172"/>
                  </a:lnTo>
                  <a:lnTo>
                    <a:pt x="19" y="160"/>
                  </a:lnTo>
                  <a:lnTo>
                    <a:pt x="23" y="150"/>
                  </a:lnTo>
                  <a:lnTo>
                    <a:pt x="28" y="141"/>
                  </a:lnTo>
                  <a:lnTo>
                    <a:pt x="31" y="131"/>
                  </a:lnTo>
                  <a:lnTo>
                    <a:pt x="38" y="115"/>
                  </a:lnTo>
                  <a:lnTo>
                    <a:pt x="45" y="98"/>
                  </a:lnTo>
                  <a:lnTo>
                    <a:pt x="54" y="81"/>
                  </a:lnTo>
                  <a:lnTo>
                    <a:pt x="62" y="67"/>
                  </a:lnTo>
                  <a:lnTo>
                    <a:pt x="69" y="50"/>
                  </a:lnTo>
                  <a:lnTo>
                    <a:pt x="76" y="34"/>
                  </a:lnTo>
                  <a:lnTo>
                    <a:pt x="81" y="17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90" y="3"/>
                  </a:lnTo>
                  <a:lnTo>
                    <a:pt x="90" y="3"/>
                  </a:lnTo>
                  <a:lnTo>
                    <a:pt x="90" y="3"/>
                  </a:lnTo>
                  <a:lnTo>
                    <a:pt x="92" y="3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95" y="3"/>
                  </a:lnTo>
                  <a:lnTo>
                    <a:pt x="95" y="3"/>
                  </a:lnTo>
                  <a:lnTo>
                    <a:pt x="97" y="5"/>
                  </a:lnTo>
                  <a:lnTo>
                    <a:pt x="100" y="8"/>
                  </a:lnTo>
                  <a:lnTo>
                    <a:pt x="100" y="10"/>
                  </a:lnTo>
                  <a:lnTo>
                    <a:pt x="102" y="12"/>
                  </a:lnTo>
                  <a:lnTo>
                    <a:pt x="104" y="15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7" y="17"/>
                  </a:lnTo>
                  <a:lnTo>
                    <a:pt x="107" y="17"/>
                  </a:lnTo>
                  <a:lnTo>
                    <a:pt x="107" y="17"/>
                  </a:lnTo>
                  <a:lnTo>
                    <a:pt x="107" y="17"/>
                  </a:lnTo>
                  <a:lnTo>
                    <a:pt x="107" y="17"/>
                  </a:lnTo>
                  <a:lnTo>
                    <a:pt x="109" y="17"/>
                  </a:lnTo>
                  <a:lnTo>
                    <a:pt x="109" y="17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09" y="22"/>
                  </a:lnTo>
                  <a:lnTo>
                    <a:pt x="111" y="22"/>
                  </a:lnTo>
                  <a:lnTo>
                    <a:pt x="111" y="24"/>
                  </a:lnTo>
                  <a:lnTo>
                    <a:pt x="111" y="27"/>
                  </a:lnTo>
                  <a:lnTo>
                    <a:pt x="114" y="29"/>
                  </a:lnTo>
                  <a:lnTo>
                    <a:pt x="114" y="31"/>
                  </a:lnTo>
                  <a:lnTo>
                    <a:pt x="114" y="31"/>
                  </a:lnTo>
                  <a:lnTo>
                    <a:pt x="114" y="31"/>
                  </a:lnTo>
                  <a:lnTo>
                    <a:pt x="114" y="31"/>
                  </a:lnTo>
                  <a:lnTo>
                    <a:pt x="116" y="31"/>
                  </a:lnTo>
                  <a:lnTo>
                    <a:pt x="116" y="31"/>
                  </a:lnTo>
                  <a:lnTo>
                    <a:pt x="116" y="31"/>
                  </a:lnTo>
                  <a:lnTo>
                    <a:pt x="116" y="31"/>
                  </a:lnTo>
                  <a:lnTo>
                    <a:pt x="116" y="31"/>
                  </a:lnTo>
                  <a:lnTo>
                    <a:pt x="119" y="34"/>
                  </a:lnTo>
                  <a:lnTo>
                    <a:pt x="119" y="34"/>
                  </a:lnTo>
                  <a:lnTo>
                    <a:pt x="119" y="36"/>
                  </a:lnTo>
                  <a:lnTo>
                    <a:pt x="119" y="38"/>
                  </a:lnTo>
                  <a:lnTo>
                    <a:pt x="121" y="38"/>
                  </a:lnTo>
                  <a:lnTo>
                    <a:pt x="121" y="41"/>
                  </a:lnTo>
                  <a:lnTo>
                    <a:pt x="121" y="43"/>
                  </a:lnTo>
                  <a:lnTo>
                    <a:pt x="123" y="43"/>
                  </a:lnTo>
                  <a:lnTo>
                    <a:pt x="123" y="46"/>
                  </a:lnTo>
                  <a:lnTo>
                    <a:pt x="128" y="48"/>
                  </a:lnTo>
                  <a:lnTo>
                    <a:pt x="130" y="53"/>
                  </a:lnTo>
                  <a:lnTo>
                    <a:pt x="135" y="57"/>
                  </a:lnTo>
                  <a:lnTo>
                    <a:pt x="140" y="62"/>
                  </a:lnTo>
                  <a:lnTo>
                    <a:pt x="145" y="67"/>
                  </a:lnTo>
                  <a:lnTo>
                    <a:pt x="147" y="74"/>
                  </a:lnTo>
                  <a:lnTo>
                    <a:pt x="147" y="79"/>
                  </a:lnTo>
                  <a:lnTo>
                    <a:pt x="147" y="79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2" y="79"/>
                  </a:lnTo>
                  <a:lnTo>
                    <a:pt x="152" y="79"/>
                  </a:lnTo>
                  <a:lnTo>
                    <a:pt x="152" y="81"/>
                  </a:lnTo>
                  <a:lnTo>
                    <a:pt x="154" y="86"/>
                  </a:lnTo>
                  <a:lnTo>
                    <a:pt x="157" y="88"/>
                  </a:lnTo>
                  <a:lnTo>
                    <a:pt x="161" y="93"/>
                  </a:lnTo>
                  <a:lnTo>
                    <a:pt x="164" y="96"/>
                  </a:lnTo>
                  <a:lnTo>
                    <a:pt x="166" y="100"/>
                  </a:lnTo>
                  <a:lnTo>
                    <a:pt x="171" y="103"/>
                  </a:lnTo>
                  <a:lnTo>
                    <a:pt x="171" y="110"/>
                  </a:lnTo>
                  <a:lnTo>
                    <a:pt x="157" y="119"/>
                  </a:lnTo>
                  <a:lnTo>
                    <a:pt x="138" y="129"/>
                  </a:lnTo>
                  <a:lnTo>
                    <a:pt x="121" y="138"/>
                  </a:lnTo>
                  <a:lnTo>
                    <a:pt x="104" y="148"/>
                  </a:lnTo>
                  <a:lnTo>
                    <a:pt x="88" y="157"/>
                  </a:lnTo>
                  <a:lnTo>
                    <a:pt x="71" y="167"/>
                  </a:lnTo>
                  <a:lnTo>
                    <a:pt x="54" y="176"/>
                  </a:lnTo>
                  <a:lnTo>
                    <a:pt x="40" y="188"/>
                  </a:lnTo>
                  <a:lnTo>
                    <a:pt x="35" y="191"/>
                  </a:lnTo>
                  <a:lnTo>
                    <a:pt x="31" y="193"/>
                  </a:lnTo>
                  <a:lnTo>
                    <a:pt x="26" y="198"/>
                  </a:lnTo>
                  <a:lnTo>
                    <a:pt x="19" y="202"/>
                  </a:lnTo>
                  <a:lnTo>
                    <a:pt x="14" y="205"/>
                  </a:lnTo>
                  <a:lnTo>
                    <a:pt x="7" y="210"/>
                  </a:lnTo>
                  <a:lnTo>
                    <a:pt x="2" y="212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50" name="Freeform 18"/>
            <p:cNvSpPr>
              <a:spLocks/>
            </p:cNvSpPr>
            <p:nvPr/>
          </p:nvSpPr>
          <p:spPr bwMode="auto">
            <a:xfrm>
              <a:off x="772" y="3518"/>
              <a:ext cx="367" cy="345"/>
            </a:xfrm>
            <a:custGeom>
              <a:avLst/>
              <a:gdLst>
                <a:gd name="T0" fmla="*/ 0 w 466"/>
                <a:gd name="T1" fmla="*/ 399 h 399"/>
                <a:gd name="T2" fmla="*/ 2 w 466"/>
                <a:gd name="T3" fmla="*/ 387 h 399"/>
                <a:gd name="T4" fmla="*/ 4 w 466"/>
                <a:gd name="T5" fmla="*/ 378 h 399"/>
                <a:gd name="T6" fmla="*/ 9 w 466"/>
                <a:gd name="T7" fmla="*/ 368 h 399"/>
                <a:gd name="T8" fmla="*/ 14 w 466"/>
                <a:gd name="T9" fmla="*/ 359 h 399"/>
                <a:gd name="T10" fmla="*/ 28 w 466"/>
                <a:gd name="T11" fmla="*/ 345 h 399"/>
                <a:gd name="T12" fmla="*/ 42 w 466"/>
                <a:gd name="T13" fmla="*/ 333 h 399"/>
                <a:gd name="T14" fmla="*/ 61 w 466"/>
                <a:gd name="T15" fmla="*/ 321 h 399"/>
                <a:gd name="T16" fmla="*/ 78 w 466"/>
                <a:gd name="T17" fmla="*/ 311 h 399"/>
                <a:gd name="T18" fmla="*/ 95 w 466"/>
                <a:gd name="T19" fmla="*/ 300 h 399"/>
                <a:gd name="T20" fmla="*/ 109 w 466"/>
                <a:gd name="T21" fmla="*/ 285 h 399"/>
                <a:gd name="T22" fmla="*/ 114 w 466"/>
                <a:gd name="T23" fmla="*/ 283 h 399"/>
                <a:gd name="T24" fmla="*/ 118 w 466"/>
                <a:gd name="T25" fmla="*/ 280 h 399"/>
                <a:gd name="T26" fmla="*/ 126 w 466"/>
                <a:gd name="T27" fmla="*/ 276 h 399"/>
                <a:gd name="T28" fmla="*/ 133 w 466"/>
                <a:gd name="T29" fmla="*/ 271 h 399"/>
                <a:gd name="T30" fmla="*/ 140 w 466"/>
                <a:gd name="T31" fmla="*/ 264 h 399"/>
                <a:gd name="T32" fmla="*/ 147 w 466"/>
                <a:gd name="T33" fmla="*/ 259 h 399"/>
                <a:gd name="T34" fmla="*/ 152 w 466"/>
                <a:gd name="T35" fmla="*/ 254 h 399"/>
                <a:gd name="T36" fmla="*/ 154 w 466"/>
                <a:gd name="T37" fmla="*/ 250 h 399"/>
                <a:gd name="T38" fmla="*/ 192 w 466"/>
                <a:gd name="T39" fmla="*/ 223 h 399"/>
                <a:gd name="T40" fmla="*/ 233 w 466"/>
                <a:gd name="T41" fmla="*/ 197 h 399"/>
                <a:gd name="T42" fmla="*/ 273 w 466"/>
                <a:gd name="T43" fmla="*/ 166 h 399"/>
                <a:gd name="T44" fmla="*/ 313 w 466"/>
                <a:gd name="T45" fmla="*/ 136 h 399"/>
                <a:gd name="T46" fmla="*/ 354 w 466"/>
                <a:gd name="T47" fmla="*/ 102 h 399"/>
                <a:gd name="T48" fmla="*/ 392 w 466"/>
                <a:gd name="T49" fmla="*/ 69 h 399"/>
                <a:gd name="T50" fmla="*/ 425 w 466"/>
                <a:gd name="T51" fmla="*/ 33 h 399"/>
                <a:gd name="T52" fmla="*/ 456 w 466"/>
                <a:gd name="T53" fmla="*/ 0 h 399"/>
                <a:gd name="T54" fmla="*/ 458 w 466"/>
                <a:gd name="T55" fmla="*/ 0 h 399"/>
                <a:gd name="T56" fmla="*/ 458 w 466"/>
                <a:gd name="T57" fmla="*/ 0 h 399"/>
                <a:gd name="T58" fmla="*/ 461 w 466"/>
                <a:gd name="T59" fmla="*/ 0 h 399"/>
                <a:gd name="T60" fmla="*/ 461 w 466"/>
                <a:gd name="T61" fmla="*/ 0 h 399"/>
                <a:gd name="T62" fmla="*/ 463 w 466"/>
                <a:gd name="T63" fmla="*/ 0 h 399"/>
                <a:gd name="T64" fmla="*/ 463 w 466"/>
                <a:gd name="T65" fmla="*/ 0 h 399"/>
                <a:gd name="T66" fmla="*/ 463 w 466"/>
                <a:gd name="T67" fmla="*/ 0 h 399"/>
                <a:gd name="T68" fmla="*/ 466 w 466"/>
                <a:gd name="T69" fmla="*/ 0 h 399"/>
                <a:gd name="T70" fmla="*/ 463 w 466"/>
                <a:gd name="T71" fmla="*/ 12 h 399"/>
                <a:gd name="T72" fmla="*/ 454 w 466"/>
                <a:gd name="T73" fmla="*/ 26 h 399"/>
                <a:gd name="T74" fmla="*/ 442 w 466"/>
                <a:gd name="T75" fmla="*/ 43 h 399"/>
                <a:gd name="T76" fmla="*/ 428 w 466"/>
                <a:gd name="T77" fmla="*/ 59 h 399"/>
                <a:gd name="T78" fmla="*/ 387 w 466"/>
                <a:gd name="T79" fmla="*/ 98 h 399"/>
                <a:gd name="T80" fmla="*/ 342 w 466"/>
                <a:gd name="T81" fmla="*/ 138 h 399"/>
                <a:gd name="T82" fmla="*/ 292 w 466"/>
                <a:gd name="T83" fmla="*/ 178 h 399"/>
                <a:gd name="T84" fmla="*/ 244 w 466"/>
                <a:gd name="T85" fmla="*/ 216 h 399"/>
                <a:gd name="T86" fmla="*/ 204 w 466"/>
                <a:gd name="T87" fmla="*/ 247 h 399"/>
                <a:gd name="T88" fmla="*/ 173 w 466"/>
                <a:gd name="T89" fmla="*/ 273 h 399"/>
                <a:gd name="T90" fmla="*/ 154 w 466"/>
                <a:gd name="T91" fmla="*/ 288 h 399"/>
                <a:gd name="T92" fmla="*/ 133 w 466"/>
                <a:gd name="T93" fmla="*/ 304 h 399"/>
                <a:gd name="T94" fmla="*/ 109 w 466"/>
                <a:gd name="T95" fmla="*/ 323 h 399"/>
                <a:gd name="T96" fmla="*/ 83 w 466"/>
                <a:gd name="T97" fmla="*/ 345 h 399"/>
                <a:gd name="T98" fmla="*/ 59 w 466"/>
                <a:gd name="T99" fmla="*/ 364 h 399"/>
                <a:gd name="T100" fmla="*/ 38 w 466"/>
                <a:gd name="T101" fmla="*/ 380 h 399"/>
                <a:gd name="T102" fmla="*/ 16 w 466"/>
                <a:gd name="T103" fmla="*/ 392 h 399"/>
                <a:gd name="T104" fmla="*/ 0 w 466"/>
                <a:gd name="T105" fmla="*/ 399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66" h="399">
                  <a:moveTo>
                    <a:pt x="0" y="399"/>
                  </a:moveTo>
                  <a:lnTo>
                    <a:pt x="2" y="387"/>
                  </a:lnTo>
                  <a:lnTo>
                    <a:pt x="4" y="378"/>
                  </a:lnTo>
                  <a:lnTo>
                    <a:pt x="9" y="368"/>
                  </a:lnTo>
                  <a:lnTo>
                    <a:pt x="14" y="359"/>
                  </a:lnTo>
                  <a:lnTo>
                    <a:pt x="28" y="345"/>
                  </a:lnTo>
                  <a:lnTo>
                    <a:pt x="42" y="333"/>
                  </a:lnTo>
                  <a:lnTo>
                    <a:pt x="61" y="321"/>
                  </a:lnTo>
                  <a:lnTo>
                    <a:pt x="78" y="311"/>
                  </a:lnTo>
                  <a:lnTo>
                    <a:pt x="95" y="300"/>
                  </a:lnTo>
                  <a:lnTo>
                    <a:pt x="109" y="285"/>
                  </a:lnTo>
                  <a:lnTo>
                    <a:pt x="114" y="283"/>
                  </a:lnTo>
                  <a:lnTo>
                    <a:pt x="118" y="280"/>
                  </a:lnTo>
                  <a:lnTo>
                    <a:pt x="126" y="276"/>
                  </a:lnTo>
                  <a:lnTo>
                    <a:pt x="133" y="271"/>
                  </a:lnTo>
                  <a:lnTo>
                    <a:pt x="140" y="264"/>
                  </a:lnTo>
                  <a:lnTo>
                    <a:pt x="147" y="259"/>
                  </a:lnTo>
                  <a:lnTo>
                    <a:pt x="152" y="254"/>
                  </a:lnTo>
                  <a:lnTo>
                    <a:pt x="154" y="250"/>
                  </a:lnTo>
                  <a:lnTo>
                    <a:pt x="192" y="223"/>
                  </a:lnTo>
                  <a:lnTo>
                    <a:pt x="233" y="197"/>
                  </a:lnTo>
                  <a:lnTo>
                    <a:pt x="273" y="166"/>
                  </a:lnTo>
                  <a:lnTo>
                    <a:pt x="313" y="136"/>
                  </a:lnTo>
                  <a:lnTo>
                    <a:pt x="354" y="102"/>
                  </a:lnTo>
                  <a:lnTo>
                    <a:pt x="392" y="69"/>
                  </a:lnTo>
                  <a:lnTo>
                    <a:pt x="425" y="33"/>
                  </a:lnTo>
                  <a:lnTo>
                    <a:pt x="456" y="0"/>
                  </a:lnTo>
                  <a:lnTo>
                    <a:pt x="458" y="0"/>
                  </a:lnTo>
                  <a:lnTo>
                    <a:pt x="458" y="0"/>
                  </a:lnTo>
                  <a:lnTo>
                    <a:pt x="461" y="0"/>
                  </a:lnTo>
                  <a:lnTo>
                    <a:pt x="461" y="0"/>
                  </a:lnTo>
                  <a:lnTo>
                    <a:pt x="463" y="0"/>
                  </a:lnTo>
                  <a:lnTo>
                    <a:pt x="463" y="0"/>
                  </a:lnTo>
                  <a:lnTo>
                    <a:pt x="463" y="0"/>
                  </a:lnTo>
                  <a:lnTo>
                    <a:pt x="466" y="0"/>
                  </a:lnTo>
                  <a:lnTo>
                    <a:pt x="463" y="12"/>
                  </a:lnTo>
                  <a:lnTo>
                    <a:pt x="454" y="26"/>
                  </a:lnTo>
                  <a:lnTo>
                    <a:pt x="442" y="43"/>
                  </a:lnTo>
                  <a:lnTo>
                    <a:pt x="428" y="59"/>
                  </a:lnTo>
                  <a:lnTo>
                    <a:pt x="387" y="98"/>
                  </a:lnTo>
                  <a:lnTo>
                    <a:pt x="342" y="138"/>
                  </a:lnTo>
                  <a:lnTo>
                    <a:pt x="292" y="178"/>
                  </a:lnTo>
                  <a:lnTo>
                    <a:pt x="244" y="216"/>
                  </a:lnTo>
                  <a:lnTo>
                    <a:pt x="204" y="247"/>
                  </a:lnTo>
                  <a:lnTo>
                    <a:pt x="173" y="273"/>
                  </a:lnTo>
                  <a:lnTo>
                    <a:pt x="154" y="288"/>
                  </a:lnTo>
                  <a:lnTo>
                    <a:pt x="133" y="304"/>
                  </a:lnTo>
                  <a:lnTo>
                    <a:pt x="109" y="323"/>
                  </a:lnTo>
                  <a:lnTo>
                    <a:pt x="83" y="345"/>
                  </a:lnTo>
                  <a:lnTo>
                    <a:pt x="59" y="364"/>
                  </a:lnTo>
                  <a:lnTo>
                    <a:pt x="38" y="380"/>
                  </a:lnTo>
                  <a:lnTo>
                    <a:pt x="16" y="392"/>
                  </a:lnTo>
                  <a:lnTo>
                    <a:pt x="0" y="3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51" name="Freeform 19"/>
            <p:cNvSpPr>
              <a:spLocks/>
            </p:cNvSpPr>
            <p:nvPr/>
          </p:nvSpPr>
          <p:spPr bwMode="auto">
            <a:xfrm>
              <a:off x="640" y="3760"/>
              <a:ext cx="128" cy="102"/>
            </a:xfrm>
            <a:custGeom>
              <a:avLst/>
              <a:gdLst>
                <a:gd name="T0" fmla="*/ 133 w 162"/>
                <a:gd name="T1" fmla="*/ 110 h 117"/>
                <a:gd name="T2" fmla="*/ 105 w 162"/>
                <a:gd name="T3" fmla="*/ 93 h 117"/>
                <a:gd name="T4" fmla="*/ 74 w 162"/>
                <a:gd name="T5" fmla="*/ 77 h 117"/>
                <a:gd name="T6" fmla="*/ 48 w 162"/>
                <a:gd name="T7" fmla="*/ 58 h 117"/>
                <a:gd name="T8" fmla="*/ 36 w 162"/>
                <a:gd name="T9" fmla="*/ 48 h 117"/>
                <a:gd name="T10" fmla="*/ 36 w 162"/>
                <a:gd name="T11" fmla="*/ 48 h 117"/>
                <a:gd name="T12" fmla="*/ 33 w 162"/>
                <a:gd name="T13" fmla="*/ 48 h 117"/>
                <a:gd name="T14" fmla="*/ 33 w 162"/>
                <a:gd name="T15" fmla="*/ 48 h 117"/>
                <a:gd name="T16" fmla="*/ 31 w 162"/>
                <a:gd name="T17" fmla="*/ 46 h 117"/>
                <a:gd name="T18" fmla="*/ 22 w 162"/>
                <a:gd name="T19" fmla="*/ 36 h 117"/>
                <a:gd name="T20" fmla="*/ 10 w 162"/>
                <a:gd name="T21" fmla="*/ 29 h 117"/>
                <a:gd name="T22" fmla="*/ 2 w 162"/>
                <a:gd name="T23" fmla="*/ 24 h 117"/>
                <a:gd name="T24" fmla="*/ 0 w 162"/>
                <a:gd name="T25" fmla="*/ 22 h 117"/>
                <a:gd name="T26" fmla="*/ 0 w 162"/>
                <a:gd name="T27" fmla="*/ 22 h 117"/>
                <a:gd name="T28" fmla="*/ 0 w 162"/>
                <a:gd name="T29" fmla="*/ 20 h 117"/>
                <a:gd name="T30" fmla="*/ 0 w 162"/>
                <a:gd name="T31" fmla="*/ 20 h 117"/>
                <a:gd name="T32" fmla="*/ 2 w 162"/>
                <a:gd name="T33" fmla="*/ 17 h 117"/>
                <a:gd name="T34" fmla="*/ 10 w 162"/>
                <a:gd name="T35" fmla="*/ 10 h 117"/>
                <a:gd name="T36" fmla="*/ 19 w 162"/>
                <a:gd name="T37" fmla="*/ 3 h 117"/>
                <a:gd name="T38" fmla="*/ 26 w 162"/>
                <a:gd name="T39" fmla="*/ 3 h 117"/>
                <a:gd name="T40" fmla="*/ 29 w 162"/>
                <a:gd name="T41" fmla="*/ 8 h 117"/>
                <a:gd name="T42" fmla="*/ 31 w 162"/>
                <a:gd name="T43" fmla="*/ 8 h 117"/>
                <a:gd name="T44" fmla="*/ 31 w 162"/>
                <a:gd name="T45" fmla="*/ 10 h 117"/>
                <a:gd name="T46" fmla="*/ 33 w 162"/>
                <a:gd name="T47" fmla="*/ 10 h 117"/>
                <a:gd name="T48" fmla="*/ 33 w 162"/>
                <a:gd name="T49" fmla="*/ 10 h 117"/>
                <a:gd name="T50" fmla="*/ 33 w 162"/>
                <a:gd name="T51" fmla="*/ 10 h 117"/>
                <a:gd name="T52" fmla="*/ 33 w 162"/>
                <a:gd name="T53" fmla="*/ 10 h 117"/>
                <a:gd name="T54" fmla="*/ 33 w 162"/>
                <a:gd name="T55" fmla="*/ 12 h 117"/>
                <a:gd name="T56" fmla="*/ 36 w 162"/>
                <a:gd name="T57" fmla="*/ 12 h 117"/>
                <a:gd name="T58" fmla="*/ 43 w 162"/>
                <a:gd name="T59" fmla="*/ 20 h 117"/>
                <a:gd name="T60" fmla="*/ 55 w 162"/>
                <a:gd name="T61" fmla="*/ 27 h 117"/>
                <a:gd name="T62" fmla="*/ 64 w 162"/>
                <a:gd name="T63" fmla="*/ 36 h 117"/>
                <a:gd name="T64" fmla="*/ 79 w 162"/>
                <a:gd name="T65" fmla="*/ 43 h 117"/>
                <a:gd name="T66" fmla="*/ 100 w 162"/>
                <a:gd name="T67" fmla="*/ 58 h 117"/>
                <a:gd name="T68" fmla="*/ 124 w 162"/>
                <a:gd name="T69" fmla="*/ 69 h 117"/>
                <a:gd name="T70" fmla="*/ 148 w 162"/>
                <a:gd name="T71" fmla="*/ 79 h 117"/>
                <a:gd name="T72" fmla="*/ 162 w 162"/>
                <a:gd name="T73" fmla="*/ 88 h 117"/>
                <a:gd name="T74" fmla="*/ 159 w 162"/>
                <a:gd name="T75" fmla="*/ 98 h 117"/>
                <a:gd name="T76" fmla="*/ 157 w 162"/>
                <a:gd name="T77" fmla="*/ 107 h 117"/>
                <a:gd name="T78" fmla="*/ 152 w 162"/>
                <a:gd name="T79" fmla="*/ 11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2" h="117">
                  <a:moveTo>
                    <a:pt x="148" y="117"/>
                  </a:moveTo>
                  <a:lnTo>
                    <a:pt x="133" y="110"/>
                  </a:lnTo>
                  <a:lnTo>
                    <a:pt x="119" y="103"/>
                  </a:lnTo>
                  <a:lnTo>
                    <a:pt x="105" y="93"/>
                  </a:lnTo>
                  <a:lnTo>
                    <a:pt x="88" y="86"/>
                  </a:lnTo>
                  <a:lnTo>
                    <a:pt x="74" y="77"/>
                  </a:lnTo>
                  <a:lnTo>
                    <a:pt x="60" y="67"/>
                  </a:lnTo>
                  <a:lnTo>
                    <a:pt x="48" y="58"/>
                  </a:lnTo>
                  <a:lnTo>
                    <a:pt x="38" y="48"/>
                  </a:lnTo>
                  <a:lnTo>
                    <a:pt x="36" y="48"/>
                  </a:lnTo>
                  <a:lnTo>
                    <a:pt x="36" y="48"/>
                  </a:lnTo>
                  <a:lnTo>
                    <a:pt x="36" y="48"/>
                  </a:lnTo>
                  <a:lnTo>
                    <a:pt x="36" y="48"/>
                  </a:lnTo>
                  <a:lnTo>
                    <a:pt x="33" y="48"/>
                  </a:lnTo>
                  <a:lnTo>
                    <a:pt x="33" y="48"/>
                  </a:lnTo>
                  <a:lnTo>
                    <a:pt x="33" y="48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26" y="41"/>
                  </a:lnTo>
                  <a:lnTo>
                    <a:pt x="22" y="36"/>
                  </a:lnTo>
                  <a:lnTo>
                    <a:pt x="17" y="34"/>
                  </a:lnTo>
                  <a:lnTo>
                    <a:pt x="10" y="29"/>
                  </a:lnTo>
                  <a:lnTo>
                    <a:pt x="5" y="27"/>
                  </a:lnTo>
                  <a:lnTo>
                    <a:pt x="2" y="24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10" y="10"/>
                  </a:lnTo>
                  <a:lnTo>
                    <a:pt x="14" y="5"/>
                  </a:lnTo>
                  <a:lnTo>
                    <a:pt x="19" y="3"/>
                  </a:lnTo>
                  <a:lnTo>
                    <a:pt x="22" y="0"/>
                  </a:lnTo>
                  <a:lnTo>
                    <a:pt x="26" y="3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31" y="10"/>
                  </a:lnTo>
                  <a:lnTo>
                    <a:pt x="31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6" y="12"/>
                  </a:lnTo>
                  <a:lnTo>
                    <a:pt x="38" y="15"/>
                  </a:lnTo>
                  <a:lnTo>
                    <a:pt x="43" y="20"/>
                  </a:lnTo>
                  <a:lnTo>
                    <a:pt x="50" y="22"/>
                  </a:lnTo>
                  <a:lnTo>
                    <a:pt x="55" y="27"/>
                  </a:lnTo>
                  <a:lnTo>
                    <a:pt x="60" y="31"/>
                  </a:lnTo>
                  <a:lnTo>
                    <a:pt x="64" y="36"/>
                  </a:lnTo>
                  <a:lnTo>
                    <a:pt x="67" y="39"/>
                  </a:lnTo>
                  <a:lnTo>
                    <a:pt x="79" y="43"/>
                  </a:lnTo>
                  <a:lnTo>
                    <a:pt x="88" y="50"/>
                  </a:lnTo>
                  <a:lnTo>
                    <a:pt x="100" y="58"/>
                  </a:lnTo>
                  <a:lnTo>
                    <a:pt x="112" y="62"/>
                  </a:lnTo>
                  <a:lnTo>
                    <a:pt x="124" y="69"/>
                  </a:lnTo>
                  <a:lnTo>
                    <a:pt x="136" y="74"/>
                  </a:lnTo>
                  <a:lnTo>
                    <a:pt x="148" y="79"/>
                  </a:lnTo>
                  <a:lnTo>
                    <a:pt x="162" y="86"/>
                  </a:lnTo>
                  <a:lnTo>
                    <a:pt x="162" y="88"/>
                  </a:lnTo>
                  <a:lnTo>
                    <a:pt x="162" y="93"/>
                  </a:lnTo>
                  <a:lnTo>
                    <a:pt x="159" y="98"/>
                  </a:lnTo>
                  <a:lnTo>
                    <a:pt x="159" y="103"/>
                  </a:lnTo>
                  <a:lnTo>
                    <a:pt x="157" y="107"/>
                  </a:lnTo>
                  <a:lnTo>
                    <a:pt x="155" y="112"/>
                  </a:lnTo>
                  <a:lnTo>
                    <a:pt x="152" y="115"/>
                  </a:lnTo>
                  <a:lnTo>
                    <a:pt x="148" y="1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52" name="Freeform 20"/>
            <p:cNvSpPr>
              <a:spLocks/>
            </p:cNvSpPr>
            <p:nvPr/>
          </p:nvSpPr>
          <p:spPr bwMode="auto">
            <a:xfrm>
              <a:off x="423" y="3497"/>
              <a:ext cx="339" cy="344"/>
            </a:xfrm>
            <a:custGeom>
              <a:avLst/>
              <a:gdLst>
                <a:gd name="T0" fmla="*/ 34 w 431"/>
                <a:gd name="T1" fmla="*/ 385 h 397"/>
                <a:gd name="T2" fmla="*/ 5 w 431"/>
                <a:gd name="T3" fmla="*/ 357 h 397"/>
                <a:gd name="T4" fmla="*/ 0 w 431"/>
                <a:gd name="T5" fmla="*/ 324 h 397"/>
                <a:gd name="T6" fmla="*/ 19 w 431"/>
                <a:gd name="T7" fmla="*/ 271 h 397"/>
                <a:gd name="T8" fmla="*/ 19 w 431"/>
                <a:gd name="T9" fmla="*/ 266 h 397"/>
                <a:gd name="T10" fmla="*/ 19 w 431"/>
                <a:gd name="T11" fmla="*/ 264 h 397"/>
                <a:gd name="T12" fmla="*/ 17 w 431"/>
                <a:gd name="T13" fmla="*/ 264 h 397"/>
                <a:gd name="T14" fmla="*/ 38 w 431"/>
                <a:gd name="T15" fmla="*/ 217 h 397"/>
                <a:gd name="T16" fmla="*/ 84 w 431"/>
                <a:gd name="T17" fmla="*/ 174 h 397"/>
                <a:gd name="T18" fmla="*/ 114 w 431"/>
                <a:gd name="T19" fmla="*/ 164 h 397"/>
                <a:gd name="T20" fmla="*/ 114 w 431"/>
                <a:gd name="T21" fmla="*/ 162 h 397"/>
                <a:gd name="T22" fmla="*/ 114 w 431"/>
                <a:gd name="T23" fmla="*/ 162 h 397"/>
                <a:gd name="T24" fmla="*/ 110 w 431"/>
                <a:gd name="T25" fmla="*/ 148 h 397"/>
                <a:gd name="T26" fmla="*/ 119 w 431"/>
                <a:gd name="T27" fmla="*/ 112 h 397"/>
                <a:gd name="T28" fmla="*/ 164 w 431"/>
                <a:gd name="T29" fmla="*/ 60 h 397"/>
                <a:gd name="T30" fmla="*/ 188 w 431"/>
                <a:gd name="T31" fmla="*/ 50 h 397"/>
                <a:gd name="T32" fmla="*/ 195 w 431"/>
                <a:gd name="T33" fmla="*/ 55 h 397"/>
                <a:gd name="T34" fmla="*/ 193 w 431"/>
                <a:gd name="T35" fmla="*/ 64 h 397"/>
                <a:gd name="T36" fmla="*/ 202 w 431"/>
                <a:gd name="T37" fmla="*/ 69 h 397"/>
                <a:gd name="T38" fmla="*/ 250 w 431"/>
                <a:gd name="T39" fmla="*/ 22 h 397"/>
                <a:gd name="T40" fmla="*/ 290 w 431"/>
                <a:gd name="T41" fmla="*/ 3 h 397"/>
                <a:gd name="T42" fmla="*/ 324 w 431"/>
                <a:gd name="T43" fmla="*/ 0 h 397"/>
                <a:gd name="T44" fmla="*/ 355 w 431"/>
                <a:gd name="T45" fmla="*/ 19 h 397"/>
                <a:gd name="T46" fmla="*/ 359 w 431"/>
                <a:gd name="T47" fmla="*/ 67 h 397"/>
                <a:gd name="T48" fmla="*/ 343 w 431"/>
                <a:gd name="T49" fmla="*/ 110 h 397"/>
                <a:gd name="T50" fmla="*/ 340 w 431"/>
                <a:gd name="T51" fmla="*/ 138 h 397"/>
                <a:gd name="T52" fmla="*/ 352 w 431"/>
                <a:gd name="T53" fmla="*/ 126 h 397"/>
                <a:gd name="T54" fmla="*/ 364 w 431"/>
                <a:gd name="T55" fmla="*/ 103 h 397"/>
                <a:gd name="T56" fmla="*/ 378 w 431"/>
                <a:gd name="T57" fmla="*/ 95 h 397"/>
                <a:gd name="T58" fmla="*/ 402 w 431"/>
                <a:gd name="T59" fmla="*/ 103 h 397"/>
                <a:gd name="T60" fmla="*/ 428 w 431"/>
                <a:gd name="T61" fmla="*/ 129 h 397"/>
                <a:gd name="T62" fmla="*/ 426 w 431"/>
                <a:gd name="T63" fmla="*/ 164 h 397"/>
                <a:gd name="T64" fmla="*/ 407 w 431"/>
                <a:gd name="T65" fmla="*/ 202 h 397"/>
                <a:gd name="T66" fmla="*/ 352 w 431"/>
                <a:gd name="T67" fmla="*/ 252 h 397"/>
                <a:gd name="T68" fmla="*/ 319 w 431"/>
                <a:gd name="T69" fmla="*/ 266 h 397"/>
                <a:gd name="T70" fmla="*/ 321 w 431"/>
                <a:gd name="T71" fmla="*/ 259 h 397"/>
                <a:gd name="T72" fmla="*/ 324 w 431"/>
                <a:gd name="T73" fmla="*/ 247 h 397"/>
                <a:gd name="T74" fmla="*/ 324 w 431"/>
                <a:gd name="T75" fmla="*/ 233 h 397"/>
                <a:gd name="T76" fmla="*/ 324 w 431"/>
                <a:gd name="T77" fmla="*/ 233 h 397"/>
                <a:gd name="T78" fmla="*/ 321 w 431"/>
                <a:gd name="T79" fmla="*/ 231 h 397"/>
                <a:gd name="T80" fmla="*/ 319 w 431"/>
                <a:gd name="T81" fmla="*/ 238 h 397"/>
                <a:gd name="T82" fmla="*/ 309 w 431"/>
                <a:gd name="T83" fmla="*/ 255 h 397"/>
                <a:gd name="T84" fmla="*/ 302 w 431"/>
                <a:gd name="T85" fmla="*/ 269 h 397"/>
                <a:gd name="T86" fmla="*/ 259 w 431"/>
                <a:gd name="T87" fmla="*/ 309 h 397"/>
                <a:gd name="T88" fmla="*/ 212 w 431"/>
                <a:gd name="T89" fmla="*/ 333 h 397"/>
                <a:gd name="T90" fmla="*/ 172 w 431"/>
                <a:gd name="T91" fmla="*/ 338 h 397"/>
                <a:gd name="T92" fmla="*/ 174 w 431"/>
                <a:gd name="T93" fmla="*/ 328 h 397"/>
                <a:gd name="T94" fmla="*/ 174 w 431"/>
                <a:gd name="T95" fmla="*/ 321 h 397"/>
                <a:gd name="T96" fmla="*/ 164 w 431"/>
                <a:gd name="T97" fmla="*/ 331 h 397"/>
                <a:gd name="T98" fmla="*/ 148 w 431"/>
                <a:gd name="T99" fmla="*/ 362 h 397"/>
                <a:gd name="T100" fmla="*/ 112 w 431"/>
                <a:gd name="T101" fmla="*/ 388 h 397"/>
                <a:gd name="T102" fmla="*/ 98 w 431"/>
                <a:gd name="T103" fmla="*/ 395 h 397"/>
                <a:gd name="T104" fmla="*/ 81 w 431"/>
                <a:gd name="T105" fmla="*/ 397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31" h="397">
                  <a:moveTo>
                    <a:pt x="72" y="397"/>
                  </a:moveTo>
                  <a:lnTo>
                    <a:pt x="50" y="392"/>
                  </a:lnTo>
                  <a:lnTo>
                    <a:pt x="34" y="385"/>
                  </a:lnTo>
                  <a:lnTo>
                    <a:pt x="22" y="376"/>
                  </a:lnTo>
                  <a:lnTo>
                    <a:pt x="12" y="366"/>
                  </a:lnTo>
                  <a:lnTo>
                    <a:pt x="5" y="357"/>
                  </a:lnTo>
                  <a:lnTo>
                    <a:pt x="3" y="345"/>
                  </a:lnTo>
                  <a:lnTo>
                    <a:pt x="0" y="333"/>
                  </a:lnTo>
                  <a:lnTo>
                    <a:pt x="0" y="324"/>
                  </a:lnTo>
                  <a:lnTo>
                    <a:pt x="5" y="302"/>
                  </a:lnTo>
                  <a:lnTo>
                    <a:pt x="12" y="283"/>
                  </a:lnTo>
                  <a:lnTo>
                    <a:pt x="19" y="271"/>
                  </a:lnTo>
                  <a:lnTo>
                    <a:pt x="22" y="266"/>
                  </a:lnTo>
                  <a:lnTo>
                    <a:pt x="19" y="266"/>
                  </a:lnTo>
                  <a:lnTo>
                    <a:pt x="19" y="266"/>
                  </a:lnTo>
                  <a:lnTo>
                    <a:pt x="19" y="266"/>
                  </a:lnTo>
                  <a:lnTo>
                    <a:pt x="19" y="266"/>
                  </a:lnTo>
                  <a:lnTo>
                    <a:pt x="19" y="264"/>
                  </a:lnTo>
                  <a:lnTo>
                    <a:pt x="19" y="264"/>
                  </a:lnTo>
                  <a:lnTo>
                    <a:pt x="19" y="264"/>
                  </a:lnTo>
                  <a:lnTo>
                    <a:pt x="17" y="264"/>
                  </a:lnTo>
                  <a:lnTo>
                    <a:pt x="22" y="250"/>
                  </a:lnTo>
                  <a:lnTo>
                    <a:pt x="29" y="233"/>
                  </a:lnTo>
                  <a:lnTo>
                    <a:pt x="38" y="217"/>
                  </a:lnTo>
                  <a:lnTo>
                    <a:pt x="53" y="200"/>
                  </a:lnTo>
                  <a:lnTo>
                    <a:pt x="69" y="186"/>
                  </a:lnTo>
                  <a:lnTo>
                    <a:pt x="84" y="174"/>
                  </a:lnTo>
                  <a:lnTo>
                    <a:pt x="100" y="167"/>
                  </a:lnTo>
                  <a:lnTo>
                    <a:pt x="112" y="164"/>
                  </a:lnTo>
                  <a:lnTo>
                    <a:pt x="114" y="164"/>
                  </a:lnTo>
                  <a:lnTo>
                    <a:pt x="114" y="164"/>
                  </a:lnTo>
                  <a:lnTo>
                    <a:pt x="114" y="164"/>
                  </a:lnTo>
                  <a:lnTo>
                    <a:pt x="114" y="162"/>
                  </a:lnTo>
                  <a:lnTo>
                    <a:pt x="114" y="162"/>
                  </a:lnTo>
                  <a:lnTo>
                    <a:pt x="114" y="162"/>
                  </a:lnTo>
                  <a:lnTo>
                    <a:pt x="114" y="162"/>
                  </a:lnTo>
                  <a:lnTo>
                    <a:pt x="114" y="160"/>
                  </a:lnTo>
                  <a:lnTo>
                    <a:pt x="110" y="155"/>
                  </a:lnTo>
                  <a:lnTo>
                    <a:pt x="110" y="148"/>
                  </a:lnTo>
                  <a:lnTo>
                    <a:pt x="110" y="138"/>
                  </a:lnTo>
                  <a:lnTo>
                    <a:pt x="110" y="131"/>
                  </a:lnTo>
                  <a:lnTo>
                    <a:pt x="119" y="112"/>
                  </a:lnTo>
                  <a:lnTo>
                    <a:pt x="131" y="93"/>
                  </a:lnTo>
                  <a:lnTo>
                    <a:pt x="148" y="74"/>
                  </a:lnTo>
                  <a:lnTo>
                    <a:pt x="164" y="60"/>
                  </a:lnTo>
                  <a:lnTo>
                    <a:pt x="174" y="55"/>
                  </a:lnTo>
                  <a:lnTo>
                    <a:pt x="181" y="53"/>
                  </a:lnTo>
                  <a:lnTo>
                    <a:pt x="188" y="50"/>
                  </a:lnTo>
                  <a:lnTo>
                    <a:pt x="195" y="50"/>
                  </a:lnTo>
                  <a:lnTo>
                    <a:pt x="195" y="53"/>
                  </a:lnTo>
                  <a:lnTo>
                    <a:pt x="195" y="55"/>
                  </a:lnTo>
                  <a:lnTo>
                    <a:pt x="193" y="57"/>
                  </a:lnTo>
                  <a:lnTo>
                    <a:pt x="193" y="62"/>
                  </a:lnTo>
                  <a:lnTo>
                    <a:pt x="193" y="64"/>
                  </a:lnTo>
                  <a:lnTo>
                    <a:pt x="195" y="67"/>
                  </a:lnTo>
                  <a:lnTo>
                    <a:pt x="198" y="69"/>
                  </a:lnTo>
                  <a:lnTo>
                    <a:pt x="202" y="69"/>
                  </a:lnTo>
                  <a:lnTo>
                    <a:pt x="214" y="53"/>
                  </a:lnTo>
                  <a:lnTo>
                    <a:pt x="231" y="38"/>
                  </a:lnTo>
                  <a:lnTo>
                    <a:pt x="250" y="22"/>
                  </a:lnTo>
                  <a:lnTo>
                    <a:pt x="269" y="10"/>
                  </a:lnTo>
                  <a:lnTo>
                    <a:pt x="281" y="5"/>
                  </a:lnTo>
                  <a:lnTo>
                    <a:pt x="290" y="3"/>
                  </a:lnTo>
                  <a:lnTo>
                    <a:pt x="302" y="0"/>
                  </a:lnTo>
                  <a:lnTo>
                    <a:pt x="312" y="0"/>
                  </a:lnTo>
                  <a:lnTo>
                    <a:pt x="324" y="0"/>
                  </a:lnTo>
                  <a:lnTo>
                    <a:pt x="333" y="5"/>
                  </a:lnTo>
                  <a:lnTo>
                    <a:pt x="343" y="10"/>
                  </a:lnTo>
                  <a:lnTo>
                    <a:pt x="355" y="19"/>
                  </a:lnTo>
                  <a:lnTo>
                    <a:pt x="359" y="36"/>
                  </a:lnTo>
                  <a:lnTo>
                    <a:pt x="362" y="50"/>
                  </a:lnTo>
                  <a:lnTo>
                    <a:pt x="359" y="67"/>
                  </a:lnTo>
                  <a:lnTo>
                    <a:pt x="355" y="81"/>
                  </a:lnTo>
                  <a:lnTo>
                    <a:pt x="350" y="95"/>
                  </a:lnTo>
                  <a:lnTo>
                    <a:pt x="343" y="110"/>
                  </a:lnTo>
                  <a:lnTo>
                    <a:pt x="338" y="124"/>
                  </a:lnTo>
                  <a:lnTo>
                    <a:pt x="336" y="141"/>
                  </a:lnTo>
                  <a:lnTo>
                    <a:pt x="340" y="138"/>
                  </a:lnTo>
                  <a:lnTo>
                    <a:pt x="345" y="136"/>
                  </a:lnTo>
                  <a:lnTo>
                    <a:pt x="350" y="131"/>
                  </a:lnTo>
                  <a:lnTo>
                    <a:pt x="352" y="126"/>
                  </a:lnTo>
                  <a:lnTo>
                    <a:pt x="357" y="117"/>
                  </a:lnTo>
                  <a:lnTo>
                    <a:pt x="362" y="107"/>
                  </a:lnTo>
                  <a:lnTo>
                    <a:pt x="364" y="103"/>
                  </a:lnTo>
                  <a:lnTo>
                    <a:pt x="369" y="100"/>
                  </a:lnTo>
                  <a:lnTo>
                    <a:pt x="374" y="98"/>
                  </a:lnTo>
                  <a:lnTo>
                    <a:pt x="378" y="95"/>
                  </a:lnTo>
                  <a:lnTo>
                    <a:pt x="385" y="95"/>
                  </a:lnTo>
                  <a:lnTo>
                    <a:pt x="393" y="98"/>
                  </a:lnTo>
                  <a:lnTo>
                    <a:pt x="402" y="103"/>
                  </a:lnTo>
                  <a:lnTo>
                    <a:pt x="414" y="110"/>
                  </a:lnTo>
                  <a:lnTo>
                    <a:pt x="424" y="119"/>
                  </a:lnTo>
                  <a:lnTo>
                    <a:pt x="428" y="129"/>
                  </a:lnTo>
                  <a:lnTo>
                    <a:pt x="431" y="141"/>
                  </a:lnTo>
                  <a:lnTo>
                    <a:pt x="431" y="152"/>
                  </a:lnTo>
                  <a:lnTo>
                    <a:pt x="426" y="164"/>
                  </a:lnTo>
                  <a:lnTo>
                    <a:pt x="421" y="176"/>
                  </a:lnTo>
                  <a:lnTo>
                    <a:pt x="414" y="190"/>
                  </a:lnTo>
                  <a:lnTo>
                    <a:pt x="407" y="202"/>
                  </a:lnTo>
                  <a:lnTo>
                    <a:pt x="385" y="224"/>
                  </a:lnTo>
                  <a:lnTo>
                    <a:pt x="364" y="245"/>
                  </a:lnTo>
                  <a:lnTo>
                    <a:pt x="352" y="252"/>
                  </a:lnTo>
                  <a:lnTo>
                    <a:pt x="340" y="259"/>
                  </a:lnTo>
                  <a:lnTo>
                    <a:pt x="328" y="264"/>
                  </a:lnTo>
                  <a:lnTo>
                    <a:pt x="319" y="266"/>
                  </a:lnTo>
                  <a:lnTo>
                    <a:pt x="319" y="264"/>
                  </a:lnTo>
                  <a:lnTo>
                    <a:pt x="321" y="262"/>
                  </a:lnTo>
                  <a:lnTo>
                    <a:pt x="321" y="259"/>
                  </a:lnTo>
                  <a:lnTo>
                    <a:pt x="321" y="257"/>
                  </a:lnTo>
                  <a:lnTo>
                    <a:pt x="321" y="252"/>
                  </a:lnTo>
                  <a:lnTo>
                    <a:pt x="324" y="247"/>
                  </a:lnTo>
                  <a:lnTo>
                    <a:pt x="324" y="240"/>
                  </a:lnTo>
                  <a:lnTo>
                    <a:pt x="324" y="233"/>
                  </a:lnTo>
                  <a:lnTo>
                    <a:pt x="324" y="233"/>
                  </a:lnTo>
                  <a:lnTo>
                    <a:pt x="324" y="233"/>
                  </a:lnTo>
                  <a:lnTo>
                    <a:pt x="324" y="233"/>
                  </a:lnTo>
                  <a:lnTo>
                    <a:pt x="324" y="233"/>
                  </a:lnTo>
                  <a:lnTo>
                    <a:pt x="324" y="231"/>
                  </a:lnTo>
                  <a:lnTo>
                    <a:pt x="321" y="231"/>
                  </a:lnTo>
                  <a:lnTo>
                    <a:pt x="321" y="231"/>
                  </a:lnTo>
                  <a:lnTo>
                    <a:pt x="321" y="231"/>
                  </a:lnTo>
                  <a:lnTo>
                    <a:pt x="321" y="233"/>
                  </a:lnTo>
                  <a:lnTo>
                    <a:pt x="319" y="238"/>
                  </a:lnTo>
                  <a:lnTo>
                    <a:pt x="317" y="243"/>
                  </a:lnTo>
                  <a:lnTo>
                    <a:pt x="312" y="247"/>
                  </a:lnTo>
                  <a:lnTo>
                    <a:pt x="309" y="255"/>
                  </a:lnTo>
                  <a:lnTo>
                    <a:pt x="307" y="259"/>
                  </a:lnTo>
                  <a:lnTo>
                    <a:pt x="305" y="264"/>
                  </a:lnTo>
                  <a:lnTo>
                    <a:pt x="302" y="269"/>
                  </a:lnTo>
                  <a:lnTo>
                    <a:pt x="288" y="285"/>
                  </a:lnTo>
                  <a:lnTo>
                    <a:pt x="274" y="297"/>
                  </a:lnTo>
                  <a:lnTo>
                    <a:pt x="259" y="309"/>
                  </a:lnTo>
                  <a:lnTo>
                    <a:pt x="245" y="321"/>
                  </a:lnTo>
                  <a:lnTo>
                    <a:pt x="229" y="328"/>
                  </a:lnTo>
                  <a:lnTo>
                    <a:pt x="212" y="333"/>
                  </a:lnTo>
                  <a:lnTo>
                    <a:pt x="193" y="338"/>
                  </a:lnTo>
                  <a:lnTo>
                    <a:pt x="172" y="340"/>
                  </a:lnTo>
                  <a:lnTo>
                    <a:pt x="172" y="338"/>
                  </a:lnTo>
                  <a:lnTo>
                    <a:pt x="174" y="335"/>
                  </a:lnTo>
                  <a:lnTo>
                    <a:pt x="174" y="331"/>
                  </a:lnTo>
                  <a:lnTo>
                    <a:pt x="174" y="328"/>
                  </a:lnTo>
                  <a:lnTo>
                    <a:pt x="174" y="326"/>
                  </a:lnTo>
                  <a:lnTo>
                    <a:pt x="174" y="324"/>
                  </a:lnTo>
                  <a:lnTo>
                    <a:pt x="174" y="321"/>
                  </a:lnTo>
                  <a:lnTo>
                    <a:pt x="174" y="319"/>
                  </a:lnTo>
                  <a:lnTo>
                    <a:pt x="169" y="324"/>
                  </a:lnTo>
                  <a:lnTo>
                    <a:pt x="164" y="331"/>
                  </a:lnTo>
                  <a:lnTo>
                    <a:pt x="160" y="340"/>
                  </a:lnTo>
                  <a:lnTo>
                    <a:pt x="152" y="352"/>
                  </a:lnTo>
                  <a:lnTo>
                    <a:pt x="148" y="362"/>
                  </a:lnTo>
                  <a:lnTo>
                    <a:pt x="138" y="371"/>
                  </a:lnTo>
                  <a:lnTo>
                    <a:pt x="126" y="381"/>
                  </a:lnTo>
                  <a:lnTo>
                    <a:pt x="112" y="388"/>
                  </a:lnTo>
                  <a:lnTo>
                    <a:pt x="110" y="390"/>
                  </a:lnTo>
                  <a:lnTo>
                    <a:pt x="105" y="392"/>
                  </a:lnTo>
                  <a:lnTo>
                    <a:pt x="98" y="395"/>
                  </a:lnTo>
                  <a:lnTo>
                    <a:pt x="93" y="395"/>
                  </a:lnTo>
                  <a:lnTo>
                    <a:pt x="86" y="397"/>
                  </a:lnTo>
                  <a:lnTo>
                    <a:pt x="81" y="397"/>
                  </a:lnTo>
                  <a:lnTo>
                    <a:pt x="76" y="397"/>
                  </a:lnTo>
                  <a:lnTo>
                    <a:pt x="72" y="397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53" name="Freeform 21"/>
            <p:cNvSpPr>
              <a:spLocks/>
            </p:cNvSpPr>
            <p:nvPr/>
          </p:nvSpPr>
          <p:spPr bwMode="auto">
            <a:xfrm>
              <a:off x="663" y="3457"/>
              <a:ext cx="459" cy="366"/>
            </a:xfrm>
            <a:custGeom>
              <a:avLst/>
              <a:gdLst>
                <a:gd name="T0" fmla="*/ 114 w 582"/>
                <a:gd name="T1" fmla="*/ 416 h 423"/>
                <a:gd name="T2" fmla="*/ 76 w 582"/>
                <a:gd name="T3" fmla="*/ 394 h 423"/>
                <a:gd name="T4" fmla="*/ 33 w 582"/>
                <a:gd name="T5" fmla="*/ 368 h 423"/>
                <a:gd name="T6" fmla="*/ 4 w 582"/>
                <a:gd name="T7" fmla="*/ 347 h 423"/>
                <a:gd name="T8" fmla="*/ 7 w 582"/>
                <a:gd name="T9" fmla="*/ 332 h 423"/>
                <a:gd name="T10" fmla="*/ 23 w 582"/>
                <a:gd name="T11" fmla="*/ 323 h 423"/>
                <a:gd name="T12" fmla="*/ 45 w 582"/>
                <a:gd name="T13" fmla="*/ 313 h 423"/>
                <a:gd name="T14" fmla="*/ 64 w 582"/>
                <a:gd name="T15" fmla="*/ 304 h 423"/>
                <a:gd name="T16" fmla="*/ 90 w 582"/>
                <a:gd name="T17" fmla="*/ 285 h 423"/>
                <a:gd name="T18" fmla="*/ 119 w 582"/>
                <a:gd name="T19" fmla="*/ 259 h 423"/>
                <a:gd name="T20" fmla="*/ 142 w 582"/>
                <a:gd name="T21" fmla="*/ 230 h 423"/>
                <a:gd name="T22" fmla="*/ 157 w 582"/>
                <a:gd name="T23" fmla="*/ 197 h 423"/>
                <a:gd name="T24" fmla="*/ 173 w 582"/>
                <a:gd name="T25" fmla="*/ 166 h 423"/>
                <a:gd name="T26" fmla="*/ 211 w 582"/>
                <a:gd name="T27" fmla="*/ 133 h 423"/>
                <a:gd name="T28" fmla="*/ 254 w 582"/>
                <a:gd name="T29" fmla="*/ 100 h 423"/>
                <a:gd name="T30" fmla="*/ 294 w 582"/>
                <a:gd name="T31" fmla="*/ 73 h 423"/>
                <a:gd name="T32" fmla="*/ 306 w 582"/>
                <a:gd name="T33" fmla="*/ 85 h 423"/>
                <a:gd name="T34" fmla="*/ 283 w 582"/>
                <a:gd name="T35" fmla="*/ 135 h 423"/>
                <a:gd name="T36" fmla="*/ 268 w 582"/>
                <a:gd name="T37" fmla="*/ 176 h 423"/>
                <a:gd name="T38" fmla="*/ 264 w 582"/>
                <a:gd name="T39" fmla="*/ 202 h 423"/>
                <a:gd name="T40" fmla="*/ 268 w 582"/>
                <a:gd name="T41" fmla="*/ 221 h 423"/>
                <a:gd name="T42" fmla="*/ 285 w 582"/>
                <a:gd name="T43" fmla="*/ 230 h 423"/>
                <a:gd name="T44" fmla="*/ 304 w 582"/>
                <a:gd name="T45" fmla="*/ 228 h 423"/>
                <a:gd name="T46" fmla="*/ 318 w 582"/>
                <a:gd name="T47" fmla="*/ 211 h 423"/>
                <a:gd name="T48" fmla="*/ 340 w 582"/>
                <a:gd name="T49" fmla="*/ 171 h 423"/>
                <a:gd name="T50" fmla="*/ 363 w 582"/>
                <a:gd name="T51" fmla="*/ 107 h 423"/>
                <a:gd name="T52" fmla="*/ 385 w 582"/>
                <a:gd name="T53" fmla="*/ 52 h 423"/>
                <a:gd name="T54" fmla="*/ 399 w 582"/>
                <a:gd name="T55" fmla="*/ 21 h 423"/>
                <a:gd name="T56" fmla="*/ 416 w 582"/>
                <a:gd name="T57" fmla="*/ 5 h 423"/>
                <a:gd name="T58" fmla="*/ 437 w 582"/>
                <a:gd name="T59" fmla="*/ 0 h 423"/>
                <a:gd name="T60" fmla="*/ 463 w 582"/>
                <a:gd name="T61" fmla="*/ 5 h 423"/>
                <a:gd name="T62" fmla="*/ 504 w 582"/>
                <a:gd name="T63" fmla="*/ 24 h 423"/>
                <a:gd name="T64" fmla="*/ 558 w 582"/>
                <a:gd name="T65" fmla="*/ 54 h 423"/>
                <a:gd name="T66" fmla="*/ 582 w 582"/>
                <a:gd name="T67" fmla="*/ 66 h 423"/>
                <a:gd name="T68" fmla="*/ 582 w 582"/>
                <a:gd name="T69" fmla="*/ 66 h 423"/>
                <a:gd name="T70" fmla="*/ 582 w 582"/>
                <a:gd name="T71" fmla="*/ 66 h 423"/>
                <a:gd name="T72" fmla="*/ 582 w 582"/>
                <a:gd name="T73" fmla="*/ 69 h 423"/>
                <a:gd name="T74" fmla="*/ 580 w 582"/>
                <a:gd name="T75" fmla="*/ 71 h 423"/>
                <a:gd name="T76" fmla="*/ 570 w 582"/>
                <a:gd name="T77" fmla="*/ 78 h 423"/>
                <a:gd name="T78" fmla="*/ 561 w 582"/>
                <a:gd name="T79" fmla="*/ 88 h 423"/>
                <a:gd name="T80" fmla="*/ 551 w 582"/>
                <a:gd name="T81" fmla="*/ 97 h 423"/>
                <a:gd name="T82" fmla="*/ 516 w 582"/>
                <a:gd name="T83" fmla="*/ 128 h 423"/>
                <a:gd name="T84" fmla="*/ 449 w 582"/>
                <a:gd name="T85" fmla="*/ 183 h 423"/>
                <a:gd name="T86" fmla="*/ 382 w 582"/>
                <a:gd name="T87" fmla="*/ 235 h 423"/>
                <a:gd name="T88" fmla="*/ 314 w 582"/>
                <a:gd name="T89" fmla="*/ 287 h 423"/>
                <a:gd name="T90" fmla="*/ 261 w 582"/>
                <a:gd name="T91" fmla="*/ 323 h 423"/>
                <a:gd name="T92" fmla="*/ 221 w 582"/>
                <a:gd name="T93" fmla="*/ 356 h 423"/>
                <a:gd name="T94" fmla="*/ 180 w 582"/>
                <a:gd name="T95" fmla="*/ 394 h 423"/>
                <a:gd name="T96" fmla="*/ 152 w 582"/>
                <a:gd name="T97" fmla="*/ 416 h 423"/>
                <a:gd name="T98" fmla="*/ 133 w 582"/>
                <a:gd name="T99" fmla="*/ 42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82" h="423">
                  <a:moveTo>
                    <a:pt x="126" y="423"/>
                  </a:moveTo>
                  <a:lnTo>
                    <a:pt x="114" y="416"/>
                  </a:lnTo>
                  <a:lnTo>
                    <a:pt x="95" y="406"/>
                  </a:lnTo>
                  <a:lnTo>
                    <a:pt x="76" y="394"/>
                  </a:lnTo>
                  <a:lnTo>
                    <a:pt x="54" y="382"/>
                  </a:lnTo>
                  <a:lnTo>
                    <a:pt x="33" y="368"/>
                  </a:lnTo>
                  <a:lnTo>
                    <a:pt x="16" y="356"/>
                  </a:lnTo>
                  <a:lnTo>
                    <a:pt x="4" y="347"/>
                  </a:lnTo>
                  <a:lnTo>
                    <a:pt x="0" y="340"/>
                  </a:lnTo>
                  <a:lnTo>
                    <a:pt x="7" y="332"/>
                  </a:lnTo>
                  <a:lnTo>
                    <a:pt x="14" y="328"/>
                  </a:lnTo>
                  <a:lnTo>
                    <a:pt x="23" y="323"/>
                  </a:lnTo>
                  <a:lnTo>
                    <a:pt x="35" y="318"/>
                  </a:lnTo>
                  <a:lnTo>
                    <a:pt x="45" y="313"/>
                  </a:lnTo>
                  <a:lnTo>
                    <a:pt x="54" y="309"/>
                  </a:lnTo>
                  <a:lnTo>
                    <a:pt x="64" y="304"/>
                  </a:lnTo>
                  <a:lnTo>
                    <a:pt x="73" y="299"/>
                  </a:lnTo>
                  <a:lnTo>
                    <a:pt x="90" y="285"/>
                  </a:lnTo>
                  <a:lnTo>
                    <a:pt x="104" y="273"/>
                  </a:lnTo>
                  <a:lnTo>
                    <a:pt x="119" y="259"/>
                  </a:lnTo>
                  <a:lnTo>
                    <a:pt x="130" y="247"/>
                  </a:lnTo>
                  <a:lnTo>
                    <a:pt x="142" y="230"/>
                  </a:lnTo>
                  <a:lnTo>
                    <a:pt x="149" y="214"/>
                  </a:lnTo>
                  <a:lnTo>
                    <a:pt x="157" y="197"/>
                  </a:lnTo>
                  <a:lnTo>
                    <a:pt x="159" y="178"/>
                  </a:lnTo>
                  <a:lnTo>
                    <a:pt x="173" y="166"/>
                  </a:lnTo>
                  <a:lnTo>
                    <a:pt x="192" y="150"/>
                  </a:lnTo>
                  <a:lnTo>
                    <a:pt x="211" y="133"/>
                  </a:lnTo>
                  <a:lnTo>
                    <a:pt x="233" y="116"/>
                  </a:lnTo>
                  <a:lnTo>
                    <a:pt x="254" y="100"/>
                  </a:lnTo>
                  <a:lnTo>
                    <a:pt x="275" y="85"/>
                  </a:lnTo>
                  <a:lnTo>
                    <a:pt x="294" y="73"/>
                  </a:lnTo>
                  <a:lnTo>
                    <a:pt x="311" y="66"/>
                  </a:lnTo>
                  <a:lnTo>
                    <a:pt x="306" y="85"/>
                  </a:lnTo>
                  <a:lnTo>
                    <a:pt x="297" y="109"/>
                  </a:lnTo>
                  <a:lnTo>
                    <a:pt x="283" y="135"/>
                  </a:lnTo>
                  <a:lnTo>
                    <a:pt x="273" y="164"/>
                  </a:lnTo>
                  <a:lnTo>
                    <a:pt x="268" y="176"/>
                  </a:lnTo>
                  <a:lnTo>
                    <a:pt x="266" y="190"/>
                  </a:lnTo>
                  <a:lnTo>
                    <a:pt x="264" y="202"/>
                  </a:lnTo>
                  <a:lnTo>
                    <a:pt x="264" y="211"/>
                  </a:lnTo>
                  <a:lnTo>
                    <a:pt x="268" y="221"/>
                  </a:lnTo>
                  <a:lnTo>
                    <a:pt x="275" y="226"/>
                  </a:lnTo>
                  <a:lnTo>
                    <a:pt x="285" y="230"/>
                  </a:lnTo>
                  <a:lnTo>
                    <a:pt x="299" y="233"/>
                  </a:lnTo>
                  <a:lnTo>
                    <a:pt x="304" y="228"/>
                  </a:lnTo>
                  <a:lnTo>
                    <a:pt x="311" y="221"/>
                  </a:lnTo>
                  <a:lnTo>
                    <a:pt x="318" y="211"/>
                  </a:lnTo>
                  <a:lnTo>
                    <a:pt x="325" y="199"/>
                  </a:lnTo>
                  <a:lnTo>
                    <a:pt x="340" y="171"/>
                  </a:lnTo>
                  <a:lnTo>
                    <a:pt x="352" y="140"/>
                  </a:lnTo>
                  <a:lnTo>
                    <a:pt x="363" y="107"/>
                  </a:lnTo>
                  <a:lnTo>
                    <a:pt x="375" y="76"/>
                  </a:lnTo>
                  <a:lnTo>
                    <a:pt x="385" y="52"/>
                  </a:lnTo>
                  <a:lnTo>
                    <a:pt x="392" y="35"/>
                  </a:lnTo>
                  <a:lnTo>
                    <a:pt x="399" y="21"/>
                  </a:lnTo>
                  <a:lnTo>
                    <a:pt x="406" y="9"/>
                  </a:lnTo>
                  <a:lnTo>
                    <a:pt x="416" y="5"/>
                  </a:lnTo>
                  <a:lnTo>
                    <a:pt x="428" y="0"/>
                  </a:lnTo>
                  <a:lnTo>
                    <a:pt x="437" y="0"/>
                  </a:lnTo>
                  <a:lnTo>
                    <a:pt x="451" y="2"/>
                  </a:lnTo>
                  <a:lnTo>
                    <a:pt x="463" y="5"/>
                  </a:lnTo>
                  <a:lnTo>
                    <a:pt x="478" y="9"/>
                  </a:lnTo>
                  <a:lnTo>
                    <a:pt x="504" y="24"/>
                  </a:lnTo>
                  <a:lnTo>
                    <a:pt x="532" y="40"/>
                  </a:lnTo>
                  <a:lnTo>
                    <a:pt x="558" y="54"/>
                  </a:lnTo>
                  <a:lnTo>
                    <a:pt x="582" y="66"/>
                  </a:lnTo>
                  <a:lnTo>
                    <a:pt x="582" y="66"/>
                  </a:lnTo>
                  <a:lnTo>
                    <a:pt x="582" y="66"/>
                  </a:lnTo>
                  <a:lnTo>
                    <a:pt x="582" y="66"/>
                  </a:lnTo>
                  <a:lnTo>
                    <a:pt x="582" y="66"/>
                  </a:lnTo>
                  <a:lnTo>
                    <a:pt x="582" y="66"/>
                  </a:lnTo>
                  <a:lnTo>
                    <a:pt x="582" y="69"/>
                  </a:lnTo>
                  <a:lnTo>
                    <a:pt x="582" y="69"/>
                  </a:lnTo>
                  <a:lnTo>
                    <a:pt x="582" y="69"/>
                  </a:lnTo>
                  <a:lnTo>
                    <a:pt x="580" y="71"/>
                  </a:lnTo>
                  <a:lnTo>
                    <a:pt x="575" y="73"/>
                  </a:lnTo>
                  <a:lnTo>
                    <a:pt x="570" y="78"/>
                  </a:lnTo>
                  <a:lnTo>
                    <a:pt x="566" y="83"/>
                  </a:lnTo>
                  <a:lnTo>
                    <a:pt x="561" y="88"/>
                  </a:lnTo>
                  <a:lnTo>
                    <a:pt x="556" y="92"/>
                  </a:lnTo>
                  <a:lnTo>
                    <a:pt x="551" y="97"/>
                  </a:lnTo>
                  <a:lnTo>
                    <a:pt x="549" y="100"/>
                  </a:lnTo>
                  <a:lnTo>
                    <a:pt x="516" y="128"/>
                  </a:lnTo>
                  <a:lnTo>
                    <a:pt x="482" y="154"/>
                  </a:lnTo>
                  <a:lnTo>
                    <a:pt x="449" y="183"/>
                  </a:lnTo>
                  <a:lnTo>
                    <a:pt x="416" y="209"/>
                  </a:lnTo>
                  <a:lnTo>
                    <a:pt x="382" y="235"/>
                  </a:lnTo>
                  <a:lnTo>
                    <a:pt x="349" y="261"/>
                  </a:lnTo>
                  <a:lnTo>
                    <a:pt x="314" y="287"/>
                  </a:lnTo>
                  <a:lnTo>
                    <a:pt x="280" y="313"/>
                  </a:lnTo>
                  <a:lnTo>
                    <a:pt x="261" y="323"/>
                  </a:lnTo>
                  <a:lnTo>
                    <a:pt x="242" y="340"/>
                  </a:lnTo>
                  <a:lnTo>
                    <a:pt x="221" y="356"/>
                  </a:lnTo>
                  <a:lnTo>
                    <a:pt x="202" y="375"/>
                  </a:lnTo>
                  <a:lnTo>
                    <a:pt x="180" y="394"/>
                  </a:lnTo>
                  <a:lnTo>
                    <a:pt x="161" y="409"/>
                  </a:lnTo>
                  <a:lnTo>
                    <a:pt x="152" y="416"/>
                  </a:lnTo>
                  <a:lnTo>
                    <a:pt x="142" y="420"/>
                  </a:lnTo>
                  <a:lnTo>
                    <a:pt x="133" y="423"/>
                  </a:lnTo>
                  <a:lnTo>
                    <a:pt x="126" y="423"/>
                  </a:lnTo>
                  <a:close/>
                </a:path>
              </a:pathLst>
            </a:custGeom>
            <a:solidFill>
              <a:srgbClr val="66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54" name="Freeform 22"/>
            <p:cNvSpPr>
              <a:spLocks/>
            </p:cNvSpPr>
            <p:nvPr/>
          </p:nvSpPr>
          <p:spPr bwMode="auto">
            <a:xfrm>
              <a:off x="1403" y="3605"/>
              <a:ext cx="140" cy="186"/>
            </a:xfrm>
            <a:custGeom>
              <a:avLst/>
              <a:gdLst>
                <a:gd name="T0" fmla="*/ 0 w 178"/>
                <a:gd name="T1" fmla="*/ 216 h 216"/>
                <a:gd name="T2" fmla="*/ 5 w 178"/>
                <a:gd name="T3" fmla="*/ 195 h 216"/>
                <a:gd name="T4" fmla="*/ 9 w 178"/>
                <a:gd name="T5" fmla="*/ 171 h 216"/>
                <a:gd name="T6" fmla="*/ 16 w 178"/>
                <a:gd name="T7" fmla="*/ 150 h 216"/>
                <a:gd name="T8" fmla="*/ 24 w 178"/>
                <a:gd name="T9" fmla="*/ 126 h 216"/>
                <a:gd name="T10" fmla="*/ 33 w 178"/>
                <a:gd name="T11" fmla="*/ 102 h 216"/>
                <a:gd name="T12" fmla="*/ 40 w 178"/>
                <a:gd name="T13" fmla="*/ 81 h 216"/>
                <a:gd name="T14" fmla="*/ 47 w 178"/>
                <a:gd name="T15" fmla="*/ 57 h 216"/>
                <a:gd name="T16" fmla="*/ 55 w 178"/>
                <a:gd name="T17" fmla="*/ 36 h 216"/>
                <a:gd name="T18" fmla="*/ 69 w 178"/>
                <a:gd name="T19" fmla="*/ 31 h 216"/>
                <a:gd name="T20" fmla="*/ 85 w 178"/>
                <a:gd name="T21" fmla="*/ 26 h 216"/>
                <a:gd name="T22" fmla="*/ 100 w 178"/>
                <a:gd name="T23" fmla="*/ 19 h 216"/>
                <a:gd name="T24" fmla="*/ 114 w 178"/>
                <a:gd name="T25" fmla="*/ 14 h 216"/>
                <a:gd name="T26" fmla="*/ 131 w 178"/>
                <a:gd name="T27" fmla="*/ 9 h 216"/>
                <a:gd name="T28" fmla="*/ 147 w 178"/>
                <a:gd name="T29" fmla="*/ 7 h 216"/>
                <a:gd name="T30" fmla="*/ 162 w 178"/>
                <a:gd name="T31" fmla="*/ 2 h 216"/>
                <a:gd name="T32" fmla="*/ 178 w 178"/>
                <a:gd name="T33" fmla="*/ 0 h 216"/>
                <a:gd name="T34" fmla="*/ 176 w 178"/>
                <a:gd name="T35" fmla="*/ 21 h 216"/>
                <a:gd name="T36" fmla="*/ 173 w 178"/>
                <a:gd name="T37" fmla="*/ 45 h 216"/>
                <a:gd name="T38" fmla="*/ 171 w 178"/>
                <a:gd name="T39" fmla="*/ 69 h 216"/>
                <a:gd name="T40" fmla="*/ 166 w 178"/>
                <a:gd name="T41" fmla="*/ 93 h 216"/>
                <a:gd name="T42" fmla="*/ 162 w 178"/>
                <a:gd name="T43" fmla="*/ 119 h 216"/>
                <a:gd name="T44" fmla="*/ 154 w 178"/>
                <a:gd name="T45" fmla="*/ 142 h 216"/>
                <a:gd name="T46" fmla="*/ 150 w 178"/>
                <a:gd name="T47" fmla="*/ 166 h 216"/>
                <a:gd name="T48" fmla="*/ 142 w 178"/>
                <a:gd name="T49" fmla="*/ 188 h 216"/>
                <a:gd name="T50" fmla="*/ 123 w 178"/>
                <a:gd name="T51" fmla="*/ 190 h 216"/>
                <a:gd name="T52" fmla="*/ 107 w 178"/>
                <a:gd name="T53" fmla="*/ 195 h 216"/>
                <a:gd name="T54" fmla="*/ 88 w 178"/>
                <a:gd name="T55" fmla="*/ 197 h 216"/>
                <a:gd name="T56" fmla="*/ 71 w 178"/>
                <a:gd name="T57" fmla="*/ 202 h 216"/>
                <a:gd name="T58" fmla="*/ 52 w 178"/>
                <a:gd name="T59" fmla="*/ 207 h 216"/>
                <a:gd name="T60" fmla="*/ 35 w 178"/>
                <a:gd name="T61" fmla="*/ 211 h 216"/>
                <a:gd name="T62" fmla="*/ 16 w 178"/>
                <a:gd name="T63" fmla="*/ 214 h 216"/>
                <a:gd name="T64" fmla="*/ 0 w 178"/>
                <a:gd name="T65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8" h="216">
                  <a:moveTo>
                    <a:pt x="0" y="216"/>
                  </a:moveTo>
                  <a:lnTo>
                    <a:pt x="5" y="195"/>
                  </a:lnTo>
                  <a:lnTo>
                    <a:pt x="9" y="171"/>
                  </a:lnTo>
                  <a:lnTo>
                    <a:pt x="16" y="150"/>
                  </a:lnTo>
                  <a:lnTo>
                    <a:pt x="24" y="126"/>
                  </a:lnTo>
                  <a:lnTo>
                    <a:pt x="33" y="102"/>
                  </a:lnTo>
                  <a:lnTo>
                    <a:pt x="40" y="81"/>
                  </a:lnTo>
                  <a:lnTo>
                    <a:pt x="47" y="57"/>
                  </a:lnTo>
                  <a:lnTo>
                    <a:pt x="55" y="36"/>
                  </a:lnTo>
                  <a:lnTo>
                    <a:pt x="69" y="31"/>
                  </a:lnTo>
                  <a:lnTo>
                    <a:pt x="85" y="26"/>
                  </a:lnTo>
                  <a:lnTo>
                    <a:pt x="100" y="19"/>
                  </a:lnTo>
                  <a:lnTo>
                    <a:pt x="114" y="14"/>
                  </a:lnTo>
                  <a:lnTo>
                    <a:pt x="131" y="9"/>
                  </a:lnTo>
                  <a:lnTo>
                    <a:pt x="147" y="7"/>
                  </a:lnTo>
                  <a:lnTo>
                    <a:pt x="162" y="2"/>
                  </a:lnTo>
                  <a:lnTo>
                    <a:pt x="178" y="0"/>
                  </a:lnTo>
                  <a:lnTo>
                    <a:pt x="176" y="21"/>
                  </a:lnTo>
                  <a:lnTo>
                    <a:pt x="173" y="45"/>
                  </a:lnTo>
                  <a:lnTo>
                    <a:pt x="171" y="69"/>
                  </a:lnTo>
                  <a:lnTo>
                    <a:pt x="166" y="93"/>
                  </a:lnTo>
                  <a:lnTo>
                    <a:pt x="162" y="119"/>
                  </a:lnTo>
                  <a:lnTo>
                    <a:pt x="154" y="142"/>
                  </a:lnTo>
                  <a:lnTo>
                    <a:pt x="150" y="166"/>
                  </a:lnTo>
                  <a:lnTo>
                    <a:pt x="142" y="188"/>
                  </a:lnTo>
                  <a:lnTo>
                    <a:pt x="123" y="190"/>
                  </a:lnTo>
                  <a:lnTo>
                    <a:pt x="107" y="195"/>
                  </a:lnTo>
                  <a:lnTo>
                    <a:pt x="88" y="197"/>
                  </a:lnTo>
                  <a:lnTo>
                    <a:pt x="71" y="202"/>
                  </a:lnTo>
                  <a:lnTo>
                    <a:pt x="52" y="207"/>
                  </a:lnTo>
                  <a:lnTo>
                    <a:pt x="35" y="211"/>
                  </a:lnTo>
                  <a:lnTo>
                    <a:pt x="16" y="214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55" name="Freeform 23"/>
            <p:cNvSpPr>
              <a:spLocks/>
            </p:cNvSpPr>
            <p:nvPr/>
          </p:nvSpPr>
          <p:spPr bwMode="auto">
            <a:xfrm>
              <a:off x="554" y="3644"/>
              <a:ext cx="60" cy="71"/>
            </a:xfrm>
            <a:custGeom>
              <a:avLst/>
              <a:gdLst>
                <a:gd name="T0" fmla="*/ 16 w 76"/>
                <a:gd name="T1" fmla="*/ 83 h 83"/>
                <a:gd name="T2" fmla="*/ 16 w 76"/>
                <a:gd name="T3" fmla="*/ 81 h 83"/>
                <a:gd name="T4" fmla="*/ 14 w 76"/>
                <a:gd name="T5" fmla="*/ 81 h 83"/>
                <a:gd name="T6" fmla="*/ 12 w 76"/>
                <a:gd name="T7" fmla="*/ 81 h 83"/>
                <a:gd name="T8" fmla="*/ 9 w 76"/>
                <a:gd name="T9" fmla="*/ 78 h 83"/>
                <a:gd name="T10" fmla="*/ 9 w 76"/>
                <a:gd name="T11" fmla="*/ 78 h 83"/>
                <a:gd name="T12" fmla="*/ 7 w 76"/>
                <a:gd name="T13" fmla="*/ 76 h 83"/>
                <a:gd name="T14" fmla="*/ 5 w 76"/>
                <a:gd name="T15" fmla="*/ 76 h 83"/>
                <a:gd name="T16" fmla="*/ 2 w 76"/>
                <a:gd name="T17" fmla="*/ 76 h 83"/>
                <a:gd name="T18" fmla="*/ 0 w 76"/>
                <a:gd name="T19" fmla="*/ 62 h 83"/>
                <a:gd name="T20" fmla="*/ 0 w 76"/>
                <a:gd name="T21" fmla="*/ 50 h 83"/>
                <a:gd name="T22" fmla="*/ 2 w 76"/>
                <a:gd name="T23" fmla="*/ 38 h 83"/>
                <a:gd name="T24" fmla="*/ 7 w 76"/>
                <a:gd name="T25" fmla="*/ 29 h 83"/>
                <a:gd name="T26" fmla="*/ 12 w 76"/>
                <a:gd name="T27" fmla="*/ 21 h 83"/>
                <a:gd name="T28" fmla="*/ 16 w 76"/>
                <a:gd name="T29" fmla="*/ 14 h 83"/>
                <a:gd name="T30" fmla="*/ 24 w 76"/>
                <a:gd name="T31" fmla="*/ 7 h 83"/>
                <a:gd name="T32" fmla="*/ 31 w 76"/>
                <a:gd name="T33" fmla="*/ 5 h 83"/>
                <a:gd name="T34" fmla="*/ 40 w 76"/>
                <a:gd name="T35" fmla="*/ 2 h 83"/>
                <a:gd name="T36" fmla="*/ 47 w 76"/>
                <a:gd name="T37" fmla="*/ 0 h 83"/>
                <a:gd name="T38" fmla="*/ 54 w 76"/>
                <a:gd name="T39" fmla="*/ 2 h 83"/>
                <a:gd name="T40" fmla="*/ 62 w 76"/>
                <a:gd name="T41" fmla="*/ 5 h 83"/>
                <a:gd name="T42" fmla="*/ 66 w 76"/>
                <a:gd name="T43" fmla="*/ 10 h 83"/>
                <a:gd name="T44" fmla="*/ 71 w 76"/>
                <a:gd name="T45" fmla="*/ 14 h 83"/>
                <a:gd name="T46" fmla="*/ 73 w 76"/>
                <a:gd name="T47" fmla="*/ 24 h 83"/>
                <a:gd name="T48" fmla="*/ 76 w 76"/>
                <a:gd name="T49" fmla="*/ 33 h 83"/>
                <a:gd name="T50" fmla="*/ 69 w 76"/>
                <a:gd name="T51" fmla="*/ 43 h 83"/>
                <a:gd name="T52" fmla="*/ 64 w 76"/>
                <a:gd name="T53" fmla="*/ 52 h 83"/>
                <a:gd name="T54" fmla="*/ 59 w 76"/>
                <a:gd name="T55" fmla="*/ 59 h 83"/>
                <a:gd name="T56" fmla="*/ 54 w 76"/>
                <a:gd name="T57" fmla="*/ 67 h 83"/>
                <a:gd name="T58" fmla="*/ 47 w 76"/>
                <a:gd name="T59" fmla="*/ 74 h 83"/>
                <a:gd name="T60" fmla="*/ 40 w 76"/>
                <a:gd name="T61" fmla="*/ 78 h 83"/>
                <a:gd name="T62" fmla="*/ 31 w 76"/>
                <a:gd name="T63" fmla="*/ 81 h 83"/>
                <a:gd name="T64" fmla="*/ 16 w 76"/>
                <a:gd name="T6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6" h="83">
                  <a:moveTo>
                    <a:pt x="16" y="83"/>
                  </a:moveTo>
                  <a:lnTo>
                    <a:pt x="16" y="81"/>
                  </a:lnTo>
                  <a:lnTo>
                    <a:pt x="14" y="81"/>
                  </a:lnTo>
                  <a:lnTo>
                    <a:pt x="12" y="81"/>
                  </a:lnTo>
                  <a:lnTo>
                    <a:pt x="9" y="78"/>
                  </a:lnTo>
                  <a:lnTo>
                    <a:pt x="9" y="78"/>
                  </a:lnTo>
                  <a:lnTo>
                    <a:pt x="7" y="76"/>
                  </a:lnTo>
                  <a:lnTo>
                    <a:pt x="5" y="76"/>
                  </a:lnTo>
                  <a:lnTo>
                    <a:pt x="2" y="76"/>
                  </a:lnTo>
                  <a:lnTo>
                    <a:pt x="0" y="62"/>
                  </a:lnTo>
                  <a:lnTo>
                    <a:pt x="0" y="50"/>
                  </a:lnTo>
                  <a:lnTo>
                    <a:pt x="2" y="38"/>
                  </a:lnTo>
                  <a:lnTo>
                    <a:pt x="7" y="29"/>
                  </a:lnTo>
                  <a:lnTo>
                    <a:pt x="12" y="21"/>
                  </a:lnTo>
                  <a:lnTo>
                    <a:pt x="16" y="14"/>
                  </a:lnTo>
                  <a:lnTo>
                    <a:pt x="24" y="7"/>
                  </a:lnTo>
                  <a:lnTo>
                    <a:pt x="31" y="5"/>
                  </a:lnTo>
                  <a:lnTo>
                    <a:pt x="40" y="2"/>
                  </a:lnTo>
                  <a:lnTo>
                    <a:pt x="47" y="0"/>
                  </a:lnTo>
                  <a:lnTo>
                    <a:pt x="54" y="2"/>
                  </a:lnTo>
                  <a:lnTo>
                    <a:pt x="62" y="5"/>
                  </a:lnTo>
                  <a:lnTo>
                    <a:pt x="66" y="10"/>
                  </a:lnTo>
                  <a:lnTo>
                    <a:pt x="71" y="14"/>
                  </a:lnTo>
                  <a:lnTo>
                    <a:pt x="73" y="24"/>
                  </a:lnTo>
                  <a:lnTo>
                    <a:pt x="76" y="33"/>
                  </a:lnTo>
                  <a:lnTo>
                    <a:pt x="69" y="43"/>
                  </a:lnTo>
                  <a:lnTo>
                    <a:pt x="64" y="52"/>
                  </a:lnTo>
                  <a:lnTo>
                    <a:pt x="59" y="59"/>
                  </a:lnTo>
                  <a:lnTo>
                    <a:pt x="54" y="67"/>
                  </a:lnTo>
                  <a:lnTo>
                    <a:pt x="47" y="74"/>
                  </a:lnTo>
                  <a:lnTo>
                    <a:pt x="40" y="78"/>
                  </a:lnTo>
                  <a:lnTo>
                    <a:pt x="31" y="81"/>
                  </a:lnTo>
                  <a:lnTo>
                    <a:pt x="16" y="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56" name="Freeform 24"/>
            <p:cNvSpPr>
              <a:spLocks/>
            </p:cNvSpPr>
            <p:nvPr/>
          </p:nvSpPr>
          <p:spPr bwMode="auto">
            <a:xfrm>
              <a:off x="560" y="3652"/>
              <a:ext cx="43" cy="53"/>
            </a:xfrm>
            <a:custGeom>
              <a:avLst/>
              <a:gdLst>
                <a:gd name="T0" fmla="*/ 9 w 55"/>
                <a:gd name="T1" fmla="*/ 61 h 61"/>
                <a:gd name="T2" fmla="*/ 7 w 55"/>
                <a:gd name="T3" fmla="*/ 61 h 61"/>
                <a:gd name="T4" fmla="*/ 7 w 55"/>
                <a:gd name="T5" fmla="*/ 61 h 61"/>
                <a:gd name="T6" fmla="*/ 5 w 55"/>
                <a:gd name="T7" fmla="*/ 61 h 61"/>
                <a:gd name="T8" fmla="*/ 5 w 55"/>
                <a:gd name="T9" fmla="*/ 61 h 61"/>
                <a:gd name="T10" fmla="*/ 2 w 55"/>
                <a:gd name="T11" fmla="*/ 59 h 61"/>
                <a:gd name="T12" fmla="*/ 2 w 55"/>
                <a:gd name="T13" fmla="*/ 59 h 61"/>
                <a:gd name="T14" fmla="*/ 2 w 55"/>
                <a:gd name="T15" fmla="*/ 59 h 61"/>
                <a:gd name="T16" fmla="*/ 0 w 55"/>
                <a:gd name="T17" fmla="*/ 59 h 61"/>
                <a:gd name="T18" fmla="*/ 0 w 55"/>
                <a:gd name="T19" fmla="*/ 47 h 61"/>
                <a:gd name="T20" fmla="*/ 2 w 55"/>
                <a:gd name="T21" fmla="*/ 35 h 61"/>
                <a:gd name="T22" fmla="*/ 7 w 55"/>
                <a:gd name="T23" fmla="*/ 26 h 61"/>
                <a:gd name="T24" fmla="*/ 14 w 55"/>
                <a:gd name="T25" fmla="*/ 14 h 61"/>
                <a:gd name="T26" fmla="*/ 21 w 55"/>
                <a:gd name="T27" fmla="*/ 7 h 61"/>
                <a:gd name="T28" fmla="*/ 31 w 55"/>
                <a:gd name="T29" fmla="*/ 0 h 61"/>
                <a:gd name="T30" fmla="*/ 43 w 55"/>
                <a:gd name="T31" fmla="*/ 0 h 61"/>
                <a:gd name="T32" fmla="*/ 55 w 55"/>
                <a:gd name="T33" fmla="*/ 2 h 61"/>
                <a:gd name="T34" fmla="*/ 52 w 55"/>
                <a:gd name="T35" fmla="*/ 11 h 61"/>
                <a:gd name="T36" fmla="*/ 50 w 55"/>
                <a:gd name="T37" fmla="*/ 21 h 61"/>
                <a:gd name="T38" fmla="*/ 47 w 55"/>
                <a:gd name="T39" fmla="*/ 30 h 61"/>
                <a:gd name="T40" fmla="*/ 43 w 55"/>
                <a:gd name="T41" fmla="*/ 40 h 61"/>
                <a:gd name="T42" fmla="*/ 36 w 55"/>
                <a:gd name="T43" fmla="*/ 49 h 61"/>
                <a:gd name="T44" fmla="*/ 28 w 55"/>
                <a:gd name="T45" fmla="*/ 57 h 61"/>
                <a:gd name="T46" fmla="*/ 19 w 55"/>
                <a:gd name="T47" fmla="*/ 61 h 61"/>
                <a:gd name="T48" fmla="*/ 9 w 55"/>
                <a:gd name="T4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5" h="61">
                  <a:moveTo>
                    <a:pt x="9" y="61"/>
                  </a:moveTo>
                  <a:lnTo>
                    <a:pt x="7" y="61"/>
                  </a:lnTo>
                  <a:lnTo>
                    <a:pt x="7" y="61"/>
                  </a:lnTo>
                  <a:lnTo>
                    <a:pt x="5" y="61"/>
                  </a:lnTo>
                  <a:lnTo>
                    <a:pt x="5" y="61"/>
                  </a:lnTo>
                  <a:lnTo>
                    <a:pt x="2" y="59"/>
                  </a:lnTo>
                  <a:lnTo>
                    <a:pt x="2" y="59"/>
                  </a:lnTo>
                  <a:lnTo>
                    <a:pt x="2" y="59"/>
                  </a:lnTo>
                  <a:lnTo>
                    <a:pt x="0" y="59"/>
                  </a:lnTo>
                  <a:lnTo>
                    <a:pt x="0" y="47"/>
                  </a:lnTo>
                  <a:lnTo>
                    <a:pt x="2" y="35"/>
                  </a:lnTo>
                  <a:lnTo>
                    <a:pt x="7" y="26"/>
                  </a:lnTo>
                  <a:lnTo>
                    <a:pt x="14" y="14"/>
                  </a:lnTo>
                  <a:lnTo>
                    <a:pt x="21" y="7"/>
                  </a:lnTo>
                  <a:lnTo>
                    <a:pt x="31" y="0"/>
                  </a:lnTo>
                  <a:lnTo>
                    <a:pt x="43" y="0"/>
                  </a:lnTo>
                  <a:lnTo>
                    <a:pt x="55" y="2"/>
                  </a:lnTo>
                  <a:lnTo>
                    <a:pt x="52" y="11"/>
                  </a:lnTo>
                  <a:lnTo>
                    <a:pt x="50" y="21"/>
                  </a:lnTo>
                  <a:lnTo>
                    <a:pt x="47" y="3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28" y="57"/>
                  </a:lnTo>
                  <a:lnTo>
                    <a:pt x="19" y="61"/>
                  </a:lnTo>
                  <a:lnTo>
                    <a:pt x="9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57" name="Freeform 25"/>
            <p:cNvSpPr>
              <a:spLocks/>
            </p:cNvSpPr>
            <p:nvPr/>
          </p:nvSpPr>
          <p:spPr bwMode="auto">
            <a:xfrm>
              <a:off x="880" y="2372"/>
              <a:ext cx="637" cy="1267"/>
            </a:xfrm>
            <a:custGeom>
              <a:avLst/>
              <a:gdLst>
                <a:gd name="T0" fmla="*/ 15 w 809"/>
                <a:gd name="T1" fmla="*/ 1464 h 1464"/>
                <a:gd name="T2" fmla="*/ 8 w 809"/>
                <a:gd name="T3" fmla="*/ 1460 h 1464"/>
                <a:gd name="T4" fmla="*/ 0 w 809"/>
                <a:gd name="T5" fmla="*/ 1457 h 1464"/>
                <a:gd name="T6" fmla="*/ 34 w 809"/>
                <a:gd name="T7" fmla="*/ 1362 h 1464"/>
                <a:gd name="T8" fmla="*/ 91 w 809"/>
                <a:gd name="T9" fmla="*/ 1220 h 1464"/>
                <a:gd name="T10" fmla="*/ 134 w 809"/>
                <a:gd name="T11" fmla="*/ 1134 h 1464"/>
                <a:gd name="T12" fmla="*/ 198 w 809"/>
                <a:gd name="T13" fmla="*/ 1006 h 1464"/>
                <a:gd name="T14" fmla="*/ 264 w 809"/>
                <a:gd name="T15" fmla="*/ 882 h 1464"/>
                <a:gd name="T16" fmla="*/ 345 w 809"/>
                <a:gd name="T17" fmla="*/ 737 h 1464"/>
                <a:gd name="T18" fmla="*/ 433 w 809"/>
                <a:gd name="T19" fmla="*/ 583 h 1464"/>
                <a:gd name="T20" fmla="*/ 528 w 809"/>
                <a:gd name="T21" fmla="*/ 431 h 1464"/>
                <a:gd name="T22" fmla="*/ 564 w 809"/>
                <a:gd name="T23" fmla="*/ 366 h 1464"/>
                <a:gd name="T24" fmla="*/ 607 w 809"/>
                <a:gd name="T25" fmla="*/ 302 h 1464"/>
                <a:gd name="T26" fmla="*/ 654 w 809"/>
                <a:gd name="T27" fmla="*/ 229 h 1464"/>
                <a:gd name="T28" fmla="*/ 716 w 809"/>
                <a:gd name="T29" fmla="*/ 129 h 1464"/>
                <a:gd name="T30" fmla="*/ 783 w 809"/>
                <a:gd name="T31" fmla="*/ 34 h 1464"/>
                <a:gd name="T32" fmla="*/ 804 w 809"/>
                <a:gd name="T33" fmla="*/ 0 h 1464"/>
                <a:gd name="T34" fmla="*/ 806 w 809"/>
                <a:gd name="T35" fmla="*/ 0 h 1464"/>
                <a:gd name="T36" fmla="*/ 806 w 809"/>
                <a:gd name="T37" fmla="*/ 0 h 1464"/>
                <a:gd name="T38" fmla="*/ 809 w 809"/>
                <a:gd name="T39" fmla="*/ 38 h 1464"/>
                <a:gd name="T40" fmla="*/ 797 w 809"/>
                <a:gd name="T41" fmla="*/ 67 h 1464"/>
                <a:gd name="T42" fmla="*/ 764 w 809"/>
                <a:gd name="T43" fmla="*/ 117 h 1464"/>
                <a:gd name="T44" fmla="*/ 714 w 809"/>
                <a:gd name="T45" fmla="*/ 193 h 1464"/>
                <a:gd name="T46" fmla="*/ 664 w 809"/>
                <a:gd name="T47" fmla="*/ 269 h 1464"/>
                <a:gd name="T48" fmla="*/ 633 w 809"/>
                <a:gd name="T49" fmla="*/ 316 h 1464"/>
                <a:gd name="T50" fmla="*/ 593 w 809"/>
                <a:gd name="T51" fmla="*/ 381 h 1464"/>
                <a:gd name="T52" fmla="*/ 564 w 809"/>
                <a:gd name="T53" fmla="*/ 428 h 1464"/>
                <a:gd name="T54" fmla="*/ 533 w 809"/>
                <a:gd name="T55" fmla="*/ 478 h 1464"/>
                <a:gd name="T56" fmla="*/ 502 w 809"/>
                <a:gd name="T57" fmla="*/ 533 h 1464"/>
                <a:gd name="T58" fmla="*/ 476 w 809"/>
                <a:gd name="T59" fmla="*/ 576 h 1464"/>
                <a:gd name="T60" fmla="*/ 436 w 809"/>
                <a:gd name="T61" fmla="*/ 644 h 1464"/>
                <a:gd name="T62" fmla="*/ 395 w 809"/>
                <a:gd name="T63" fmla="*/ 711 h 1464"/>
                <a:gd name="T64" fmla="*/ 364 w 809"/>
                <a:gd name="T65" fmla="*/ 766 h 1464"/>
                <a:gd name="T66" fmla="*/ 324 w 809"/>
                <a:gd name="T67" fmla="*/ 835 h 1464"/>
                <a:gd name="T68" fmla="*/ 283 w 809"/>
                <a:gd name="T69" fmla="*/ 906 h 1464"/>
                <a:gd name="T70" fmla="*/ 267 w 809"/>
                <a:gd name="T71" fmla="*/ 946 h 1464"/>
                <a:gd name="T72" fmla="*/ 236 w 809"/>
                <a:gd name="T73" fmla="*/ 996 h 1464"/>
                <a:gd name="T74" fmla="*/ 210 w 809"/>
                <a:gd name="T75" fmla="*/ 1053 h 1464"/>
                <a:gd name="T76" fmla="*/ 169 w 809"/>
                <a:gd name="T77" fmla="*/ 1141 h 1464"/>
                <a:gd name="T78" fmla="*/ 129 w 809"/>
                <a:gd name="T79" fmla="*/ 1229 h 1464"/>
                <a:gd name="T80" fmla="*/ 98 w 809"/>
                <a:gd name="T81" fmla="*/ 1303 h 1464"/>
                <a:gd name="T82" fmla="*/ 62 w 809"/>
                <a:gd name="T83" fmla="*/ 1379 h 1464"/>
                <a:gd name="T84" fmla="*/ 36 w 809"/>
                <a:gd name="T85" fmla="*/ 1452 h 1464"/>
                <a:gd name="T86" fmla="*/ 31 w 809"/>
                <a:gd name="T87" fmla="*/ 1460 h 1464"/>
                <a:gd name="T88" fmla="*/ 27 w 809"/>
                <a:gd name="T89" fmla="*/ 1462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09" h="1464">
                  <a:moveTo>
                    <a:pt x="22" y="1464"/>
                  </a:moveTo>
                  <a:lnTo>
                    <a:pt x="19" y="1464"/>
                  </a:lnTo>
                  <a:lnTo>
                    <a:pt x="15" y="1464"/>
                  </a:lnTo>
                  <a:lnTo>
                    <a:pt x="12" y="1462"/>
                  </a:lnTo>
                  <a:lnTo>
                    <a:pt x="10" y="1462"/>
                  </a:lnTo>
                  <a:lnTo>
                    <a:pt x="8" y="1460"/>
                  </a:lnTo>
                  <a:lnTo>
                    <a:pt x="5" y="1460"/>
                  </a:lnTo>
                  <a:lnTo>
                    <a:pt x="3" y="1460"/>
                  </a:lnTo>
                  <a:lnTo>
                    <a:pt x="0" y="1457"/>
                  </a:lnTo>
                  <a:lnTo>
                    <a:pt x="5" y="1441"/>
                  </a:lnTo>
                  <a:lnTo>
                    <a:pt x="17" y="1407"/>
                  </a:lnTo>
                  <a:lnTo>
                    <a:pt x="34" y="1362"/>
                  </a:lnTo>
                  <a:lnTo>
                    <a:pt x="53" y="1312"/>
                  </a:lnTo>
                  <a:lnTo>
                    <a:pt x="74" y="1262"/>
                  </a:lnTo>
                  <a:lnTo>
                    <a:pt x="91" y="1220"/>
                  </a:lnTo>
                  <a:lnTo>
                    <a:pt x="105" y="1189"/>
                  </a:lnTo>
                  <a:lnTo>
                    <a:pt x="115" y="1177"/>
                  </a:lnTo>
                  <a:lnTo>
                    <a:pt x="134" y="1134"/>
                  </a:lnTo>
                  <a:lnTo>
                    <a:pt x="155" y="1091"/>
                  </a:lnTo>
                  <a:lnTo>
                    <a:pt x="176" y="1048"/>
                  </a:lnTo>
                  <a:lnTo>
                    <a:pt x="198" y="1006"/>
                  </a:lnTo>
                  <a:lnTo>
                    <a:pt x="222" y="965"/>
                  </a:lnTo>
                  <a:lnTo>
                    <a:pt x="243" y="922"/>
                  </a:lnTo>
                  <a:lnTo>
                    <a:pt x="264" y="882"/>
                  </a:lnTo>
                  <a:lnTo>
                    <a:pt x="286" y="839"/>
                  </a:lnTo>
                  <a:lnTo>
                    <a:pt x="317" y="789"/>
                  </a:lnTo>
                  <a:lnTo>
                    <a:pt x="345" y="737"/>
                  </a:lnTo>
                  <a:lnTo>
                    <a:pt x="376" y="685"/>
                  </a:lnTo>
                  <a:lnTo>
                    <a:pt x="405" y="633"/>
                  </a:lnTo>
                  <a:lnTo>
                    <a:pt x="433" y="583"/>
                  </a:lnTo>
                  <a:lnTo>
                    <a:pt x="464" y="530"/>
                  </a:lnTo>
                  <a:lnTo>
                    <a:pt x="495" y="480"/>
                  </a:lnTo>
                  <a:lnTo>
                    <a:pt x="528" y="431"/>
                  </a:lnTo>
                  <a:lnTo>
                    <a:pt x="538" y="409"/>
                  </a:lnTo>
                  <a:lnTo>
                    <a:pt x="550" y="390"/>
                  </a:lnTo>
                  <a:lnTo>
                    <a:pt x="564" y="366"/>
                  </a:lnTo>
                  <a:lnTo>
                    <a:pt x="578" y="345"/>
                  </a:lnTo>
                  <a:lnTo>
                    <a:pt x="593" y="324"/>
                  </a:lnTo>
                  <a:lnTo>
                    <a:pt x="607" y="302"/>
                  </a:lnTo>
                  <a:lnTo>
                    <a:pt x="621" y="281"/>
                  </a:lnTo>
                  <a:lnTo>
                    <a:pt x="635" y="262"/>
                  </a:lnTo>
                  <a:lnTo>
                    <a:pt x="654" y="229"/>
                  </a:lnTo>
                  <a:lnTo>
                    <a:pt x="676" y="195"/>
                  </a:lnTo>
                  <a:lnTo>
                    <a:pt x="695" y="162"/>
                  </a:lnTo>
                  <a:lnTo>
                    <a:pt x="716" y="129"/>
                  </a:lnTo>
                  <a:lnTo>
                    <a:pt x="738" y="98"/>
                  </a:lnTo>
                  <a:lnTo>
                    <a:pt x="761" y="65"/>
                  </a:lnTo>
                  <a:lnTo>
                    <a:pt x="783" y="34"/>
                  </a:lnTo>
                  <a:lnTo>
                    <a:pt x="804" y="0"/>
                  </a:lnTo>
                  <a:lnTo>
                    <a:pt x="804" y="0"/>
                  </a:lnTo>
                  <a:lnTo>
                    <a:pt x="804" y="0"/>
                  </a:lnTo>
                  <a:lnTo>
                    <a:pt x="804" y="0"/>
                  </a:lnTo>
                  <a:lnTo>
                    <a:pt x="804" y="0"/>
                  </a:lnTo>
                  <a:lnTo>
                    <a:pt x="806" y="0"/>
                  </a:lnTo>
                  <a:lnTo>
                    <a:pt x="806" y="0"/>
                  </a:lnTo>
                  <a:lnTo>
                    <a:pt x="806" y="0"/>
                  </a:lnTo>
                  <a:lnTo>
                    <a:pt x="806" y="0"/>
                  </a:lnTo>
                  <a:lnTo>
                    <a:pt x="809" y="15"/>
                  </a:lnTo>
                  <a:lnTo>
                    <a:pt x="809" y="27"/>
                  </a:lnTo>
                  <a:lnTo>
                    <a:pt x="809" y="38"/>
                  </a:lnTo>
                  <a:lnTo>
                    <a:pt x="806" y="48"/>
                  </a:lnTo>
                  <a:lnTo>
                    <a:pt x="804" y="55"/>
                  </a:lnTo>
                  <a:lnTo>
                    <a:pt x="797" y="67"/>
                  </a:lnTo>
                  <a:lnTo>
                    <a:pt x="790" y="76"/>
                  </a:lnTo>
                  <a:lnTo>
                    <a:pt x="778" y="91"/>
                  </a:lnTo>
                  <a:lnTo>
                    <a:pt x="764" y="117"/>
                  </a:lnTo>
                  <a:lnTo>
                    <a:pt x="749" y="143"/>
                  </a:lnTo>
                  <a:lnTo>
                    <a:pt x="733" y="169"/>
                  </a:lnTo>
                  <a:lnTo>
                    <a:pt x="714" y="193"/>
                  </a:lnTo>
                  <a:lnTo>
                    <a:pt x="697" y="219"/>
                  </a:lnTo>
                  <a:lnTo>
                    <a:pt x="680" y="245"/>
                  </a:lnTo>
                  <a:lnTo>
                    <a:pt x="664" y="269"/>
                  </a:lnTo>
                  <a:lnTo>
                    <a:pt x="647" y="295"/>
                  </a:lnTo>
                  <a:lnTo>
                    <a:pt x="642" y="302"/>
                  </a:lnTo>
                  <a:lnTo>
                    <a:pt x="633" y="316"/>
                  </a:lnTo>
                  <a:lnTo>
                    <a:pt x="619" y="336"/>
                  </a:lnTo>
                  <a:lnTo>
                    <a:pt x="607" y="359"/>
                  </a:lnTo>
                  <a:lnTo>
                    <a:pt x="593" y="381"/>
                  </a:lnTo>
                  <a:lnTo>
                    <a:pt x="581" y="402"/>
                  </a:lnTo>
                  <a:lnTo>
                    <a:pt x="571" y="419"/>
                  </a:lnTo>
                  <a:lnTo>
                    <a:pt x="564" y="428"/>
                  </a:lnTo>
                  <a:lnTo>
                    <a:pt x="552" y="442"/>
                  </a:lnTo>
                  <a:lnTo>
                    <a:pt x="543" y="459"/>
                  </a:lnTo>
                  <a:lnTo>
                    <a:pt x="533" y="478"/>
                  </a:lnTo>
                  <a:lnTo>
                    <a:pt x="524" y="497"/>
                  </a:lnTo>
                  <a:lnTo>
                    <a:pt x="512" y="514"/>
                  </a:lnTo>
                  <a:lnTo>
                    <a:pt x="502" y="533"/>
                  </a:lnTo>
                  <a:lnTo>
                    <a:pt x="493" y="549"/>
                  </a:lnTo>
                  <a:lnTo>
                    <a:pt x="481" y="566"/>
                  </a:lnTo>
                  <a:lnTo>
                    <a:pt x="476" y="576"/>
                  </a:lnTo>
                  <a:lnTo>
                    <a:pt x="466" y="595"/>
                  </a:lnTo>
                  <a:lnTo>
                    <a:pt x="452" y="618"/>
                  </a:lnTo>
                  <a:lnTo>
                    <a:pt x="436" y="644"/>
                  </a:lnTo>
                  <a:lnTo>
                    <a:pt x="419" y="673"/>
                  </a:lnTo>
                  <a:lnTo>
                    <a:pt x="405" y="697"/>
                  </a:lnTo>
                  <a:lnTo>
                    <a:pt x="395" y="711"/>
                  </a:lnTo>
                  <a:lnTo>
                    <a:pt x="390" y="718"/>
                  </a:lnTo>
                  <a:lnTo>
                    <a:pt x="376" y="742"/>
                  </a:lnTo>
                  <a:lnTo>
                    <a:pt x="364" y="766"/>
                  </a:lnTo>
                  <a:lnTo>
                    <a:pt x="350" y="789"/>
                  </a:lnTo>
                  <a:lnTo>
                    <a:pt x="338" y="813"/>
                  </a:lnTo>
                  <a:lnTo>
                    <a:pt x="324" y="835"/>
                  </a:lnTo>
                  <a:lnTo>
                    <a:pt x="312" y="858"/>
                  </a:lnTo>
                  <a:lnTo>
                    <a:pt x="298" y="882"/>
                  </a:lnTo>
                  <a:lnTo>
                    <a:pt x="283" y="906"/>
                  </a:lnTo>
                  <a:lnTo>
                    <a:pt x="281" y="918"/>
                  </a:lnTo>
                  <a:lnTo>
                    <a:pt x="276" y="930"/>
                  </a:lnTo>
                  <a:lnTo>
                    <a:pt x="267" y="946"/>
                  </a:lnTo>
                  <a:lnTo>
                    <a:pt x="257" y="963"/>
                  </a:lnTo>
                  <a:lnTo>
                    <a:pt x="245" y="980"/>
                  </a:lnTo>
                  <a:lnTo>
                    <a:pt x="236" y="996"/>
                  </a:lnTo>
                  <a:lnTo>
                    <a:pt x="229" y="1013"/>
                  </a:lnTo>
                  <a:lnTo>
                    <a:pt x="224" y="1025"/>
                  </a:lnTo>
                  <a:lnTo>
                    <a:pt x="210" y="1053"/>
                  </a:lnTo>
                  <a:lnTo>
                    <a:pt x="195" y="1082"/>
                  </a:lnTo>
                  <a:lnTo>
                    <a:pt x="184" y="1110"/>
                  </a:lnTo>
                  <a:lnTo>
                    <a:pt x="169" y="1141"/>
                  </a:lnTo>
                  <a:lnTo>
                    <a:pt x="155" y="1170"/>
                  </a:lnTo>
                  <a:lnTo>
                    <a:pt x="143" y="1201"/>
                  </a:lnTo>
                  <a:lnTo>
                    <a:pt x="129" y="1229"/>
                  </a:lnTo>
                  <a:lnTo>
                    <a:pt x="112" y="1255"/>
                  </a:lnTo>
                  <a:lnTo>
                    <a:pt x="107" y="1279"/>
                  </a:lnTo>
                  <a:lnTo>
                    <a:pt x="98" y="1303"/>
                  </a:lnTo>
                  <a:lnTo>
                    <a:pt x="86" y="1329"/>
                  </a:lnTo>
                  <a:lnTo>
                    <a:pt x="74" y="1353"/>
                  </a:lnTo>
                  <a:lnTo>
                    <a:pt x="62" y="1379"/>
                  </a:lnTo>
                  <a:lnTo>
                    <a:pt x="53" y="1403"/>
                  </a:lnTo>
                  <a:lnTo>
                    <a:pt x="43" y="1429"/>
                  </a:lnTo>
                  <a:lnTo>
                    <a:pt x="36" y="1452"/>
                  </a:lnTo>
                  <a:lnTo>
                    <a:pt x="34" y="1455"/>
                  </a:lnTo>
                  <a:lnTo>
                    <a:pt x="34" y="1457"/>
                  </a:lnTo>
                  <a:lnTo>
                    <a:pt x="31" y="1460"/>
                  </a:lnTo>
                  <a:lnTo>
                    <a:pt x="29" y="1460"/>
                  </a:lnTo>
                  <a:lnTo>
                    <a:pt x="27" y="1462"/>
                  </a:lnTo>
                  <a:lnTo>
                    <a:pt x="27" y="1462"/>
                  </a:lnTo>
                  <a:lnTo>
                    <a:pt x="24" y="1464"/>
                  </a:lnTo>
                  <a:lnTo>
                    <a:pt x="22" y="1464"/>
                  </a:lnTo>
                  <a:close/>
                </a:path>
              </a:pathLst>
            </a:custGeom>
            <a:solidFill>
              <a:srgbClr val="66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58" name="Freeform 26"/>
            <p:cNvSpPr>
              <a:spLocks/>
            </p:cNvSpPr>
            <p:nvPr/>
          </p:nvSpPr>
          <p:spPr bwMode="auto">
            <a:xfrm>
              <a:off x="1191" y="3298"/>
              <a:ext cx="167" cy="245"/>
            </a:xfrm>
            <a:custGeom>
              <a:avLst/>
              <a:gdLst>
                <a:gd name="T0" fmla="*/ 107 w 212"/>
                <a:gd name="T1" fmla="*/ 278 h 283"/>
                <a:gd name="T2" fmla="*/ 95 w 212"/>
                <a:gd name="T3" fmla="*/ 266 h 283"/>
                <a:gd name="T4" fmla="*/ 81 w 212"/>
                <a:gd name="T5" fmla="*/ 254 h 283"/>
                <a:gd name="T6" fmla="*/ 69 w 212"/>
                <a:gd name="T7" fmla="*/ 245 h 283"/>
                <a:gd name="T8" fmla="*/ 52 w 212"/>
                <a:gd name="T9" fmla="*/ 233 h 283"/>
                <a:gd name="T10" fmla="*/ 33 w 212"/>
                <a:gd name="T11" fmla="*/ 216 h 283"/>
                <a:gd name="T12" fmla="*/ 17 w 212"/>
                <a:gd name="T13" fmla="*/ 195 h 283"/>
                <a:gd name="T14" fmla="*/ 7 w 212"/>
                <a:gd name="T15" fmla="*/ 169 h 283"/>
                <a:gd name="T16" fmla="*/ 3 w 212"/>
                <a:gd name="T17" fmla="*/ 142 h 283"/>
                <a:gd name="T18" fmla="*/ 3 w 212"/>
                <a:gd name="T19" fmla="*/ 114 h 283"/>
                <a:gd name="T20" fmla="*/ 7 w 212"/>
                <a:gd name="T21" fmla="*/ 88 h 283"/>
                <a:gd name="T22" fmla="*/ 19 w 212"/>
                <a:gd name="T23" fmla="*/ 64 h 283"/>
                <a:gd name="T24" fmla="*/ 31 w 212"/>
                <a:gd name="T25" fmla="*/ 50 h 283"/>
                <a:gd name="T26" fmla="*/ 36 w 212"/>
                <a:gd name="T27" fmla="*/ 40 h 283"/>
                <a:gd name="T28" fmla="*/ 43 w 212"/>
                <a:gd name="T29" fmla="*/ 28 h 283"/>
                <a:gd name="T30" fmla="*/ 50 w 212"/>
                <a:gd name="T31" fmla="*/ 19 h 283"/>
                <a:gd name="T32" fmla="*/ 52 w 212"/>
                <a:gd name="T33" fmla="*/ 14 h 283"/>
                <a:gd name="T34" fmla="*/ 60 w 212"/>
                <a:gd name="T35" fmla="*/ 12 h 283"/>
                <a:gd name="T36" fmla="*/ 64 w 212"/>
                <a:gd name="T37" fmla="*/ 5 h 283"/>
                <a:gd name="T38" fmla="*/ 69 w 212"/>
                <a:gd name="T39" fmla="*/ 0 h 283"/>
                <a:gd name="T40" fmla="*/ 95 w 212"/>
                <a:gd name="T41" fmla="*/ 0 h 283"/>
                <a:gd name="T42" fmla="*/ 131 w 212"/>
                <a:gd name="T43" fmla="*/ 7 h 283"/>
                <a:gd name="T44" fmla="*/ 155 w 212"/>
                <a:gd name="T45" fmla="*/ 28 h 283"/>
                <a:gd name="T46" fmla="*/ 164 w 212"/>
                <a:gd name="T47" fmla="*/ 64 h 283"/>
                <a:gd name="T48" fmla="*/ 181 w 212"/>
                <a:gd name="T49" fmla="*/ 90 h 283"/>
                <a:gd name="T50" fmla="*/ 202 w 212"/>
                <a:gd name="T51" fmla="*/ 109 h 283"/>
                <a:gd name="T52" fmla="*/ 209 w 212"/>
                <a:gd name="T53" fmla="*/ 135 h 283"/>
                <a:gd name="T54" fmla="*/ 209 w 212"/>
                <a:gd name="T55" fmla="*/ 171 h 283"/>
                <a:gd name="T56" fmla="*/ 198 w 212"/>
                <a:gd name="T57" fmla="*/ 204 h 283"/>
                <a:gd name="T58" fmla="*/ 178 w 212"/>
                <a:gd name="T59" fmla="*/ 237 h 283"/>
                <a:gd name="T60" fmla="*/ 155 w 212"/>
                <a:gd name="T61" fmla="*/ 264 h 283"/>
                <a:gd name="T62" fmla="*/ 129 w 212"/>
                <a:gd name="T63" fmla="*/ 28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2" h="283">
                  <a:moveTo>
                    <a:pt x="114" y="283"/>
                  </a:moveTo>
                  <a:lnTo>
                    <a:pt x="107" y="278"/>
                  </a:lnTo>
                  <a:lnTo>
                    <a:pt x="100" y="273"/>
                  </a:lnTo>
                  <a:lnTo>
                    <a:pt x="95" y="266"/>
                  </a:lnTo>
                  <a:lnTo>
                    <a:pt x="88" y="261"/>
                  </a:lnTo>
                  <a:lnTo>
                    <a:pt x="81" y="254"/>
                  </a:lnTo>
                  <a:lnTo>
                    <a:pt x="74" y="249"/>
                  </a:lnTo>
                  <a:lnTo>
                    <a:pt x="69" y="245"/>
                  </a:lnTo>
                  <a:lnTo>
                    <a:pt x="64" y="240"/>
                  </a:lnTo>
                  <a:lnTo>
                    <a:pt x="52" y="233"/>
                  </a:lnTo>
                  <a:lnTo>
                    <a:pt x="43" y="226"/>
                  </a:lnTo>
                  <a:lnTo>
                    <a:pt x="33" y="216"/>
                  </a:lnTo>
                  <a:lnTo>
                    <a:pt x="24" y="207"/>
                  </a:lnTo>
                  <a:lnTo>
                    <a:pt x="17" y="195"/>
                  </a:lnTo>
                  <a:lnTo>
                    <a:pt x="12" y="183"/>
                  </a:lnTo>
                  <a:lnTo>
                    <a:pt x="7" y="169"/>
                  </a:lnTo>
                  <a:lnTo>
                    <a:pt x="3" y="154"/>
                  </a:lnTo>
                  <a:lnTo>
                    <a:pt x="3" y="142"/>
                  </a:lnTo>
                  <a:lnTo>
                    <a:pt x="0" y="128"/>
                  </a:lnTo>
                  <a:lnTo>
                    <a:pt x="3" y="114"/>
                  </a:lnTo>
                  <a:lnTo>
                    <a:pt x="5" y="100"/>
                  </a:lnTo>
                  <a:lnTo>
                    <a:pt x="7" y="88"/>
                  </a:lnTo>
                  <a:lnTo>
                    <a:pt x="12" y="76"/>
                  </a:lnTo>
                  <a:lnTo>
                    <a:pt x="19" y="64"/>
                  </a:lnTo>
                  <a:lnTo>
                    <a:pt x="29" y="54"/>
                  </a:lnTo>
                  <a:lnTo>
                    <a:pt x="31" y="50"/>
                  </a:lnTo>
                  <a:lnTo>
                    <a:pt x="33" y="45"/>
                  </a:lnTo>
                  <a:lnTo>
                    <a:pt x="36" y="40"/>
                  </a:lnTo>
                  <a:lnTo>
                    <a:pt x="41" y="33"/>
                  </a:lnTo>
                  <a:lnTo>
                    <a:pt x="43" y="28"/>
                  </a:lnTo>
                  <a:lnTo>
                    <a:pt x="45" y="24"/>
                  </a:lnTo>
                  <a:lnTo>
                    <a:pt x="50" y="19"/>
                  </a:lnTo>
                  <a:lnTo>
                    <a:pt x="50" y="16"/>
                  </a:lnTo>
                  <a:lnTo>
                    <a:pt x="52" y="14"/>
                  </a:lnTo>
                  <a:lnTo>
                    <a:pt x="55" y="14"/>
                  </a:lnTo>
                  <a:lnTo>
                    <a:pt x="60" y="12"/>
                  </a:lnTo>
                  <a:lnTo>
                    <a:pt x="62" y="9"/>
                  </a:lnTo>
                  <a:lnTo>
                    <a:pt x="64" y="5"/>
                  </a:lnTo>
                  <a:lnTo>
                    <a:pt x="67" y="2"/>
                  </a:lnTo>
                  <a:lnTo>
                    <a:pt x="69" y="0"/>
                  </a:lnTo>
                  <a:lnTo>
                    <a:pt x="71" y="0"/>
                  </a:lnTo>
                  <a:lnTo>
                    <a:pt x="95" y="0"/>
                  </a:lnTo>
                  <a:lnTo>
                    <a:pt x="114" y="2"/>
                  </a:lnTo>
                  <a:lnTo>
                    <a:pt x="131" y="7"/>
                  </a:lnTo>
                  <a:lnTo>
                    <a:pt x="145" y="16"/>
                  </a:lnTo>
                  <a:lnTo>
                    <a:pt x="155" y="28"/>
                  </a:lnTo>
                  <a:lnTo>
                    <a:pt x="159" y="45"/>
                  </a:lnTo>
                  <a:lnTo>
                    <a:pt x="164" y="64"/>
                  </a:lnTo>
                  <a:lnTo>
                    <a:pt x="167" y="88"/>
                  </a:lnTo>
                  <a:lnTo>
                    <a:pt x="181" y="90"/>
                  </a:lnTo>
                  <a:lnTo>
                    <a:pt x="193" y="97"/>
                  </a:lnTo>
                  <a:lnTo>
                    <a:pt x="202" y="109"/>
                  </a:lnTo>
                  <a:lnTo>
                    <a:pt x="207" y="121"/>
                  </a:lnTo>
                  <a:lnTo>
                    <a:pt x="209" y="135"/>
                  </a:lnTo>
                  <a:lnTo>
                    <a:pt x="212" y="152"/>
                  </a:lnTo>
                  <a:lnTo>
                    <a:pt x="209" y="171"/>
                  </a:lnTo>
                  <a:lnTo>
                    <a:pt x="205" y="188"/>
                  </a:lnTo>
                  <a:lnTo>
                    <a:pt x="198" y="204"/>
                  </a:lnTo>
                  <a:lnTo>
                    <a:pt x="188" y="223"/>
                  </a:lnTo>
                  <a:lnTo>
                    <a:pt x="178" y="237"/>
                  </a:lnTo>
                  <a:lnTo>
                    <a:pt x="169" y="252"/>
                  </a:lnTo>
                  <a:lnTo>
                    <a:pt x="155" y="264"/>
                  </a:lnTo>
                  <a:lnTo>
                    <a:pt x="143" y="273"/>
                  </a:lnTo>
                  <a:lnTo>
                    <a:pt x="129" y="280"/>
                  </a:lnTo>
                  <a:lnTo>
                    <a:pt x="114" y="2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59" name="Freeform 27"/>
            <p:cNvSpPr>
              <a:spLocks/>
            </p:cNvSpPr>
            <p:nvPr/>
          </p:nvSpPr>
          <p:spPr bwMode="auto">
            <a:xfrm>
              <a:off x="1271" y="3382"/>
              <a:ext cx="77" cy="145"/>
            </a:xfrm>
            <a:custGeom>
              <a:avLst/>
              <a:gdLst>
                <a:gd name="T0" fmla="*/ 31 w 98"/>
                <a:gd name="T1" fmla="*/ 167 h 167"/>
                <a:gd name="T2" fmla="*/ 19 w 98"/>
                <a:gd name="T3" fmla="*/ 164 h 167"/>
                <a:gd name="T4" fmla="*/ 12 w 98"/>
                <a:gd name="T5" fmla="*/ 159 h 167"/>
                <a:gd name="T6" fmla="*/ 5 w 98"/>
                <a:gd name="T7" fmla="*/ 155 h 167"/>
                <a:gd name="T8" fmla="*/ 3 w 98"/>
                <a:gd name="T9" fmla="*/ 145 h 167"/>
                <a:gd name="T10" fmla="*/ 0 w 98"/>
                <a:gd name="T11" fmla="*/ 136 h 167"/>
                <a:gd name="T12" fmla="*/ 0 w 98"/>
                <a:gd name="T13" fmla="*/ 124 h 167"/>
                <a:gd name="T14" fmla="*/ 3 w 98"/>
                <a:gd name="T15" fmla="*/ 110 h 167"/>
                <a:gd name="T16" fmla="*/ 8 w 98"/>
                <a:gd name="T17" fmla="*/ 98 h 167"/>
                <a:gd name="T18" fmla="*/ 17 w 98"/>
                <a:gd name="T19" fmla="*/ 69 h 167"/>
                <a:gd name="T20" fmla="*/ 29 w 98"/>
                <a:gd name="T21" fmla="*/ 43 h 167"/>
                <a:gd name="T22" fmla="*/ 41 w 98"/>
                <a:gd name="T23" fmla="*/ 22 h 167"/>
                <a:gd name="T24" fmla="*/ 53 w 98"/>
                <a:gd name="T25" fmla="*/ 7 h 167"/>
                <a:gd name="T26" fmla="*/ 53 w 98"/>
                <a:gd name="T27" fmla="*/ 7 h 167"/>
                <a:gd name="T28" fmla="*/ 53 w 98"/>
                <a:gd name="T29" fmla="*/ 7 h 167"/>
                <a:gd name="T30" fmla="*/ 53 w 98"/>
                <a:gd name="T31" fmla="*/ 7 h 167"/>
                <a:gd name="T32" fmla="*/ 53 w 98"/>
                <a:gd name="T33" fmla="*/ 7 h 167"/>
                <a:gd name="T34" fmla="*/ 53 w 98"/>
                <a:gd name="T35" fmla="*/ 5 h 167"/>
                <a:gd name="T36" fmla="*/ 53 w 98"/>
                <a:gd name="T37" fmla="*/ 5 h 167"/>
                <a:gd name="T38" fmla="*/ 53 w 98"/>
                <a:gd name="T39" fmla="*/ 5 h 167"/>
                <a:gd name="T40" fmla="*/ 53 w 98"/>
                <a:gd name="T41" fmla="*/ 5 h 167"/>
                <a:gd name="T42" fmla="*/ 55 w 98"/>
                <a:gd name="T43" fmla="*/ 5 h 167"/>
                <a:gd name="T44" fmla="*/ 55 w 98"/>
                <a:gd name="T45" fmla="*/ 5 h 167"/>
                <a:gd name="T46" fmla="*/ 55 w 98"/>
                <a:gd name="T47" fmla="*/ 5 h 167"/>
                <a:gd name="T48" fmla="*/ 55 w 98"/>
                <a:gd name="T49" fmla="*/ 5 h 167"/>
                <a:gd name="T50" fmla="*/ 57 w 98"/>
                <a:gd name="T51" fmla="*/ 5 h 167"/>
                <a:gd name="T52" fmla="*/ 57 w 98"/>
                <a:gd name="T53" fmla="*/ 5 h 167"/>
                <a:gd name="T54" fmla="*/ 57 w 98"/>
                <a:gd name="T55" fmla="*/ 5 h 167"/>
                <a:gd name="T56" fmla="*/ 60 w 98"/>
                <a:gd name="T57" fmla="*/ 5 h 167"/>
                <a:gd name="T58" fmla="*/ 69 w 98"/>
                <a:gd name="T59" fmla="*/ 0 h 167"/>
                <a:gd name="T60" fmla="*/ 79 w 98"/>
                <a:gd name="T61" fmla="*/ 0 h 167"/>
                <a:gd name="T62" fmla="*/ 86 w 98"/>
                <a:gd name="T63" fmla="*/ 3 h 167"/>
                <a:gd name="T64" fmla="*/ 93 w 98"/>
                <a:gd name="T65" fmla="*/ 12 h 167"/>
                <a:gd name="T66" fmla="*/ 96 w 98"/>
                <a:gd name="T67" fmla="*/ 24 h 167"/>
                <a:gd name="T68" fmla="*/ 98 w 98"/>
                <a:gd name="T69" fmla="*/ 36 h 167"/>
                <a:gd name="T70" fmla="*/ 98 w 98"/>
                <a:gd name="T71" fmla="*/ 53 h 167"/>
                <a:gd name="T72" fmla="*/ 98 w 98"/>
                <a:gd name="T73" fmla="*/ 69 h 167"/>
                <a:gd name="T74" fmla="*/ 93 w 98"/>
                <a:gd name="T75" fmla="*/ 86 h 167"/>
                <a:gd name="T76" fmla="*/ 88 w 98"/>
                <a:gd name="T77" fmla="*/ 105 h 167"/>
                <a:gd name="T78" fmla="*/ 84 w 98"/>
                <a:gd name="T79" fmla="*/ 119 h 167"/>
                <a:gd name="T80" fmla="*/ 76 w 98"/>
                <a:gd name="T81" fmla="*/ 136 h 167"/>
                <a:gd name="T82" fmla="*/ 67 w 98"/>
                <a:gd name="T83" fmla="*/ 148 h 167"/>
                <a:gd name="T84" fmla="*/ 55 w 98"/>
                <a:gd name="T85" fmla="*/ 157 h 167"/>
                <a:gd name="T86" fmla="*/ 46 w 98"/>
                <a:gd name="T87" fmla="*/ 164 h 167"/>
                <a:gd name="T88" fmla="*/ 31 w 98"/>
                <a:gd name="T89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167">
                  <a:moveTo>
                    <a:pt x="31" y="167"/>
                  </a:moveTo>
                  <a:lnTo>
                    <a:pt x="19" y="164"/>
                  </a:lnTo>
                  <a:lnTo>
                    <a:pt x="12" y="159"/>
                  </a:lnTo>
                  <a:lnTo>
                    <a:pt x="5" y="155"/>
                  </a:lnTo>
                  <a:lnTo>
                    <a:pt x="3" y="145"/>
                  </a:lnTo>
                  <a:lnTo>
                    <a:pt x="0" y="136"/>
                  </a:lnTo>
                  <a:lnTo>
                    <a:pt x="0" y="124"/>
                  </a:lnTo>
                  <a:lnTo>
                    <a:pt x="3" y="110"/>
                  </a:lnTo>
                  <a:lnTo>
                    <a:pt x="8" y="98"/>
                  </a:lnTo>
                  <a:lnTo>
                    <a:pt x="17" y="69"/>
                  </a:lnTo>
                  <a:lnTo>
                    <a:pt x="29" y="43"/>
                  </a:lnTo>
                  <a:lnTo>
                    <a:pt x="41" y="22"/>
                  </a:lnTo>
                  <a:lnTo>
                    <a:pt x="53" y="7"/>
                  </a:lnTo>
                  <a:lnTo>
                    <a:pt x="53" y="7"/>
                  </a:lnTo>
                  <a:lnTo>
                    <a:pt x="53" y="7"/>
                  </a:lnTo>
                  <a:lnTo>
                    <a:pt x="53" y="7"/>
                  </a:lnTo>
                  <a:lnTo>
                    <a:pt x="53" y="7"/>
                  </a:lnTo>
                  <a:lnTo>
                    <a:pt x="53" y="5"/>
                  </a:lnTo>
                  <a:lnTo>
                    <a:pt x="53" y="5"/>
                  </a:lnTo>
                  <a:lnTo>
                    <a:pt x="53" y="5"/>
                  </a:lnTo>
                  <a:lnTo>
                    <a:pt x="53" y="5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60" y="5"/>
                  </a:lnTo>
                  <a:lnTo>
                    <a:pt x="69" y="0"/>
                  </a:lnTo>
                  <a:lnTo>
                    <a:pt x="79" y="0"/>
                  </a:lnTo>
                  <a:lnTo>
                    <a:pt x="86" y="3"/>
                  </a:lnTo>
                  <a:lnTo>
                    <a:pt x="93" y="12"/>
                  </a:lnTo>
                  <a:lnTo>
                    <a:pt x="96" y="24"/>
                  </a:lnTo>
                  <a:lnTo>
                    <a:pt x="98" y="36"/>
                  </a:lnTo>
                  <a:lnTo>
                    <a:pt x="98" y="53"/>
                  </a:lnTo>
                  <a:lnTo>
                    <a:pt x="98" y="69"/>
                  </a:lnTo>
                  <a:lnTo>
                    <a:pt x="93" y="86"/>
                  </a:lnTo>
                  <a:lnTo>
                    <a:pt x="88" y="105"/>
                  </a:lnTo>
                  <a:lnTo>
                    <a:pt x="84" y="119"/>
                  </a:lnTo>
                  <a:lnTo>
                    <a:pt x="76" y="136"/>
                  </a:lnTo>
                  <a:lnTo>
                    <a:pt x="67" y="148"/>
                  </a:lnTo>
                  <a:lnTo>
                    <a:pt x="55" y="157"/>
                  </a:lnTo>
                  <a:lnTo>
                    <a:pt x="46" y="164"/>
                  </a:lnTo>
                  <a:lnTo>
                    <a:pt x="31" y="1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60" name="Freeform 28"/>
            <p:cNvSpPr>
              <a:spLocks/>
            </p:cNvSpPr>
            <p:nvPr/>
          </p:nvSpPr>
          <p:spPr bwMode="auto">
            <a:xfrm>
              <a:off x="1202" y="3310"/>
              <a:ext cx="103" cy="193"/>
            </a:xfrm>
            <a:custGeom>
              <a:avLst/>
              <a:gdLst>
                <a:gd name="T0" fmla="*/ 53 w 131"/>
                <a:gd name="T1" fmla="*/ 221 h 223"/>
                <a:gd name="T2" fmla="*/ 34 w 131"/>
                <a:gd name="T3" fmla="*/ 209 h 223"/>
                <a:gd name="T4" fmla="*/ 19 w 131"/>
                <a:gd name="T5" fmla="*/ 195 h 223"/>
                <a:gd name="T6" fmla="*/ 8 w 131"/>
                <a:gd name="T7" fmla="*/ 176 h 223"/>
                <a:gd name="T8" fmla="*/ 0 w 131"/>
                <a:gd name="T9" fmla="*/ 143 h 223"/>
                <a:gd name="T10" fmla="*/ 3 w 131"/>
                <a:gd name="T11" fmla="*/ 95 h 223"/>
                <a:gd name="T12" fmla="*/ 17 w 131"/>
                <a:gd name="T13" fmla="*/ 52 h 223"/>
                <a:gd name="T14" fmla="*/ 38 w 131"/>
                <a:gd name="T15" fmla="*/ 17 h 223"/>
                <a:gd name="T16" fmla="*/ 60 w 131"/>
                <a:gd name="T17" fmla="*/ 2 h 223"/>
                <a:gd name="T18" fmla="*/ 74 w 131"/>
                <a:gd name="T19" fmla="*/ 0 h 223"/>
                <a:gd name="T20" fmla="*/ 91 w 131"/>
                <a:gd name="T21" fmla="*/ 5 h 223"/>
                <a:gd name="T22" fmla="*/ 105 w 131"/>
                <a:gd name="T23" fmla="*/ 17 h 223"/>
                <a:gd name="T24" fmla="*/ 115 w 131"/>
                <a:gd name="T25" fmla="*/ 24 h 223"/>
                <a:gd name="T26" fmla="*/ 115 w 131"/>
                <a:gd name="T27" fmla="*/ 24 h 223"/>
                <a:gd name="T28" fmla="*/ 115 w 131"/>
                <a:gd name="T29" fmla="*/ 24 h 223"/>
                <a:gd name="T30" fmla="*/ 117 w 131"/>
                <a:gd name="T31" fmla="*/ 24 h 223"/>
                <a:gd name="T32" fmla="*/ 119 w 131"/>
                <a:gd name="T33" fmla="*/ 31 h 223"/>
                <a:gd name="T34" fmla="*/ 122 w 131"/>
                <a:gd name="T35" fmla="*/ 43 h 223"/>
                <a:gd name="T36" fmla="*/ 126 w 131"/>
                <a:gd name="T37" fmla="*/ 55 h 223"/>
                <a:gd name="T38" fmla="*/ 131 w 131"/>
                <a:gd name="T39" fmla="*/ 69 h 223"/>
                <a:gd name="T40" fmla="*/ 124 w 131"/>
                <a:gd name="T41" fmla="*/ 81 h 223"/>
                <a:gd name="T42" fmla="*/ 103 w 131"/>
                <a:gd name="T43" fmla="*/ 81 h 223"/>
                <a:gd name="T44" fmla="*/ 79 w 131"/>
                <a:gd name="T45" fmla="*/ 81 h 223"/>
                <a:gd name="T46" fmla="*/ 62 w 131"/>
                <a:gd name="T47" fmla="*/ 88 h 223"/>
                <a:gd name="T48" fmla="*/ 65 w 131"/>
                <a:gd name="T49" fmla="*/ 93 h 223"/>
                <a:gd name="T50" fmla="*/ 79 w 131"/>
                <a:gd name="T51" fmla="*/ 88 h 223"/>
                <a:gd name="T52" fmla="*/ 96 w 131"/>
                <a:gd name="T53" fmla="*/ 86 h 223"/>
                <a:gd name="T54" fmla="*/ 115 w 131"/>
                <a:gd name="T55" fmla="*/ 86 h 223"/>
                <a:gd name="T56" fmla="*/ 112 w 131"/>
                <a:gd name="T57" fmla="*/ 105 h 223"/>
                <a:gd name="T58" fmla="*/ 96 w 131"/>
                <a:gd name="T59" fmla="*/ 136 h 223"/>
                <a:gd name="T60" fmla="*/ 81 w 131"/>
                <a:gd name="T61" fmla="*/ 164 h 223"/>
                <a:gd name="T62" fmla="*/ 72 w 131"/>
                <a:gd name="T63" fmla="*/ 202 h 223"/>
                <a:gd name="T64" fmla="*/ 69 w 131"/>
                <a:gd name="T65" fmla="*/ 223 h 223"/>
                <a:gd name="T66" fmla="*/ 69 w 131"/>
                <a:gd name="T67" fmla="*/ 223 h 223"/>
                <a:gd name="T68" fmla="*/ 67 w 131"/>
                <a:gd name="T69" fmla="*/ 223 h 223"/>
                <a:gd name="T70" fmla="*/ 67 w 131"/>
                <a:gd name="T71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1" h="223">
                  <a:moveTo>
                    <a:pt x="65" y="223"/>
                  </a:moveTo>
                  <a:lnTo>
                    <a:pt x="53" y="221"/>
                  </a:lnTo>
                  <a:lnTo>
                    <a:pt x="43" y="216"/>
                  </a:lnTo>
                  <a:lnTo>
                    <a:pt x="34" y="209"/>
                  </a:lnTo>
                  <a:lnTo>
                    <a:pt x="24" y="202"/>
                  </a:lnTo>
                  <a:lnTo>
                    <a:pt x="19" y="195"/>
                  </a:lnTo>
                  <a:lnTo>
                    <a:pt x="12" y="185"/>
                  </a:lnTo>
                  <a:lnTo>
                    <a:pt x="8" y="176"/>
                  </a:lnTo>
                  <a:lnTo>
                    <a:pt x="5" y="166"/>
                  </a:lnTo>
                  <a:lnTo>
                    <a:pt x="0" y="143"/>
                  </a:lnTo>
                  <a:lnTo>
                    <a:pt x="0" y="119"/>
                  </a:lnTo>
                  <a:lnTo>
                    <a:pt x="3" y="95"/>
                  </a:lnTo>
                  <a:lnTo>
                    <a:pt x="8" y="74"/>
                  </a:lnTo>
                  <a:lnTo>
                    <a:pt x="17" y="52"/>
                  </a:lnTo>
                  <a:lnTo>
                    <a:pt x="27" y="33"/>
                  </a:lnTo>
                  <a:lnTo>
                    <a:pt x="38" y="17"/>
                  </a:lnTo>
                  <a:lnTo>
                    <a:pt x="53" y="5"/>
                  </a:lnTo>
                  <a:lnTo>
                    <a:pt x="60" y="2"/>
                  </a:lnTo>
                  <a:lnTo>
                    <a:pt x="67" y="0"/>
                  </a:lnTo>
                  <a:lnTo>
                    <a:pt x="74" y="0"/>
                  </a:lnTo>
                  <a:lnTo>
                    <a:pt x="81" y="0"/>
                  </a:lnTo>
                  <a:lnTo>
                    <a:pt x="91" y="5"/>
                  </a:lnTo>
                  <a:lnTo>
                    <a:pt x="98" y="10"/>
                  </a:lnTo>
                  <a:lnTo>
                    <a:pt x="105" y="17"/>
                  </a:lnTo>
                  <a:lnTo>
                    <a:pt x="115" y="24"/>
                  </a:lnTo>
                  <a:lnTo>
                    <a:pt x="115" y="24"/>
                  </a:lnTo>
                  <a:lnTo>
                    <a:pt x="115" y="24"/>
                  </a:lnTo>
                  <a:lnTo>
                    <a:pt x="115" y="24"/>
                  </a:lnTo>
                  <a:lnTo>
                    <a:pt x="115" y="24"/>
                  </a:lnTo>
                  <a:lnTo>
                    <a:pt x="115" y="24"/>
                  </a:lnTo>
                  <a:lnTo>
                    <a:pt x="117" y="24"/>
                  </a:lnTo>
                  <a:lnTo>
                    <a:pt x="117" y="24"/>
                  </a:lnTo>
                  <a:lnTo>
                    <a:pt x="117" y="24"/>
                  </a:lnTo>
                  <a:lnTo>
                    <a:pt x="119" y="31"/>
                  </a:lnTo>
                  <a:lnTo>
                    <a:pt x="119" y="36"/>
                  </a:lnTo>
                  <a:lnTo>
                    <a:pt x="122" y="43"/>
                  </a:lnTo>
                  <a:lnTo>
                    <a:pt x="124" y="48"/>
                  </a:lnTo>
                  <a:lnTo>
                    <a:pt x="126" y="55"/>
                  </a:lnTo>
                  <a:lnTo>
                    <a:pt x="129" y="62"/>
                  </a:lnTo>
                  <a:lnTo>
                    <a:pt x="131" y="69"/>
                  </a:lnTo>
                  <a:lnTo>
                    <a:pt x="131" y="76"/>
                  </a:lnTo>
                  <a:lnTo>
                    <a:pt x="124" y="81"/>
                  </a:lnTo>
                  <a:lnTo>
                    <a:pt x="115" y="81"/>
                  </a:lnTo>
                  <a:lnTo>
                    <a:pt x="103" y="81"/>
                  </a:lnTo>
                  <a:lnTo>
                    <a:pt x="91" y="81"/>
                  </a:lnTo>
                  <a:lnTo>
                    <a:pt x="79" y="81"/>
                  </a:lnTo>
                  <a:lnTo>
                    <a:pt x="69" y="83"/>
                  </a:lnTo>
                  <a:lnTo>
                    <a:pt x="62" y="88"/>
                  </a:lnTo>
                  <a:lnTo>
                    <a:pt x="57" y="95"/>
                  </a:lnTo>
                  <a:lnTo>
                    <a:pt x="65" y="93"/>
                  </a:lnTo>
                  <a:lnTo>
                    <a:pt x="72" y="90"/>
                  </a:lnTo>
                  <a:lnTo>
                    <a:pt x="79" y="88"/>
                  </a:lnTo>
                  <a:lnTo>
                    <a:pt x="88" y="88"/>
                  </a:lnTo>
                  <a:lnTo>
                    <a:pt x="96" y="86"/>
                  </a:lnTo>
                  <a:lnTo>
                    <a:pt x="105" y="86"/>
                  </a:lnTo>
                  <a:lnTo>
                    <a:pt x="115" y="86"/>
                  </a:lnTo>
                  <a:lnTo>
                    <a:pt x="122" y="86"/>
                  </a:lnTo>
                  <a:lnTo>
                    <a:pt x="112" y="105"/>
                  </a:lnTo>
                  <a:lnTo>
                    <a:pt x="103" y="119"/>
                  </a:lnTo>
                  <a:lnTo>
                    <a:pt x="96" y="136"/>
                  </a:lnTo>
                  <a:lnTo>
                    <a:pt x="86" y="150"/>
                  </a:lnTo>
                  <a:lnTo>
                    <a:pt x="81" y="164"/>
                  </a:lnTo>
                  <a:lnTo>
                    <a:pt x="77" y="183"/>
                  </a:lnTo>
                  <a:lnTo>
                    <a:pt x="72" y="202"/>
                  </a:lnTo>
                  <a:lnTo>
                    <a:pt x="69" y="223"/>
                  </a:lnTo>
                  <a:lnTo>
                    <a:pt x="69" y="223"/>
                  </a:lnTo>
                  <a:lnTo>
                    <a:pt x="69" y="223"/>
                  </a:lnTo>
                  <a:lnTo>
                    <a:pt x="69" y="223"/>
                  </a:lnTo>
                  <a:lnTo>
                    <a:pt x="67" y="223"/>
                  </a:lnTo>
                  <a:lnTo>
                    <a:pt x="67" y="223"/>
                  </a:lnTo>
                  <a:lnTo>
                    <a:pt x="67" y="223"/>
                  </a:lnTo>
                  <a:lnTo>
                    <a:pt x="67" y="223"/>
                  </a:lnTo>
                  <a:lnTo>
                    <a:pt x="65" y="22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61" name="Freeform 29"/>
            <p:cNvSpPr>
              <a:spLocks/>
            </p:cNvSpPr>
            <p:nvPr/>
          </p:nvSpPr>
          <p:spPr bwMode="auto">
            <a:xfrm>
              <a:off x="1266" y="3440"/>
              <a:ext cx="13" cy="57"/>
            </a:xfrm>
            <a:custGeom>
              <a:avLst/>
              <a:gdLst>
                <a:gd name="T0" fmla="*/ 3 w 17"/>
                <a:gd name="T1" fmla="*/ 66 h 66"/>
                <a:gd name="T2" fmla="*/ 0 w 17"/>
                <a:gd name="T3" fmla="*/ 64 h 66"/>
                <a:gd name="T4" fmla="*/ 0 w 17"/>
                <a:gd name="T5" fmla="*/ 54 h 66"/>
                <a:gd name="T6" fmla="*/ 3 w 17"/>
                <a:gd name="T7" fmla="*/ 45 h 66"/>
                <a:gd name="T8" fmla="*/ 5 w 17"/>
                <a:gd name="T9" fmla="*/ 33 h 66"/>
                <a:gd name="T10" fmla="*/ 7 w 17"/>
                <a:gd name="T11" fmla="*/ 24 h 66"/>
                <a:gd name="T12" fmla="*/ 12 w 17"/>
                <a:gd name="T13" fmla="*/ 12 h 66"/>
                <a:gd name="T14" fmla="*/ 15 w 17"/>
                <a:gd name="T15" fmla="*/ 5 h 66"/>
                <a:gd name="T16" fmla="*/ 17 w 17"/>
                <a:gd name="T17" fmla="*/ 0 h 66"/>
                <a:gd name="T18" fmla="*/ 17 w 17"/>
                <a:gd name="T19" fmla="*/ 5 h 66"/>
                <a:gd name="T20" fmla="*/ 15 w 17"/>
                <a:gd name="T21" fmla="*/ 9 h 66"/>
                <a:gd name="T22" fmla="*/ 15 w 17"/>
                <a:gd name="T23" fmla="*/ 19 h 66"/>
                <a:gd name="T24" fmla="*/ 12 w 17"/>
                <a:gd name="T25" fmla="*/ 31 h 66"/>
                <a:gd name="T26" fmla="*/ 10 w 17"/>
                <a:gd name="T27" fmla="*/ 40 h 66"/>
                <a:gd name="T28" fmla="*/ 7 w 17"/>
                <a:gd name="T29" fmla="*/ 52 h 66"/>
                <a:gd name="T30" fmla="*/ 5 w 17"/>
                <a:gd name="T31" fmla="*/ 59 h 66"/>
                <a:gd name="T32" fmla="*/ 5 w 17"/>
                <a:gd name="T33" fmla="*/ 66 h 66"/>
                <a:gd name="T34" fmla="*/ 5 w 17"/>
                <a:gd name="T35" fmla="*/ 66 h 66"/>
                <a:gd name="T36" fmla="*/ 3 w 17"/>
                <a:gd name="T37" fmla="*/ 66 h 66"/>
                <a:gd name="T38" fmla="*/ 3 w 17"/>
                <a:gd name="T39" fmla="*/ 66 h 66"/>
                <a:gd name="T40" fmla="*/ 3 w 17"/>
                <a:gd name="T41" fmla="*/ 66 h 66"/>
                <a:gd name="T42" fmla="*/ 3 w 17"/>
                <a:gd name="T43" fmla="*/ 66 h 66"/>
                <a:gd name="T44" fmla="*/ 3 w 17"/>
                <a:gd name="T45" fmla="*/ 66 h 66"/>
                <a:gd name="T46" fmla="*/ 3 w 17"/>
                <a:gd name="T47" fmla="*/ 66 h 66"/>
                <a:gd name="T48" fmla="*/ 3 w 17"/>
                <a:gd name="T4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" h="66">
                  <a:moveTo>
                    <a:pt x="3" y="66"/>
                  </a:moveTo>
                  <a:lnTo>
                    <a:pt x="0" y="64"/>
                  </a:lnTo>
                  <a:lnTo>
                    <a:pt x="0" y="54"/>
                  </a:lnTo>
                  <a:lnTo>
                    <a:pt x="3" y="45"/>
                  </a:lnTo>
                  <a:lnTo>
                    <a:pt x="5" y="33"/>
                  </a:lnTo>
                  <a:lnTo>
                    <a:pt x="7" y="24"/>
                  </a:lnTo>
                  <a:lnTo>
                    <a:pt x="12" y="12"/>
                  </a:lnTo>
                  <a:lnTo>
                    <a:pt x="15" y="5"/>
                  </a:lnTo>
                  <a:lnTo>
                    <a:pt x="17" y="0"/>
                  </a:lnTo>
                  <a:lnTo>
                    <a:pt x="17" y="5"/>
                  </a:lnTo>
                  <a:lnTo>
                    <a:pt x="15" y="9"/>
                  </a:lnTo>
                  <a:lnTo>
                    <a:pt x="15" y="19"/>
                  </a:lnTo>
                  <a:lnTo>
                    <a:pt x="12" y="31"/>
                  </a:lnTo>
                  <a:lnTo>
                    <a:pt x="10" y="40"/>
                  </a:lnTo>
                  <a:lnTo>
                    <a:pt x="7" y="52"/>
                  </a:lnTo>
                  <a:lnTo>
                    <a:pt x="5" y="59"/>
                  </a:lnTo>
                  <a:lnTo>
                    <a:pt x="5" y="66"/>
                  </a:lnTo>
                  <a:lnTo>
                    <a:pt x="5" y="66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3" y="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62" name="Freeform 30"/>
            <p:cNvSpPr>
              <a:spLocks/>
            </p:cNvSpPr>
            <p:nvPr/>
          </p:nvSpPr>
          <p:spPr bwMode="auto">
            <a:xfrm>
              <a:off x="1304" y="3412"/>
              <a:ext cx="26" cy="52"/>
            </a:xfrm>
            <a:custGeom>
              <a:avLst/>
              <a:gdLst>
                <a:gd name="T0" fmla="*/ 5 w 33"/>
                <a:gd name="T1" fmla="*/ 61 h 61"/>
                <a:gd name="T2" fmla="*/ 5 w 33"/>
                <a:gd name="T3" fmla="*/ 61 h 61"/>
                <a:gd name="T4" fmla="*/ 5 w 33"/>
                <a:gd name="T5" fmla="*/ 61 h 61"/>
                <a:gd name="T6" fmla="*/ 5 w 33"/>
                <a:gd name="T7" fmla="*/ 61 h 61"/>
                <a:gd name="T8" fmla="*/ 2 w 33"/>
                <a:gd name="T9" fmla="*/ 61 h 61"/>
                <a:gd name="T10" fmla="*/ 2 w 33"/>
                <a:gd name="T11" fmla="*/ 61 h 61"/>
                <a:gd name="T12" fmla="*/ 2 w 33"/>
                <a:gd name="T13" fmla="*/ 61 h 61"/>
                <a:gd name="T14" fmla="*/ 2 w 33"/>
                <a:gd name="T15" fmla="*/ 61 h 61"/>
                <a:gd name="T16" fmla="*/ 2 w 33"/>
                <a:gd name="T17" fmla="*/ 61 h 61"/>
                <a:gd name="T18" fmla="*/ 0 w 33"/>
                <a:gd name="T19" fmla="*/ 52 h 61"/>
                <a:gd name="T20" fmla="*/ 0 w 33"/>
                <a:gd name="T21" fmla="*/ 42 h 61"/>
                <a:gd name="T22" fmla="*/ 2 w 33"/>
                <a:gd name="T23" fmla="*/ 35 h 61"/>
                <a:gd name="T24" fmla="*/ 5 w 33"/>
                <a:gd name="T25" fmla="*/ 28 h 61"/>
                <a:gd name="T26" fmla="*/ 7 w 33"/>
                <a:gd name="T27" fmla="*/ 21 h 61"/>
                <a:gd name="T28" fmla="*/ 9 w 33"/>
                <a:gd name="T29" fmla="*/ 14 h 61"/>
                <a:gd name="T30" fmla="*/ 14 w 33"/>
                <a:gd name="T31" fmla="*/ 7 h 61"/>
                <a:gd name="T32" fmla="*/ 19 w 33"/>
                <a:gd name="T33" fmla="*/ 0 h 61"/>
                <a:gd name="T34" fmla="*/ 19 w 33"/>
                <a:gd name="T35" fmla="*/ 0 h 61"/>
                <a:gd name="T36" fmla="*/ 21 w 33"/>
                <a:gd name="T37" fmla="*/ 0 h 61"/>
                <a:gd name="T38" fmla="*/ 21 w 33"/>
                <a:gd name="T39" fmla="*/ 0 h 61"/>
                <a:gd name="T40" fmla="*/ 21 w 33"/>
                <a:gd name="T41" fmla="*/ 0 h 61"/>
                <a:gd name="T42" fmla="*/ 24 w 33"/>
                <a:gd name="T43" fmla="*/ 0 h 61"/>
                <a:gd name="T44" fmla="*/ 24 w 33"/>
                <a:gd name="T45" fmla="*/ 0 h 61"/>
                <a:gd name="T46" fmla="*/ 24 w 33"/>
                <a:gd name="T47" fmla="*/ 0 h 61"/>
                <a:gd name="T48" fmla="*/ 26 w 33"/>
                <a:gd name="T49" fmla="*/ 0 h 61"/>
                <a:gd name="T50" fmla="*/ 26 w 33"/>
                <a:gd name="T51" fmla="*/ 0 h 61"/>
                <a:gd name="T52" fmla="*/ 24 w 33"/>
                <a:gd name="T53" fmla="*/ 0 h 61"/>
                <a:gd name="T54" fmla="*/ 24 w 33"/>
                <a:gd name="T55" fmla="*/ 2 h 61"/>
                <a:gd name="T56" fmla="*/ 24 w 33"/>
                <a:gd name="T57" fmla="*/ 2 h 61"/>
                <a:gd name="T58" fmla="*/ 24 w 33"/>
                <a:gd name="T59" fmla="*/ 2 h 61"/>
                <a:gd name="T60" fmla="*/ 24 w 33"/>
                <a:gd name="T61" fmla="*/ 2 h 61"/>
                <a:gd name="T62" fmla="*/ 24 w 33"/>
                <a:gd name="T63" fmla="*/ 4 h 61"/>
                <a:gd name="T64" fmla="*/ 24 w 33"/>
                <a:gd name="T65" fmla="*/ 4 h 61"/>
                <a:gd name="T66" fmla="*/ 26 w 33"/>
                <a:gd name="T67" fmla="*/ 4 h 61"/>
                <a:gd name="T68" fmla="*/ 26 w 33"/>
                <a:gd name="T69" fmla="*/ 4 h 61"/>
                <a:gd name="T70" fmla="*/ 28 w 33"/>
                <a:gd name="T71" fmla="*/ 4 h 61"/>
                <a:gd name="T72" fmla="*/ 28 w 33"/>
                <a:gd name="T73" fmla="*/ 4 h 61"/>
                <a:gd name="T74" fmla="*/ 28 w 33"/>
                <a:gd name="T75" fmla="*/ 4 h 61"/>
                <a:gd name="T76" fmla="*/ 31 w 33"/>
                <a:gd name="T77" fmla="*/ 4 h 61"/>
                <a:gd name="T78" fmla="*/ 31 w 33"/>
                <a:gd name="T79" fmla="*/ 4 h 61"/>
                <a:gd name="T80" fmla="*/ 33 w 33"/>
                <a:gd name="T81" fmla="*/ 4 h 61"/>
                <a:gd name="T82" fmla="*/ 33 w 33"/>
                <a:gd name="T83" fmla="*/ 11 h 61"/>
                <a:gd name="T84" fmla="*/ 31 w 33"/>
                <a:gd name="T85" fmla="*/ 19 h 61"/>
                <a:gd name="T86" fmla="*/ 28 w 33"/>
                <a:gd name="T87" fmla="*/ 28 h 61"/>
                <a:gd name="T88" fmla="*/ 26 w 33"/>
                <a:gd name="T89" fmla="*/ 38 h 61"/>
                <a:gd name="T90" fmla="*/ 21 w 33"/>
                <a:gd name="T91" fmla="*/ 47 h 61"/>
                <a:gd name="T92" fmla="*/ 16 w 33"/>
                <a:gd name="T93" fmla="*/ 54 h 61"/>
                <a:gd name="T94" fmla="*/ 12 w 33"/>
                <a:gd name="T95" fmla="*/ 59 h 61"/>
                <a:gd name="T96" fmla="*/ 5 w 33"/>
                <a:gd name="T97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" h="61">
                  <a:moveTo>
                    <a:pt x="5" y="61"/>
                  </a:moveTo>
                  <a:lnTo>
                    <a:pt x="5" y="61"/>
                  </a:lnTo>
                  <a:lnTo>
                    <a:pt x="5" y="61"/>
                  </a:lnTo>
                  <a:lnTo>
                    <a:pt x="5" y="61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0" y="52"/>
                  </a:lnTo>
                  <a:lnTo>
                    <a:pt x="0" y="42"/>
                  </a:lnTo>
                  <a:lnTo>
                    <a:pt x="2" y="35"/>
                  </a:lnTo>
                  <a:lnTo>
                    <a:pt x="5" y="28"/>
                  </a:lnTo>
                  <a:lnTo>
                    <a:pt x="7" y="21"/>
                  </a:lnTo>
                  <a:lnTo>
                    <a:pt x="9" y="14"/>
                  </a:lnTo>
                  <a:lnTo>
                    <a:pt x="14" y="7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4"/>
                  </a:lnTo>
                  <a:lnTo>
                    <a:pt x="33" y="11"/>
                  </a:lnTo>
                  <a:lnTo>
                    <a:pt x="31" y="19"/>
                  </a:lnTo>
                  <a:lnTo>
                    <a:pt x="28" y="28"/>
                  </a:lnTo>
                  <a:lnTo>
                    <a:pt x="26" y="38"/>
                  </a:lnTo>
                  <a:lnTo>
                    <a:pt x="21" y="47"/>
                  </a:lnTo>
                  <a:lnTo>
                    <a:pt x="16" y="54"/>
                  </a:lnTo>
                  <a:lnTo>
                    <a:pt x="12" y="59"/>
                  </a:lnTo>
                  <a:lnTo>
                    <a:pt x="5" y="6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63" name="Freeform 31"/>
            <p:cNvSpPr>
              <a:spLocks/>
            </p:cNvSpPr>
            <p:nvPr/>
          </p:nvSpPr>
          <p:spPr bwMode="auto">
            <a:xfrm>
              <a:off x="747" y="3201"/>
              <a:ext cx="289" cy="262"/>
            </a:xfrm>
            <a:custGeom>
              <a:avLst/>
              <a:gdLst>
                <a:gd name="T0" fmla="*/ 33 w 366"/>
                <a:gd name="T1" fmla="*/ 302 h 302"/>
                <a:gd name="T2" fmla="*/ 21 w 366"/>
                <a:gd name="T3" fmla="*/ 302 h 302"/>
                <a:gd name="T4" fmla="*/ 12 w 366"/>
                <a:gd name="T5" fmla="*/ 300 h 302"/>
                <a:gd name="T6" fmla="*/ 4 w 366"/>
                <a:gd name="T7" fmla="*/ 295 h 302"/>
                <a:gd name="T8" fmla="*/ 2 w 366"/>
                <a:gd name="T9" fmla="*/ 288 h 302"/>
                <a:gd name="T10" fmla="*/ 0 w 366"/>
                <a:gd name="T11" fmla="*/ 281 h 302"/>
                <a:gd name="T12" fmla="*/ 0 w 366"/>
                <a:gd name="T13" fmla="*/ 273 h 302"/>
                <a:gd name="T14" fmla="*/ 0 w 366"/>
                <a:gd name="T15" fmla="*/ 264 h 302"/>
                <a:gd name="T16" fmla="*/ 2 w 366"/>
                <a:gd name="T17" fmla="*/ 254 h 302"/>
                <a:gd name="T18" fmla="*/ 9 w 366"/>
                <a:gd name="T19" fmla="*/ 235 h 302"/>
                <a:gd name="T20" fmla="*/ 21 w 366"/>
                <a:gd name="T21" fmla="*/ 219 h 302"/>
                <a:gd name="T22" fmla="*/ 31 w 366"/>
                <a:gd name="T23" fmla="*/ 202 h 302"/>
                <a:gd name="T24" fmla="*/ 40 w 366"/>
                <a:gd name="T25" fmla="*/ 190 h 302"/>
                <a:gd name="T26" fmla="*/ 50 w 366"/>
                <a:gd name="T27" fmla="*/ 176 h 302"/>
                <a:gd name="T28" fmla="*/ 61 w 366"/>
                <a:gd name="T29" fmla="*/ 162 h 302"/>
                <a:gd name="T30" fmla="*/ 76 w 366"/>
                <a:gd name="T31" fmla="*/ 147 h 302"/>
                <a:gd name="T32" fmla="*/ 92 w 366"/>
                <a:gd name="T33" fmla="*/ 136 h 302"/>
                <a:gd name="T34" fmla="*/ 126 w 366"/>
                <a:gd name="T35" fmla="*/ 114 h 302"/>
                <a:gd name="T36" fmla="*/ 164 w 366"/>
                <a:gd name="T37" fmla="*/ 98 h 302"/>
                <a:gd name="T38" fmla="*/ 202 w 366"/>
                <a:gd name="T39" fmla="*/ 81 h 302"/>
                <a:gd name="T40" fmla="*/ 242 w 366"/>
                <a:gd name="T41" fmla="*/ 67 h 302"/>
                <a:gd name="T42" fmla="*/ 278 w 366"/>
                <a:gd name="T43" fmla="*/ 52 h 302"/>
                <a:gd name="T44" fmla="*/ 313 w 366"/>
                <a:gd name="T45" fmla="*/ 36 h 302"/>
                <a:gd name="T46" fmla="*/ 318 w 366"/>
                <a:gd name="T47" fmla="*/ 29 h 302"/>
                <a:gd name="T48" fmla="*/ 323 w 366"/>
                <a:gd name="T49" fmla="*/ 24 h 302"/>
                <a:gd name="T50" fmla="*/ 328 w 366"/>
                <a:gd name="T51" fmla="*/ 17 h 302"/>
                <a:gd name="T52" fmla="*/ 335 w 366"/>
                <a:gd name="T53" fmla="*/ 12 h 302"/>
                <a:gd name="T54" fmla="*/ 342 w 366"/>
                <a:gd name="T55" fmla="*/ 10 h 302"/>
                <a:gd name="T56" fmla="*/ 349 w 366"/>
                <a:gd name="T57" fmla="*/ 5 h 302"/>
                <a:gd name="T58" fmla="*/ 356 w 366"/>
                <a:gd name="T59" fmla="*/ 2 h 302"/>
                <a:gd name="T60" fmla="*/ 363 w 366"/>
                <a:gd name="T61" fmla="*/ 0 h 302"/>
                <a:gd name="T62" fmla="*/ 366 w 366"/>
                <a:gd name="T63" fmla="*/ 5 h 302"/>
                <a:gd name="T64" fmla="*/ 366 w 366"/>
                <a:gd name="T65" fmla="*/ 12 h 302"/>
                <a:gd name="T66" fmla="*/ 363 w 366"/>
                <a:gd name="T67" fmla="*/ 19 h 302"/>
                <a:gd name="T68" fmla="*/ 359 w 366"/>
                <a:gd name="T69" fmla="*/ 31 h 302"/>
                <a:gd name="T70" fmla="*/ 349 w 366"/>
                <a:gd name="T71" fmla="*/ 55 h 302"/>
                <a:gd name="T72" fmla="*/ 335 w 366"/>
                <a:gd name="T73" fmla="*/ 83 h 302"/>
                <a:gd name="T74" fmla="*/ 321 w 366"/>
                <a:gd name="T75" fmla="*/ 109 h 302"/>
                <a:gd name="T76" fmla="*/ 309 w 366"/>
                <a:gd name="T77" fmla="*/ 133 h 302"/>
                <a:gd name="T78" fmla="*/ 299 w 366"/>
                <a:gd name="T79" fmla="*/ 150 h 302"/>
                <a:gd name="T80" fmla="*/ 297 w 366"/>
                <a:gd name="T81" fmla="*/ 155 h 302"/>
                <a:gd name="T82" fmla="*/ 266 w 366"/>
                <a:gd name="T83" fmla="*/ 178 h 302"/>
                <a:gd name="T84" fmla="*/ 237 w 366"/>
                <a:gd name="T85" fmla="*/ 202 h 302"/>
                <a:gd name="T86" fmla="*/ 204 w 366"/>
                <a:gd name="T87" fmla="*/ 226 h 302"/>
                <a:gd name="T88" fmla="*/ 173 w 366"/>
                <a:gd name="T89" fmla="*/ 250 h 302"/>
                <a:gd name="T90" fmla="*/ 140 w 366"/>
                <a:gd name="T91" fmla="*/ 271 h 302"/>
                <a:gd name="T92" fmla="*/ 104 w 366"/>
                <a:gd name="T93" fmla="*/ 285 h 302"/>
                <a:gd name="T94" fmla="*/ 88 w 366"/>
                <a:gd name="T95" fmla="*/ 292 h 302"/>
                <a:gd name="T96" fmla="*/ 69 w 366"/>
                <a:gd name="T97" fmla="*/ 297 h 302"/>
                <a:gd name="T98" fmla="*/ 52 w 366"/>
                <a:gd name="T99" fmla="*/ 302 h 302"/>
                <a:gd name="T100" fmla="*/ 33 w 366"/>
                <a:gd name="T101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66" h="302">
                  <a:moveTo>
                    <a:pt x="33" y="302"/>
                  </a:moveTo>
                  <a:lnTo>
                    <a:pt x="21" y="302"/>
                  </a:lnTo>
                  <a:lnTo>
                    <a:pt x="12" y="300"/>
                  </a:lnTo>
                  <a:lnTo>
                    <a:pt x="4" y="295"/>
                  </a:lnTo>
                  <a:lnTo>
                    <a:pt x="2" y="288"/>
                  </a:lnTo>
                  <a:lnTo>
                    <a:pt x="0" y="281"/>
                  </a:lnTo>
                  <a:lnTo>
                    <a:pt x="0" y="273"/>
                  </a:lnTo>
                  <a:lnTo>
                    <a:pt x="0" y="264"/>
                  </a:lnTo>
                  <a:lnTo>
                    <a:pt x="2" y="254"/>
                  </a:lnTo>
                  <a:lnTo>
                    <a:pt x="9" y="235"/>
                  </a:lnTo>
                  <a:lnTo>
                    <a:pt x="21" y="219"/>
                  </a:lnTo>
                  <a:lnTo>
                    <a:pt x="31" y="202"/>
                  </a:lnTo>
                  <a:lnTo>
                    <a:pt x="40" y="190"/>
                  </a:lnTo>
                  <a:lnTo>
                    <a:pt x="50" y="176"/>
                  </a:lnTo>
                  <a:lnTo>
                    <a:pt x="61" y="162"/>
                  </a:lnTo>
                  <a:lnTo>
                    <a:pt x="76" y="147"/>
                  </a:lnTo>
                  <a:lnTo>
                    <a:pt x="92" y="136"/>
                  </a:lnTo>
                  <a:lnTo>
                    <a:pt x="126" y="114"/>
                  </a:lnTo>
                  <a:lnTo>
                    <a:pt x="164" y="98"/>
                  </a:lnTo>
                  <a:lnTo>
                    <a:pt x="202" y="81"/>
                  </a:lnTo>
                  <a:lnTo>
                    <a:pt x="242" y="67"/>
                  </a:lnTo>
                  <a:lnTo>
                    <a:pt x="278" y="52"/>
                  </a:lnTo>
                  <a:lnTo>
                    <a:pt x="313" y="36"/>
                  </a:lnTo>
                  <a:lnTo>
                    <a:pt x="318" y="29"/>
                  </a:lnTo>
                  <a:lnTo>
                    <a:pt x="323" y="24"/>
                  </a:lnTo>
                  <a:lnTo>
                    <a:pt x="328" y="17"/>
                  </a:lnTo>
                  <a:lnTo>
                    <a:pt x="335" y="12"/>
                  </a:lnTo>
                  <a:lnTo>
                    <a:pt x="342" y="10"/>
                  </a:lnTo>
                  <a:lnTo>
                    <a:pt x="349" y="5"/>
                  </a:lnTo>
                  <a:lnTo>
                    <a:pt x="356" y="2"/>
                  </a:lnTo>
                  <a:lnTo>
                    <a:pt x="363" y="0"/>
                  </a:lnTo>
                  <a:lnTo>
                    <a:pt x="366" y="5"/>
                  </a:lnTo>
                  <a:lnTo>
                    <a:pt x="366" y="12"/>
                  </a:lnTo>
                  <a:lnTo>
                    <a:pt x="363" y="19"/>
                  </a:lnTo>
                  <a:lnTo>
                    <a:pt x="359" y="31"/>
                  </a:lnTo>
                  <a:lnTo>
                    <a:pt x="349" y="55"/>
                  </a:lnTo>
                  <a:lnTo>
                    <a:pt x="335" y="83"/>
                  </a:lnTo>
                  <a:lnTo>
                    <a:pt x="321" y="109"/>
                  </a:lnTo>
                  <a:lnTo>
                    <a:pt x="309" y="133"/>
                  </a:lnTo>
                  <a:lnTo>
                    <a:pt x="299" y="150"/>
                  </a:lnTo>
                  <a:lnTo>
                    <a:pt x="297" y="155"/>
                  </a:lnTo>
                  <a:lnTo>
                    <a:pt x="266" y="178"/>
                  </a:lnTo>
                  <a:lnTo>
                    <a:pt x="237" y="202"/>
                  </a:lnTo>
                  <a:lnTo>
                    <a:pt x="204" y="226"/>
                  </a:lnTo>
                  <a:lnTo>
                    <a:pt x="173" y="250"/>
                  </a:lnTo>
                  <a:lnTo>
                    <a:pt x="140" y="271"/>
                  </a:lnTo>
                  <a:lnTo>
                    <a:pt x="104" y="285"/>
                  </a:lnTo>
                  <a:lnTo>
                    <a:pt x="88" y="292"/>
                  </a:lnTo>
                  <a:lnTo>
                    <a:pt x="69" y="297"/>
                  </a:lnTo>
                  <a:lnTo>
                    <a:pt x="52" y="302"/>
                  </a:lnTo>
                  <a:lnTo>
                    <a:pt x="33" y="302"/>
                  </a:ln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64" name="Freeform 32"/>
            <p:cNvSpPr>
              <a:spLocks/>
            </p:cNvSpPr>
            <p:nvPr/>
          </p:nvSpPr>
          <p:spPr bwMode="auto">
            <a:xfrm>
              <a:off x="1307" y="3419"/>
              <a:ext cx="19" cy="42"/>
            </a:xfrm>
            <a:custGeom>
              <a:avLst/>
              <a:gdLst>
                <a:gd name="T0" fmla="*/ 2 w 23"/>
                <a:gd name="T1" fmla="*/ 48 h 48"/>
                <a:gd name="T2" fmla="*/ 0 w 23"/>
                <a:gd name="T3" fmla="*/ 43 h 48"/>
                <a:gd name="T4" fmla="*/ 0 w 23"/>
                <a:gd name="T5" fmla="*/ 36 h 48"/>
                <a:gd name="T6" fmla="*/ 2 w 23"/>
                <a:gd name="T7" fmla="*/ 29 h 48"/>
                <a:gd name="T8" fmla="*/ 4 w 23"/>
                <a:gd name="T9" fmla="*/ 21 h 48"/>
                <a:gd name="T10" fmla="*/ 9 w 23"/>
                <a:gd name="T11" fmla="*/ 14 h 48"/>
                <a:gd name="T12" fmla="*/ 14 w 23"/>
                <a:gd name="T13" fmla="*/ 7 h 48"/>
                <a:gd name="T14" fmla="*/ 19 w 23"/>
                <a:gd name="T15" fmla="*/ 2 h 48"/>
                <a:gd name="T16" fmla="*/ 23 w 23"/>
                <a:gd name="T17" fmla="*/ 0 h 48"/>
                <a:gd name="T18" fmla="*/ 23 w 23"/>
                <a:gd name="T19" fmla="*/ 5 h 48"/>
                <a:gd name="T20" fmla="*/ 21 w 23"/>
                <a:gd name="T21" fmla="*/ 12 h 48"/>
                <a:gd name="T22" fmla="*/ 19 w 23"/>
                <a:gd name="T23" fmla="*/ 19 h 48"/>
                <a:gd name="T24" fmla="*/ 16 w 23"/>
                <a:gd name="T25" fmla="*/ 26 h 48"/>
                <a:gd name="T26" fmla="*/ 14 w 23"/>
                <a:gd name="T27" fmla="*/ 36 h 48"/>
                <a:gd name="T28" fmla="*/ 9 w 23"/>
                <a:gd name="T29" fmla="*/ 40 h 48"/>
                <a:gd name="T30" fmla="*/ 7 w 23"/>
                <a:gd name="T31" fmla="*/ 45 h 48"/>
                <a:gd name="T32" fmla="*/ 2 w 23"/>
                <a:gd name="T3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48">
                  <a:moveTo>
                    <a:pt x="2" y="48"/>
                  </a:moveTo>
                  <a:lnTo>
                    <a:pt x="0" y="43"/>
                  </a:lnTo>
                  <a:lnTo>
                    <a:pt x="0" y="36"/>
                  </a:lnTo>
                  <a:lnTo>
                    <a:pt x="2" y="29"/>
                  </a:lnTo>
                  <a:lnTo>
                    <a:pt x="4" y="21"/>
                  </a:lnTo>
                  <a:lnTo>
                    <a:pt x="9" y="14"/>
                  </a:lnTo>
                  <a:lnTo>
                    <a:pt x="14" y="7"/>
                  </a:lnTo>
                  <a:lnTo>
                    <a:pt x="19" y="2"/>
                  </a:lnTo>
                  <a:lnTo>
                    <a:pt x="23" y="0"/>
                  </a:lnTo>
                  <a:lnTo>
                    <a:pt x="23" y="5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6" y="26"/>
                  </a:lnTo>
                  <a:lnTo>
                    <a:pt x="14" y="36"/>
                  </a:lnTo>
                  <a:lnTo>
                    <a:pt x="9" y="40"/>
                  </a:lnTo>
                  <a:lnTo>
                    <a:pt x="7" y="45"/>
                  </a:lnTo>
                  <a:lnTo>
                    <a:pt x="2" y="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65" name="Freeform 33"/>
            <p:cNvSpPr>
              <a:spLocks/>
            </p:cNvSpPr>
            <p:nvPr/>
          </p:nvSpPr>
          <p:spPr bwMode="auto">
            <a:xfrm>
              <a:off x="1066" y="3162"/>
              <a:ext cx="71" cy="114"/>
            </a:xfrm>
            <a:custGeom>
              <a:avLst/>
              <a:gdLst>
                <a:gd name="T0" fmla="*/ 0 w 90"/>
                <a:gd name="T1" fmla="*/ 131 h 131"/>
                <a:gd name="T2" fmla="*/ 0 w 90"/>
                <a:gd name="T3" fmla="*/ 124 h 131"/>
                <a:gd name="T4" fmla="*/ 5 w 90"/>
                <a:gd name="T5" fmla="*/ 112 h 131"/>
                <a:gd name="T6" fmla="*/ 14 w 90"/>
                <a:gd name="T7" fmla="*/ 93 h 131"/>
                <a:gd name="T8" fmla="*/ 26 w 90"/>
                <a:gd name="T9" fmla="*/ 71 h 131"/>
                <a:gd name="T10" fmla="*/ 38 w 90"/>
                <a:gd name="T11" fmla="*/ 47 h 131"/>
                <a:gd name="T12" fmla="*/ 50 w 90"/>
                <a:gd name="T13" fmla="*/ 28 h 131"/>
                <a:gd name="T14" fmla="*/ 59 w 90"/>
                <a:gd name="T15" fmla="*/ 9 h 131"/>
                <a:gd name="T16" fmla="*/ 64 w 90"/>
                <a:gd name="T17" fmla="*/ 0 h 131"/>
                <a:gd name="T18" fmla="*/ 66 w 90"/>
                <a:gd name="T19" fmla="*/ 0 h 131"/>
                <a:gd name="T20" fmla="*/ 66 w 90"/>
                <a:gd name="T21" fmla="*/ 0 h 131"/>
                <a:gd name="T22" fmla="*/ 66 w 90"/>
                <a:gd name="T23" fmla="*/ 0 h 131"/>
                <a:gd name="T24" fmla="*/ 66 w 90"/>
                <a:gd name="T25" fmla="*/ 0 h 131"/>
                <a:gd name="T26" fmla="*/ 69 w 90"/>
                <a:gd name="T27" fmla="*/ 0 h 131"/>
                <a:gd name="T28" fmla="*/ 69 w 90"/>
                <a:gd name="T29" fmla="*/ 0 h 131"/>
                <a:gd name="T30" fmla="*/ 69 w 90"/>
                <a:gd name="T31" fmla="*/ 0 h 131"/>
                <a:gd name="T32" fmla="*/ 71 w 90"/>
                <a:gd name="T33" fmla="*/ 0 h 131"/>
                <a:gd name="T34" fmla="*/ 78 w 90"/>
                <a:gd name="T35" fmla="*/ 14 h 131"/>
                <a:gd name="T36" fmla="*/ 85 w 90"/>
                <a:gd name="T37" fmla="*/ 31 h 131"/>
                <a:gd name="T38" fmla="*/ 88 w 90"/>
                <a:gd name="T39" fmla="*/ 47 h 131"/>
                <a:gd name="T40" fmla="*/ 90 w 90"/>
                <a:gd name="T41" fmla="*/ 67 h 131"/>
                <a:gd name="T42" fmla="*/ 85 w 90"/>
                <a:gd name="T43" fmla="*/ 86 h 131"/>
                <a:gd name="T44" fmla="*/ 78 w 90"/>
                <a:gd name="T45" fmla="*/ 102 h 131"/>
                <a:gd name="T46" fmla="*/ 74 w 90"/>
                <a:gd name="T47" fmla="*/ 109 h 131"/>
                <a:gd name="T48" fmla="*/ 66 w 90"/>
                <a:gd name="T49" fmla="*/ 114 h 131"/>
                <a:gd name="T50" fmla="*/ 59 w 90"/>
                <a:gd name="T51" fmla="*/ 119 h 131"/>
                <a:gd name="T52" fmla="*/ 50 w 90"/>
                <a:gd name="T53" fmla="*/ 121 h 131"/>
                <a:gd name="T54" fmla="*/ 45 w 90"/>
                <a:gd name="T55" fmla="*/ 126 h 131"/>
                <a:gd name="T56" fmla="*/ 38 w 90"/>
                <a:gd name="T57" fmla="*/ 128 h 131"/>
                <a:gd name="T58" fmla="*/ 31 w 90"/>
                <a:gd name="T59" fmla="*/ 128 h 131"/>
                <a:gd name="T60" fmla="*/ 24 w 90"/>
                <a:gd name="T61" fmla="*/ 131 h 131"/>
                <a:gd name="T62" fmla="*/ 16 w 90"/>
                <a:gd name="T63" fmla="*/ 131 h 131"/>
                <a:gd name="T64" fmla="*/ 9 w 90"/>
                <a:gd name="T65" fmla="*/ 131 h 131"/>
                <a:gd name="T66" fmla="*/ 5 w 90"/>
                <a:gd name="T67" fmla="*/ 131 h 131"/>
                <a:gd name="T68" fmla="*/ 0 w 90"/>
                <a:gd name="T6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0" h="131">
                  <a:moveTo>
                    <a:pt x="0" y="131"/>
                  </a:moveTo>
                  <a:lnTo>
                    <a:pt x="0" y="124"/>
                  </a:lnTo>
                  <a:lnTo>
                    <a:pt x="5" y="112"/>
                  </a:lnTo>
                  <a:lnTo>
                    <a:pt x="14" y="93"/>
                  </a:lnTo>
                  <a:lnTo>
                    <a:pt x="26" y="71"/>
                  </a:lnTo>
                  <a:lnTo>
                    <a:pt x="38" y="47"/>
                  </a:lnTo>
                  <a:lnTo>
                    <a:pt x="50" y="28"/>
                  </a:lnTo>
                  <a:lnTo>
                    <a:pt x="59" y="9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71" y="0"/>
                  </a:lnTo>
                  <a:lnTo>
                    <a:pt x="78" y="14"/>
                  </a:lnTo>
                  <a:lnTo>
                    <a:pt x="85" y="31"/>
                  </a:lnTo>
                  <a:lnTo>
                    <a:pt x="88" y="47"/>
                  </a:lnTo>
                  <a:lnTo>
                    <a:pt x="90" y="67"/>
                  </a:lnTo>
                  <a:lnTo>
                    <a:pt x="85" y="86"/>
                  </a:lnTo>
                  <a:lnTo>
                    <a:pt x="78" y="102"/>
                  </a:lnTo>
                  <a:lnTo>
                    <a:pt x="74" y="109"/>
                  </a:lnTo>
                  <a:lnTo>
                    <a:pt x="66" y="114"/>
                  </a:lnTo>
                  <a:lnTo>
                    <a:pt x="59" y="119"/>
                  </a:lnTo>
                  <a:lnTo>
                    <a:pt x="50" y="121"/>
                  </a:lnTo>
                  <a:lnTo>
                    <a:pt x="45" y="126"/>
                  </a:lnTo>
                  <a:lnTo>
                    <a:pt x="38" y="128"/>
                  </a:lnTo>
                  <a:lnTo>
                    <a:pt x="31" y="128"/>
                  </a:lnTo>
                  <a:lnTo>
                    <a:pt x="24" y="131"/>
                  </a:lnTo>
                  <a:lnTo>
                    <a:pt x="16" y="131"/>
                  </a:lnTo>
                  <a:lnTo>
                    <a:pt x="9" y="131"/>
                  </a:lnTo>
                  <a:lnTo>
                    <a:pt x="5" y="131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66" name="Freeform 34"/>
            <p:cNvSpPr>
              <a:spLocks/>
            </p:cNvSpPr>
            <p:nvPr/>
          </p:nvSpPr>
          <p:spPr bwMode="auto">
            <a:xfrm>
              <a:off x="1037" y="2369"/>
              <a:ext cx="463" cy="832"/>
            </a:xfrm>
            <a:custGeom>
              <a:avLst/>
              <a:gdLst>
                <a:gd name="T0" fmla="*/ 3 w 587"/>
                <a:gd name="T1" fmla="*/ 926 h 962"/>
                <a:gd name="T2" fmla="*/ 3 w 587"/>
                <a:gd name="T3" fmla="*/ 858 h 962"/>
                <a:gd name="T4" fmla="*/ 14 w 587"/>
                <a:gd name="T5" fmla="*/ 784 h 962"/>
                <a:gd name="T6" fmla="*/ 31 w 587"/>
                <a:gd name="T7" fmla="*/ 710 h 962"/>
                <a:gd name="T8" fmla="*/ 52 w 587"/>
                <a:gd name="T9" fmla="*/ 637 h 962"/>
                <a:gd name="T10" fmla="*/ 81 w 587"/>
                <a:gd name="T11" fmla="*/ 565 h 962"/>
                <a:gd name="T12" fmla="*/ 129 w 587"/>
                <a:gd name="T13" fmla="*/ 465 h 962"/>
                <a:gd name="T14" fmla="*/ 171 w 587"/>
                <a:gd name="T15" fmla="*/ 392 h 962"/>
                <a:gd name="T16" fmla="*/ 198 w 587"/>
                <a:gd name="T17" fmla="*/ 349 h 962"/>
                <a:gd name="T18" fmla="*/ 231 w 587"/>
                <a:gd name="T19" fmla="*/ 306 h 962"/>
                <a:gd name="T20" fmla="*/ 250 w 587"/>
                <a:gd name="T21" fmla="*/ 271 h 962"/>
                <a:gd name="T22" fmla="*/ 243 w 587"/>
                <a:gd name="T23" fmla="*/ 266 h 962"/>
                <a:gd name="T24" fmla="*/ 224 w 587"/>
                <a:gd name="T25" fmla="*/ 280 h 962"/>
                <a:gd name="T26" fmla="*/ 205 w 587"/>
                <a:gd name="T27" fmla="*/ 304 h 962"/>
                <a:gd name="T28" fmla="*/ 188 w 587"/>
                <a:gd name="T29" fmla="*/ 325 h 962"/>
                <a:gd name="T30" fmla="*/ 176 w 587"/>
                <a:gd name="T31" fmla="*/ 328 h 962"/>
                <a:gd name="T32" fmla="*/ 167 w 587"/>
                <a:gd name="T33" fmla="*/ 311 h 962"/>
                <a:gd name="T34" fmla="*/ 162 w 587"/>
                <a:gd name="T35" fmla="*/ 271 h 962"/>
                <a:gd name="T36" fmla="*/ 164 w 587"/>
                <a:gd name="T37" fmla="*/ 209 h 962"/>
                <a:gd name="T38" fmla="*/ 169 w 587"/>
                <a:gd name="T39" fmla="*/ 157 h 962"/>
                <a:gd name="T40" fmla="*/ 217 w 587"/>
                <a:gd name="T41" fmla="*/ 130 h 962"/>
                <a:gd name="T42" fmla="*/ 305 w 587"/>
                <a:gd name="T43" fmla="*/ 102 h 962"/>
                <a:gd name="T44" fmla="*/ 390 w 587"/>
                <a:gd name="T45" fmla="*/ 73 h 962"/>
                <a:gd name="T46" fmla="*/ 478 w 587"/>
                <a:gd name="T47" fmla="*/ 40 h 962"/>
                <a:gd name="T48" fmla="*/ 526 w 587"/>
                <a:gd name="T49" fmla="*/ 19 h 962"/>
                <a:gd name="T50" fmla="*/ 542 w 587"/>
                <a:gd name="T51" fmla="*/ 12 h 962"/>
                <a:gd name="T52" fmla="*/ 561 w 587"/>
                <a:gd name="T53" fmla="*/ 7 h 962"/>
                <a:gd name="T54" fmla="*/ 580 w 587"/>
                <a:gd name="T55" fmla="*/ 0 h 962"/>
                <a:gd name="T56" fmla="*/ 583 w 587"/>
                <a:gd name="T57" fmla="*/ 16 h 962"/>
                <a:gd name="T58" fmla="*/ 554 w 587"/>
                <a:gd name="T59" fmla="*/ 64 h 962"/>
                <a:gd name="T60" fmla="*/ 516 w 587"/>
                <a:gd name="T61" fmla="*/ 116 h 962"/>
                <a:gd name="T62" fmla="*/ 480 w 587"/>
                <a:gd name="T63" fmla="*/ 166 h 962"/>
                <a:gd name="T64" fmla="*/ 426 w 587"/>
                <a:gd name="T65" fmla="*/ 249 h 962"/>
                <a:gd name="T66" fmla="*/ 345 w 587"/>
                <a:gd name="T67" fmla="*/ 378 h 962"/>
                <a:gd name="T68" fmla="*/ 266 w 587"/>
                <a:gd name="T69" fmla="*/ 508 h 962"/>
                <a:gd name="T70" fmla="*/ 190 w 587"/>
                <a:gd name="T71" fmla="*/ 639 h 962"/>
                <a:gd name="T72" fmla="*/ 138 w 587"/>
                <a:gd name="T73" fmla="*/ 720 h 962"/>
                <a:gd name="T74" fmla="*/ 114 w 587"/>
                <a:gd name="T75" fmla="*/ 758 h 962"/>
                <a:gd name="T76" fmla="*/ 93 w 587"/>
                <a:gd name="T77" fmla="*/ 803 h 962"/>
                <a:gd name="T78" fmla="*/ 72 w 587"/>
                <a:gd name="T79" fmla="*/ 846 h 962"/>
                <a:gd name="T80" fmla="*/ 55 w 587"/>
                <a:gd name="T81" fmla="*/ 872 h 962"/>
                <a:gd name="T82" fmla="*/ 41 w 587"/>
                <a:gd name="T83" fmla="*/ 900 h 962"/>
                <a:gd name="T84" fmla="*/ 24 w 587"/>
                <a:gd name="T85" fmla="*/ 934 h 962"/>
                <a:gd name="T86" fmla="*/ 10 w 587"/>
                <a:gd name="T87" fmla="*/ 955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7" h="962">
                  <a:moveTo>
                    <a:pt x="5" y="962"/>
                  </a:moveTo>
                  <a:lnTo>
                    <a:pt x="3" y="926"/>
                  </a:lnTo>
                  <a:lnTo>
                    <a:pt x="0" y="893"/>
                  </a:lnTo>
                  <a:lnTo>
                    <a:pt x="3" y="858"/>
                  </a:lnTo>
                  <a:lnTo>
                    <a:pt x="7" y="820"/>
                  </a:lnTo>
                  <a:lnTo>
                    <a:pt x="14" y="784"/>
                  </a:lnTo>
                  <a:lnTo>
                    <a:pt x="22" y="746"/>
                  </a:lnTo>
                  <a:lnTo>
                    <a:pt x="31" y="710"/>
                  </a:lnTo>
                  <a:lnTo>
                    <a:pt x="41" y="672"/>
                  </a:lnTo>
                  <a:lnTo>
                    <a:pt x="52" y="637"/>
                  </a:lnTo>
                  <a:lnTo>
                    <a:pt x="67" y="601"/>
                  </a:lnTo>
                  <a:lnTo>
                    <a:pt x="81" y="565"/>
                  </a:lnTo>
                  <a:lnTo>
                    <a:pt x="95" y="532"/>
                  </a:lnTo>
                  <a:lnTo>
                    <a:pt x="129" y="465"/>
                  </a:lnTo>
                  <a:lnTo>
                    <a:pt x="162" y="406"/>
                  </a:lnTo>
                  <a:lnTo>
                    <a:pt x="171" y="392"/>
                  </a:lnTo>
                  <a:lnTo>
                    <a:pt x="183" y="373"/>
                  </a:lnTo>
                  <a:lnTo>
                    <a:pt x="198" y="349"/>
                  </a:lnTo>
                  <a:lnTo>
                    <a:pt x="214" y="328"/>
                  </a:lnTo>
                  <a:lnTo>
                    <a:pt x="231" y="306"/>
                  </a:lnTo>
                  <a:lnTo>
                    <a:pt x="243" y="285"/>
                  </a:lnTo>
                  <a:lnTo>
                    <a:pt x="250" y="271"/>
                  </a:lnTo>
                  <a:lnTo>
                    <a:pt x="252" y="263"/>
                  </a:lnTo>
                  <a:lnTo>
                    <a:pt x="243" y="266"/>
                  </a:lnTo>
                  <a:lnTo>
                    <a:pt x="233" y="271"/>
                  </a:lnTo>
                  <a:lnTo>
                    <a:pt x="224" y="280"/>
                  </a:lnTo>
                  <a:lnTo>
                    <a:pt x="214" y="292"/>
                  </a:lnTo>
                  <a:lnTo>
                    <a:pt x="205" y="304"/>
                  </a:lnTo>
                  <a:lnTo>
                    <a:pt x="198" y="316"/>
                  </a:lnTo>
                  <a:lnTo>
                    <a:pt x="188" y="325"/>
                  </a:lnTo>
                  <a:lnTo>
                    <a:pt x="181" y="332"/>
                  </a:lnTo>
                  <a:lnTo>
                    <a:pt x="176" y="328"/>
                  </a:lnTo>
                  <a:lnTo>
                    <a:pt x="171" y="320"/>
                  </a:lnTo>
                  <a:lnTo>
                    <a:pt x="167" y="311"/>
                  </a:lnTo>
                  <a:lnTo>
                    <a:pt x="164" y="299"/>
                  </a:lnTo>
                  <a:lnTo>
                    <a:pt x="162" y="271"/>
                  </a:lnTo>
                  <a:lnTo>
                    <a:pt x="162" y="242"/>
                  </a:lnTo>
                  <a:lnTo>
                    <a:pt x="164" y="209"/>
                  </a:lnTo>
                  <a:lnTo>
                    <a:pt x="167" y="180"/>
                  </a:lnTo>
                  <a:lnTo>
                    <a:pt x="169" y="157"/>
                  </a:lnTo>
                  <a:lnTo>
                    <a:pt x="171" y="142"/>
                  </a:lnTo>
                  <a:lnTo>
                    <a:pt x="217" y="130"/>
                  </a:lnTo>
                  <a:lnTo>
                    <a:pt x="262" y="116"/>
                  </a:lnTo>
                  <a:lnTo>
                    <a:pt x="305" y="102"/>
                  </a:lnTo>
                  <a:lnTo>
                    <a:pt x="347" y="88"/>
                  </a:lnTo>
                  <a:lnTo>
                    <a:pt x="390" y="73"/>
                  </a:lnTo>
                  <a:lnTo>
                    <a:pt x="433" y="57"/>
                  </a:lnTo>
                  <a:lnTo>
                    <a:pt x="478" y="40"/>
                  </a:lnTo>
                  <a:lnTo>
                    <a:pt x="521" y="23"/>
                  </a:lnTo>
                  <a:lnTo>
                    <a:pt x="526" y="19"/>
                  </a:lnTo>
                  <a:lnTo>
                    <a:pt x="533" y="16"/>
                  </a:lnTo>
                  <a:lnTo>
                    <a:pt x="542" y="12"/>
                  </a:lnTo>
                  <a:lnTo>
                    <a:pt x="552" y="9"/>
                  </a:lnTo>
                  <a:lnTo>
                    <a:pt x="561" y="7"/>
                  </a:lnTo>
                  <a:lnTo>
                    <a:pt x="571" y="2"/>
                  </a:lnTo>
                  <a:lnTo>
                    <a:pt x="580" y="0"/>
                  </a:lnTo>
                  <a:lnTo>
                    <a:pt x="587" y="0"/>
                  </a:lnTo>
                  <a:lnTo>
                    <a:pt x="583" y="16"/>
                  </a:lnTo>
                  <a:lnTo>
                    <a:pt x="571" y="40"/>
                  </a:lnTo>
                  <a:lnTo>
                    <a:pt x="554" y="64"/>
                  </a:lnTo>
                  <a:lnTo>
                    <a:pt x="535" y="90"/>
                  </a:lnTo>
                  <a:lnTo>
                    <a:pt x="516" y="116"/>
                  </a:lnTo>
                  <a:lnTo>
                    <a:pt x="497" y="142"/>
                  </a:lnTo>
                  <a:lnTo>
                    <a:pt x="480" y="166"/>
                  </a:lnTo>
                  <a:lnTo>
                    <a:pt x="469" y="187"/>
                  </a:lnTo>
                  <a:lnTo>
                    <a:pt x="426" y="249"/>
                  </a:lnTo>
                  <a:lnTo>
                    <a:pt x="383" y="313"/>
                  </a:lnTo>
                  <a:lnTo>
                    <a:pt x="345" y="378"/>
                  </a:lnTo>
                  <a:lnTo>
                    <a:pt x="305" y="442"/>
                  </a:lnTo>
                  <a:lnTo>
                    <a:pt x="266" y="508"/>
                  </a:lnTo>
                  <a:lnTo>
                    <a:pt x="228" y="572"/>
                  </a:lnTo>
                  <a:lnTo>
                    <a:pt x="190" y="639"/>
                  </a:lnTo>
                  <a:lnTo>
                    <a:pt x="152" y="703"/>
                  </a:lnTo>
                  <a:lnTo>
                    <a:pt x="138" y="720"/>
                  </a:lnTo>
                  <a:lnTo>
                    <a:pt x="126" y="736"/>
                  </a:lnTo>
                  <a:lnTo>
                    <a:pt x="114" y="758"/>
                  </a:lnTo>
                  <a:lnTo>
                    <a:pt x="105" y="779"/>
                  </a:lnTo>
                  <a:lnTo>
                    <a:pt x="93" y="803"/>
                  </a:lnTo>
                  <a:lnTo>
                    <a:pt x="83" y="824"/>
                  </a:lnTo>
                  <a:lnTo>
                    <a:pt x="72" y="846"/>
                  </a:lnTo>
                  <a:lnTo>
                    <a:pt x="60" y="862"/>
                  </a:lnTo>
                  <a:lnTo>
                    <a:pt x="55" y="872"/>
                  </a:lnTo>
                  <a:lnTo>
                    <a:pt x="48" y="886"/>
                  </a:lnTo>
                  <a:lnTo>
                    <a:pt x="41" y="900"/>
                  </a:lnTo>
                  <a:lnTo>
                    <a:pt x="33" y="917"/>
                  </a:lnTo>
                  <a:lnTo>
                    <a:pt x="24" y="934"/>
                  </a:lnTo>
                  <a:lnTo>
                    <a:pt x="17" y="945"/>
                  </a:lnTo>
                  <a:lnTo>
                    <a:pt x="10" y="955"/>
                  </a:lnTo>
                  <a:lnTo>
                    <a:pt x="5" y="962"/>
                  </a:ln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67" name="Freeform 35"/>
            <p:cNvSpPr>
              <a:spLocks/>
            </p:cNvSpPr>
            <p:nvPr/>
          </p:nvSpPr>
          <p:spPr bwMode="auto">
            <a:xfrm>
              <a:off x="1311" y="2184"/>
              <a:ext cx="949" cy="837"/>
            </a:xfrm>
            <a:custGeom>
              <a:avLst/>
              <a:gdLst>
                <a:gd name="T0" fmla="*/ 849 w 1206"/>
                <a:gd name="T1" fmla="*/ 924 h 967"/>
                <a:gd name="T2" fmla="*/ 737 w 1206"/>
                <a:gd name="T3" fmla="*/ 893 h 967"/>
                <a:gd name="T4" fmla="*/ 742 w 1206"/>
                <a:gd name="T5" fmla="*/ 839 h 967"/>
                <a:gd name="T6" fmla="*/ 842 w 1206"/>
                <a:gd name="T7" fmla="*/ 753 h 967"/>
                <a:gd name="T8" fmla="*/ 978 w 1206"/>
                <a:gd name="T9" fmla="*/ 596 h 967"/>
                <a:gd name="T10" fmla="*/ 954 w 1206"/>
                <a:gd name="T11" fmla="*/ 577 h 967"/>
                <a:gd name="T12" fmla="*/ 735 w 1206"/>
                <a:gd name="T13" fmla="*/ 525 h 967"/>
                <a:gd name="T14" fmla="*/ 666 w 1206"/>
                <a:gd name="T15" fmla="*/ 511 h 967"/>
                <a:gd name="T16" fmla="*/ 614 w 1206"/>
                <a:gd name="T17" fmla="*/ 506 h 967"/>
                <a:gd name="T18" fmla="*/ 569 w 1206"/>
                <a:gd name="T19" fmla="*/ 499 h 967"/>
                <a:gd name="T20" fmla="*/ 590 w 1206"/>
                <a:gd name="T21" fmla="*/ 487 h 967"/>
                <a:gd name="T22" fmla="*/ 657 w 1206"/>
                <a:gd name="T23" fmla="*/ 444 h 967"/>
                <a:gd name="T24" fmla="*/ 654 w 1206"/>
                <a:gd name="T25" fmla="*/ 439 h 967"/>
                <a:gd name="T26" fmla="*/ 540 w 1206"/>
                <a:gd name="T27" fmla="*/ 489 h 967"/>
                <a:gd name="T28" fmla="*/ 336 w 1206"/>
                <a:gd name="T29" fmla="*/ 561 h 967"/>
                <a:gd name="T30" fmla="*/ 103 w 1206"/>
                <a:gd name="T31" fmla="*/ 606 h 967"/>
                <a:gd name="T32" fmla="*/ 145 w 1206"/>
                <a:gd name="T33" fmla="*/ 618 h 967"/>
                <a:gd name="T34" fmla="*/ 7 w 1206"/>
                <a:gd name="T35" fmla="*/ 706 h 967"/>
                <a:gd name="T36" fmla="*/ 43 w 1206"/>
                <a:gd name="T37" fmla="*/ 634 h 967"/>
                <a:gd name="T38" fmla="*/ 157 w 1206"/>
                <a:gd name="T39" fmla="*/ 456 h 967"/>
                <a:gd name="T40" fmla="*/ 229 w 1206"/>
                <a:gd name="T41" fmla="*/ 344 h 967"/>
                <a:gd name="T42" fmla="*/ 267 w 1206"/>
                <a:gd name="T43" fmla="*/ 337 h 967"/>
                <a:gd name="T44" fmla="*/ 388 w 1206"/>
                <a:gd name="T45" fmla="*/ 256 h 967"/>
                <a:gd name="T46" fmla="*/ 447 w 1206"/>
                <a:gd name="T47" fmla="*/ 176 h 967"/>
                <a:gd name="T48" fmla="*/ 412 w 1206"/>
                <a:gd name="T49" fmla="*/ 47 h 967"/>
                <a:gd name="T50" fmla="*/ 400 w 1206"/>
                <a:gd name="T51" fmla="*/ 28 h 967"/>
                <a:gd name="T52" fmla="*/ 400 w 1206"/>
                <a:gd name="T53" fmla="*/ 31 h 967"/>
                <a:gd name="T54" fmla="*/ 395 w 1206"/>
                <a:gd name="T55" fmla="*/ 26 h 967"/>
                <a:gd name="T56" fmla="*/ 421 w 1206"/>
                <a:gd name="T57" fmla="*/ 12 h 967"/>
                <a:gd name="T58" fmla="*/ 462 w 1206"/>
                <a:gd name="T59" fmla="*/ 64 h 967"/>
                <a:gd name="T60" fmla="*/ 531 w 1206"/>
                <a:gd name="T61" fmla="*/ 33 h 967"/>
                <a:gd name="T62" fmla="*/ 633 w 1206"/>
                <a:gd name="T63" fmla="*/ 0 h 967"/>
                <a:gd name="T64" fmla="*/ 794 w 1206"/>
                <a:gd name="T65" fmla="*/ 85 h 967"/>
                <a:gd name="T66" fmla="*/ 804 w 1206"/>
                <a:gd name="T67" fmla="*/ 302 h 967"/>
                <a:gd name="T68" fmla="*/ 754 w 1206"/>
                <a:gd name="T69" fmla="*/ 390 h 967"/>
                <a:gd name="T70" fmla="*/ 733 w 1206"/>
                <a:gd name="T71" fmla="*/ 411 h 967"/>
                <a:gd name="T72" fmla="*/ 778 w 1206"/>
                <a:gd name="T73" fmla="*/ 385 h 967"/>
                <a:gd name="T74" fmla="*/ 821 w 1206"/>
                <a:gd name="T75" fmla="*/ 347 h 967"/>
                <a:gd name="T76" fmla="*/ 837 w 1206"/>
                <a:gd name="T77" fmla="*/ 354 h 967"/>
                <a:gd name="T78" fmla="*/ 885 w 1206"/>
                <a:gd name="T79" fmla="*/ 385 h 967"/>
                <a:gd name="T80" fmla="*/ 885 w 1206"/>
                <a:gd name="T81" fmla="*/ 390 h 967"/>
                <a:gd name="T82" fmla="*/ 992 w 1206"/>
                <a:gd name="T83" fmla="*/ 499 h 967"/>
                <a:gd name="T84" fmla="*/ 1066 w 1206"/>
                <a:gd name="T85" fmla="*/ 584 h 967"/>
                <a:gd name="T86" fmla="*/ 1063 w 1206"/>
                <a:gd name="T87" fmla="*/ 620 h 967"/>
                <a:gd name="T88" fmla="*/ 1020 w 1206"/>
                <a:gd name="T89" fmla="*/ 618 h 967"/>
                <a:gd name="T90" fmla="*/ 1020 w 1206"/>
                <a:gd name="T91" fmla="*/ 622 h 967"/>
                <a:gd name="T92" fmla="*/ 1035 w 1206"/>
                <a:gd name="T93" fmla="*/ 632 h 967"/>
                <a:gd name="T94" fmla="*/ 947 w 1206"/>
                <a:gd name="T95" fmla="*/ 736 h 967"/>
                <a:gd name="T96" fmla="*/ 892 w 1206"/>
                <a:gd name="T97" fmla="*/ 805 h 967"/>
                <a:gd name="T98" fmla="*/ 885 w 1206"/>
                <a:gd name="T99" fmla="*/ 820 h 967"/>
                <a:gd name="T100" fmla="*/ 885 w 1206"/>
                <a:gd name="T101" fmla="*/ 824 h 967"/>
                <a:gd name="T102" fmla="*/ 920 w 1206"/>
                <a:gd name="T103" fmla="*/ 827 h 967"/>
                <a:gd name="T104" fmla="*/ 1142 w 1206"/>
                <a:gd name="T105" fmla="*/ 851 h 967"/>
                <a:gd name="T106" fmla="*/ 1203 w 1206"/>
                <a:gd name="T107" fmla="*/ 934 h 967"/>
                <a:gd name="T108" fmla="*/ 1061 w 1206"/>
                <a:gd name="T109" fmla="*/ 967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06" h="967">
                  <a:moveTo>
                    <a:pt x="1061" y="967"/>
                  </a:moveTo>
                  <a:lnTo>
                    <a:pt x="1030" y="962"/>
                  </a:lnTo>
                  <a:lnTo>
                    <a:pt x="994" y="960"/>
                  </a:lnTo>
                  <a:lnTo>
                    <a:pt x="959" y="953"/>
                  </a:lnTo>
                  <a:lnTo>
                    <a:pt x="920" y="946"/>
                  </a:lnTo>
                  <a:lnTo>
                    <a:pt x="885" y="936"/>
                  </a:lnTo>
                  <a:lnTo>
                    <a:pt x="849" y="924"/>
                  </a:lnTo>
                  <a:lnTo>
                    <a:pt x="821" y="912"/>
                  </a:lnTo>
                  <a:lnTo>
                    <a:pt x="794" y="896"/>
                  </a:lnTo>
                  <a:lnTo>
                    <a:pt x="785" y="896"/>
                  </a:lnTo>
                  <a:lnTo>
                    <a:pt x="773" y="896"/>
                  </a:lnTo>
                  <a:lnTo>
                    <a:pt x="761" y="896"/>
                  </a:lnTo>
                  <a:lnTo>
                    <a:pt x="749" y="896"/>
                  </a:lnTo>
                  <a:lnTo>
                    <a:pt x="737" y="893"/>
                  </a:lnTo>
                  <a:lnTo>
                    <a:pt x="730" y="889"/>
                  </a:lnTo>
                  <a:lnTo>
                    <a:pt x="726" y="886"/>
                  </a:lnTo>
                  <a:lnTo>
                    <a:pt x="723" y="881"/>
                  </a:lnTo>
                  <a:lnTo>
                    <a:pt x="723" y="877"/>
                  </a:lnTo>
                  <a:lnTo>
                    <a:pt x="721" y="870"/>
                  </a:lnTo>
                  <a:lnTo>
                    <a:pt x="730" y="853"/>
                  </a:lnTo>
                  <a:lnTo>
                    <a:pt x="742" y="839"/>
                  </a:lnTo>
                  <a:lnTo>
                    <a:pt x="752" y="824"/>
                  </a:lnTo>
                  <a:lnTo>
                    <a:pt x="764" y="815"/>
                  </a:lnTo>
                  <a:lnTo>
                    <a:pt x="778" y="805"/>
                  </a:lnTo>
                  <a:lnTo>
                    <a:pt x="792" y="796"/>
                  </a:lnTo>
                  <a:lnTo>
                    <a:pt x="809" y="789"/>
                  </a:lnTo>
                  <a:lnTo>
                    <a:pt x="825" y="779"/>
                  </a:lnTo>
                  <a:lnTo>
                    <a:pt x="842" y="753"/>
                  </a:lnTo>
                  <a:lnTo>
                    <a:pt x="859" y="727"/>
                  </a:lnTo>
                  <a:lnTo>
                    <a:pt x="873" y="703"/>
                  </a:lnTo>
                  <a:lnTo>
                    <a:pt x="890" y="682"/>
                  </a:lnTo>
                  <a:lnTo>
                    <a:pt x="906" y="658"/>
                  </a:lnTo>
                  <a:lnTo>
                    <a:pt x="928" y="637"/>
                  </a:lnTo>
                  <a:lnTo>
                    <a:pt x="949" y="618"/>
                  </a:lnTo>
                  <a:lnTo>
                    <a:pt x="978" y="596"/>
                  </a:lnTo>
                  <a:lnTo>
                    <a:pt x="980" y="589"/>
                  </a:lnTo>
                  <a:lnTo>
                    <a:pt x="980" y="584"/>
                  </a:lnTo>
                  <a:lnTo>
                    <a:pt x="978" y="580"/>
                  </a:lnTo>
                  <a:lnTo>
                    <a:pt x="973" y="580"/>
                  </a:lnTo>
                  <a:lnTo>
                    <a:pt x="966" y="577"/>
                  </a:lnTo>
                  <a:lnTo>
                    <a:pt x="959" y="577"/>
                  </a:lnTo>
                  <a:lnTo>
                    <a:pt x="954" y="577"/>
                  </a:lnTo>
                  <a:lnTo>
                    <a:pt x="949" y="577"/>
                  </a:lnTo>
                  <a:lnTo>
                    <a:pt x="913" y="568"/>
                  </a:lnTo>
                  <a:lnTo>
                    <a:pt x="878" y="558"/>
                  </a:lnTo>
                  <a:lnTo>
                    <a:pt x="842" y="549"/>
                  </a:lnTo>
                  <a:lnTo>
                    <a:pt x="806" y="539"/>
                  </a:lnTo>
                  <a:lnTo>
                    <a:pt x="771" y="532"/>
                  </a:lnTo>
                  <a:lnTo>
                    <a:pt x="735" y="525"/>
                  </a:lnTo>
                  <a:lnTo>
                    <a:pt x="699" y="518"/>
                  </a:lnTo>
                  <a:lnTo>
                    <a:pt x="666" y="513"/>
                  </a:lnTo>
                  <a:lnTo>
                    <a:pt x="666" y="513"/>
                  </a:lnTo>
                  <a:lnTo>
                    <a:pt x="666" y="513"/>
                  </a:lnTo>
                  <a:lnTo>
                    <a:pt x="666" y="513"/>
                  </a:lnTo>
                  <a:lnTo>
                    <a:pt x="666" y="511"/>
                  </a:lnTo>
                  <a:lnTo>
                    <a:pt x="666" y="511"/>
                  </a:lnTo>
                  <a:lnTo>
                    <a:pt x="666" y="511"/>
                  </a:lnTo>
                  <a:lnTo>
                    <a:pt x="664" y="511"/>
                  </a:lnTo>
                  <a:lnTo>
                    <a:pt x="664" y="511"/>
                  </a:lnTo>
                  <a:lnTo>
                    <a:pt x="652" y="511"/>
                  </a:lnTo>
                  <a:lnTo>
                    <a:pt x="640" y="508"/>
                  </a:lnTo>
                  <a:lnTo>
                    <a:pt x="628" y="508"/>
                  </a:lnTo>
                  <a:lnTo>
                    <a:pt x="614" y="506"/>
                  </a:lnTo>
                  <a:lnTo>
                    <a:pt x="602" y="504"/>
                  </a:lnTo>
                  <a:lnTo>
                    <a:pt x="590" y="504"/>
                  </a:lnTo>
                  <a:lnTo>
                    <a:pt x="580" y="501"/>
                  </a:lnTo>
                  <a:lnTo>
                    <a:pt x="569" y="501"/>
                  </a:lnTo>
                  <a:lnTo>
                    <a:pt x="569" y="499"/>
                  </a:lnTo>
                  <a:lnTo>
                    <a:pt x="569" y="499"/>
                  </a:lnTo>
                  <a:lnTo>
                    <a:pt x="569" y="499"/>
                  </a:lnTo>
                  <a:lnTo>
                    <a:pt x="569" y="499"/>
                  </a:lnTo>
                  <a:lnTo>
                    <a:pt x="569" y="499"/>
                  </a:lnTo>
                  <a:lnTo>
                    <a:pt x="569" y="496"/>
                  </a:lnTo>
                  <a:lnTo>
                    <a:pt x="569" y="496"/>
                  </a:lnTo>
                  <a:lnTo>
                    <a:pt x="569" y="496"/>
                  </a:lnTo>
                  <a:lnTo>
                    <a:pt x="578" y="492"/>
                  </a:lnTo>
                  <a:lnTo>
                    <a:pt x="590" y="487"/>
                  </a:lnTo>
                  <a:lnTo>
                    <a:pt x="602" y="480"/>
                  </a:lnTo>
                  <a:lnTo>
                    <a:pt x="614" y="473"/>
                  </a:lnTo>
                  <a:lnTo>
                    <a:pt x="626" y="468"/>
                  </a:lnTo>
                  <a:lnTo>
                    <a:pt x="635" y="461"/>
                  </a:lnTo>
                  <a:lnTo>
                    <a:pt x="647" y="451"/>
                  </a:lnTo>
                  <a:lnTo>
                    <a:pt x="657" y="444"/>
                  </a:lnTo>
                  <a:lnTo>
                    <a:pt x="657" y="444"/>
                  </a:lnTo>
                  <a:lnTo>
                    <a:pt x="654" y="444"/>
                  </a:lnTo>
                  <a:lnTo>
                    <a:pt x="654" y="444"/>
                  </a:lnTo>
                  <a:lnTo>
                    <a:pt x="654" y="442"/>
                  </a:lnTo>
                  <a:lnTo>
                    <a:pt x="654" y="442"/>
                  </a:lnTo>
                  <a:lnTo>
                    <a:pt x="654" y="442"/>
                  </a:lnTo>
                  <a:lnTo>
                    <a:pt x="654" y="442"/>
                  </a:lnTo>
                  <a:lnTo>
                    <a:pt x="654" y="439"/>
                  </a:lnTo>
                  <a:lnTo>
                    <a:pt x="642" y="442"/>
                  </a:lnTo>
                  <a:lnTo>
                    <a:pt x="626" y="447"/>
                  </a:lnTo>
                  <a:lnTo>
                    <a:pt x="609" y="456"/>
                  </a:lnTo>
                  <a:lnTo>
                    <a:pt x="592" y="463"/>
                  </a:lnTo>
                  <a:lnTo>
                    <a:pt x="576" y="473"/>
                  </a:lnTo>
                  <a:lnTo>
                    <a:pt x="557" y="482"/>
                  </a:lnTo>
                  <a:lnTo>
                    <a:pt x="540" y="489"/>
                  </a:lnTo>
                  <a:lnTo>
                    <a:pt x="526" y="494"/>
                  </a:lnTo>
                  <a:lnTo>
                    <a:pt x="521" y="499"/>
                  </a:lnTo>
                  <a:lnTo>
                    <a:pt x="507" y="504"/>
                  </a:lnTo>
                  <a:lnTo>
                    <a:pt x="488" y="511"/>
                  </a:lnTo>
                  <a:lnTo>
                    <a:pt x="464" y="520"/>
                  </a:lnTo>
                  <a:lnTo>
                    <a:pt x="405" y="539"/>
                  </a:lnTo>
                  <a:lnTo>
                    <a:pt x="336" y="561"/>
                  </a:lnTo>
                  <a:lnTo>
                    <a:pt x="264" y="577"/>
                  </a:lnTo>
                  <a:lnTo>
                    <a:pt x="198" y="592"/>
                  </a:lnTo>
                  <a:lnTo>
                    <a:pt x="169" y="599"/>
                  </a:lnTo>
                  <a:lnTo>
                    <a:pt x="145" y="601"/>
                  </a:lnTo>
                  <a:lnTo>
                    <a:pt x="126" y="603"/>
                  </a:lnTo>
                  <a:lnTo>
                    <a:pt x="112" y="601"/>
                  </a:lnTo>
                  <a:lnTo>
                    <a:pt x="103" y="606"/>
                  </a:lnTo>
                  <a:lnTo>
                    <a:pt x="100" y="611"/>
                  </a:lnTo>
                  <a:lnTo>
                    <a:pt x="105" y="613"/>
                  </a:lnTo>
                  <a:lnTo>
                    <a:pt x="112" y="615"/>
                  </a:lnTo>
                  <a:lnTo>
                    <a:pt x="122" y="615"/>
                  </a:lnTo>
                  <a:lnTo>
                    <a:pt x="131" y="618"/>
                  </a:lnTo>
                  <a:lnTo>
                    <a:pt x="141" y="618"/>
                  </a:lnTo>
                  <a:lnTo>
                    <a:pt x="145" y="618"/>
                  </a:lnTo>
                  <a:lnTo>
                    <a:pt x="138" y="625"/>
                  </a:lnTo>
                  <a:lnTo>
                    <a:pt x="122" y="634"/>
                  </a:lnTo>
                  <a:lnTo>
                    <a:pt x="100" y="649"/>
                  </a:lnTo>
                  <a:lnTo>
                    <a:pt x="72" y="665"/>
                  </a:lnTo>
                  <a:lnTo>
                    <a:pt x="46" y="682"/>
                  </a:lnTo>
                  <a:lnTo>
                    <a:pt x="24" y="696"/>
                  </a:lnTo>
                  <a:lnTo>
                    <a:pt x="7" y="706"/>
                  </a:lnTo>
                  <a:lnTo>
                    <a:pt x="0" y="710"/>
                  </a:lnTo>
                  <a:lnTo>
                    <a:pt x="3" y="701"/>
                  </a:lnTo>
                  <a:lnTo>
                    <a:pt x="10" y="691"/>
                  </a:lnTo>
                  <a:lnTo>
                    <a:pt x="17" y="677"/>
                  </a:lnTo>
                  <a:lnTo>
                    <a:pt x="26" y="660"/>
                  </a:lnTo>
                  <a:lnTo>
                    <a:pt x="36" y="646"/>
                  </a:lnTo>
                  <a:lnTo>
                    <a:pt x="43" y="634"/>
                  </a:lnTo>
                  <a:lnTo>
                    <a:pt x="50" y="622"/>
                  </a:lnTo>
                  <a:lnTo>
                    <a:pt x="55" y="618"/>
                  </a:lnTo>
                  <a:lnTo>
                    <a:pt x="74" y="584"/>
                  </a:lnTo>
                  <a:lnTo>
                    <a:pt x="93" y="551"/>
                  </a:lnTo>
                  <a:lnTo>
                    <a:pt x="114" y="520"/>
                  </a:lnTo>
                  <a:lnTo>
                    <a:pt x="136" y="487"/>
                  </a:lnTo>
                  <a:lnTo>
                    <a:pt x="157" y="456"/>
                  </a:lnTo>
                  <a:lnTo>
                    <a:pt x="176" y="423"/>
                  </a:lnTo>
                  <a:lnTo>
                    <a:pt x="198" y="392"/>
                  </a:lnTo>
                  <a:lnTo>
                    <a:pt x="219" y="359"/>
                  </a:lnTo>
                  <a:lnTo>
                    <a:pt x="221" y="356"/>
                  </a:lnTo>
                  <a:lnTo>
                    <a:pt x="224" y="352"/>
                  </a:lnTo>
                  <a:lnTo>
                    <a:pt x="226" y="347"/>
                  </a:lnTo>
                  <a:lnTo>
                    <a:pt x="229" y="344"/>
                  </a:lnTo>
                  <a:lnTo>
                    <a:pt x="231" y="340"/>
                  </a:lnTo>
                  <a:lnTo>
                    <a:pt x="233" y="337"/>
                  </a:lnTo>
                  <a:lnTo>
                    <a:pt x="236" y="333"/>
                  </a:lnTo>
                  <a:lnTo>
                    <a:pt x="238" y="330"/>
                  </a:lnTo>
                  <a:lnTo>
                    <a:pt x="248" y="335"/>
                  </a:lnTo>
                  <a:lnTo>
                    <a:pt x="255" y="337"/>
                  </a:lnTo>
                  <a:lnTo>
                    <a:pt x="267" y="337"/>
                  </a:lnTo>
                  <a:lnTo>
                    <a:pt x="276" y="337"/>
                  </a:lnTo>
                  <a:lnTo>
                    <a:pt x="298" y="330"/>
                  </a:lnTo>
                  <a:lnTo>
                    <a:pt x="321" y="318"/>
                  </a:lnTo>
                  <a:lnTo>
                    <a:pt x="343" y="304"/>
                  </a:lnTo>
                  <a:lnTo>
                    <a:pt x="362" y="287"/>
                  </a:lnTo>
                  <a:lnTo>
                    <a:pt x="378" y="271"/>
                  </a:lnTo>
                  <a:lnTo>
                    <a:pt x="388" y="256"/>
                  </a:lnTo>
                  <a:lnTo>
                    <a:pt x="405" y="245"/>
                  </a:lnTo>
                  <a:lnTo>
                    <a:pt x="416" y="233"/>
                  </a:lnTo>
                  <a:lnTo>
                    <a:pt x="426" y="221"/>
                  </a:lnTo>
                  <a:lnTo>
                    <a:pt x="435" y="209"/>
                  </a:lnTo>
                  <a:lnTo>
                    <a:pt x="440" y="197"/>
                  </a:lnTo>
                  <a:lnTo>
                    <a:pt x="445" y="188"/>
                  </a:lnTo>
                  <a:lnTo>
                    <a:pt x="447" y="176"/>
                  </a:lnTo>
                  <a:lnTo>
                    <a:pt x="447" y="164"/>
                  </a:lnTo>
                  <a:lnTo>
                    <a:pt x="445" y="138"/>
                  </a:lnTo>
                  <a:lnTo>
                    <a:pt x="438" y="112"/>
                  </a:lnTo>
                  <a:lnTo>
                    <a:pt x="428" y="85"/>
                  </a:lnTo>
                  <a:lnTo>
                    <a:pt x="416" y="54"/>
                  </a:lnTo>
                  <a:lnTo>
                    <a:pt x="414" y="50"/>
                  </a:lnTo>
                  <a:lnTo>
                    <a:pt x="412" y="47"/>
                  </a:lnTo>
                  <a:lnTo>
                    <a:pt x="409" y="43"/>
                  </a:lnTo>
                  <a:lnTo>
                    <a:pt x="407" y="40"/>
                  </a:lnTo>
                  <a:lnTo>
                    <a:pt x="405" y="38"/>
                  </a:lnTo>
                  <a:lnTo>
                    <a:pt x="402" y="33"/>
                  </a:lnTo>
                  <a:lnTo>
                    <a:pt x="402" y="31"/>
                  </a:lnTo>
                  <a:lnTo>
                    <a:pt x="400" y="28"/>
                  </a:lnTo>
                  <a:lnTo>
                    <a:pt x="400" y="28"/>
                  </a:lnTo>
                  <a:lnTo>
                    <a:pt x="400" y="31"/>
                  </a:lnTo>
                  <a:lnTo>
                    <a:pt x="400" y="31"/>
                  </a:lnTo>
                  <a:lnTo>
                    <a:pt x="400" y="31"/>
                  </a:lnTo>
                  <a:lnTo>
                    <a:pt x="400" y="31"/>
                  </a:lnTo>
                  <a:lnTo>
                    <a:pt x="400" y="31"/>
                  </a:lnTo>
                  <a:lnTo>
                    <a:pt x="400" y="31"/>
                  </a:lnTo>
                  <a:lnTo>
                    <a:pt x="400" y="31"/>
                  </a:lnTo>
                  <a:lnTo>
                    <a:pt x="397" y="31"/>
                  </a:lnTo>
                  <a:lnTo>
                    <a:pt x="397" y="28"/>
                  </a:lnTo>
                  <a:lnTo>
                    <a:pt x="397" y="28"/>
                  </a:lnTo>
                  <a:lnTo>
                    <a:pt x="397" y="28"/>
                  </a:lnTo>
                  <a:lnTo>
                    <a:pt x="397" y="28"/>
                  </a:lnTo>
                  <a:lnTo>
                    <a:pt x="395" y="26"/>
                  </a:lnTo>
                  <a:lnTo>
                    <a:pt x="395" y="26"/>
                  </a:lnTo>
                  <a:lnTo>
                    <a:pt x="395" y="26"/>
                  </a:lnTo>
                  <a:lnTo>
                    <a:pt x="400" y="24"/>
                  </a:lnTo>
                  <a:lnTo>
                    <a:pt x="405" y="21"/>
                  </a:lnTo>
                  <a:lnTo>
                    <a:pt x="407" y="19"/>
                  </a:lnTo>
                  <a:lnTo>
                    <a:pt x="412" y="16"/>
                  </a:lnTo>
                  <a:lnTo>
                    <a:pt x="416" y="14"/>
                  </a:lnTo>
                  <a:lnTo>
                    <a:pt x="421" y="12"/>
                  </a:lnTo>
                  <a:lnTo>
                    <a:pt x="426" y="9"/>
                  </a:lnTo>
                  <a:lnTo>
                    <a:pt x="431" y="9"/>
                  </a:lnTo>
                  <a:lnTo>
                    <a:pt x="433" y="24"/>
                  </a:lnTo>
                  <a:lnTo>
                    <a:pt x="438" y="38"/>
                  </a:lnTo>
                  <a:lnTo>
                    <a:pt x="443" y="50"/>
                  </a:lnTo>
                  <a:lnTo>
                    <a:pt x="452" y="59"/>
                  </a:lnTo>
                  <a:lnTo>
                    <a:pt x="462" y="64"/>
                  </a:lnTo>
                  <a:lnTo>
                    <a:pt x="473" y="66"/>
                  </a:lnTo>
                  <a:lnTo>
                    <a:pt x="488" y="64"/>
                  </a:lnTo>
                  <a:lnTo>
                    <a:pt x="504" y="57"/>
                  </a:lnTo>
                  <a:lnTo>
                    <a:pt x="509" y="54"/>
                  </a:lnTo>
                  <a:lnTo>
                    <a:pt x="516" y="50"/>
                  </a:lnTo>
                  <a:lnTo>
                    <a:pt x="523" y="43"/>
                  </a:lnTo>
                  <a:lnTo>
                    <a:pt x="531" y="33"/>
                  </a:lnTo>
                  <a:lnTo>
                    <a:pt x="535" y="26"/>
                  </a:lnTo>
                  <a:lnTo>
                    <a:pt x="542" y="16"/>
                  </a:lnTo>
                  <a:lnTo>
                    <a:pt x="547" y="9"/>
                  </a:lnTo>
                  <a:lnTo>
                    <a:pt x="554" y="7"/>
                  </a:lnTo>
                  <a:lnTo>
                    <a:pt x="578" y="5"/>
                  </a:lnTo>
                  <a:lnTo>
                    <a:pt x="604" y="2"/>
                  </a:lnTo>
                  <a:lnTo>
                    <a:pt x="633" y="0"/>
                  </a:lnTo>
                  <a:lnTo>
                    <a:pt x="659" y="0"/>
                  </a:lnTo>
                  <a:lnTo>
                    <a:pt x="687" y="0"/>
                  </a:lnTo>
                  <a:lnTo>
                    <a:pt x="716" y="2"/>
                  </a:lnTo>
                  <a:lnTo>
                    <a:pt x="742" y="5"/>
                  </a:lnTo>
                  <a:lnTo>
                    <a:pt x="768" y="12"/>
                  </a:lnTo>
                  <a:lnTo>
                    <a:pt x="780" y="47"/>
                  </a:lnTo>
                  <a:lnTo>
                    <a:pt x="794" y="85"/>
                  </a:lnTo>
                  <a:lnTo>
                    <a:pt x="804" y="123"/>
                  </a:lnTo>
                  <a:lnTo>
                    <a:pt x="811" y="164"/>
                  </a:lnTo>
                  <a:lnTo>
                    <a:pt x="816" y="202"/>
                  </a:lnTo>
                  <a:lnTo>
                    <a:pt x="816" y="242"/>
                  </a:lnTo>
                  <a:lnTo>
                    <a:pt x="813" y="264"/>
                  </a:lnTo>
                  <a:lnTo>
                    <a:pt x="809" y="283"/>
                  </a:lnTo>
                  <a:lnTo>
                    <a:pt x="804" y="302"/>
                  </a:lnTo>
                  <a:lnTo>
                    <a:pt x="797" y="321"/>
                  </a:lnTo>
                  <a:lnTo>
                    <a:pt x="792" y="333"/>
                  </a:lnTo>
                  <a:lnTo>
                    <a:pt x="785" y="344"/>
                  </a:lnTo>
                  <a:lnTo>
                    <a:pt x="778" y="356"/>
                  </a:lnTo>
                  <a:lnTo>
                    <a:pt x="771" y="368"/>
                  </a:lnTo>
                  <a:lnTo>
                    <a:pt x="764" y="378"/>
                  </a:lnTo>
                  <a:lnTo>
                    <a:pt x="754" y="390"/>
                  </a:lnTo>
                  <a:lnTo>
                    <a:pt x="745" y="399"/>
                  </a:lnTo>
                  <a:lnTo>
                    <a:pt x="735" y="406"/>
                  </a:lnTo>
                  <a:lnTo>
                    <a:pt x="735" y="406"/>
                  </a:lnTo>
                  <a:lnTo>
                    <a:pt x="733" y="409"/>
                  </a:lnTo>
                  <a:lnTo>
                    <a:pt x="733" y="409"/>
                  </a:lnTo>
                  <a:lnTo>
                    <a:pt x="733" y="409"/>
                  </a:lnTo>
                  <a:lnTo>
                    <a:pt x="733" y="411"/>
                  </a:lnTo>
                  <a:lnTo>
                    <a:pt x="730" y="411"/>
                  </a:lnTo>
                  <a:lnTo>
                    <a:pt x="730" y="413"/>
                  </a:lnTo>
                  <a:lnTo>
                    <a:pt x="730" y="416"/>
                  </a:lnTo>
                  <a:lnTo>
                    <a:pt x="740" y="411"/>
                  </a:lnTo>
                  <a:lnTo>
                    <a:pt x="752" y="406"/>
                  </a:lnTo>
                  <a:lnTo>
                    <a:pt x="766" y="397"/>
                  </a:lnTo>
                  <a:lnTo>
                    <a:pt x="778" y="385"/>
                  </a:lnTo>
                  <a:lnTo>
                    <a:pt x="792" y="373"/>
                  </a:lnTo>
                  <a:lnTo>
                    <a:pt x="802" y="363"/>
                  </a:lnTo>
                  <a:lnTo>
                    <a:pt x="811" y="354"/>
                  </a:lnTo>
                  <a:lnTo>
                    <a:pt x="818" y="347"/>
                  </a:lnTo>
                  <a:lnTo>
                    <a:pt x="818" y="347"/>
                  </a:lnTo>
                  <a:lnTo>
                    <a:pt x="821" y="347"/>
                  </a:lnTo>
                  <a:lnTo>
                    <a:pt x="821" y="347"/>
                  </a:lnTo>
                  <a:lnTo>
                    <a:pt x="823" y="347"/>
                  </a:lnTo>
                  <a:lnTo>
                    <a:pt x="823" y="347"/>
                  </a:lnTo>
                  <a:lnTo>
                    <a:pt x="825" y="347"/>
                  </a:lnTo>
                  <a:lnTo>
                    <a:pt x="825" y="347"/>
                  </a:lnTo>
                  <a:lnTo>
                    <a:pt x="828" y="347"/>
                  </a:lnTo>
                  <a:lnTo>
                    <a:pt x="830" y="349"/>
                  </a:lnTo>
                  <a:lnTo>
                    <a:pt x="837" y="354"/>
                  </a:lnTo>
                  <a:lnTo>
                    <a:pt x="844" y="359"/>
                  </a:lnTo>
                  <a:lnTo>
                    <a:pt x="852" y="366"/>
                  </a:lnTo>
                  <a:lnTo>
                    <a:pt x="861" y="371"/>
                  </a:lnTo>
                  <a:lnTo>
                    <a:pt x="871" y="378"/>
                  </a:lnTo>
                  <a:lnTo>
                    <a:pt x="878" y="382"/>
                  </a:lnTo>
                  <a:lnTo>
                    <a:pt x="885" y="385"/>
                  </a:lnTo>
                  <a:lnTo>
                    <a:pt x="885" y="385"/>
                  </a:lnTo>
                  <a:lnTo>
                    <a:pt x="885" y="387"/>
                  </a:lnTo>
                  <a:lnTo>
                    <a:pt x="885" y="387"/>
                  </a:lnTo>
                  <a:lnTo>
                    <a:pt x="885" y="387"/>
                  </a:lnTo>
                  <a:lnTo>
                    <a:pt x="885" y="387"/>
                  </a:lnTo>
                  <a:lnTo>
                    <a:pt x="885" y="387"/>
                  </a:lnTo>
                  <a:lnTo>
                    <a:pt x="885" y="387"/>
                  </a:lnTo>
                  <a:lnTo>
                    <a:pt x="885" y="390"/>
                  </a:lnTo>
                  <a:lnTo>
                    <a:pt x="890" y="390"/>
                  </a:lnTo>
                  <a:lnTo>
                    <a:pt x="897" y="394"/>
                  </a:lnTo>
                  <a:lnTo>
                    <a:pt x="906" y="401"/>
                  </a:lnTo>
                  <a:lnTo>
                    <a:pt x="918" y="411"/>
                  </a:lnTo>
                  <a:lnTo>
                    <a:pt x="942" y="437"/>
                  </a:lnTo>
                  <a:lnTo>
                    <a:pt x="968" y="466"/>
                  </a:lnTo>
                  <a:lnTo>
                    <a:pt x="992" y="499"/>
                  </a:lnTo>
                  <a:lnTo>
                    <a:pt x="1016" y="527"/>
                  </a:lnTo>
                  <a:lnTo>
                    <a:pt x="1032" y="554"/>
                  </a:lnTo>
                  <a:lnTo>
                    <a:pt x="1039" y="573"/>
                  </a:lnTo>
                  <a:lnTo>
                    <a:pt x="1044" y="577"/>
                  </a:lnTo>
                  <a:lnTo>
                    <a:pt x="1051" y="580"/>
                  </a:lnTo>
                  <a:lnTo>
                    <a:pt x="1058" y="582"/>
                  </a:lnTo>
                  <a:lnTo>
                    <a:pt x="1066" y="584"/>
                  </a:lnTo>
                  <a:lnTo>
                    <a:pt x="1070" y="589"/>
                  </a:lnTo>
                  <a:lnTo>
                    <a:pt x="1077" y="594"/>
                  </a:lnTo>
                  <a:lnTo>
                    <a:pt x="1080" y="601"/>
                  </a:lnTo>
                  <a:lnTo>
                    <a:pt x="1082" y="611"/>
                  </a:lnTo>
                  <a:lnTo>
                    <a:pt x="1077" y="615"/>
                  </a:lnTo>
                  <a:lnTo>
                    <a:pt x="1070" y="620"/>
                  </a:lnTo>
                  <a:lnTo>
                    <a:pt x="1063" y="620"/>
                  </a:lnTo>
                  <a:lnTo>
                    <a:pt x="1054" y="620"/>
                  </a:lnTo>
                  <a:lnTo>
                    <a:pt x="1044" y="620"/>
                  </a:lnTo>
                  <a:lnTo>
                    <a:pt x="1035" y="618"/>
                  </a:lnTo>
                  <a:lnTo>
                    <a:pt x="1027" y="618"/>
                  </a:lnTo>
                  <a:lnTo>
                    <a:pt x="1020" y="615"/>
                  </a:lnTo>
                  <a:lnTo>
                    <a:pt x="1020" y="618"/>
                  </a:lnTo>
                  <a:lnTo>
                    <a:pt x="1020" y="618"/>
                  </a:lnTo>
                  <a:lnTo>
                    <a:pt x="1020" y="618"/>
                  </a:lnTo>
                  <a:lnTo>
                    <a:pt x="1020" y="618"/>
                  </a:lnTo>
                  <a:lnTo>
                    <a:pt x="1020" y="618"/>
                  </a:lnTo>
                  <a:lnTo>
                    <a:pt x="1020" y="620"/>
                  </a:lnTo>
                  <a:lnTo>
                    <a:pt x="1020" y="620"/>
                  </a:lnTo>
                  <a:lnTo>
                    <a:pt x="1020" y="620"/>
                  </a:lnTo>
                  <a:lnTo>
                    <a:pt x="1020" y="622"/>
                  </a:lnTo>
                  <a:lnTo>
                    <a:pt x="1023" y="622"/>
                  </a:lnTo>
                  <a:lnTo>
                    <a:pt x="1025" y="625"/>
                  </a:lnTo>
                  <a:lnTo>
                    <a:pt x="1025" y="625"/>
                  </a:lnTo>
                  <a:lnTo>
                    <a:pt x="1027" y="627"/>
                  </a:lnTo>
                  <a:lnTo>
                    <a:pt x="1030" y="627"/>
                  </a:lnTo>
                  <a:lnTo>
                    <a:pt x="1032" y="630"/>
                  </a:lnTo>
                  <a:lnTo>
                    <a:pt x="1035" y="632"/>
                  </a:lnTo>
                  <a:lnTo>
                    <a:pt x="1035" y="641"/>
                  </a:lnTo>
                  <a:lnTo>
                    <a:pt x="1030" y="651"/>
                  </a:lnTo>
                  <a:lnTo>
                    <a:pt x="1025" y="663"/>
                  </a:lnTo>
                  <a:lnTo>
                    <a:pt x="1016" y="672"/>
                  </a:lnTo>
                  <a:lnTo>
                    <a:pt x="997" y="694"/>
                  </a:lnTo>
                  <a:lnTo>
                    <a:pt x="973" y="715"/>
                  </a:lnTo>
                  <a:lnTo>
                    <a:pt x="947" y="736"/>
                  </a:lnTo>
                  <a:lnTo>
                    <a:pt x="923" y="758"/>
                  </a:lnTo>
                  <a:lnTo>
                    <a:pt x="901" y="777"/>
                  </a:lnTo>
                  <a:lnTo>
                    <a:pt x="887" y="794"/>
                  </a:lnTo>
                  <a:lnTo>
                    <a:pt x="887" y="796"/>
                  </a:lnTo>
                  <a:lnTo>
                    <a:pt x="890" y="798"/>
                  </a:lnTo>
                  <a:lnTo>
                    <a:pt x="892" y="803"/>
                  </a:lnTo>
                  <a:lnTo>
                    <a:pt x="892" y="805"/>
                  </a:lnTo>
                  <a:lnTo>
                    <a:pt x="892" y="808"/>
                  </a:lnTo>
                  <a:lnTo>
                    <a:pt x="890" y="813"/>
                  </a:lnTo>
                  <a:lnTo>
                    <a:pt x="887" y="815"/>
                  </a:lnTo>
                  <a:lnTo>
                    <a:pt x="885" y="817"/>
                  </a:lnTo>
                  <a:lnTo>
                    <a:pt x="885" y="817"/>
                  </a:lnTo>
                  <a:lnTo>
                    <a:pt x="885" y="817"/>
                  </a:lnTo>
                  <a:lnTo>
                    <a:pt x="885" y="820"/>
                  </a:lnTo>
                  <a:lnTo>
                    <a:pt x="885" y="820"/>
                  </a:lnTo>
                  <a:lnTo>
                    <a:pt x="885" y="820"/>
                  </a:lnTo>
                  <a:lnTo>
                    <a:pt x="885" y="822"/>
                  </a:lnTo>
                  <a:lnTo>
                    <a:pt x="885" y="822"/>
                  </a:lnTo>
                  <a:lnTo>
                    <a:pt x="885" y="822"/>
                  </a:lnTo>
                  <a:lnTo>
                    <a:pt x="885" y="822"/>
                  </a:lnTo>
                  <a:lnTo>
                    <a:pt x="885" y="824"/>
                  </a:lnTo>
                  <a:lnTo>
                    <a:pt x="885" y="824"/>
                  </a:lnTo>
                  <a:lnTo>
                    <a:pt x="887" y="824"/>
                  </a:lnTo>
                  <a:lnTo>
                    <a:pt x="887" y="824"/>
                  </a:lnTo>
                  <a:lnTo>
                    <a:pt x="887" y="827"/>
                  </a:lnTo>
                  <a:lnTo>
                    <a:pt x="890" y="827"/>
                  </a:lnTo>
                  <a:lnTo>
                    <a:pt x="890" y="827"/>
                  </a:lnTo>
                  <a:lnTo>
                    <a:pt x="920" y="827"/>
                  </a:lnTo>
                  <a:lnTo>
                    <a:pt x="956" y="827"/>
                  </a:lnTo>
                  <a:lnTo>
                    <a:pt x="994" y="827"/>
                  </a:lnTo>
                  <a:lnTo>
                    <a:pt x="1032" y="829"/>
                  </a:lnTo>
                  <a:lnTo>
                    <a:pt x="1070" y="832"/>
                  </a:lnTo>
                  <a:lnTo>
                    <a:pt x="1106" y="839"/>
                  </a:lnTo>
                  <a:lnTo>
                    <a:pt x="1125" y="846"/>
                  </a:lnTo>
                  <a:lnTo>
                    <a:pt x="1142" y="851"/>
                  </a:lnTo>
                  <a:lnTo>
                    <a:pt x="1156" y="858"/>
                  </a:lnTo>
                  <a:lnTo>
                    <a:pt x="1170" y="867"/>
                  </a:lnTo>
                  <a:lnTo>
                    <a:pt x="1187" y="884"/>
                  </a:lnTo>
                  <a:lnTo>
                    <a:pt x="1196" y="900"/>
                  </a:lnTo>
                  <a:lnTo>
                    <a:pt x="1203" y="912"/>
                  </a:lnTo>
                  <a:lnTo>
                    <a:pt x="1206" y="924"/>
                  </a:lnTo>
                  <a:lnTo>
                    <a:pt x="1203" y="934"/>
                  </a:lnTo>
                  <a:lnTo>
                    <a:pt x="1199" y="941"/>
                  </a:lnTo>
                  <a:lnTo>
                    <a:pt x="1192" y="948"/>
                  </a:lnTo>
                  <a:lnTo>
                    <a:pt x="1182" y="953"/>
                  </a:lnTo>
                  <a:lnTo>
                    <a:pt x="1156" y="960"/>
                  </a:lnTo>
                  <a:lnTo>
                    <a:pt x="1125" y="965"/>
                  </a:lnTo>
                  <a:lnTo>
                    <a:pt x="1092" y="965"/>
                  </a:lnTo>
                  <a:lnTo>
                    <a:pt x="1061" y="967"/>
                  </a:ln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68" name="Freeform 36"/>
            <p:cNvSpPr>
              <a:spLocks/>
            </p:cNvSpPr>
            <p:nvPr/>
          </p:nvSpPr>
          <p:spPr bwMode="auto">
            <a:xfrm>
              <a:off x="678" y="2720"/>
              <a:ext cx="7" cy="6"/>
            </a:xfrm>
            <a:custGeom>
              <a:avLst/>
              <a:gdLst>
                <a:gd name="T0" fmla="*/ 0 w 9"/>
                <a:gd name="T1" fmla="*/ 7 h 7"/>
                <a:gd name="T2" fmla="*/ 0 w 9"/>
                <a:gd name="T3" fmla="*/ 5 h 7"/>
                <a:gd name="T4" fmla="*/ 2 w 9"/>
                <a:gd name="T5" fmla="*/ 5 h 7"/>
                <a:gd name="T6" fmla="*/ 2 w 9"/>
                <a:gd name="T7" fmla="*/ 5 h 7"/>
                <a:gd name="T8" fmla="*/ 4 w 9"/>
                <a:gd name="T9" fmla="*/ 2 h 7"/>
                <a:gd name="T10" fmla="*/ 4 w 9"/>
                <a:gd name="T11" fmla="*/ 2 h 7"/>
                <a:gd name="T12" fmla="*/ 7 w 9"/>
                <a:gd name="T13" fmla="*/ 2 h 7"/>
                <a:gd name="T14" fmla="*/ 7 w 9"/>
                <a:gd name="T15" fmla="*/ 2 h 7"/>
                <a:gd name="T16" fmla="*/ 9 w 9"/>
                <a:gd name="T17" fmla="*/ 0 h 7"/>
                <a:gd name="T18" fmla="*/ 9 w 9"/>
                <a:gd name="T19" fmla="*/ 2 h 7"/>
                <a:gd name="T20" fmla="*/ 9 w 9"/>
                <a:gd name="T21" fmla="*/ 2 h 7"/>
                <a:gd name="T22" fmla="*/ 9 w 9"/>
                <a:gd name="T23" fmla="*/ 2 h 7"/>
                <a:gd name="T24" fmla="*/ 9 w 9"/>
                <a:gd name="T25" fmla="*/ 2 h 7"/>
                <a:gd name="T26" fmla="*/ 9 w 9"/>
                <a:gd name="T27" fmla="*/ 2 h 7"/>
                <a:gd name="T28" fmla="*/ 9 w 9"/>
                <a:gd name="T29" fmla="*/ 2 h 7"/>
                <a:gd name="T30" fmla="*/ 9 w 9"/>
                <a:gd name="T31" fmla="*/ 5 h 7"/>
                <a:gd name="T32" fmla="*/ 9 w 9"/>
                <a:gd name="T33" fmla="*/ 5 h 7"/>
                <a:gd name="T34" fmla="*/ 7 w 9"/>
                <a:gd name="T35" fmla="*/ 5 h 7"/>
                <a:gd name="T36" fmla="*/ 7 w 9"/>
                <a:gd name="T37" fmla="*/ 5 h 7"/>
                <a:gd name="T38" fmla="*/ 4 w 9"/>
                <a:gd name="T39" fmla="*/ 5 h 7"/>
                <a:gd name="T40" fmla="*/ 4 w 9"/>
                <a:gd name="T41" fmla="*/ 5 h 7"/>
                <a:gd name="T42" fmla="*/ 2 w 9"/>
                <a:gd name="T43" fmla="*/ 5 h 7"/>
                <a:gd name="T44" fmla="*/ 2 w 9"/>
                <a:gd name="T45" fmla="*/ 5 h 7"/>
                <a:gd name="T46" fmla="*/ 0 w 9"/>
                <a:gd name="T47" fmla="*/ 5 h 7"/>
                <a:gd name="T48" fmla="*/ 0 w 9"/>
                <a:gd name="T4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" h="7">
                  <a:moveTo>
                    <a:pt x="0" y="7"/>
                  </a:move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2"/>
                  </a:lnTo>
                  <a:lnTo>
                    <a:pt x="4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9" y="0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5"/>
                  </a:lnTo>
                  <a:lnTo>
                    <a:pt x="9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69" name="Freeform 37"/>
            <p:cNvSpPr>
              <a:spLocks/>
            </p:cNvSpPr>
            <p:nvPr/>
          </p:nvSpPr>
          <p:spPr bwMode="auto">
            <a:xfrm>
              <a:off x="688" y="2716"/>
              <a:ext cx="5" cy="4"/>
            </a:xfrm>
            <a:custGeom>
              <a:avLst/>
              <a:gdLst>
                <a:gd name="T0" fmla="*/ 0 w 7"/>
                <a:gd name="T1" fmla="*/ 5 h 5"/>
                <a:gd name="T2" fmla="*/ 0 w 7"/>
                <a:gd name="T3" fmla="*/ 5 h 5"/>
                <a:gd name="T4" fmla="*/ 2 w 7"/>
                <a:gd name="T5" fmla="*/ 3 h 5"/>
                <a:gd name="T6" fmla="*/ 2 w 7"/>
                <a:gd name="T7" fmla="*/ 3 h 5"/>
                <a:gd name="T8" fmla="*/ 2 w 7"/>
                <a:gd name="T9" fmla="*/ 0 h 5"/>
                <a:gd name="T10" fmla="*/ 4 w 7"/>
                <a:gd name="T11" fmla="*/ 0 h 5"/>
                <a:gd name="T12" fmla="*/ 4 w 7"/>
                <a:gd name="T13" fmla="*/ 0 h 5"/>
                <a:gd name="T14" fmla="*/ 4 w 7"/>
                <a:gd name="T15" fmla="*/ 0 h 5"/>
                <a:gd name="T16" fmla="*/ 7 w 7"/>
                <a:gd name="T17" fmla="*/ 0 h 5"/>
                <a:gd name="T18" fmla="*/ 7 w 7"/>
                <a:gd name="T19" fmla="*/ 0 h 5"/>
                <a:gd name="T20" fmla="*/ 4 w 7"/>
                <a:gd name="T21" fmla="*/ 0 h 5"/>
                <a:gd name="T22" fmla="*/ 4 w 7"/>
                <a:gd name="T23" fmla="*/ 3 h 5"/>
                <a:gd name="T24" fmla="*/ 4 w 7"/>
                <a:gd name="T25" fmla="*/ 3 h 5"/>
                <a:gd name="T26" fmla="*/ 4 w 7"/>
                <a:gd name="T27" fmla="*/ 3 h 5"/>
                <a:gd name="T28" fmla="*/ 4 w 7"/>
                <a:gd name="T29" fmla="*/ 3 h 5"/>
                <a:gd name="T30" fmla="*/ 4 w 7"/>
                <a:gd name="T31" fmla="*/ 5 h 5"/>
                <a:gd name="T32" fmla="*/ 2 w 7"/>
                <a:gd name="T33" fmla="*/ 5 h 5"/>
                <a:gd name="T34" fmla="*/ 2 w 7"/>
                <a:gd name="T35" fmla="*/ 5 h 5"/>
                <a:gd name="T36" fmla="*/ 2 w 7"/>
                <a:gd name="T37" fmla="*/ 5 h 5"/>
                <a:gd name="T38" fmla="*/ 2 w 7"/>
                <a:gd name="T39" fmla="*/ 5 h 5"/>
                <a:gd name="T40" fmla="*/ 2 w 7"/>
                <a:gd name="T41" fmla="*/ 5 h 5"/>
                <a:gd name="T42" fmla="*/ 2 w 7"/>
                <a:gd name="T43" fmla="*/ 5 h 5"/>
                <a:gd name="T44" fmla="*/ 0 w 7"/>
                <a:gd name="T45" fmla="*/ 5 h 5"/>
                <a:gd name="T46" fmla="*/ 0 w 7"/>
                <a:gd name="T47" fmla="*/ 5 h 5"/>
                <a:gd name="T48" fmla="*/ 0 w 7"/>
                <a:gd name="T4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7" h="5">
                  <a:moveTo>
                    <a:pt x="0" y="5"/>
                  </a:moveTo>
                  <a:lnTo>
                    <a:pt x="0" y="5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70" name="Freeform 38"/>
            <p:cNvSpPr>
              <a:spLocks/>
            </p:cNvSpPr>
            <p:nvPr/>
          </p:nvSpPr>
          <p:spPr bwMode="auto">
            <a:xfrm>
              <a:off x="699" y="2706"/>
              <a:ext cx="4" cy="7"/>
            </a:xfrm>
            <a:custGeom>
              <a:avLst/>
              <a:gdLst>
                <a:gd name="T0" fmla="*/ 0 w 5"/>
                <a:gd name="T1" fmla="*/ 8 h 8"/>
                <a:gd name="T2" fmla="*/ 2 w 5"/>
                <a:gd name="T3" fmla="*/ 5 h 8"/>
                <a:gd name="T4" fmla="*/ 2 w 5"/>
                <a:gd name="T5" fmla="*/ 5 h 8"/>
                <a:gd name="T6" fmla="*/ 2 w 5"/>
                <a:gd name="T7" fmla="*/ 3 h 8"/>
                <a:gd name="T8" fmla="*/ 2 w 5"/>
                <a:gd name="T9" fmla="*/ 3 h 8"/>
                <a:gd name="T10" fmla="*/ 2 w 5"/>
                <a:gd name="T11" fmla="*/ 3 h 8"/>
                <a:gd name="T12" fmla="*/ 2 w 5"/>
                <a:gd name="T13" fmla="*/ 3 h 8"/>
                <a:gd name="T14" fmla="*/ 2 w 5"/>
                <a:gd name="T15" fmla="*/ 0 h 8"/>
                <a:gd name="T16" fmla="*/ 5 w 5"/>
                <a:gd name="T17" fmla="*/ 0 h 8"/>
                <a:gd name="T18" fmla="*/ 5 w 5"/>
                <a:gd name="T19" fmla="*/ 0 h 8"/>
                <a:gd name="T20" fmla="*/ 5 w 5"/>
                <a:gd name="T21" fmla="*/ 0 h 8"/>
                <a:gd name="T22" fmla="*/ 5 w 5"/>
                <a:gd name="T23" fmla="*/ 3 h 8"/>
                <a:gd name="T24" fmla="*/ 5 w 5"/>
                <a:gd name="T25" fmla="*/ 3 h 8"/>
                <a:gd name="T26" fmla="*/ 5 w 5"/>
                <a:gd name="T27" fmla="*/ 3 h 8"/>
                <a:gd name="T28" fmla="*/ 5 w 5"/>
                <a:gd name="T29" fmla="*/ 3 h 8"/>
                <a:gd name="T30" fmla="*/ 5 w 5"/>
                <a:gd name="T31" fmla="*/ 3 h 8"/>
                <a:gd name="T32" fmla="*/ 5 w 5"/>
                <a:gd name="T33" fmla="*/ 5 h 8"/>
                <a:gd name="T34" fmla="*/ 5 w 5"/>
                <a:gd name="T35" fmla="*/ 5 h 8"/>
                <a:gd name="T36" fmla="*/ 2 w 5"/>
                <a:gd name="T37" fmla="*/ 5 h 8"/>
                <a:gd name="T38" fmla="*/ 2 w 5"/>
                <a:gd name="T39" fmla="*/ 5 h 8"/>
                <a:gd name="T40" fmla="*/ 2 w 5"/>
                <a:gd name="T41" fmla="*/ 5 h 8"/>
                <a:gd name="T42" fmla="*/ 2 w 5"/>
                <a:gd name="T43" fmla="*/ 5 h 8"/>
                <a:gd name="T44" fmla="*/ 2 w 5"/>
                <a:gd name="T45" fmla="*/ 5 h 8"/>
                <a:gd name="T46" fmla="*/ 2 w 5"/>
                <a:gd name="T47" fmla="*/ 8 h 8"/>
                <a:gd name="T48" fmla="*/ 0 w 5"/>
                <a:gd name="T4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" h="8">
                  <a:moveTo>
                    <a:pt x="0" y="8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71" name="Freeform 39"/>
            <p:cNvSpPr>
              <a:spLocks/>
            </p:cNvSpPr>
            <p:nvPr/>
          </p:nvSpPr>
          <p:spPr bwMode="auto">
            <a:xfrm>
              <a:off x="1041" y="2190"/>
              <a:ext cx="589" cy="294"/>
            </a:xfrm>
            <a:custGeom>
              <a:avLst/>
              <a:gdLst>
                <a:gd name="T0" fmla="*/ 38 w 747"/>
                <a:gd name="T1" fmla="*/ 335 h 340"/>
                <a:gd name="T2" fmla="*/ 14 w 747"/>
                <a:gd name="T3" fmla="*/ 318 h 340"/>
                <a:gd name="T4" fmla="*/ 2 w 747"/>
                <a:gd name="T5" fmla="*/ 297 h 340"/>
                <a:gd name="T6" fmla="*/ 2 w 747"/>
                <a:gd name="T7" fmla="*/ 242 h 340"/>
                <a:gd name="T8" fmla="*/ 40 w 747"/>
                <a:gd name="T9" fmla="*/ 140 h 340"/>
                <a:gd name="T10" fmla="*/ 83 w 747"/>
                <a:gd name="T11" fmla="*/ 66 h 340"/>
                <a:gd name="T12" fmla="*/ 105 w 747"/>
                <a:gd name="T13" fmla="*/ 31 h 340"/>
                <a:gd name="T14" fmla="*/ 128 w 747"/>
                <a:gd name="T15" fmla="*/ 2 h 340"/>
                <a:gd name="T16" fmla="*/ 157 w 747"/>
                <a:gd name="T17" fmla="*/ 24 h 340"/>
                <a:gd name="T18" fmla="*/ 214 w 747"/>
                <a:gd name="T19" fmla="*/ 90 h 340"/>
                <a:gd name="T20" fmla="*/ 231 w 747"/>
                <a:gd name="T21" fmla="*/ 126 h 340"/>
                <a:gd name="T22" fmla="*/ 204 w 747"/>
                <a:gd name="T23" fmla="*/ 138 h 340"/>
                <a:gd name="T24" fmla="*/ 154 w 747"/>
                <a:gd name="T25" fmla="*/ 152 h 340"/>
                <a:gd name="T26" fmla="*/ 105 w 747"/>
                <a:gd name="T27" fmla="*/ 176 h 340"/>
                <a:gd name="T28" fmla="*/ 95 w 747"/>
                <a:gd name="T29" fmla="*/ 185 h 340"/>
                <a:gd name="T30" fmla="*/ 95 w 747"/>
                <a:gd name="T31" fmla="*/ 188 h 340"/>
                <a:gd name="T32" fmla="*/ 95 w 747"/>
                <a:gd name="T33" fmla="*/ 190 h 340"/>
                <a:gd name="T34" fmla="*/ 143 w 747"/>
                <a:gd name="T35" fmla="*/ 183 h 340"/>
                <a:gd name="T36" fmla="*/ 204 w 747"/>
                <a:gd name="T37" fmla="*/ 164 h 340"/>
                <a:gd name="T38" fmla="*/ 281 w 747"/>
                <a:gd name="T39" fmla="*/ 152 h 340"/>
                <a:gd name="T40" fmla="*/ 407 w 747"/>
                <a:gd name="T41" fmla="*/ 140 h 340"/>
                <a:gd name="T42" fmla="*/ 535 w 747"/>
                <a:gd name="T43" fmla="*/ 131 h 340"/>
                <a:gd name="T44" fmla="*/ 613 w 747"/>
                <a:gd name="T45" fmla="*/ 102 h 340"/>
                <a:gd name="T46" fmla="*/ 661 w 747"/>
                <a:gd name="T47" fmla="*/ 55 h 340"/>
                <a:gd name="T48" fmla="*/ 699 w 747"/>
                <a:gd name="T49" fmla="*/ 33 h 340"/>
                <a:gd name="T50" fmla="*/ 732 w 747"/>
                <a:gd name="T51" fmla="*/ 33 h 340"/>
                <a:gd name="T52" fmla="*/ 744 w 747"/>
                <a:gd name="T53" fmla="*/ 71 h 340"/>
                <a:gd name="T54" fmla="*/ 739 w 747"/>
                <a:gd name="T55" fmla="*/ 185 h 340"/>
                <a:gd name="T56" fmla="*/ 716 w 747"/>
                <a:gd name="T57" fmla="*/ 247 h 340"/>
                <a:gd name="T58" fmla="*/ 701 w 747"/>
                <a:gd name="T59" fmla="*/ 254 h 340"/>
                <a:gd name="T60" fmla="*/ 708 w 747"/>
                <a:gd name="T61" fmla="*/ 226 h 340"/>
                <a:gd name="T62" fmla="*/ 706 w 747"/>
                <a:gd name="T63" fmla="*/ 197 h 340"/>
                <a:gd name="T64" fmla="*/ 694 w 747"/>
                <a:gd name="T65" fmla="*/ 214 h 340"/>
                <a:gd name="T66" fmla="*/ 682 w 747"/>
                <a:gd name="T67" fmla="*/ 259 h 340"/>
                <a:gd name="T68" fmla="*/ 666 w 747"/>
                <a:gd name="T69" fmla="*/ 283 h 340"/>
                <a:gd name="T70" fmla="*/ 651 w 747"/>
                <a:gd name="T71" fmla="*/ 295 h 340"/>
                <a:gd name="T72" fmla="*/ 625 w 747"/>
                <a:gd name="T73" fmla="*/ 314 h 340"/>
                <a:gd name="T74" fmla="*/ 594 w 747"/>
                <a:gd name="T75" fmla="*/ 321 h 340"/>
                <a:gd name="T76" fmla="*/ 587 w 747"/>
                <a:gd name="T77" fmla="*/ 314 h 340"/>
                <a:gd name="T78" fmla="*/ 590 w 747"/>
                <a:gd name="T79" fmla="*/ 306 h 340"/>
                <a:gd name="T80" fmla="*/ 594 w 747"/>
                <a:gd name="T81" fmla="*/ 304 h 340"/>
                <a:gd name="T82" fmla="*/ 611 w 747"/>
                <a:gd name="T83" fmla="*/ 297 h 340"/>
                <a:gd name="T84" fmla="*/ 625 w 747"/>
                <a:gd name="T85" fmla="*/ 287 h 340"/>
                <a:gd name="T86" fmla="*/ 635 w 747"/>
                <a:gd name="T87" fmla="*/ 271 h 340"/>
                <a:gd name="T88" fmla="*/ 623 w 747"/>
                <a:gd name="T89" fmla="*/ 223 h 340"/>
                <a:gd name="T90" fmla="*/ 606 w 747"/>
                <a:gd name="T91" fmla="*/ 183 h 340"/>
                <a:gd name="T92" fmla="*/ 575 w 747"/>
                <a:gd name="T93" fmla="*/ 190 h 340"/>
                <a:gd name="T94" fmla="*/ 497 w 747"/>
                <a:gd name="T95" fmla="*/ 219 h 340"/>
                <a:gd name="T96" fmla="*/ 449 w 747"/>
                <a:gd name="T97" fmla="*/ 230 h 340"/>
                <a:gd name="T98" fmla="*/ 426 w 747"/>
                <a:gd name="T99" fmla="*/ 245 h 340"/>
                <a:gd name="T100" fmla="*/ 390 w 747"/>
                <a:gd name="T101" fmla="*/ 254 h 340"/>
                <a:gd name="T102" fmla="*/ 345 w 747"/>
                <a:gd name="T103" fmla="*/ 268 h 340"/>
                <a:gd name="T104" fmla="*/ 261 w 747"/>
                <a:gd name="T105" fmla="*/ 297 h 340"/>
                <a:gd name="T106" fmla="*/ 176 w 747"/>
                <a:gd name="T107" fmla="*/ 323 h 340"/>
                <a:gd name="T108" fmla="*/ 133 w 747"/>
                <a:gd name="T109" fmla="*/ 335 h 340"/>
                <a:gd name="T110" fmla="*/ 90 w 747"/>
                <a:gd name="T111" fmla="*/ 340 h 340"/>
                <a:gd name="T112" fmla="*/ 59 w 747"/>
                <a:gd name="T113" fmla="*/ 34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47" h="340">
                  <a:moveTo>
                    <a:pt x="59" y="340"/>
                  </a:moveTo>
                  <a:lnTo>
                    <a:pt x="47" y="337"/>
                  </a:lnTo>
                  <a:lnTo>
                    <a:pt x="38" y="335"/>
                  </a:lnTo>
                  <a:lnTo>
                    <a:pt x="28" y="330"/>
                  </a:lnTo>
                  <a:lnTo>
                    <a:pt x="21" y="326"/>
                  </a:lnTo>
                  <a:lnTo>
                    <a:pt x="14" y="318"/>
                  </a:lnTo>
                  <a:lnTo>
                    <a:pt x="9" y="314"/>
                  </a:lnTo>
                  <a:lnTo>
                    <a:pt x="7" y="306"/>
                  </a:lnTo>
                  <a:lnTo>
                    <a:pt x="2" y="297"/>
                  </a:lnTo>
                  <a:lnTo>
                    <a:pt x="0" y="280"/>
                  </a:lnTo>
                  <a:lnTo>
                    <a:pt x="0" y="264"/>
                  </a:lnTo>
                  <a:lnTo>
                    <a:pt x="2" y="242"/>
                  </a:lnTo>
                  <a:lnTo>
                    <a:pt x="7" y="223"/>
                  </a:lnTo>
                  <a:lnTo>
                    <a:pt x="21" y="181"/>
                  </a:lnTo>
                  <a:lnTo>
                    <a:pt x="40" y="140"/>
                  </a:lnTo>
                  <a:lnTo>
                    <a:pt x="62" y="102"/>
                  </a:lnTo>
                  <a:lnTo>
                    <a:pt x="78" y="74"/>
                  </a:lnTo>
                  <a:lnTo>
                    <a:pt x="83" y="66"/>
                  </a:lnTo>
                  <a:lnTo>
                    <a:pt x="90" y="55"/>
                  </a:lnTo>
                  <a:lnTo>
                    <a:pt x="97" y="43"/>
                  </a:lnTo>
                  <a:lnTo>
                    <a:pt x="105" y="31"/>
                  </a:lnTo>
                  <a:lnTo>
                    <a:pt x="112" y="19"/>
                  </a:lnTo>
                  <a:lnTo>
                    <a:pt x="121" y="9"/>
                  </a:lnTo>
                  <a:lnTo>
                    <a:pt x="128" y="2"/>
                  </a:lnTo>
                  <a:lnTo>
                    <a:pt x="133" y="0"/>
                  </a:lnTo>
                  <a:lnTo>
                    <a:pt x="140" y="7"/>
                  </a:lnTo>
                  <a:lnTo>
                    <a:pt x="157" y="24"/>
                  </a:lnTo>
                  <a:lnTo>
                    <a:pt x="176" y="43"/>
                  </a:lnTo>
                  <a:lnTo>
                    <a:pt x="197" y="66"/>
                  </a:lnTo>
                  <a:lnTo>
                    <a:pt x="214" y="90"/>
                  </a:lnTo>
                  <a:lnTo>
                    <a:pt x="228" y="109"/>
                  </a:lnTo>
                  <a:lnTo>
                    <a:pt x="231" y="119"/>
                  </a:lnTo>
                  <a:lnTo>
                    <a:pt x="231" y="126"/>
                  </a:lnTo>
                  <a:lnTo>
                    <a:pt x="226" y="133"/>
                  </a:lnTo>
                  <a:lnTo>
                    <a:pt x="219" y="135"/>
                  </a:lnTo>
                  <a:lnTo>
                    <a:pt x="204" y="138"/>
                  </a:lnTo>
                  <a:lnTo>
                    <a:pt x="190" y="140"/>
                  </a:lnTo>
                  <a:lnTo>
                    <a:pt x="171" y="145"/>
                  </a:lnTo>
                  <a:lnTo>
                    <a:pt x="154" y="152"/>
                  </a:lnTo>
                  <a:lnTo>
                    <a:pt x="135" y="159"/>
                  </a:lnTo>
                  <a:lnTo>
                    <a:pt x="119" y="166"/>
                  </a:lnTo>
                  <a:lnTo>
                    <a:pt x="105" y="176"/>
                  </a:lnTo>
                  <a:lnTo>
                    <a:pt x="95" y="183"/>
                  </a:lnTo>
                  <a:lnTo>
                    <a:pt x="95" y="183"/>
                  </a:lnTo>
                  <a:lnTo>
                    <a:pt x="95" y="185"/>
                  </a:lnTo>
                  <a:lnTo>
                    <a:pt x="95" y="185"/>
                  </a:lnTo>
                  <a:lnTo>
                    <a:pt x="95" y="185"/>
                  </a:lnTo>
                  <a:lnTo>
                    <a:pt x="95" y="188"/>
                  </a:lnTo>
                  <a:lnTo>
                    <a:pt x="95" y="188"/>
                  </a:lnTo>
                  <a:lnTo>
                    <a:pt x="95" y="190"/>
                  </a:lnTo>
                  <a:lnTo>
                    <a:pt x="95" y="190"/>
                  </a:lnTo>
                  <a:lnTo>
                    <a:pt x="107" y="190"/>
                  </a:lnTo>
                  <a:lnTo>
                    <a:pt x="124" y="188"/>
                  </a:lnTo>
                  <a:lnTo>
                    <a:pt x="143" y="183"/>
                  </a:lnTo>
                  <a:lnTo>
                    <a:pt x="164" y="176"/>
                  </a:lnTo>
                  <a:lnTo>
                    <a:pt x="185" y="171"/>
                  </a:lnTo>
                  <a:lnTo>
                    <a:pt x="204" y="164"/>
                  </a:lnTo>
                  <a:lnTo>
                    <a:pt x="223" y="159"/>
                  </a:lnTo>
                  <a:lnTo>
                    <a:pt x="238" y="157"/>
                  </a:lnTo>
                  <a:lnTo>
                    <a:pt x="281" y="152"/>
                  </a:lnTo>
                  <a:lnTo>
                    <a:pt x="323" y="150"/>
                  </a:lnTo>
                  <a:lnTo>
                    <a:pt x="364" y="145"/>
                  </a:lnTo>
                  <a:lnTo>
                    <a:pt x="407" y="140"/>
                  </a:lnTo>
                  <a:lnTo>
                    <a:pt x="449" y="138"/>
                  </a:lnTo>
                  <a:lnTo>
                    <a:pt x="492" y="133"/>
                  </a:lnTo>
                  <a:lnTo>
                    <a:pt x="535" y="131"/>
                  </a:lnTo>
                  <a:lnTo>
                    <a:pt x="578" y="128"/>
                  </a:lnTo>
                  <a:lnTo>
                    <a:pt x="597" y="116"/>
                  </a:lnTo>
                  <a:lnTo>
                    <a:pt x="613" y="102"/>
                  </a:lnTo>
                  <a:lnTo>
                    <a:pt x="628" y="85"/>
                  </a:lnTo>
                  <a:lnTo>
                    <a:pt x="644" y="69"/>
                  </a:lnTo>
                  <a:lnTo>
                    <a:pt x="661" y="55"/>
                  </a:lnTo>
                  <a:lnTo>
                    <a:pt x="680" y="40"/>
                  </a:lnTo>
                  <a:lnTo>
                    <a:pt x="689" y="36"/>
                  </a:lnTo>
                  <a:lnTo>
                    <a:pt x="699" y="33"/>
                  </a:lnTo>
                  <a:lnTo>
                    <a:pt x="711" y="31"/>
                  </a:lnTo>
                  <a:lnTo>
                    <a:pt x="725" y="28"/>
                  </a:lnTo>
                  <a:lnTo>
                    <a:pt x="732" y="33"/>
                  </a:lnTo>
                  <a:lnTo>
                    <a:pt x="737" y="43"/>
                  </a:lnTo>
                  <a:lnTo>
                    <a:pt x="742" y="55"/>
                  </a:lnTo>
                  <a:lnTo>
                    <a:pt x="744" y="71"/>
                  </a:lnTo>
                  <a:lnTo>
                    <a:pt x="747" y="105"/>
                  </a:lnTo>
                  <a:lnTo>
                    <a:pt x="744" y="145"/>
                  </a:lnTo>
                  <a:lnTo>
                    <a:pt x="739" y="185"/>
                  </a:lnTo>
                  <a:lnTo>
                    <a:pt x="728" y="221"/>
                  </a:lnTo>
                  <a:lnTo>
                    <a:pt x="723" y="235"/>
                  </a:lnTo>
                  <a:lnTo>
                    <a:pt x="716" y="247"/>
                  </a:lnTo>
                  <a:lnTo>
                    <a:pt x="708" y="254"/>
                  </a:lnTo>
                  <a:lnTo>
                    <a:pt x="701" y="259"/>
                  </a:lnTo>
                  <a:lnTo>
                    <a:pt x="701" y="254"/>
                  </a:lnTo>
                  <a:lnTo>
                    <a:pt x="704" y="245"/>
                  </a:lnTo>
                  <a:lnTo>
                    <a:pt x="706" y="235"/>
                  </a:lnTo>
                  <a:lnTo>
                    <a:pt x="708" y="226"/>
                  </a:lnTo>
                  <a:lnTo>
                    <a:pt x="708" y="214"/>
                  </a:lnTo>
                  <a:lnTo>
                    <a:pt x="708" y="207"/>
                  </a:lnTo>
                  <a:lnTo>
                    <a:pt x="706" y="197"/>
                  </a:lnTo>
                  <a:lnTo>
                    <a:pt x="704" y="195"/>
                  </a:lnTo>
                  <a:lnTo>
                    <a:pt x="699" y="202"/>
                  </a:lnTo>
                  <a:lnTo>
                    <a:pt x="694" y="214"/>
                  </a:lnTo>
                  <a:lnTo>
                    <a:pt x="689" y="228"/>
                  </a:lnTo>
                  <a:lnTo>
                    <a:pt x="687" y="242"/>
                  </a:lnTo>
                  <a:lnTo>
                    <a:pt x="682" y="259"/>
                  </a:lnTo>
                  <a:lnTo>
                    <a:pt x="675" y="273"/>
                  </a:lnTo>
                  <a:lnTo>
                    <a:pt x="670" y="278"/>
                  </a:lnTo>
                  <a:lnTo>
                    <a:pt x="666" y="283"/>
                  </a:lnTo>
                  <a:lnTo>
                    <a:pt x="661" y="287"/>
                  </a:lnTo>
                  <a:lnTo>
                    <a:pt x="654" y="290"/>
                  </a:lnTo>
                  <a:lnTo>
                    <a:pt x="651" y="295"/>
                  </a:lnTo>
                  <a:lnTo>
                    <a:pt x="647" y="302"/>
                  </a:lnTo>
                  <a:lnTo>
                    <a:pt x="637" y="309"/>
                  </a:lnTo>
                  <a:lnTo>
                    <a:pt x="625" y="314"/>
                  </a:lnTo>
                  <a:lnTo>
                    <a:pt x="613" y="318"/>
                  </a:lnTo>
                  <a:lnTo>
                    <a:pt x="604" y="321"/>
                  </a:lnTo>
                  <a:lnTo>
                    <a:pt x="594" y="321"/>
                  </a:lnTo>
                  <a:lnTo>
                    <a:pt x="587" y="316"/>
                  </a:lnTo>
                  <a:lnTo>
                    <a:pt x="587" y="316"/>
                  </a:lnTo>
                  <a:lnTo>
                    <a:pt x="587" y="314"/>
                  </a:lnTo>
                  <a:lnTo>
                    <a:pt x="587" y="311"/>
                  </a:lnTo>
                  <a:lnTo>
                    <a:pt x="590" y="309"/>
                  </a:lnTo>
                  <a:lnTo>
                    <a:pt x="590" y="306"/>
                  </a:lnTo>
                  <a:lnTo>
                    <a:pt x="592" y="306"/>
                  </a:lnTo>
                  <a:lnTo>
                    <a:pt x="592" y="304"/>
                  </a:lnTo>
                  <a:lnTo>
                    <a:pt x="594" y="304"/>
                  </a:lnTo>
                  <a:lnTo>
                    <a:pt x="601" y="302"/>
                  </a:lnTo>
                  <a:lnTo>
                    <a:pt x="606" y="299"/>
                  </a:lnTo>
                  <a:lnTo>
                    <a:pt x="611" y="297"/>
                  </a:lnTo>
                  <a:lnTo>
                    <a:pt x="616" y="295"/>
                  </a:lnTo>
                  <a:lnTo>
                    <a:pt x="621" y="290"/>
                  </a:lnTo>
                  <a:lnTo>
                    <a:pt x="625" y="287"/>
                  </a:lnTo>
                  <a:lnTo>
                    <a:pt x="630" y="283"/>
                  </a:lnTo>
                  <a:lnTo>
                    <a:pt x="635" y="280"/>
                  </a:lnTo>
                  <a:lnTo>
                    <a:pt x="635" y="271"/>
                  </a:lnTo>
                  <a:lnTo>
                    <a:pt x="632" y="259"/>
                  </a:lnTo>
                  <a:lnTo>
                    <a:pt x="628" y="242"/>
                  </a:lnTo>
                  <a:lnTo>
                    <a:pt x="623" y="223"/>
                  </a:lnTo>
                  <a:lnTo>
                    <a:pt x="616" y="207"/>
                  </a:lnTo>
                  <a:lnTo>
                    <a:pt x="611" y="192"/>
                  </a:lnTo>
                  <a:lnTo>
                    <a:pt x="606" y="183"/>
                  </a:lnTo>
                  <a:lnTo>
                    <a:pt x="601" y="178"/>
                  </a:lnTo>
                  <a:lnTo>
                    <a:pt x="592" y="183"/>
                  </a:lnTo>
                  <a:lnTo>
                    <a:pt x="575" y="190"/>
                  </a:lnTo>
                  <a:lnTo>
                    <a:pt x="552" y="200"/>
                  </a:lnTo>
                  <a:lnTo>
                    <a:pt x="525" y="209"/>
                  </a:lnTo>
                  <a:lnTo>
                    <a:pt x="497" y="219"/>
                  </a:lnTo>
                  <a:lnTo>
                    <a:pt x="475" y="226"/>
                  </a:lnTo>
                  <a:lnTo>
                    <a:pt x="456" y="230"/>
                  </a:lnTo>
                  <a:lnTo>
                    <a:pt x="449" y="230"/>
                  </a:lnTo>
                  <a:lnTo>
                    <a:pt x="445" y="235"/>
                  </a:lnTo>
                  <a:lnTo>
                    <a:pt x="435" y="240"/>
                  </a:lnTo>
                  <a:lnTo>
                    <a:pt x="426" y="245"/>
                  </a:lnTo>
                  <a:lnTo>
                    <a:pt x="414" y="247"/>
                  </a:lnTo>
                  <a:lnTo>
                    <a:pt x="402" y="252"/>
                  </a:lnTo>
                  <a:lnTo>
                    <a:pt x="390" y="254"/>
                  </a:lnTo>
                  <a:lnTo>
                    <a:pt x="380" y="259"/>
                  </a:lnTo>
                  <a:lnTo>
                    <a:pt x="373" y="261"/>
                  </a:lnTo>
                  <a:lnTo>
                    <a:pt x="345" y="268"/>
                  </a:lnTo>
                  <a:lnTo>
                    <a:pt x="316" y="276"/>
                  </a:lnTo>
                  <a:lnTo>
                    <a:pt x="290" y="287"/>
                  </a:lnTo>
                  <a:lnTo>
                    <a:pt x="261" y="297"/>
                  </a:lnTo>
                  <a:lnTo>
                    <a:pt x="233" y="306"/>
                  </a:lnTo>
                  <a:lnTo>
                    <a:pt x="204" y="316"/>
                  </a:lnTo>
                  <a:lnTo>
                    <a:pt x="176" y="323"/>
                  </a:lnTo>
                  <a:lnTo>
                    <a:pt x="150" y="328"/>
                  </a:lnTo>
                  <a:lnTo>
                    <a:pt x="145" y="333"/>
                  </a:lnTo>
                  <a:lnTo>
                    <a:pt x="133" y="335"/>
                  </a:lnTo>
                  <a:lnTo>
                    <a:pt x="121" y="337"/>
                  </a:lnTo>
                  <a:lnTo>
                    <a:pt x="105" y="337"/>
                  </a:lnTo>
                  <a:lnTo>
                    <a:pt x="90" y="340"/>
                  </a:lnTo>
                  <a:lnTo>
                    <a:pt x="76" y="340"/>
                  </a:lnTo>
                  <a:lnTo>
                    <a:pt x="64" y="340"/>
                  </a:lnTo>
                  <a:lnTo>
                    <a:pt x="59" y="34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72" name="Freeform 40"/>
            <p:cNvSpPr>
              <a:spLocks/>
            </p:cNvSpPr>
            <p:nvPr/>
          </p:nvSpPr>
          <p:spPr bwMode="auto">
            <a:xfrm>
              <a:off x="1626" y="2284"/>
              <a:ext cx="22" cy="103"/>
            </a:xfrm>
            <a:custGeom>
              <a:avLst/>
              <a:gdLst>
                <a:gd name="T0" fmla="*/ 0 w 28"/>
                <a:gd name="T1" fmla="*/ 119 h 119"/>
                <a:gd name="T2" fmla="*/ 2 w 28"/>
                <a:gd name="T3" fmla="*/ 105 h 119"/>
                <a:gd name="T4" fmla="*/ 7 w 28"/>
                <a:gd name="T5" fmla="*/ 91 h 119"/>
                <a:gd name="T6" fmla="*/ 9 w 28"/>
                <a:gd name="T7" fmla="*/ 74 h 119"/>
                <a:gd name="T8" fmla="*/ 12 w 28"/>
                <a:gd name="T9" fmla="*/ 60 h 119"/>
                <a:gd name="T10" fmla="*/ 14 w 28"/>
                <a:gd name="T11" fmla="*/ 45 h 119"/>
                <a:gd name="T12" fmla="*/ 16 w 28"/>
                <a:gd name="T13" fmla="*/ 31 h 119"/>
                <a:gd name="T14" fmla="*/ 19 w 28"/>
                <a:gd name="T15" fmla="*/ 15 h 119"/>
                <a:gd name="T16" fmla="*/ 21 w 28"/>
                <a:gd name="T17" fmla="*/ 0 h 119"/>
                <a:gd name="T18" fmla="*/ 21 w 28"/>
                <a:gd name="T19" fmla="*/ 0 h 119"/>
                <a:gd name="T20" fmla="*/ 21 w 28"/>
                <a:gd name="T21" fmla="*/ 0 h 119"/>
                <a:gd name="T22" fmla="*/ 21 w 28"/>
                <a:gd name="T23" fmla="*/ 0 h 119"/>
                <a:gd name="T24" fmla="*/ 21 w 28"/>
                <a:gd name="T25" fmla="*/ 0 h 119"/>
                <a:gd name="T26" fmla="*/ 21 w 28"/>
                <a:gd name="T27" fmla="*/ 0 h 119"/>
                <a:gd name="T28" fmla="*/ 24 w 28"/>
                <a:gd name="T29" fmla="*/ 0 h 119"/>
                <a:gd name="T30" fmla="*/ 24 w 28"/>
                <a:gd name="T31" fmla="*/ 0 h 119"/>
                <a:gd name="T32" fmla="*/ 24 w 28"/>
                <a:gd name="T33" fmla="*/ 0 h 119"/>
                <a:gd name="T34" fmla="*/ 26 w 28"/>
                <a:gd name="T35" fmla="*/ 15 h 119"/>
                <a:gd name="T36" fmla="*/ 26 w 28"/>
                <a:gd name="T37" fmla="*/ 29 h 119"/>
                <a:gd name="T38" fmla="*/ 28 w 28"/>
                <a:gd name="T39" fmla="*/ 48 h 119"/>
                <a:gd name="T40" fmla="*/ 28 w 28"/>
                <a:gd name="T41" fmla="*/ 64 h 119"/>
                <a:gd name="T42" fmla="*/ 26 w 28"/>
                <a:gd name="T43" fmla="*/ 81 h 119"/>
                <a:gd name="T44" fmla="*/ 21 w 28"/>
                <a:gd name="T45" fmla="*/ 98 h 119"/>
                <a:gd name="T46" fmla="*/ 19 w 28"/>
                <a:gd name="T47" fmla="*/ 105 h 119"/>
                <a:gd name="T48" fmla="*/ 14 w 28"/>
                <a:gd name="T49" fmla="*/ 110 h 119"/>
                <a:gd name="T50" fmla="*/ 7 w 28"/>
                <a:gd name="T51" fmla="*/ 117 h 119"/>
                <a:gd name="T52" fmla="*/ 0 w 28"/>
                <a:gd name="T53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8" h="119">
                  <a:moveTo>
                    <a:pt x="0" y="119"/>
                  </a:moveTo>
                  <a:lnTo>
                    <a:pt x="2" y="105"/>
                  </a:lnTo>
                  <a:lnTo>
                    <a:pt x="7" y="91"/>
                  </a:lnTo>
                  <a:lnTo>
                    <a:pt x="9" y="74"/>
                  </a:lnTo>
                  <a:lnTo>
                    <a:pt x="12" y="60"/>
                  </a:lnTo>
                  <a:lnTo>
                    <a:pt x="14" y="45"/>
                  </a:lnTo>
                  <a:lnTo>
                    <a:pt x="16" y="31"/>
                  </a:lnTo>
                  <a:lnTo>
                    <a:pt x="19" y="15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15"/>
                  </a:lnTo>
                  <a:lnTo>
                    <a:pt x="26" y="29"/>
                  </a:lnTo>
                  <a:lnTo>
                    <a:pt x="28" y="48"/>
                  </a:lnTo>
                  <a:lnTo>
                    <a:pt x="28" y="64"/>
                  </a:lnTo>
                  <a:lnTo>
                    <a:pt x="26" y="81"/>
                  </a:lnTo>
                  <a:lnTo>
                    <a:pt x="21" y="98"/>
                  </a:lnTo>
                  <a:lnTo>
                    <a:pt x="19" y="105"/>
                  </a:lnTo>
                  <a:lnTo>
                    <a:pt x="14" y="110"/>
                  </a:lnTo>
                  <a:lnTo>
                    <a:pt x="7" y="117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73" name="Freeform 41"/>
            <p:cNvSpPr>
              <a:spLocks/>
            </p:cNvSpPr>
            <p:nvPr/>
          </p:nvSpPr>
          <p:spPr bwMode="auto">
            <a:xfrm>
              <a:off x="1129" y="2342"/>
              <a:ext cx="8" cy="6"/>
            </a:xfrm>
            <a:custGeom>
              <a:avLst/>
              <a:gdLst>
                <a:gd name="T0" fmla="*/ 0 w 9"/>
                <a:gd name="T1" fmla="*/ 7 h 7"/>
                <a:gd name="T2" fmla="*/ 0 w 9"/>
                <a:gd name="T3" fmla="*/ 5 h 7"/>
                <a:gd name="T4" fmla="*/ 0 w 9"/>
                <a:gd name="T5" fmla="*/ 5 h 7"/>
                <a:gd name="T6" fmla="*/ 0 w 9"/>
                <a:gd name="T7" fmla="*/ 5 h 7"/>
                <a:gd name="T8" fmla="*/ 0 w 9"/>
                <a:gd name="T9" fmla="*/ 5 h 7"/>
                <a:gd name="T10" fmla="*/ 0 w 9"/>
                <a:gd name="T11" fmla="*/ 5 h 7"/>
                <a:gd name="T12" fmla="*/ 0 w 9"/>
                <a:gd name="T13" fmla="*/ 2 h 7"/>
                <a:gd name="T14" fmla="*/ 0 w 9"/>
                <a:gd name="T15" fmla="*/ 2 h 7"/>
                <a:gd name="T16" fmla="*/ 0 w 9"/>
                <a:gd name="T17" fmla="*/ 2 h 7"/>
                <a:gd name="T18" fmla="*/ 0 w 9"/>
                <a:gd name="T19" fmla="*/ 2 h 7"/>
                <a:gd name="T20" fmla="*/ 2 w 9"/>
                <a:gd name="T21" fmla="*/ 2 h 7"/>
                <a:gd name="T22" fmla="*/ 2 w 9"/>
                <a:gd name="T23" fmla="*/ 0 h 7"/>
                <a:gd name="T24" fmla="*/ 2 w 9"/>
                <a:gd name="T25" fmla="*/ 0 h 7"/>
                <a:gd name="T26" fmla="*/ 4 w 9"/>
                <a:gd name="T27" fmla="*/ 0 h 7"/>
                <a:gd name="T28" fmla="*/ 4 w 9"/>
                <a:gd name="T29" fmla="*/ 0 h 7"/>
                <a:gd name="T30" fmla="*/ 7 w 9"/>
                <a:gd name="T31" fmla="*/ 0 h 7"/>
                <a:gd name="T32" fmla="*/ 9 w 9"/>
                <a:gd name="T33" fmla="*/ 0 h 7"/>
                <a:gd name="T34" fmla="*/ 7 w 9"/>
                <a:gd name="T35" fmla="*/ 2 h 7"/>
                <a:gd name="T36" fmla="*/ 7 w 9"/>
                <a:gd name="T37" fmla="*/ 2 h 7"/>
                <a:gd name="T38" fmla="*/ 7 w 9"/>
                <a:gd name="T39" fmla="*/ 2 h 7"/>
                <a:gd name="T40" fmla="*/ 7 w 9"/>
                <a:gd name="T41" fmla="*/ 2 h 7"/>
                <a:gd name="T42" fmla="*/ 4 w 9"/>
                <a:gd name="T43" fmla="*/ 2 h 7"/>
                <a:gd name="T44" fmla="*/ 4 w 9"/>
                <a:gd name="T45" fmla="*/ 5 h 7"/>
                <a:gd name="T46" fmla="*/ 2 w 9"/>
                <a:gd name="T47" fmla="*/ 5 h 7"/>
                <a:gd name="T48" fmla="*/ 0 w 9"/>
                <a:gd name="T4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" h="7">
                  <a:moveTo>
                    <a:pt x="0" y="7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4" y="2"/>
                  </a:lnTo>
                  <a:lnTo>
                    <a:pt x="4" y="5"/>
                  </a:lnTo>
                  <a:lnTo>
                    <a:pt x="2" y="5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74" name="Freeform 42"/>
            <p:cNvSpPr>
              <a:spLocks/>
            </p:cNvSpPr>
            <p:nvPr/>
          </p:nvSpPr>
          <p:spPr bwMode="auto">
            <a:xfrm>
              <a:off x="1225" y="2317"/>
              <a:ext cx="5" cy="3"/>
            </a:xfrm>
            <a:custGeom>
              <a:avLst/>
              <a:gdLst>
                <a:gd name="T0" fmla="*/ 0 w 7"/>
                <a:gd name="T1" fmla="*/ 3 h 3"/>
                <a:gd name="T2" fmla="*/ 2 w 7"/>
                <a:gd name="T3" fmla="*/ 0 h 3"/>
                <a:gd name="T4" fmla="*/ 2 w 7"/>
                <a:gd name="T5" fmla="*/ 0 h 3"/>
                <a:gd name="T6" fmla="*/ 2 w 7"/>
                <a:gd name="T7" fmla="*/ 0 h 3"/>
                <a:gd name="T8" fmla="*/ 2 w 7"/>
                <a:gd name="T9" fmla="*/ 0 h 3"/>
                <a:gd name="T10" fmla="*/ 5 w 7"/>
                <a:gd name="T11" fmla="*/ 0 h 3"/>
                <a:gd name="T12" fmla="*/ 5 w 7"/>
                <a:gd name="T13" fmla="*/ 0 h 3"/>
                <a:gd name="T14" fmla="*/ 5 w 7"/>
                <a:gd name="T15" fmla="*/ 0 h 3"/>
                <a:gd name="T16" fmla="*/ 7 w 7"/>
                <a:gd name="T17" fmla="*/ 0 h 3"/>
                <a:gd name="T18" fmla="*/ 7 w 7"/>
                <a:gd name="T19" fmla="*/ 0 h 3"/>
                <a:gd name="T20" fmla="*/ 7 w 7"/>
                <a:gd name="T21" fmla="*/ 0 h 3"/>
                <a:gd name="T22" fmla="*/ 7 w 7"/>
                <a:gd name="T23" fmla="*/ 0 h 3"/>
                <a:gd name="T24" fmla="*/ 7 w 7"/>
                <a:gd name="T25" fmla="*/ 0 h 3"/>
                <a:gd name="T26" fmla="*/ 7 w 7"/>
                <a:gd name="T27" fmla="*/ 3 h 3"/>
                <a:gd name="T28" fmla="*/ 7 w 7"/>
                <a:gd name="T29" fmla="*/ 3 h 3"/>
                <a:gd name="T30" fmla="*/ 5 w 7"/>
                <a:gd name="T31" fmla="*/ 3 h 3"/>
                <a:gd name="T32" fmla="*/ 5 w 7"/>
                <a:gd name="T33" fmla="*/ 3 h 3"/>
                <a:gd name="T34" fmla="*/ 5 w 7"/>
                <a:gd name="T35" fmla="*/ 3 h 3"/>
                <a:gd name="T36" fmla="*/ 5 w 7"/>
                <a:gd name="T37" fmla="*/ 3 h 3"/>
                <a:gd name="T38" fmla="*/ 5 w 7"/>
                <a:gd name="T39" fmla="*/ 3 h 3"/>
                <a:gd name="T40" fmla="*/ 2 w 7"/>
                <a:gd name="T41" fmla="*/ 3 h 3"/>
                <a:gd name="T42" fmla="*/ 2 w 7"/>
                <a:gd name="T43" fmla="*/ 3 h 3"/>
                <a:gd name="T44" fmla="*/ 2 w 7"/>
                <a:gd name="T45" fmla="*/ 3 h 3"/>
                <a:gd name="T46" fmla="*/ 0 w 7"/>
                <a:gd name="T47" fmla="*/ 3 h 3"/>
                <a:gd name="T48" fmla="*/ 0 w 7"/>
                <a:gd name="T4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3"/>
                  </a:lnTo>
                  <a:lnTo>
                    <a:pt x="7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75" name="Freeform 43"/>
            <p:cNvSpPr>
              <a:spLocks/>
            </p:cNvSpPr>
            <p:nvPr/>
          </p:nvSpPr>
          <p:spPr bwMode="auto">
            <a:xfrm>
              <a:off x="1245" y="1997"/>
              <a:ext cx="356" cy="304"/>
            </a:xfrm>
            <a:custGeom>
              <a:avLst/>
              <a:gdLst>
                <a:gd name="T0" fmla="*/ 2 w 452"/>
                <a:gd name="T1" fmla="*/ 342 h 351"/>
                <a:gd name="T2" fmla="*/ 17 w 452"/>
                <a:gd name="T3" fmla="*/ 320 h 351"/>
                <a:gd name="T4" fmla="*/ 52 w 452"/>
                <a:gd name="T5" fmla="*/ 285 h 351"/>
                <a:gd name="T6" fmla="*/ 114 w 452"/>
                <a:gd name="T7" fmla="*/ 235 h 351"/>
                <a:gd name="T8" fmla="*/ 171 w 452"/>
                <a:gd name="T9" fmla="*/ 202 h 351"/>
                <a:gd name="T10" fmla="*/ 197 w 452"/>
                <a:gd name="T11" fmla="*/ 178 h 351"/>
                <a:gd name="T12" fmla="*/ 214 w 452"/>
                <a:gd name="T13" fmla="*/ 128 h 351"/>
                <a:gd name="T14" fmla="*/ 224 w 452"/>
                <a:gd name="T15" fmla="*/ 68 h 351"/>
                <a:gd name="T16" fmla="*/ 226 w 452"/>
                <a:gd name="T17" fmla="*/ 16 h 351"/>
                <a:gd name="T18" fmla="*/ 240 w 452"/>
                <a:gd name="T19" fmla="*/ 0 h 351"/>
                <a:gd name="T20" fmla="*/ 259 w 452"/>
                <a:gd name="T21" fmla="*/ 9 h 351"/>
                <a:gd name="T22" fmla="*/ 266 w 452"/>
                <a:gd name="T23" fmla="*/ 28 h 351"/>
                <a:gd name="T24" fmla="*/ 266 w 452"/>
                <a:gd name="T25" fmla="*/ 52 h 351"/>
                <a:gd name="T26" fmla="*/ 259 w 452"/>
                <a:gd name="T27" fmla="*/ 90 h 351"/>
                <a:gd name="T28" fmla="*/ 252 w 452"/>
                <a:gd name="T29" fmla="*/ 128 h 351"/>
                <a:gd name="T30" fmla="*/ 255 w 452"/>
                <a:gd name="T31" fmla="*/ 149 h 351"/>
                <a:gd name="T32" fmla="*/ 269 w 452"/>
                <a:gd name="T33" fmla="*/ 154 h 351"/>
                <a:gd name="T34" fmla="*/ 300 w 452"/>
                <a:gd name="T35" fmla="*/ 142 h 351"/>
                <a:gd name="T36" fmla="*/ 333 w 452"/>
                <a:gd name="T37" fmla="*/ 126 h 351"/>
                <a:gd name="T38" fmla="*/ 369 w 452"/>
                <a:gd name="T39" fmla="*/ 109 h 351"/>
                <a:gd name="T40" fmla="*/ 392 w 452"/>
                <a:gd name="T41" fmla="*/ 102 h 351"/>
                <a:gd name="T42" fmla="*/ 407 w 452"/>
                <a:gd name="T43" fmla="*/ 97 h 351"/>
                <a:gd name="T44" fmla="*/ 426 w 452"/>
                <a:gd name="T45" fmla="*/ 92 h 351"/>
                <a:gd name="T46" fmla="*/ 442 w 452"/>
                <a:gd name="T47" fmla="*/ 90 h 351"/>
                <a:gd name="T48" fmla="*/ 452 w 452"/>
                <a:gd name="T49" fmla="*/ 95 h 351"/>
                <a:gd name="T50" fmla="*/ 447 w 452"/>
                <a:gd name="T51" fmla="*/ 106 h 351"/>
                <a:gd name="T52" fmla="*/ 440 w 452"/>
                <a:gd name="T53" fmla="*/ 121 h 351"/>
                <a:gd name="T54" fmla="*/ 433 w 452"/>
                <a:gd name="T55" fmla="*/ 135 h 351"/>
                <a:gd name="T56" fmla="*/ 430 w 452"/>
                <a:gd name="T57" fmla="*/ 147 h 351"/>
                <a:gd name="T58" fmla="*/ 433 w 452"/>
                <a:gd name="T59" fmla="*/ 166 h 351"/>
                <a:gd name="T60" fmla="*/ 433 w 452"/>
                <a:gd name="T61" fmla="*/ 183 h 351"/>
                <a:gd name="T62" fmla="*/ 428 w 452"/>
                <a:gd name="T63" fmla="*/ 197 h 351"/>
                <a:gd name="T64" fmla="*/ 421 w 452"/>
                <a:gd name="T65" fmla="*/ 206 h 351"/>
                <a:gd name="T66" fmla="*/ 423 w 452"/>
                <a:gd name="T67" fmla="*/ 216 h 351"/>
                <a:gd name="T68" fmla="*/ 423 w 452"/>
                <a:gd name="T69" fmla="*/ 225 h 351"/>
                <a:gd name="T70" fmla="*/ 426 w 452"/>
                <a:gd name="T71" fmla="*/ 235 h 351"/>
                <a:gd name="T72" fmla="*/ 409 w 452"/>
                <a:gd name="T73" fmla="*/ 251 h 351"/>
                <a:gd name="T74" fmla="*/ 383 w 452"/>
                <a:gd name="T75" fmla="*/ 270 h 351"/>
                <a:gd name="T76" fmla="*/ 362 w 452"/>
                <a:gd name="T77" fmla="*/ 292 h 351"/>
                <a:gd name="T78" fmla="*/ 340 w 452"/>
                <a:gd name="T79" fmla="*/ 313 h 351"/>
                <a:gd name="T80" fmla="*/ 288 w 452"/>
                <a:gd name="T81" fmla="*/ 332 h 351"/>
                <a:gd name="T82" fmla="*/ 207 w 452"/>
                <a:gd name="T83" fmla="*/ 339 h 351"/>
                <a:gd name="T84" fmla="*/ 121 w 452"/>
                <a:gd name="T85" fmla="*/ 342 h 351"/>
                <a:gd name="T86" fmla="*/ 41 w 452"/>
                <a:gd name="T87" fmla="*/ 347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52" h="351">
                  <a:moveTo>
                    <a:pt x="0" y="351"/>
                  </a:moveTo>
                  <a:lnTo>
                    <a:pt x="2" y="342"/>
                  </a:lnTo>
                  <a:lnTo>
                    <a:pt x="7" y="332"/>
                  </a:lnTo>
                  <a:lnTo>
                    <a:pt x="17" y="320"/>
                  </a:lnTo>
                  <a:lnTo>
                    <a:pt x="26" y="308"/>
                  </a:lnTo>
                  <a:lnTo>
                    <a:pt x="52" y="285"/>
                  </a:lnTo>
                  <a:lnTo>
                    <a:pt x="83" y="259"/>
                  </a:lnTo>
                  <a:lnTo>
                    <a:pt x="114" y="235"/>
                  </a:lnTo>
                  <a:lnTo>
                    <a:pt x="145" y="213"/>
                  </a:lnTo>
                  <a:lnTo>
                    <a:pt x="171" y="202"/>
                  </a:lnTo>
                  <a:lnTo>
                    <a:pt x="188" y="194"/>
                  </a:lnTo>
                  <a:lnTo>
                    <a:pt x="197" y="178"/>
                  </a:lnTo>
                  <a:lnTo>
                    <a:pt x="207" y="154"/>
                  </a:lnTo>
                  <a:lnTo>
                    <a:pt x="214" y="128"/>
                  </a:lnTo>
                  <a:lnTo>
                    <a:pt x="219" y="97"/>
                  </a:lnTo>
                  <a:lnTo>
                    <a:pt x="224" y="68"/>
                  </a:lnTo>
                  <a:lnTo>
                    <a:pt x="226" y="42"/>
                  </a:lnTo>
                  <a:lnTo>
                    <a:pt x="226" y="16"/>
                  </a:lnTo>
                  <a:lnTo>
                    <a:pt x="226" y="0"/>
                  </a:lnTo>
                  <a:lnTo>
                    <a:pt x="240" y="0"/>
                  </a:lnTo>
                  <a:lnTo>
                    <a:pt x="250" y="4"/>
                  </a:lnTo>
                  <a:lnTo>
                    <a:pt x="259" y="9"/>
                  </a:lnTo>
                  <a:lnTo>
                    <a:pt x="264" y="19"/>
                  </a:lnTo>
                  <a:lnTo>
                    <a:pt x="266" y="28"/>
                  </a:lnTo>
                  <a:lnTo>
                    <a:pt x="266" y="40"/>
                  </a:lnTo>
                  <a:lnTo>
                    <a:pt x="266" y="52"/>
                  </a:lnTo>
                  <a:lnTo>
                    <a:pt x="264" y="64"/>
                  </a:lnTo>
                  <a:lnTo>
                    <a:pt x="259" y="90"/>
                  </a:lnTo>
                  <a:lnTo>
                    <a:pt x="255" y="116"/>
                  </a:lnTo>
                  <a:lnTo>
                    <a:pt x="252" y="128"/>
                  </a:lnTo>
                  <a:lnTo>
                    <a:pt x="252" y="140"/>
                  </a:lnTo>
                  <a:lnTo>
                    <a:pt x="255" y="149"/>
                  </a:lnTo>
                  <a:lnTo>
                    <a:pt x="259" y="156"/>
                  </a:lnTo>
                  <a:lnTo>
                    <a:pt x="269" y="154"/>
                  </a:lnTo>
                  <a:lnTo>
                    <a:pt x="283" y="149"/>
                  </a:lnTo>
                  <a:lnTo>
                    <a:pt x="300" y="142"/>
                  </a:lnTo>
                  <a:lnTo>
                    <a:pt x="316" y="135"/>
                  </a:lnTo>
                  <a:lnTo>
                    <a:pt x="333" y="126"/>
                  </a:lnTo>
                  <a:lnTo>
                    <a:pt x="352" y="116"/>
                  </a:lnTo>
                  <a:lnTo>
                    <a:pt x="369" y="109"/>
                  </a:lnTo>
                  <a:lnTo>
                    <a:pt x="385" y="104"/>
                  </a:lnTo>
                  <a:lnTo>
                    <a:pt x="392" y="102"/>
                  </a:lnTo>
                  <a:lnTo>
                    <a:pt x="400" y="99"/>
                  </a:lnTo>
                  <a:lnTo>
                    <a:pt x="407" y="97"/>
                  </a:lnTo>
                  <a:lnTo>
                    <a:pt x="416" y="95"/>
                  </a:lnTo>
                  <a:lnTo>
                    <a:pt x="426" y="92"/>
                  </a:lnTo>
                  <a:lnTo>
                    <a:pt x="433" y="92"/>
                  </a:lnTo>
                  <a:lnTo>
                    <a:pt x="442" y="90"/>
                  </a:lnTo>
                  <a:lnTo>
                    <a:pt x="449" y="90"/>
                  </a:lnTo>
                  <a:lnTo>
                    <a:pt x="452" y="95"/>
                  </a:lnTo>
                  <a:lnTo>
                    <a:pt x="449" y="102"/>
                  </a:lnTo>
                  <a:lnTo>
                    <a:pt x="447" y="106"/>
                  </a:lnTo>
                  <a:lnTo>
                    <a:pt x="445" y="114"/>
                  </a:lnTo>
                  <a:lnTo>
                    <a:pt x="440" y="121"/>
                  </a:lnTo>
                  <a:lnTo>
                    <a:pt x="438" y="128"/>
                  </a:lnTo>
                  <a:lnTo>
                    <a:pt x="433" y="135"/>
                  </a:lnTo>
                  <a:lnTo>
                    <a:pt x="430" y="140"/>
                  </a:lnTo>
                  <a:lnTo>
                    <a:pt x="430" y="147"/>
                  </a:lnTo>
                  <a:lnTo>
                    <a:pt x="433" y="156"/>
                  </a:lnTo>
                  <a:lnTo>
                    <a:pt x="433" y="166"/>
                  </a:lnTo>
                  <a:lnTo>
                    <a:pt x="433" y="175"/>
                  </a:lnTo>
                  <a:lnTo>
                    <a:pt x="433" y="183"/>
                  </a:lnTo>
                  <a:lnTo>
                    <a:pt x="430" y="192"/>
                  </a:lnTo>
                  <a:lnTo>
                    <a:pt x="428" y="197"/>
                  </a:lnTo>
                  <a:lnTo>
                    <a:pt x="421" y="202"/>
                  </a:lnTo>
                  <a:lnTo>
                    <a:pt x="421" y="206"/>
                  </a:lnTo>
                  <a:lnTo>
                    <a:pt x="421" y="211"/>
                  </a:lnTo>
                  <a:lnTo>
                    <a:pt x="423" y="216"/>
                  </a:lnTo>
                  <a:lnTo>
                    <a:pt x="423" y="221"/>
                  </a:lnTo>
                  <a:lnTo>
                    <a:pt x="423" y="225"/>
                  </a:lnTo>
                  <a:lnTo>
                    <a:pt x="426" y="230"/>
                  </a:lnTo>
                  <a:lnTo>
                    <a:pt x="426" y="235"/>
                  </a:lnTo>
                  <a:lnTo>
                    <a:pt x="426" y="240"/>
                  </a:lnTo>
                  <a:lnTo>
                    <a:pt x="409" y="251"/>
                  </a:lnTo>
                  <a:lnTo>
                    <a:pt x="395" y="261"/>
                  </a:lnTo>
                  <a:lnTo>
                    <a:pt x="383" y="270"/>
                  </a:lnTo>
                  <a:lnTo>
                    <a:pt x="371" y="280"/>
                  </a:lnTo>
                  <a:lnTo>
                    <a:pt x="362" y="292"/>
                  </a:lnTo>
                  <a:lnTo>
                    <a:pt x="352" y="301"/>
                  </a:lnTo>
                  <a:lnTo>
                    <a:pt x="340" y="313"/>
                  </a:lnTo>
                  <a:lnTo>
                    <a:pt x="328" y="325"/>
                  </a:lnTo>
                  <a:lnTo>
                    <a:pt x="288" y="332"/>
                  </a:lnTo>
                  <a:lnTo>
                    <a:pt x="247" y="337"/>
                  </a:lnTo>
                  <a:lnTo>
                    <a:pt x="207" y="339"/>
                  </a:lnTo>
                  <a:lnTo>
                    <a:pt x="164" y="342"/>
                  </a:lnTo>
                  <a:lnTo>
                    <a:pt x="121" y="342"/>
                  </a:lnTo>
                  <a:lnTo>
                    <a:pt x="81" y="344"/>
                  </a:lnTo>
                  <a:lnTo>
                    <a:pt x="41" y="347"/>
                  </a:lnTo>
                  <a:lnTo>
                    <a:pt x="0" y="351"/>
                  </a:ln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76" name="Freeform 44"/>
            <p:cNvSpPr>
              <a:spLocks/>
            </p:cNvSpPr>
            <p:nvPr/>
          </p:nvSpPr>
          <p:spPr bwMode="auto">
            <a:xfrm>
              <a:off x="1116" y="1941"/>
              <a:ext cx="292" cy="343"/>
            </a:xfrm>
            <a:custGeom>
              <a:avLst/>
              <a:gdLst>
                <a:gd name="T0" fmla="*/ 124 w 371"/>
                <a:gd name="T1" fmla="*/ 371 h 397"/>
                <a:gd name="T2" fmla="*/ 86 w 371"/>
                <a:gd name="T3" fmla="*/ 321 h 397"/>
                <a:gd name="T4" fmla="*/ 55 w 371"/>
                <a:gd name="T5" fmla="*/ 290 h 397"/>
                <a:gd name="T6" fmla="*/ 40 w 371"/>
                <a:gd name="T7" fmla="*/ 271 h 397"/>
                <a:gd name="T8" fmla="*/ 14 w 371"/>
                <a:gd name="T9" fmla="*/ 252 h 397"/>
                <a:gd name="T10" fmla="*/ 2 w 371"/>
                <a:gd name="T11" fmla="*/ 240 h 397"/>
                <a:gd name="T12" fmla="*/ 12 w 371"/>
                <a:gd name="T13" fmla="*/ 229 h 397"/>
                <a:gd name="T14" fmla="*/ 24 w 371"/>
                <a:gd name="T15" fmla="*/ 219 h 397"/>
                <a:gd name="T16" fmla="*/ 48 w 371"/>
                <a:gd name="T17" fmla="*/ 240 h 397"/>
                <a:gd name="T18" fmla="*/ 88 w 371"/>
                <a:gd name="T19" fmla="*/ 290 h 397"/>
                <a:gd name="T20" fmla="*/ 128 w 371"/>
                <a:gd name="T21" fmla="*/ 316 h 397"/>
                <a:gd name="T22" fmla="*/ 128 w 371"/>
                <a:gd name="T23" fmla="*/ 314 h 397"/>
                <a:gd name="T24" fmla="*/ 128 w 371"/>
                <a:gd name="T25" fmla="*/ 314 h 397"/>
                <a:gd name="T26" fmla="*/ 124 w 371"/>
                <a:gd name="T27" fmla="*/ 307 h 397"/>
                <a:gd name="T28" fmla="*/ 95 w 371"/>
                <a:gd name="T29" fmla="*/ 276 h 397"/>
                <a:gd name="T30" fmla="*/ 71 w 371"/>
                <a:gd name="T31" fmla="*/ 245 h 397"/>
                <a:gd name="T32" fmla="*/ 90 w 371"/>
                <a:gd name="T33" fmla="*/ 219 h 397"/>
                <a:gd name="T34" fmla="*/ 121 w 371"/>
                <a:gd name="T35" fmla="*/ 188 h 397"/>
                <a:gd name="T36" fmla="*/ 157 w 371"/>
                <a:gd name="T37" fmla="*/ 157 h 397"/>
                <a:gd name="T38" fmla="*/ 162 w 371"/>
                <a:gd name="T39" fmla="*/ 150 h 397"/>
                <a:gd name="T40" fmla="*/ 162 w 371"/>
                <a:gd name="T41" fmla="*/ 145 h 397"/>
                <a:gd name="T42" fmla="*/ 159 w 371"/>
                <a:gd name="T43" fmla="*/ 138 h 397"/>
                <a:gd name="T44" fmla="*/ 155 w 371"/>
                <a:gd name="T45" fmla="*/ 141 h 397"/>
                <a:gd name="T46" fmla="*/ 152 w 371"/>
                <a:gd name="T47" fmla="*/ 141 h 397"/>
                <a:gd name="T48" fmla="*/ 159 w 371"/>
                <a:gd name="T49" fmla="*/ 119 h 397"/>
                <a:gd name="T50" fmla="*/ 188 w 371"/>
                <a:gd name="T51" fmla="*/ 74 h 397"/>
                <a:gd name="T52" fmla="*/ 212 w 371"/>
                <a:gd name="T53" fmla="*/ 46 h 397"/>
                <a:gd name="T54" fmla="*/ 254 w 371"/>
                <a:gd name="T55" fmla="*/ 12 h 397"/>
                <a:gd name="T56" fmla="*/ 295 w 371"/>
                <a:gd name="T57" fmla="*/ 0 h 397"/>
                <a:gd name="T58" fmla="*/ 328 w 371"/>
                <a:gd name="T59" fmla="*/ 8 h 397"/>
                <a:gd name="T60" fmla="*/ 352 w 371"/>
                <a:gd name="T61" fmla="*/ 36 h 397"/>
                <a:gd name="T62" fmla="*/ 364 w 371"/>
                <a:gd name="T63" fmla="*/ 86 h 397"/>
                <a:gd name="T64" fmla="*/ 361 w 371"/>
                <a:gd name="T65" fmla="*/ 117 h 397"/>
                <a:gd name="T66" fmla="*/ 354 w 371"/>
                <a:gd name="T67" fmla="*/ 136 h 397"/>
                <a:gd name="T68" fmla="*/ 357 w 371"/>
                <a:gd name="T69" fmla="*/ 152 h 397"/>
                <a:gd name="T70" fmla="*/ 364 w 371"/>
                <a:gd name="T71" fmla="*/ 143 h 397"/>
                <a:gd name="T72" fmla="*/ 369 w 371"/>
                <a:gd name="T73" fmla="*/ 129 h 397"/>
                <a:gd name="T74" fmla="*/ 371 w 371"/>
                <a:gd name="T75" fmla="*/ 133 h 397"/>
                <a:gd name="T76" fmla="*/ 364 w 371"/>
                <a:gd name="T77" fmla="*/ 183 h 397"/>
                <a:gd name="T78" fmla="*/ 350 w 371"/>
                <a:gd name="T79" fmla="*/ 226 h 397"/>
                <a:gd name="T80" fmla="*/ 338 w 371"/>
                <a:gd name="T81" fmla="*/ 238 h 397"/>
                <a:gd name="T82" fmla="*/ 278 w 371"/>
                <a:gd name="T83" fmla="*/ 276 h 397"/>
                <a:gd name="T84" fmla="*/ 219 w 371"/>
                <a:gd name="T85" fmla="*/ 316 h 397"/>
                <a:gd name="T86" fmla="*/ 188 w 371"/>
                <a:gd name="T87" fmla="*/ 352 h 397"/>
                <a:gd name="T88" fmla="*/ 186 w 371"/>
                <a:gd name="T89" fmla="*/ 352 h 397"/>
                <a:gd name="T90" fmla="*/ 186 w 371"/>
                <a:gd name="T91" fmla="*/ 352 h 397"/>
                <a:gd name="T92" fmla="*/ 178 w 371"/>
                <a:gd name="T93" fmla="*/ 362 h 397"/>
                <a:gd name="T94" fmla="*/ 159 w 371"/>
                <a:gd name="T95" fmla="*/ 383 h 397"/>
                <a:gd name="T96" fmla="*/ 147 w 371"/>
                <a:gd name="T97" fmla="*/ 397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71" h="397">
                  <a:moveTo>
                    <a:pt x="147" y="397"/>
                  </a:moveTo>
                  <a:lnTo>
                    <a:pt x="136" y="385"/>
                  </a:lnTo>
                  <a:lnTo>
                    <a:pt x="124" y="371"/>
                  </a:lnTo>
                  <a:lnTo>
                    <a:pt x="112" y="354"/>
                  </a:lnTo>
                  <a:lnTo>
                    <a:pt x="100" y="335"/>
                  </a:lnTo>
                  <a:lnTo>
                    <a:pt x="86" y="321"/>
                  </a:lnTo>
                  <a:lnTo>
                    <a:pt x="74" y="307"/>
                  </a:lnTo>
                  <a:lnTo>
                    <a:pt x="64" y="297"/>
                  </a:lnTo>
                  <a:lnTo>
                    <a:pt x="55" y="290"/>
                  </a:lnTo>
                  <a:lnTo>
                    <a:pt x="52" y="286"/>
                  </a:lnTo>
                  <a:lnTo>
                    <a:pt x="48" y="278"/>
                  </a:lnTo>
                  <a:lnTo>
                    <a:pt x="40" y="271"/>
                  </a:lnTo>
                  <a:lnTo>
                    <a:pt x="31" y="264"/>
                  </a:lnTo>
                  <a:lnTo>
                    <a:pt x="21" y="257"/>
                  </a:lnTo>
                  <a:lnTo>
                    <a:pt x="14" y="252"/>
                  </a:lnTo>
                  <a:lnTo>
                    <a:pt x="7" y="248"/>
                  </a:lnTo>
                  <a:lnTo>
                    <a:pt x="0" y="245"/>
                  </a:lnTo>
                  <a:lnTo>
                    <a:pt x="2" y="240"/>
                  </a:lnTo>
                  <a:lnTo>
                    <a:pt x="5" y="236"/>
                  </a:lnTo>
                  <a:lnTo>
                    <a:pt x="7" y="231"/>
                  </a:lnTo>
                  <a:lnTo>
                    <a:pt x="12" y="229"/>
                  </a:lnTo>
                  <a:lnTo>
                    <a:pt x="17" y="224"/>
                  </a:lnTo>
                  <a:lnTo>
                    <a:pt x="19" y="221"/>
                  </a:lnTo>
                  <a:lnTo>
                    <a:pt x="24" y="219"/>
                  </a:lnTo>
                  <a:lnTo>
                    <a:pt x="29" y="219"/>
                  </a:lnTo>
                  <a:lnTo>
                    <a:pt x="36" y="229"/>
                  </a:lnTo>
                  <a:lnTo>
                    <a:pt x="48" y="240"/>
                  </a:lnTo>
                  <a:lnTo>
                    <a:pt x="59" y="257"/>
                  </a:lnTo>
                  <a:lnTo>
                    <a:pt x="74" y="274"/>
                  </a:lnTo>
                  <a:lnTo>
                    <a:pt x="88" y="290"/>
                  </a:lnTo>
                  <a:lnTo>
                    <a:pt x="102" y="302"/>
                  </a:lnTo>
                  <a:lnTo>
                    <a:pt x="117" y="312"/>
                  </a:lnTo>
                  <a:lnTo>
                    <a:pt x="128" y="316"/>
                  </a:lnTo>
                  <a:lnTo>
                    <a:pt x="128" y="316"/>
                  </a:lnTo>
                  <a:lnTo>
                    <a:pt x="128" y="314"/>
                  </a:lnTo>
                  <a:lnTo>
                    <a:pt x="128" y="314"/>
                  </a:lnTo>
                  <a:lnTo>
                    <a:pt x="128" y="314"/>
                  </a:lnTo>
                  <a:lnTo>
                    <a:pt x="128" y="314"/>
                  </a:lnTo>
                  <a:lnTo>
                    <a:pt x="128" y="314"/>
                  </a:lnTo>
                  <a:lnTo>
                    <a:pt x="128" y="314"/>
                  </a:lnTo>
                  <a:lnTo>
                    <a:pt x="131" y="314"/>
                  </a:lnTo>
                  <a:lnTo>
                    <a:pt x="124" y="307"/>
                  </a:lnTo>
                  <a:lnTo>
                    <a:pt x="117" y="297"/>
                  </a:lnTo>
                  <a:lnTo>
                    <a:pt x="107" y="288"/>
                  </a:lnTo>
                  <a:lnTo>
                    <a:pt x="95" y="276"/>
                  </a:lnTo>
                  <a:lnTo>
                    <a:pt x="86" y="264"/>
                  </a:lnTo>
                  <a:lnTo>
                    <a:pt x="79" y="255"/>
                  </a:lnTo>
                  <a:lnTo>
                    <a:pt x="71" y="245"/>
                  </a:lnTo>
                  <a:lnTo>
                    <a:pt x="69" y="238"/>
                  </a:lnTo>
                  <a:lnTo>
                    <a:pt x="79" y="229"/>
                  </a:lnTo>
                  <a:lnTo>
                    <a:pt x="90" y="219"/>
                  </a:lnTo>
                  <a:lnTo>
                    <a:pt x="100" y="210"/>
                  </a:lnTo>
                  <a:lnTo>
                    <a:pt x="112" y="198"/>
                  </a:lnTo>
                  <a:lnTo>
                    <a:pt x="121" y="188"/>
                  </a:lnTo>
                  <a:lnTo>
                    <a:pt x="133" y="176"/>
                  </a:lnTo>
                  <a:lnTo>
                    <a:pt x="145" y="167"/>
                  </a:lnTo>
                  <a:lnTo>
                    <a:pt x="157" y="157"/>
                  </a:lnTo>
                  <a:lnTo>
                    <a:pt x="159" y="155"/>
                  </a:lnTo>
                  <a:lnTo>
                    <a:pt x="159" y="152"/>
                  </a:lnTo>
                  <a:lnTo>
                    <a:pt x="162" y="150"/>
                  </a:lnTo>
                  <a:lnTo>
                    <a:pt x="162" y="148"/>
                  </a:lnTo>
                  <a:lnTo>
                    <a:pt x="162" y="145"/>
                  </a:lnTo>
                  <a:lnTo>
                    <a:pt x="162" y="145"/>
                  </a:lnTo>
                  <a:lnTo>
                    <a:pt x="162" y="141"/>
                  </a:lnTo>
                  <a:lnTo>
                    <a:pt x="162" y="138"/>
                  </a:lnTo>
                  <a:lnTo>
                    <a:pt x="159" y="138"/>
                  </a:lnTo>
                  <a:lnTo>
                    <a:pt x="157" y="138"/>
                  </a:lnTo>
                  <a:lnTo>
                    <a:pt x="157" y="138"/>
                  </a:lnTo>
                  <a:lnTo>
                    <a:pt x="155" y="141"/>
                  </a:lnTo>
                  <a:lnTo>
                    <a:pt x="155" y="141"/>
                  </a:lnTo>
                  <a:lnTo>
                    <a:pt x="152" y="141"/>
                  </a:lnTo>
                  <a:lnTo>
                    <a:pt x="152" y="141"/>
                  </a:lnTo>
                  <a:lnTo>
                    <a:pt x="150" y="143"/>
                  </a:lnTo>
                  <a:lnTo>
                    <a:pt x="152" y="133"/>
                  </a:lnTo>
                  <a:lnTo>
                    <a:pt x="159" y="119"/>
                  </a:lnTo>
                  <a:lnTo>
                    <a:pt x="166" y="105"/>
                  </a:lnTo>
                  <a:lnTo>
                    <a:pt x="176" y="88"/>
                  </a:lnTo>
                  <a:lnTo>
                    <a:pt x="188" y="74"/>
                  </a:lnTo>
                  <a:lnTo>
                    <a:pt x="197" y="62"/>
                  </a:lnTo>
                  <a:lnTo>
                    <a:pt x="205" y="50"/>
                  </a:lnTo>
                  <a:lnTo>
                    <a:pt x="212" y="46"/>
                  </a:lnTo>
                  <a:lnTo>
                    <a:pt x="226" y="34"/>
                  </a:lnTo>
                  <a:lnTo>
                    <a:pt x="240" y="22"/>
                  </a:lnTo>
                  <a:lnTo>
                    <a:pt x="254" y="12"/>
                  </a:lnTo>
                  <a:lnTo>
                    <a:pt x="269" y="8"/>
                  </a:lnTo>
                  <a:lnTo>
                    <a:pt x="281" y="3"/>
                  </a:lnTo>
                  <a:lnTo>
                    <a:pt x="295" y="0"/>
                  </a:lnTo>
                  <a:lnTo>
                    <a:pt x="307" y="0"/>
                  </a:lnTo>
                  <a:lnTo>
                    <a:pt x="319" y="3"/>
                  </a:lnTo>
                  <a:lnTo>
                    <a:pt x="328" y="8"/>
                  </a:lnTo>
                  <a:lnTo>
                    <a:pt x="338" y="15"/>
                  </a:lnTo>
                  <a:lnTo>
                    <a:pt x="345" y="24"/>
                  </a:lnTo>
                  <a:lnTo>
                    <a:pt x="352" y="36"/>
                  </a:lnTo>
                  <a:lnTo>
                    <a:pt x="357" y="50"/>
                  </a:lnTo>
                  <a:lnTo>
                    <a:pt x="361" y="67"/>
                  </a:lnTo>
                  <a:lnTo>
                    <a:pt x="364" y="86"/>
                  </a:lnTo>
                  <a:lnTo>
                    <a:pt x="364" y="107"/>
                  </a:lnTo>
                  <a:lnTo>
                    <a:pt x="361" y="112"/>
                  </a:lnTo>
                  <a:lnTo>
                    <a:pt x="361" y="117"/>
                  </a:lnTo>
                  <a:lnTo>
                    <a:pt x="359" y="122"/>
                  </a:lnTo>
                  <a:lnTo>
                    <a:pt x="357" y="129"/>
                  </a:lnTo>
                  <a:lnTo>
                    <a:pt x="354" y="136"/>
                  </a:lnTo>
                  <a:lnTo>
                    <a:pt x="354" y="143"/>
                  </a:lnTo>
                  <a:lnTo>
                    <a:pt x="354" y="148"/>
                  </a:lnTo>
                  <a:lnTo>
                    <a:pt x="357" y="152"/>
                  </a:lnTo>
                  <a:lnTo>
                    <a:pt x="359" y="150"/>
                  </a:lnTo>
                  <a:lnTo>
                    <a:pt x="361" y="148"/>
                  </a:lnTo>
                  <a:lnTo>
                    <a:pt x="364" y="143"/>
                  </a:lnTo>
                  <a:lnTo>
                    <a:pt x="366" y="138"/>
                  </a:lnTo>
                  <a:lnTo>
                    <a:pt x="366" y="133"/>
                  </a:lnTo>
                  <a:lnTo>
                    <a:pt x="369" y="129"/>
                  </a:lnTo>
                  <a:lnTo>
                    <a:pt x="369" y="124"/>
                  </a:lnTo>
                  <a:lnTo>
                    <a:pt x="371" y="122"/>
                  </a:lnTo>
                  <a:lnTo>
                    <a:pt x="371" y="133"/>
                  </a:lnTo>
                  <a:lnTo>
                    <a:pt x="369" y="148"/>
                  </a:lnTo>
                  <a:lnTo>
                    <a:pt x="366" y="164"/>
                  </a:lnTo>
                  <a:lnTo>
                    <a:pt x="364" y="183"/>
                  </a:lnTo>
                  <a:lnTo>
                    <a:pt x="359" y="202"/>
                  </a:lnTo>
                  <a:lnTo>
                    <a:pt x="354" y="219"/>
                  </a:lnTo>
                  <a:lnTo>
                    <a:pt x="350" y="226"/>
                  </a:lnTo>
                  <a:lnTo>
                    <a:pt x="347" y="231"/>
                  </a:lnTo>
                  <a:lnTo>
                    <a:pt x="342" y="233"/>
                  </a:lnTo>
                  <a:lnTo>
                    <a:pt x="338" y="238"/>
                  </a:lnTo>
                  <a:lnTo>
                    <a:pt x="319" y="250"/>
                  </a:lnTo>
                  <a:lnTo>
                    <a:pt x="297" y="262"/>
                  </a:lnTo>
                  <a:lnTo>
                    <a:pt x="278" y="276"/>
                  </a:lnTo>
                  <a:lnTo>
                    <a:pt x="257" y="288"/>
                  </a:lnTo>
                  <a:lnTo>
                    <a:pt x="238" y="302"/>
                  </a:lnTo>
                  <a:lnTo>
                    <a:pt x="219" y="316"/>
                  </a:lnTo>
                  <a:lnTo>
                    <a:pt x="202" y="333"/>
                  </a:lnTo>
                  <a:lnTo>
                    <a:pt x="188" y="352"/>
                  </a:lnTo>
                  <a:lnTo>
                    <a:pt x="188" y="352"/>
                  </a:lnTo>
                  <a:lnTo>
                    <a:pt x="186" y="352"/>
                  </a:lnTo>
                  <a:lnTo>
                    <a:pt x="186" y="352"/>
                  </a:lnTo>
                  <a:lnTo>
                    <a:pt x="186" y="352"/>
                  </a:lnTo>
                  <a:lnTo>
                    <a:pt x="186" y="352"/>
                  </a:lnTo>
                  <a:lnTo>
                    <a:pt x="186" y="352"/>
                  </a:lnTo>
                  <a:lnTo>
                    <a:pt x="186" y="352"/>
                  </a:lnTo>
                  <a:lnTo>
                    <a:pt x="183" y="352"/>
                  </a:lnTo>
                  <a:lnTo>
                    <a:pt x="183" y="354"/>
                  </a:lnTo>
                  <a:lnTo>
                    <a:pt x="178" y="362"/>
                  </a:lnTo>
                  <a:lnTo>
                    <a:pt x="174" y="369"/>
                  </a:lnTo>
                  <a:lnTo>
                    <a:pt x="166" y="376"/>
                  </a:lnTo>
                  <a:lnTo>
                    <a:pt x="159" y="383"/>
                  </a:lnTo>
                  <a:lnTo>
                    <a:pt x="152" y="390"/>
                  </a:lnTo>
                  <a:lnTo>
                    <a:pt x="150" y="395"/>
                  </a:lnTo>
                  <a:lnTo>
                    <a:pt x="147" y="397"/>
                  </a:lnTo>
                  <a:close/>
                </a:path>
              </a:pathLst>
            </a:cu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77" name="Freeform 45"/>
            <p:cNvSpPr>
              <a:spLocks/>
            </p:cNvSpPr>
            <p:nvPr/>
          </p:nvSpPr>
          <p:spPr bwMode="auto">
            <a:xfrm>
              <a:off x="1597" y="1970"/>
              <a:ext cx="592" cy="255"/>
            </a:xfrm>
            <a:custGeom>
              <a:avLst/>
              <a:gdLst>
                <a:gd name="T0" fmla="*/ 105 w 751"/>
                <a:gd name="T1" fmla="*/ 292 h 294"/>
                <a:gd name="T2" fmla="*/ 100 w 751"/>
                <a:gd name="T3" fmla="*/ 290 h 294"/>
                <a:gd name="T4" fmla="*/ 100 w 751"/>
                <a:gd name="T5" fmla="*/ 287 h 294"/>
                <a:gd name="T6" fmla="*/ 86 w 751"/>
                <a:gd name="T7" fmla="*/ 271 h 294"/>
                <a:gd name="T8" fmla="*/ 93 w 751"/>
                <a:gd name="T9" fmla="*/ 228 h 294"/>
                <a:gd name="T10" fmla="*/ 95 w 751"/>
                <a:gd name="T11" fmla="*/ 230 h 294"/>
                <a:gd name="T12" fmla="*/ 95 w 751"/>
                <a:gd name="T13" fmla="*/ 228 h 294"/>
                <a:gd name="T14" fmla="*/ 95 w 751"/>
                <a:gd name="T15" fmla="*/ 223 h 294"/>
                <a:gd name="T16" fmla="*/ 64 w 751"/>
                <a:gd name="T17" fmla="*/ 237 h 294"/>
                <a:gd name="T18" fmla="*/ 33 w 751"/>
                <a:gd name="T19" fmla="*/ 252 h 294"/>
                <a:gd name="T20" fmla="*/ 33 w 751"/>
                <a:gd name="T21" fmla="*/ 252 h 294"/>
                <a:gd name="T22" fmla="*/ 22 w 751"/>
                <a:gd name="T23" fmla="*/ 252 h 294"/>
                <a:gd name="T24" fmla="*/ 7 w 751"/>
                <a:gd name="T25" fmla="*/ 254 h 294"/>
                <a:gd name="T26" fmla="*/ 7 w 751"/>
                <a:gd name="T27" fmla="*/ 252 h 294"/>
                <a:gd name="T28" fmla="*/ 7 w 751"/>
                <a:gd name="T29" fmla="*/ 249 h 294"/>
                <a:gd name="T30" fmla="*/ 10 w 751"/>
                <a:gd name="T31" fmla="*/ 247 h 294"/>
                <a:gd name="T32" fmla="*/ 5 w 751"/>
                <a:gd name="T33" fmla="*/ 247 h 294"/>
                <a:gd name="T34" fmla="*/ 2 w 751"/>
                <a:gd name="T35" fmla="*/ 230 h 294"/>
                <a:gd name="T36" fmla="*/ 67 w 751"/>
                <a:gd name="T37" fmla="*/ 164 h 294"/>
                <a:gd name="T38" fmla="*/ 100 w 751"/>
                <a:gd name="T39" fmla="*/ 147 h 294"/>
                <a:gd name="T40" fmla="*/ 105 w 751"/>
                <a:gd name="T41" fmla="*/ 142 h 294"/>
                <a:gd name="T42" fmla="*/ 55 w 751"/>
                <a:gd name="T43" fmla="*/ 159 h 294"/>
                <a:gd name="T44" fmla="*/ 26 w 751"/>
                <a:gd name="T45" fmla="*/ 178 h 294"/>
                <a:gd name="T46" fmla="*/ 10 w 751"/>
                <a:gd name="T47" fmla="*/ 190 h 294"/>
                <a:gd name="T48" fmla="*/ 26 w 751"/>
                <a:gd name="T49" fmla="*/ 140 h 294"/>
                <a:gd name="T50" fmla="*/ 114 w 751"/>
                <a:gd name="T51" fmla="*/ 76 h 294"/>
                <a:gd name="T52" fmla="*/ 95 w 751"/>
                <a:gd name="T53" fmla="*/ 69 h 294"/>
                <a:gd name="T54" fmla="*/ 36 w 751"/>
                <a:gd name="T55" fmla="*/ 107 h 294"/>
                <a:gd name="T56" fmla="*/ 43 w 751"/>
                <a:gd name="T57" fmla="*/ 59 h 294"/>
                <a:gd name="T58" fmla="*/ 107 w 751"/>
                <a:gd name="T59" fmla="*/ 12 h 294"/>
                <a:gd name="T60" fmla="*/ 183 w 751"/>
                <a:gd name="T61" fmla="*/ 0 h 294"/>
                <a:gd name="T62" fmla="*/ 207 w 751"/>
                <a:gd name="T63" fmla="*/ 9 h 294"/>
                <a:gd name="T64" fmla="*/ 207 w 751"/>
                <a:gd name="T65" fmla="*/ 12 h 294"/>
                <a:gd name="T66" fmla="*/ 209 w 751"/>
                <a:gd name="T67" fmla="*/ 16 h 294"/>
                <a:gd name="T68" fmla="*/ 212 w 751"/>
                <a:gd name="T69" fmla="*/ 21 h 294"/>
                <a:gd name="T70" fmla="*/ 214 w 751"/>
                <a:gd name="T71" fmla="*/ 21 h 294"/>
                <a:gd name="T72" fmla="*/ 216 w 751"/>
                <a:gd name="T73" fmla="*/ 28 h 294"/>
                <a:gd name="T74" fmla="*/ 216 w 751"/>
                <a:gd name="T75" fmla="*/ 35 h 294"/>
                <a:gd name="T76" fmla="*/ 219 w 751"/>
                <a:gd name="T77" fmla="*/ 35 h 294"/>
                <a:gd name="T78" fmla="*/ 221 w 751"/>
                <a:gd name="T79" fmla="*/ 45 h 294"/>
                <a:gd name="T80" fmla="*/ 221 w 751"/>
                <a:gd name="T81" fmla="*/ 78 h 294"/>
                <a:gd name="T82" fmla="*/ 202 w 751"/>
                <a:gd name="T83" fmla="*/ 130 h 294"/>
                <a:gd name="T84" fmla="*/ 209 w 751"/>
                <a:gd name="T85" fmla="*/ 152 h 294"/>
                <a:gd name="T86" fmla="*/ 228 w 751"/>
                <a:gd name="T87" fmla="*/ 133 h 294"/>
                <a:gd name="T88" fmla="*/ 390 w 751"/>
                <a:gd name="T89" fmla="*/ 104 h 294"/>
                <a:gd name="T90" fmla="*/ 556 w 751"/>
                <a:gd name="T91" fmla="*/ 88 h 294"/>
                <a:gd name="T92" fmla="*/ 556 w 751"/>
                <a:gd name="T93" fmla="*/ 83 h 294"/>
                <a:gd name="T94" fmla="*/ 530 w 751"/>
                <a:gd name="T95" fmla="*/ 76 h 294"/>
                <a:gd name="T96" fmla="*/ 488 w 751"/>
                <a:gd name="T97" fmla="*/ 76 h 294"/>
                <a:gd name="T98" fmla="*/ 528 w 751"/>
                <a:gd name="T99" fmla="*/ 35 h 294"/>
                <a:gd name="T100" fmla="*/ 559 w 751"/>
                <a:gd name="T101" fmla="*/ 33 h 294"/>
                <a:gd name="T102" fmla="*/ 687 w 751"/>
                <a:gd name="T103" fmla="*/ 109 h 294"/>
                <a:gd name="T104" fmla="*/ 751 w 751"/>
                <a:gd name="T105" fmla="*/ 195 h 294"/>
                <a:gd name="T106" fmla="*/ 740 w 751"/>
                <a:gd name="T107" fmla="*/ 230 h 294"/>
                <a:gd name="T108" fmla="*/ 618 w 751"/>
                <a:gd name="T109" fmla="*/ 259 h 294"/>
                <a:gd name="T110" fmla="*/ 390 w 751"/>
                <a:gd name="T111" fmla="*/ 237 h 294"/>
                <a:gd name="T112" fmla="*/ 271 w 751"/>
                <a:gd name="T113" fmla="*/ 233 h 294"/>
                <a:gd name="T114" fmla="*/ 200 w 751"/>
                <a:gd name="T115" fmla="*/ 233 h 294"/>
                <a:gd name="T116" fmla="*/ 195 w 751"/>
                <a:gd name="T117" fmla="*/ 225 h 294"/>
                <a:gd name="T118" fmla="*/ 169 w 751"/>
                <a:gd name="T119" fmla="*/ 252 h 294"/>
                <a:gd name="T120" fmla="*/ 131 w 751"/>
                <a:gd name="T121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51" h="294">
                  <a:moveTo>
                    <a:pt x="114" y="294"/>
                  </a:moveTo>
                  <a:lnTo>
                    <a:pt x="112" y="294"/>
                  </a:lnTo>
                  <a:lnTo>
                    <a:pt x="109" y="294"/>
                  </a:lnTo>
                  <a:lnTo>
                    <a:pt x="107" y="292"/>
                  </a:lnTo>
                  <a:lnTo>
                    <a:pt x="105" y="292"/>
                  </a:lnTo>
                  <a:lnTo>
                    <a:pt x="105" y="292"/>
                  </a:lnTo>
                  <a:lnTo>
                    <a:pt x="102" y="292"/>
                  </a:lnTo>
                  <a:lnTo>
                    <a:pt x="102" y="292"/>
                  </a:lnTo>
                  <a:lnTo>
                    <a:pt x="100" y="290"/>
                  </a:lnTo>
                  <a:lnTo>
                    <a:pt x="100" y="290"/>
                  </a:lnTo>
                  <a:lnTo>
                    <a:pt x="100" y="287"/>
                  </a:lnTo>
                  <a:lnTo>
                    <a:pt x="100" y="287"/>
                  </a:lnTo>
                  <a:lnTo>
                    <a:pt x="100" y="287"/>
                  </a:lnTo>
                  <a:lnTo>
                    <a:pt x="100" y="287"/>
                  </a:lnTo>
                  <a:lnTo>
                    <a:pt x="100" y="287"/>
                  </a:lnTo>
                  <a:lnTo>
                    <a:pt x="100" y="287"/>
                  </a:lnTo>
                  <a:lnTo>
                    <a:pt x="102" y="285"/>
                  </a:lnTo>
                  <a:lnTo>
                    <a:pt x="93" y="282"/>
                  </a:lnTo>
                  <a:lnTo>
                    <a:pt x="88" y="278"/>
                  </a:lnTo>
                  <a:lnTo>
                    <a:pt x="86" y="271"/>
                  </a:lnTo>
                  <a:lnTo>
                    <a:pt x="86" y="261"/>
                  </a:lnTo>
                  <a:lnTo>
                    <a:pt x="86" y="252"/>
                  </a:lnTo>
                  <a:lnTo>
                    <a:pt x="88" y="242"/>
                  </a:lnTo>
                  <a:lnTo>
                    <a:pt x="90" y="233"/>
                  </a:lnTo>
                  <a:lnTo>
                    <a:pt x="93" y="228"/>
                  </a:lnTo>
                  <a:lnTo>
                    <a:pt x="93" y="228"/>
                  </a:lnTo>
                  <a:lnTo>
                    <a:pt x="93" y="228"/>
                  </a:lnTo>
                  <a:lnTo>
                    <a:pt x="95" y="228"/>
                  </a:lnTo>
                  <a:lnTo>
                    <a:pt x="95" y="230"/>
                  </a:lnTo>
                  <a:lnTo>
                    <a:pt x="95" y="230"/>
                  </a:lnTo>
                  <a:lnTo>
                    <a:pt x="95" y="230"/>
                  </a:lnTo>
                  <a:lnTo>
                    <a:pt x="95" y="230"/>
                  </a:lnTo>
                  <a:lnTo>
                    <a:pt x="95" y="230"/>
                  </a:lnTo>
                  <a:lnTo>
                    <a:pt x="95" y="228"/>
                  </a:lnTo>
                  <a:lnTo>
                    <a:pt x="95" y="228"/>
                  </a:lnTo>
                  <a:lnTo>
                    <a:pt x="95" y="225"/>
                  </a:lnTo>
                  <a:lnTo>
                    <a:pt x="95" y="225"/>
                  </a:lnTo>
                  <a:lnTo>
                    <a:pt x="95" y="223"/>
                  </a:lnTo>
                  <a:lnTo>
                    <a:pt x="95" y="223"/>
                  </a:lnTo>
                  <a:lnTo>
                    <a:pt x="95" y="223"/>
                  </a:lnTo>
                  <a:lnTo>
                    <a:pt x="95" y="221"/>
                  </a:lnTo>
                  <a:lnTo>
                    <a:pt x="88" y="225"/>
                  </a:lnTo>
                  <a:lnTo>
                    <a:pt x="81" y="228"/>
                  </a:lnTo>
                  <a:lnTo>
                    <a:pt x="74" y="233"/>
                  </a:lnTo>
                  <a:lnTo>
                    <a:pt x="64" y="237"/>
                  </a:lnTo>
                  <a:lnTo>
                    <a:pt x="57" y="242"/>
                  </a:lnTo>
                  <a:lnTo>
                    <a:pt x="48" y="244"/>
                  </a:lnTo>
                  <a:lnTo>
                    <a:pt x="41" y="249"/>
                  </a:lnTo>
                  <a:lnTo>
                    <a:pt x="33" y="249"/>
                  </a:lnTo>
                  <a:lnTo>
                    <a:pt x="33" y="252"/>
                  </a:lnTo>
                  <a:lnTo>
                    <a:pt x="33" y="252"/>
                  </a:lnTo>
                  <a:lnTo>
                    <a:pt x="33" y="252"/>
                  </a:lnTo>
                  <a:lnTo>
                    <a:pt x="33" y="252"/>
                  </a:lnTo>
                  <a:lnTo>
                    <a:pt x="33" y="252"/>
                  </a:lnTo>
                  <a:lnTo>
                    <a:pt x="33" y="252"/>
                  </a:lnTo>
                  <a:lnTo>
                    <a:pt x="33" y="252"/>
                  </a:lnTo>
                  <a:lnTo>
                    <a:pt x="33" y="252"/>
                  </a:lnTo>
                  <a:lnTo>
                    <a:pt x="29" y="252"/>
                  </a:lnTo>
                  <a:lnTo>
                    <a:pt x="24" y="252"/>
                  </a:lnTo>
                  <a:lnTo>
                    <a:pt x="22" y="252"/>
                  </a:lnTo>
                  <a:lnTo>
                    <a:pt x="19" y="252"/>
                  </a:lnTo>
                  <a:lnTo>
                    <a:pt x="17" y="254"/>
                  </a:lnTo>
                  <a:lnTo>
                    <a:pt x="14" y="254"/>
                  </a:lnTo>
                  <a:lnTo>
                    <a:pt x="10" y="254"/>
                  </a:lnTo>
                  <a:lnTo>
                    <a:pt x="7" y="254"/>
                  </a:lnTo>
                  <a:lnTo>
                    <a:pt x="7" y="254"/>
                  </a:lnTo>
                  <a:lnTo>
                    <a:pt x="7" y="252"/>
                  </a:lnTo>
                  <a:lnTo>
                    <a:pt x="7" y="252"/>
                  </a:lnTo>
                  <a:lnTo>
                    <a:pt x="7" y="252"/>
                  </a:lnTo>
                  <a:lnTo>
                    <a:pt x="7" y="252"/>
                  </a:lnTo>
                  <a:lnTo>
                    <a:pt x="7" y="249"/>
                  </a:lnTo>
                  <a:lnTo>
                    <a:pt x="7" y="249"/>
                  </a:lnTo>
                  <a:lnTo>
                    <a:pt x="7" y="249"/>
                  </a:lnTo>
                  <a:lnTo>
                    <a:pt x="7" y="249"/>
                  </a:lnTo>
                  <a:lnTo>
                    <a:pt x="7" y="249"/>
                  </a:lnTo>
                  <a:lnTo>
                    <a:pt x="10" y="249"/>
                  </a:lnTo>
                  <a:lnTo>
                    <a:pt x="10" y="247"/>
                  </a:lnTo>
                  <a:lnTo>
                    <a:pt x="10" y="247"/>
                  </a:lnTo>
                  <a:lnTo>
                    <a:pt x="10" y="247"/>
                  </a:lnTo>
                  <a:lnTo>
                    <a:pt x="10" y="247"/>
                  </a:lnTo>
                  <a:lnTo>
                    <a:pt x="10" y="247"/>
                  </a:lnTo>
                  <a:lnTo>
                    <a:pt x="10" y="247"/>
                  </a:lnTo>
                  <a:lnTo>
                    <a:pt x="7" y="247"/>
                  </a:lnTo>
                  <a:lnTo>
                    <a:pt x="7" y="247"/>
                  </a:lnTo>
                  <a:lnTo>
                    <a:pt x="5" y="247"/>
                  </a:lnTo>
                  <a:lnTo>
                    <a:pt x="5" y="247"/>
                  </a:lnTo>
                  <a:lnTo>
                    <a:pt x="2" y="244"/>
                  </a:lnTo>
                  <a:lnTo>
                    <a:pt x="2" y="244"/>
                  </a:lnTo>
                  <a:lnTo>
                    <a:pt x="0" y="244"/>
                  </a:lnTo>
                  <a:lnTo>
                    <a:pt x="2" y="230"/>
                  </a:lnTo>
                  <a:lnTo>
                    <a:pt x="12" y="216"/>
                  </a:lnTo>
                  <a:lnTo>
                    <a:pt x="22" y="202"/>
                  </a:lnTo>
                  <a:lnTo>
                    <a:pt x="36" y="187"/>
                  </a:lnTo>
                  <a:lnTo>
                    <a:pt x="50" y="176"/>
                  </a:lnTo>
                  <a:lnTo>
                    <a:pt x="67" y="164"/>
                  </a:lnTo>
                  <a:lnTo>
                    <a:pt x="81" y="157"/>
                  </a:lnTo>
                  <a:lnTo>
                    <a:pt x="95" y="149"/>
                  </a:lnTo>
                  <a:lnTo>
                    <a:pt x="98" y="147"/>
                  </a:lnTo>
                  <a:lnTo>
                    <a:pt x="98" y="147"/>
                  </a:lnTo>
                  <a:lnTo>
                    <a:pt x="100" y="147"/>
                  </a:lnTo>
                  <a:lnTo>
                    <a:pt x="100" y="145"/>
                  </a:lnTo>
                  <a:lnTo>
                    <a:pt x="102" y="145"/>
                  </a:lnTo>
                  <a:lnTo>
                    <a:pt x="102" y="145"/>
                  </a:lnTo>
                  <a:lnTo>
                    <a:pt x="105" y="142"/>
                  </a:lnTo>
                  <a:lnTo>
                    <a:pt x="105" y="142"/>
                  </a:lnTo>
                  <a:lnTo>
                    <a:pt x="98" y="140"/>
                  </a:lnTo>
                  <a:lnTo>
                    <a:pt x="88" y="142"/>
                  </a:lnTo>
                  <a:lnTo>
                    <a:pt x="79" y="147"/>
                  </a:lnTo>
                  <a:lnTo>
                    <a:pt x="67" y="152"/>
                  </a:lnTo>
                  <a:lnTo>
                    <a:pt x="55" y="159"/>
                  </a:lnTo>
                  <a:lnTo>
                    <a:pt x="45" y="166"/>
                  </a:lnTo>
                  <a:lnTo>
                    <a:pt x="36" y="171"/>
                  </a:lnTo>
                  <a:lnTo>
                    <a:pt x="29" y="173"/>
                  </a:lnTo>
                  <a:lnTo>
                    <a:pt x="29" y="176"/>
                  </a:lnTo>
                  <a:lnTo>
                    <a:pt x="26" y="178"/>
                  </a:lnTo>
                  <a:lnTo>
                    <a:pt x="24" y="180"/>
                  </a:lnTo>
                  <a:lnTo>
                    <a:pt x="19" y="183"/>
                  </a:lnTo>
                  <a:lnTo>
                    <a:pt x="17" y="185"/>
                  </a:lnTo>
                  <a:lnTo>
                    <a:pt x="12" y="187"/>
                  </a:lnTo>
                  <a:lnTo>
                    <a:pt x="10" y="190"/>
                  </a:lnTo>
                  <a:lnTo>
                    <a:pt x="7" y="190"/>
                  </a:lnTo>
                  <a:lnTo>
                    <a:pt x="10" y="176"/>
                  </a:lnTo>
                  <a:lnTo>
                    <a:pt x="12" y="164"/>
                  </a:lnTo>
                  <a:lnTo>
                    <a:pt x="19" y="152"/>
                  </a:lnTo>
                  <a:lnTo>
                    <a:pt x="26" y="140"/>
                  </a:lnTo>
                  <a:lnTo>
                    <a:pt x="45" y="121"/>
                  </a:lnTo>
                  <a:lnTo>
                    <a:pt x="67" y="104"/>
                  </a:lnTo>
                  <a:lnTo>
                    <a:pt x="88" y="92"/>
                  </a:lnTo>
                  <a:lnTo>
                    <a:pt x="107" y="80"/>
                  </a:lnTo>
                  <a:lnTo>
                    <a:pt x="114" y="76"/>
                  </a:lnTo>
                  <a:lnTo>
                    <a:pt x="121" y="71"/>
                  </a:lnTo>
                  <a:lnTo>
                    <a:pt x="124" y="66"/>
                  </a:lnTo>
                  <a:lnTo>
                    <a:pt x="126" y="61"/>
                  </a:lnTo>
                  <a:lnTo>
                    <a:pt x="109" y="64"/>
                  </a:lnTo>
                  <a:lnTo>
                    <a:pt x="95" y="69"/>
                  </a:lnTo>
                  <a:lnTo>
                    <a:pt x="83" y="76"/>
                  </a:lnTo>
                  <a:lnTo>
                    <a:pt x="71" y="83"/>
                  </a:lnTo>
                  <a:lnTo>
                    <a:pt x="60" y="90"/>
                  </a:lnTo>
                  <a:lnTo>
                    <a:pt x="48" y="99"/>
                  </a:lnTo>
                  <a:lnTo>
                    <a:pt x="36" y="107"/>
                  </a:lnTo>
                  <a:lnTo>
                    <a:pt x="24" y="111"/>
                  </a:lnTo>
                  <a:lnTo>
                    <a:pt x="24" y="99"/>
                  </a:lnTo>
                  <a:lnTo>
                    <a:pt x="29" y="85"/>
                  </a:lnTo>
                  <a:lnTo>
                    <a:pt x="33" y="73"/>
                  </a:lnTo>
                  <a:lnTo>
                    <a:pt x="43" y="59"/>
                  </a:lnTo>
                  <a:lnTo>
                    <a:pt x="52" y="50"/>
                  </a:lnTo>
                  <a:lnTo>
                    <a:pt x="64" y="38"/>
                  </a:lnTo>
                  <a:lnTo>
                    <a:pt x="79" y="28"/>
                  </a:lnTo>
                  <a:lnTo>
                    <a:pt x="93" y="19"/>
                  </a:lnTo>
                  <a:lnTo>
                    <a:pt x="107" y="12"/>
                  </a:lnTo>
                  <a:lnTo>
                    <a:pt x="121" y="7"/>
                  </a:lnTo>
                  <a:lnTo>
                    <a:pt x="138" y="2"/>
                  </a:lnTo>
                  <a:lnTo>
                    <a:pt x="152" y="0"/>
                  </a:lnTo>
                  <a:lnTo>
                    <a:pt x="169" y="0"/>
                  </a:lnTo>
                  <a:lnTo>
                    <a:pt x="183" y="0"/>
                  </a:lnTo>
                  <a:lnTo>
                    <a:pt x="195" y="4"/>
                  </a:lnTo>
                  <a:lnTo>
                    <a:pt x="207" y="9"/>
                  </a:lnTo>
                  <a:lnTo>
                    <a:pt x="207" y="9"/>
                  </a:lnTo>
                  <a:lnTo>
                    <a:pt x="207" y="9"/>
                  </a:lnTo>
                  <a:lnTo>
                    <a:pt x="207" y="9"/>
                  </a:lnTo>
                  <a:lnTo>
                    <a:pt x="207" y="9"/>
                  </a:lnTo>
                  <a:lnTo>
                    <a:pt x="207" y="12"/>
                  </a:lnTo>
                  <a:lnTo>
                    <a:pt x="207" y="12"/>
                  </a:lnTo>
                  <a:lnTo>
                    <a:pt x="207" y="12"/>
                  </a:lnTo>
                  <a:lnTo>
                    <a:pt x="207" y="12"/>
                  </a:lnTo>
                  <a:lnTo>
                    <a:pt x="207" y="12"/>
                  </a:lnTo>
                  <a:lnTo>
                    <a:pt x="209" y="14"/>
                  </a:lnTo>
                  <a:lnTo>
                    <a:pt x="209" y="14"/>
                  </a:lnTo>
                  <a:lnTo>
                    <a:pt x="209" y="14"/>
                  </a:lnTo>
                  <a:lnTo>
                    <a:pt x="209" y="16"/>
                  </a:lnTo>
                  <a:lnTo>
                    <a:pt x="209" y="16"/>
                  </a:lnTo>
                  <a:lnTo>
                    <a:pt x="212" y="19"/>
                  </a:lnTo>
                  <a:lnTo>
                    <a:pt x="212" y="21"/>
                  </a:lnTo>
                  <a:lnTo>
                    <a:pt x="212" y="21"/>
                  </a:lnTo>
                  <a:lnTo>
                    <a:pt x="212" y="21"/>
                  </a:lnTo>
                  <a:lnTo>
                    <a:pt x="212" y="21"/>
                  </a:lnTo>
                  <a:lnTo>
                    <a:pt x="214" y="21"/>
                  </a:lnTo>
                  <a:lnTo>
                    <a:pt x="214" y="21"/>
                  </a:lnTo>
                  <a:lnTo>
                    <a:pt x="214" y="21"/>
                  </a:lnTo>
                  <a:lnTo>
                    <a:pt x="214" y="21"/>
                  </a:lnTo>
                  <a:lnTo>
                    <a:pt x="214" y="21"/>
                  </a:lnTo>
                  <a:lnTo>
                    <a:pt x="214" y="23"/>
                  </a:lnTo>
                  <a:lnTo>
                    <a:pt x="214" y="23"/>
                  </a:lnTo>
                  <a:lnTo>
                    <a:pt x="214" y="26"/>
                  </a:lnTo>
                  <a:lnTo>
                    <a:pt x="216" y="28"/>
                  </a:lnTo>
                  <a:lnTo>
                    <a:pt x="216" y="28"/>
                  </a:lnTo>
                  <a:lnTo>
                    <a:pt x="216" y="31"/>
                  </a:lnTo>
                  <a:lnTo>
                    <a:pt x="216" y="33"/>
                  </a:lnTo>
                  <a:lnTo>
                    <a:pt x="216" y="33"/>
                  </a:lnTo>
                  <a:lnTo>
                    <a:pt x="216" y="35"/>
                  </a:lnTo>
                  <a:lnTo>
                    <a:pt x="216" y="35"/>
                  </a:lnTo>
                  <a:lnTo>
                    <a:pt x="216" y="35"/>
                  </a:lnTo>
                  <a:lnTo>
                    <a:pt x="216" y="35"/>
                  </a:lnTo>
                  <a:lnTo>
                    <a:pt x="219" y="35"/>
                  </a:lnTo>
                  <a:lnTo>
                    <a:pt x="219" y="35"/>
                  </a:lnTo>
                  <a:lnTo>
                    <a:pt x="219" y="35"/>
                  </a:lnTo>
                  <a:lnTo>
                    <a:pt x="221" y="35"/>
                  </a:lnTo>
                  <a:lnTo>
                    <a:pt x="221" y="38"/>
                  </a:lnTo>
                  <a:lnTo>
                    <a:pt x="221" y="40"/>
                  </a:lnTo>
                  <a:lnTo>
                    <a:pt x="221" y="45"/>
                  </a:lnTo>
                  <a:lnTo>
                    <a:pt x="221" y="47"/>
                  </a:lnTo>
                  <a:lnTo>
                    <a:pt x="221" y="52"/>
                  </a:lnTo>
                  <a:lnTo>
                    <a:pt x="221" y="59"/>
                  </a:lnTo>
                  <a:lnTo>
                    <a:pt x="221" y="66"/>
                  </a:lnTo>
                  <a:lnTo>
                    <a:pt x="221" y="78"/>
                  </a:lnTo>
                  <a:lnTo>
                    <a:pt x="219" y="83"/>
                  </a:lnTo>
                  <a:lnTo>
                    <a:pt x="214" y="92"/>
                  </a:lnTo>
                  <a:lnTo>
                    <a:pt x="209" y="104"/>
                  </a:lnTo>
                  <a:lnTo>
                    <a:pt x="205" y="118"/>
                  </a:lnTo>
                  <a:lnTo>
                    <a:pt x="202" y="130"/>
                  </a:lnTo>
                  <a:lnTo>
                    <a:pt x="197" y="142"/>
                  </a:lnTo>
                  <a:lnTo>
                    <a:pt x="197" y="152"/>
                  </a:lnTo>
                  <a:lnTo>
                    <a:pt x="202" y="159"/>
                  </a:lnTo>
                  <a:lnTo>
                    <a:pt x="205" y="154"/>
                  </a:lnTo>
                  <a:lnTo>
                    <a:pt x="209" y="152"/>
                  </a:lnTo>
                  <a:lnTo>
                    <a:pt x="214" y="149"/>
                  </a:lnTo>
                  <a:lnTo>
                    <a:pt x="219" y="145"/>
                  </a:lnTo>
                  <a:lnTo>
                    <a:pt x="221" y="142"/>
                  </a:lnTo>
                  <a:lnTo>
                    <a:pt x="224" y="137"/>
                  </a:lnTo>
                  <a:lnTo>
                    <a:pt x="228" y="133"/>
                  </a:lnTo>
                  <a:lnTo>
                    <a:pt x="228" y="128"/>
                  </a:lnTo>
                  <a:lnTo>
                    <a:pt x="269" y="123"/>
                  </a:lnTo>
                  <a:lnTo>
                    <a:pt x="309" y="116"/>
                  </a:lnTo>
                  <a:lnTo>
                    <a:pt x="350" y="109"/>
                  </a:lnTo>
                  <a:lnTo>
                    <a:pt x="390" y="104"/>
                  </a:lnTo>
                  <a:lnTo>
                    <a:pt x="430" y="99"/>
                  </a:lnTo>
                  <a:lnTo>
                    <a:pt x="471" y="95"/>
                  </a:lnTo>
                  <a:lnTo>
                    <a:pt x="514" y="92"/>
                  </a:lnTo>
                  <a:lnTo>
                    <a:pt x="554" y="90"/>
                  </a:lnTo>
                  <a:lnTo>
                    <a:pt x="556" y="88"/>
                  </a:lnTo>
                  <a:lnTo>
                    <a:pt x="556" y="88"/>
                  </a:lnTo>
                  <a:lnTo>
                    <a:pt x="556" y="85"/>
                  </a:lnTo>
                  <a:lnTo>
                    <a:pt x="556" y="85"/>
                  </a:lnTo>
                  <a:lnTo>
                    <a:pt x="556" y="83"/>
                  </a:lnTo>
                  <a:lnTo>
                    <a:pt x="556" y="83"/>
                  </a:lnTo>
                  <a:lnTo>
                    <a:pt x="556" y="80"/>
                  </a:lnTo>
                  <a:lnTo>
                    <a:pt x="556" y="78"/>
                  </a:lnTo>
                  <a:lnTo>
                    <a:pt x="547" y="78"/>
                  </a:lnTo>
                  <a:lnTo>
                    <a:pt x="537" y="78"/>
                  </a:lnTo>
                  <a:lnTo>
                    <a:pt x="530" y="76"/>
                  </a:lnTo>
                  <a:lnTo>
                    <a:pt x="521" y="76"/>
                  </a:lnTo>
                  <a:lnTo>
                    <a:pt x="514" y="76"/>
                  </a:lnTo>
                  <a:lnTo>
                    <a:pt x="504" y="76"/>
                  </a:lnTo>
                  <a:lnTo>
                    <a:pt x="497" y="76"/>
                  </a:lnTo>
                  <a:lnTo>
                    <a:pt x="488" y="76"/>
                  </a:lnTo>
                  <a:lnTo>
                    <a:pt x="490" y="69"/>
                  </a:lnTo>
                  <a:lnTo>
                    <a:pt x="497" y="59"/>
                  </a:lnTo>
                  <a:lnTo>
                    <a:pt x="507" y="50"/>
                  </a:lnTo>
                  <a:lnTo>
                    <a:pt x="516" y="42"/>
                  </a:lnTo>
                  <a:lnTo>
                    <a:pt x="528" y="35"/>
                  </a:lnTo>
                  <a:lnTo>
                    <a:pt x="540" y="31"/>
                  </a:lnTo>
                  <a:lnTo>
                    <a:pt x="545" y="28"/>
                  </a:lnTo>
                  <a:lnTo>
                    <a:pt x="549" y="28"/>
                  </a:lnTo>
                  <a:lnTo>
                    <a:pt x="554" y="31"/>
                  </a:lnTo>
                  <a:lnTo>
                    <a:pt x="559" y="33"/>
                  </a:lnTo>
                  <a:lnTo>
                    <a:pt x="587" y="45"/>
                  </a:lnTo>
                  <a:lnTo>
                    <a:pt x="625" y="66"/>
                  </a:lnTo>
                  <a:lnTo>
                    <a:pt x="647" y="80"/>
                  </a:lnTo>
                  <a:lnTo>
                    <a:pt x="666" y="95"/>
                  </a:lnTo>
                  <a:lnTo>
                    <a:pt x="687" y="109"/>
                  </a:lnTo>
                  <a:lnTo>
                    <a:pt x="706" y="126"/>
                  </a:lnTo>
                  <a:lnTo>
                    <a:pt x="723" y="145"/>
                  </a:lnTo>
                  <a:lnTo>
                    <a:pt x="737" y="161"/>
                  </a:lnTo>
                  <a:lnTo>
                    <a:pt x="747" y="178"/>
                  </a:lnTo>
                  <a:lnTo>
                    <a:pt x="751" y="195"/>
                  </a:lnTo>
                  <a:lnTo>
                    <a:pt x="751" y="202"/>
                  </a:lnTo>
                  <a:lnTo>
                    <a:pt x="751" y="211"/>
                  </a:lnTo>
                  <a:lnTo>
                    <a:pt x="749" y="218"/>
                  </a:lnTo>
                  <a:lnTo>
                    <a:pt x="747" y="225"/>
                  </a:lnTo>
                  <a:lnTo>
                    <a:pt x="740" y="230"/>
                  </a:lnTo>
                  <a:lnTo>
                    <a:pt x="732" y="237"/>
                  </a:lnTo>
                  <a:lnTo>
                    <a:pt x="725" y="244"/>
                  </a:lnTo>
                  <a:lnTo>
                    <a:pt x="713" y="249"/>
                  </a:lnTo>
                  <a:lnTo>
                    <a:pt x="666" y="256"/>
                  </a:lnTo>
                  <a:lnTo>
                    <a:pt x="618" y="259"/>
                  </a:lnTo>
                  <a:lnTo>
                    <a:pt x="573" y="256"/>
                  </a:lnTo>
                  <a:lnTo>
                    <a:pt x="528" y="254"/>
                  </a:lnTo>
                  <a:lnTo>
                    <a:pt x="483" y="249"/>
                  </a:lnTo>
                  <a:lnTo>
                    <a:pt x="435" y="242"/>
                  </a:lnTo>
                  <a:lnTo>
                    <a:pt x="390" y="237"/>
                  </a:lnTo>
                  <a:lnTo>
                    <a:pt x="342" y="233"/>
                  </a:lnTo>
                  <a:lnTo>
                    <a:pt x="323" y="233"/>
                  </a:lnTo>
                  <a:lnTo>
                    <a:pt x="307" y="233"/>
                  </a:lnTo>
                  <a:lnTo>
                    <a:pt x="288" y="233"/>
                  </a:lnTo>
                  <a:lnTo>
                    <a:pt x="271" y="233"/>
                  </a:lnTo>
                  <a:lnTo>
                    <a:pt x="252" y="233"/>
                  </a:lnTo>
                  <a:lnTo>
                    <a:pt x="235" y="233"/>
                  </a:lnTo>
                  <a:lnTo>
                    <a:pt x="216" y="233"/>
                  </a:lnTo>
                  <a:lnTo>
                    <a:pt x="200" y="235"/>
                  </a:lnTo>
                  <a:lnTo>
                    <a:pt x="200" y="233"/>
                  </a:lnTo>
                  <a:lnTo>
                    <a:pt x="197" y="230"/>
                  </a:lnTo>
                  <a:lnTo>
                    <a:pt x="197" y="228"/>
                  </a:lnTo>
                  <a:lnTo>
                    <a:pt x="197" y="228"/>
                  </a:lnTo>
                  <a:lnTo>
                    <a:pt x="195" y="225"/>
                  </a:lnTo>
                  <a:lnTo>
                    <a:pt x="195" y="225"/>
                  </a:lnTo>
                  <a:lnTo>
                    <a:pt x="195" y="225"/>
                  </a:lnTo>
                  <a:lnTo>
                    <a:pt x="195" y="225"/>
                  </a:lnTo>
                  <a:lnTo>
                    <a:pt x="186" y="230"/>
                  </a:lnTo>
                  <a:lnTo>
                    <a:pt x="178" y="240"/>
                  </a:lnTo>
                  <a:lnTo>
                    <a:pt x="169" y="252"/>
                  </a:lnTo>
                  <a:lnTo>
                    <a:pt x="162" y="263"/>
                  </a:lnTo>
                  <a:lnTo>
                    <a:pt x="152" y="275"/>
                  </a:lnTo>
                  <a:lnTo>
                    <a:pt x="143" y="285"/>
                  </a:lnTo>
                  <a:lnTo>
                    <a:pt x="136" y="290"/>
                  </a:lnTo>
                  <a:lnTo>
                    <a:pt x="131" y="292"/>
                  </a:lnTo>
                  <a:lnTo>
                    <a:pt x="124" y="294"/>
                  </a:lnTo>
                  <a:lnTo>
                    <a:pt x="114" y="294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78" name="Freeform 46"/>
            <p:cNvSpPr>
              <a:spLocks/>
            </p:cNvSpPr>
            <p:nvPr/>
          </p:nvSpPr>
          <p:spPr bwMode="auto">
            <a:xfrm>
              <a:off x="1464" y="2060"/>
              <a:ext cx="60" cy="46"/>
            </a:xfrm>
            <a:custGeom>
              <a:avLst/>
              <a:gdLst>
                <a:gd name="T0" fmla="*/ 0 w 76"/>
                <a:gd name="T1" fmla="*/ 53 h 53"/>
                <a:gd name="T2" fmla="*/ 0 w 76"/>
                <a:gd name="T3" fmla="*/ 38 h 53"/>
                <a:gd name="T4" fmla="*/ 0 w 76"/>
                <a:gd name="T5" fmla="*/ 26 h 53"/>
                <a:gd name="T6" fmla="*/ 3 w 76"/>
                <a:gd name="T7" fmla="*/ 19 h 53"/>
                <a:gd name="T8" fmla="*/ 3 w 76"/>
                <a:gd name="T9" fmla="*/ 12 h 53"/>
                <a:gd name="T10" fmla="*/ 3 w 76"/>
                <a:gd name="T11" fmla="*/ 10 h 53"/>
                <a:gd name="T12" fmla="*/ 3 w 76"/>
                <a:gd name="T13" fmla="*/ 5 h 53"/>
                <a:gd name="T14" fmla="*/ 3 w 76"/>
                <a:gd name="T15" fmla="*/ 3 h 53"/>
                <a:gd name="T16" fmla="*/ 3 w 76"/>
                <a:gd name="T17" fmla="*/ 0 h 53"/>
                <a:gd name="T18" fmla="*/ 12 w 76"/>
                <a:gd name="T19" fmla="*/ 3 h 53"/>
                <a:gd name="T20" fmla="*/ 19 w 76"/>
                <a:gd name="T21" fmla="*/ 5 h 53"/>
                <a:gd name="T22" fmla="*/ 26 w 76"/>
                <a:gd name="T23" fmla="*/ 7 h 53"/>
                <a:gd name="T24" fmla="*/ 36 w 76"/>
                <a:gd name="T25" fmla="*/ 10 h 53"/>
                <a:gd name="T26" fmla="*/ 45 w 76"/>
                <a:gd name="T27" fmla="*/ 14 h 53"/>
                <a:gd name="T28" fmla="*/ 55 w 76"/>
                <a:gd name="T29" fmla="*/ 17 h 53"/>
                <a:gd name="T30" fmla="*/ 64 w 76"/>
                <a:gd name="T31" fmla="*/ 19 h 53"/>
                <a:gd name="T32" fmla="*/ 76 w 76"/>
                <a:gd name="T33" fmla="*/ 22 h 53"/>
                <a:gd name="T34" fmla="*/ 76 w 76"/>
                <a:gd name="T35" fmla="*/ 22 h 53"/>
                <a:gd name="T36" fmla="*/ 76 w 76"/>
                <a:gd name="T37" fmla="*/ 22 h 53"/>
                <a:gd name="T38" fmla="*/ 76 w 76"/>
                <a:gd name="T39" fmla="*/ 22 h 53"/>
                <a:gd name="T40" fmla="*/ 76 w 76"/>
                <a:gd name="T41" fmla="*/ 22 h 53"/>
                <a:gd name="T42" fmla="*/ 76 w 76"/>
                <a:gd name="T43" fmla="*/ 24 h 53"/>
                <a:gd name="T44" fmla="*/ 76 w 76"/>
                <a:gd name="T45" fmla="*/ 24 h 53"/>
                <a:gd name="T46" fmla="*/ 74 w 76"/>
                <a:gd name="T47" fmla="*/ 24 h 53"/>
                <a:gd name="T48" fmla="*/ 74 w 76"/>
                <a:gd name="T49" fmla="*/ 24 h 53"/>
                <a:gd name="T50" fmla="*/ 67 w 76"/>
                <a:gd name="T51" fmla="*/ 29 h 53"/>
                <a:gd name="T52" fmla="*/ 57 w 76"/>
                <a:gd name="T53" fmla="*/ 31 h 53"/>
                <a:gd name="T54" fmla="*/ 45 w 76"/>
                <a:gd name="T55" fmla="*/ 36 h 53"/>
                <a:gd name="T56" fmla="*/ 36 w 76"/>
                <a:gd name="T57" fmla="*/ 41 h 53"/>
                <a:gd name="T58" fmla="*/ 26 w 76"/>
                <a:gd name="T59" fmla="*/ 43 h 53"/>
                <a:gd name="T60" fmla="*/ 17 w 76"/>
                <a:gd name="T61" fmla="*/ 48 h 53"/>
                <a:gd name="T62" fmla="*/ 10 w 76"/>
                <a:gd name="T63" fmla="*/ 50 h 53"/>
                <a:gd name="T64" fmla="*/ 0 w 76"/>
                <a:gd name="T6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6" h="53">
                  <a:moveTo>
                    <a:pt x="0" y="53"/>
                  </a:moveTo>
                  <a:lnTo>
                    <a:pt x="0" y="38"/>
                  </a:lnTo>
                  <a:lnTo>
                    <a:pt x="0" y="26"/>
                  </a:lnTo>
                  <a:lnTo>
                    <a:pt x="3" y="19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5"/>
                  </a:lnTo>
                  <a:lnTo>
                    <a:pt x="3" y="3"/>
                  </a:lnTo>
                  <a:lnTo>
                    <a:pt x="3" y="0"/>
                  </a:lnTo>
                  <a:lnTo>
                    <a:pt x="12" y="3"/>
                  </a:lnTo>
                  <a:lnTo>
                    <a:pt x="19" y="5"/>
                  </a:lnTo>
                  <a:lnTo>
                    <a:pt x="26" y="7"/>
                  </a:lnTo>
                  <a:lnTo>
                    <a:pt x="36" y="10"/>
                  </a:lnTo>
                  <a:lnTo>
                    <a:pt x="45" y="14"/>
                  </a:lnTo>
                  <a:lnTo>
                    <a:pt x="55" y="17"/>
                  </a:lnTo>
                  <a:lnTo>
                    <a:pt x="64" y="19"/>
                  </a:lnTo>
                  <a:lnTo>
                    <a:pt x="76" y="22"/>
                  </a:lnTo>
                  <a:lnTo>
                    <a:pt x="76" y="22"/>
                  </a:lnTo>
                  <a:lnTo>
                    <a:pt x="76" y="22"/>
                  </a:lnTo>
                  <a:lnTo>
                    <a:pt x="76" y="22"/>
                  </a:lnTo>
                  <a:lnTo>
                    <a:pt x="76" y="22"/>
                  </a:lnTo>
                  <a:lnTo>
                    <a:pt x="76" y="24"/>
                  </a:lnTo>
                  <a:lnTo>
                    <a:pt x="76" y="24"/>
                  </a:lnTo>
                  <a:lnTo>
                    <a:pt x="74" y="24"/>
                  </a:lnTo>
                  <a:lnTo>
                    <a:pt x="74" y="24"/>
                  </a:lnTo>
                  <a:lnTo>
                    <a:pt x="67" y="29"/>
                  </a:lnTo>
                  <a:lnTo>
                    <a:pt x="57" y="31"/>
                  </a:lnTo>
                  <a:lnTo>
                    <a:pt x="45" y="36"/>
                  </a:lnTo>
                  <a:lnTo>
                    <a:pt x="36" y="41"/>
                  </a:lnTo>
                  <a:lnTo>
                    <a:pt x="26" y="43"/>
                  </a:lnTo>
                  <a:lnTo>
                    <a:pt x="17" y="48"/>
                  </a:lnTo>
                  <a:lnTo>
                    <a:pt x="10" y="50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79" name="Freeform 47"/>
            <p:cNvSpPr>
              <a:spLocks/>
            </p:cNvSpPr>
            <p:nvPr/>
          </p:nvSpPr>
          <p:spPr bwMode="auto">
            <a:xfrm>
              <a:off x="1786" y="2000"/>
              <a:ext cx="55" cy="66"/>
            </a:xfrm>
            <a:custGeom>
              <a:avLst/>
              <a:gdLst>
                <a:gd name="T0" fmla="*/ 0 w 69"/>
                <a:gd name="T1" fmla="*/ 76 h 76"/>
                <a:gd name="T2" fmla="*/ 0 w 69"/>
                <a:gd name="T3" fmla="*/ 72 h 76"/>
                <a:gd name="T4" fmla="*/ 0 w 69"/>
                <a:gd name="T5" fmla="*/ 62 h 76"/>
                <a:gd name="T6" fmla="*/ 3 w 69"/>
                <a:gd name="T7" fmla="*/ 50 h 76"/>
                <a:gd name="T8" fmla="*/ 5 w 69"/>
                <a:gd name="T9" fmla="*/ 36 h 76"/>
                <a:gd name="T10" fmla="*/ 10 w 69"/>
                <a:gd name="T11" fmla="*/ 22 h 76"/>
                <a:gd name="T12" fmla="*/ 15 w 69"/>
                <a:gd name="T13" fmla="*/ 10 h 76"/>
                <a:gd name="T14" fmla="*/ 19 w 69"/>
                <a:gd name="T15" fmla="*/ 3 h 76"/>
                <a:gd name="T16" fmla="*/ 29 w 69"/>
                <a:gd name="T17" fmla="*/ 0 h 76"/>
                <a:gd name="T18" fmla="*/ 34 w 69"/>
                <a:gd name="T19" fmla="*/ 5 h 76"/>
                <a:gd name="T20" fmla="*/ 41 w 69"/>
                <a:gd name="T21" fmla="*/ 12 h 76"/>
                <a:gd name="T22" fmla="*/ 45 w 69"/>
                <a:gd name="T23" fmla="*/ 19 h 76"/>
                <a:gd name="T24" fmla="*/ 50 w 69"/>
                <a:gd name="T25" fmla="*/ 26 h 76"/>
                <a:gd name="T26" fmla="*/ 55 w 69"/>
                <a:gd name="T27" fmla="*/ 34 h 76"/>
                <a:gd name="T28" fmla="*/ 60 w 69"/>
                <a:gd name="T29" fmla="*/ 41 h 76"/>
                <a:gd name="T30" fmla="*/ 64 w 69"/>
                <a:gd name="T31" fmla="*/ 50 h 76"/>
                <a:gd name="T32" fmla="*/ 69 w 69"/>
                <a:gd name="T33" fmla="*/ 60 h 76"/>
                <a:gd name="T34" fmla="*/ 67 w 69"/>
                <a:gd name="T35" fmla="*/ 60 h 76"/>
                <a:gd name="T36" fmla="*/ 57 w 69"/>
                <a:gd name="T37" fmla="*/ 62 h 76"/>
                <a:gd name="T38" fmla="*/ 48 w 69"/>
                <a:gd name="T39" fmla="*/ 67 h 76"/>
                <a:gd name="T40" fmla="*/ 36 w 69"/>
                <a:gd name="T41" fmla="*/ 69 h 76"/>
                <a:gd name="T42" fmla="*/ 24 w 69"/>
                <a:gd name="T43" fmla="*/ 72 h 76"/>
                <a:gd name="T44" fmla="*/ 12 w 69"/>
                <a:gd name="T45" fmla="*/ 74 h 76"/>
                <a:gd name="T46" fmla="*/ 5 w 69"/>
                <a:gd name="T47" fmla="*/ 76 h 76"/>
                <a:gd name="T48" fmla="*/ 0 w 69"/>
                <a:gd name="T4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9" h="76">
                  <a:moveTo>
                    <a:pt x="0" y="76"/>
                  </a:moveTo>
                  <a:lnTo>
                    <a:pt x="0" y="72"/>
                  </a:lnTo>
                  <a:lnTo>
                    <a:pt x="0" y="62"/>
                  </a:lnTo>
                  <a:lnTo>
                    <a:pt x="3" y="50"/>
                  </a:lnTo>
                  <a:lnTo>
                    <a:pt x="5" y="36"/>
                  </a:lnTo>
                  <a:lnTo>
                    <a:pt x="10" y="22"/>
                  </a:lnTo>
                  <a:lnTo>
                    <a:pt x="15" y="10"/>
                  </a:lnTo>
                  <a:lnTo>
                    <a:pt x="19" y="3"/>
                  </a:lnTo>
                  <a:lnTo>
                    <a:pt x="29" y="0"/>
                  </a:lnTo>
                  <a:lnTo>
                    <a:pt x="34" y="5"/>
                  </a:lnTo>
                  <a:lnTo>
                    <a:pt x="41" y="12"/>
                  </a:lnTo>
                  <a:lnTo>
                    <a:pt x="45" y="19"/>
                  </a:lnTo>
                  <a:lnTo>
                    <a:pt x="50" y="26"/>
                  </a:lnTo>
                  <a:lnTo>
                    <a:pt x="55" y="34"/>
                  </a:lnTo>
                  <a:lnTo>
                    <a:pt x="60" y="41"/>
                  </a:lnTo>
                  <a:lnTo>
                    <a:pt x="64" y="50"/>
                  </a:lnTo>
                  <a:lnTo>
                    <a:pt x="69" y="60"/>
                  </a:lnTo>
                  <a:lnTo>
                    <a:pt x="67" y="60"/>
                  </a:lnTo>
                  <a:lnTo>
                    <a:pt x="57" y="62"/>
                  </a:lnTo>
                  <a:lnTo>
                    <a:pt x="48" y="67"/>
                  </a:lnTo>
                  <a:lnTo>
                    <a:pt x="36" y="69"/>
                  </a:lnTo>
                  <a:lnTo>
                    <a:pt x="24" y="72"/>
                  </a:lnTo>
                  <a:lnTo>
                    <a:pt x="12" y="74"/>
                  </a:lnTo>
                  <a:lnTo>
                    <a:pt x="5" y="76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80" name="Freeform 48"/>
            <p:cNvSpPr>
              <a:spLocks/>
            </p:cNvSpPr>
            <p:nvPr/>
          </p:nvSpPr>
          <p:spPr bwMode="auto">
            <a:xfrm>
              <a:off x="1374" y="1703"/>
              <a:ext cx="422" cy="355"/>
            </a:xfrm>
            <a:custGeom>
              <a:avLst/>
              <a:gdLst>
                <a:gd name="T0" fmla="*/ 140 w 535"/>
                <a:gd name="T1" fmla="*/ 401 h 411"/>
                <a:gd name="T2" fmla="*/ 117 w 535"/>
                <a:gd name="T3" fmla="*/ 363 h 411"/>
                <a:gd name="T4" fmla="*/ 102 w 535"/>
                <a:gd name="T5" fmla="*/ 337 h 411"/>
                <a:gd name="T6" fmla="*/ 79 w 535"/>
                <a:gd name="T7" fmla="*/ 330 h 411"/>
                <a:gd name="T8" fmla="*/ 55 w 535"/>
                <a:gd name="T9" fmla="*/ 330 h 411"/>
                <a:gd name="T10" fmla="*/ 43 w 535"/>
                <a:gd name="T11" fmla="*/ 297 h 411"/>
                <a:gd name="T12" fmla="*/ 17 w 535"/>
                <a:gd name="T13" fmla="*/ 264 h 411"/>
                <a:gd name="T14" fmla="*/ 17 w 535"/>
                <a:gd name="T15" fmla="*/ 185 h 411"/>
                <a:gd name="T16" fmla="*/ 69 w 535"/>
                <a:gd name="T17" fmla="*/ 92 h 411"/>
                <a:gd name="T18" fmla="*/ 79 w 535"/>
                <a:gd name="T19" fmla="*/ 69 h 411"/>
                <a:gd name="T20" fmla="*/ 69 w 535"/>
                <a:gd name="T21" fmla="*/ 71 h 411"/>
                <a:gd name="T22" fmla="*/ 67 w 535"/>
                <a:gd name="T23" fmla="*/ 38 h 411"/>
                <a:gd name="T24" fmla="*/ 105 w 535"/>
                <a:gd name="T25" fmla="*/ 9 h 411"/>
                <a:gd name="T26" fmla="*/ 129 w 535"/>
                <a:gd name="T27" fmla="*/ 12 h 411"/>
                <a:gd name="T28" fmla="*/ 145 w 535"/>
                <a:gd name="T29" fmla="*/ 2 h 411"/>
                <a:gd name="T30" fmla="*/ 152 w 535"/>
                <a:gd name="T31" fmla="*/ 0 h 411"/>
                <a:gd name="T32" fmla="*/ 155 w 535"/>
                <a:gd name="T33" fmla="*/ 2 h 411"/>
                <a:gd name="T34" fmla="*/ 150 w 535"/>
                <a:gd name="T35" fmla="*/ 16 h 411"/>
                <a:gd name="T36" fmla="*/ 143 w 535"/>
                <a:gd name="T37" fmla="*/ 40 h 411"/>
                <a:gd name="T38" fmla="*/ 186 w 535"/>
                <a:gd name="T39" fmla="*/ 88 h 411"/>
                <a:gd name="T40" fmla="*/ 224 w 535"/>
                <a:gd name="T41" fmla="*/ 92 h 411"/>
                <a:gd name="T42" fmla="*/ 259 w 535"/>
                <a:gd name="T43" fmla="*/ 71 h 411"/>
                <a:gd name="T44" fmla="*/ 276 w 535"/>
                <a:gd name="T45" fmla="*/ 64 h 411"/>
                <a:gd name="T46" fmla="*/ 285 w 535"/>
                <a:gd name="T47" fmla="*/ 66 h 411"/>
                <a:gd name="T48" fmla="*/ 316 w 535"/>
                <a:gd name="T49" fmla="*/ 52 h 411"/>
                <a:gd name="T50" fmla="*/ 340 w 535"/>
                <a:gd name="T51" fmla="*/ 66 h 411"/>
                <a:gd name="T52" fmla="*/ 345 w 535"/>
                <a:gd name="T53" fmla="*/ 100 h 411"/>
                <a:gd name="T54" fmla="*/ 319 w 535"/>
                <a:gd name="T55" fmla="*/ 123 h 411"/>
                <a:gd name="T56" fmla="*/ 293 w 535"/>
                <a:gd name="T57" fmla="*/ 126 h 411"/>
                <a:gd name="T58" fmla="*/ 274 w 535"/>
                <a:gd name="T59" fmla="*/ 123 h 411"/>
                <a:gd name="T60" fmla="*/ 283 w 535"/>
                <a:gd name="T61" fmla="*/ 140 h 411"/>
                <a:gd name="T62" fmla="*/ 319 w 535"/>
                <a:gd name="T63" fmla="*/ 142 h 411"/>
                <a:gd name="T64" fmla="*/ 357 w 535"/>
                <a:gd name="T65" fmla="*/ 126 h 411"/>
                <a:gd name="T66" fmla="*/ 376 w 535"/>
                <a:gd name="T67" fmla="*/ 83 h 411"/>
                <a:gd name="T68" fmla="*/ 409 w 535"/>
                <a:gd name="T69" fmla="*/ 62 h 411"/>
                <a:gd name="T70" fmla="*/ 445 w 535"/>
                <a:gd name="T71" fmla="*/ 38 h 411"/>
                <a:gd name="T72" fmla="*/ 454 w 535"/>
                <a:gd name="T73" fmla="*/ 28 h 411"/>
                <a:gd name="T74" fmla="*/ 457 w 535"/>
                <a:gd name="T75" fmla="*/ 28 h 411"/>
                <a:gd name="T76" fmla="*/ 452 w 535"/>
                <a:gd name="T77" fmla="*/ 40 h 411"/>
                <a:gd name="T78" fmla="*/ 445 w 535"/>
                <a:gd name="T79" fmla="*/ 64 h 411"/>
                <a:gd name="T80" fmla="*/ 483 w 535"/>
                <a:gd name="T81" fmla="*/ 100 h 411"/>
                <a:gd name="T82" fmla="*/ 521 w 535"/>
                <a:gd name="T83" fmla="*/ 145 h 411"/>
                <a:gd name="T84" fmla="*/ 533 w 535"/>
                <a:gd name="T85" fmla="*/ 199 h 411"/>
                <a:gd name="T86" fmla="*/ 535 w 535"/>
                <a:gd name="T87" fmla="*/ 254 h 411"/>
                <a:gd name="T88" fmla="*/ 514 w 535"/>
                <a:gd name="T89" fmla="*/ 290 h 411"/>
                <a:gd name="T90" fmla="*/ 488 w 535"/>
                <a:gd name="T91" fmla="*/ 294 h 411"/>
                <a:gd name="T92" fmla="*/ 476 w 535"/>
                <a:gd name="T93" fmla="*/ 285 h 411"/>
                <a:gd name="T94" fmla="*/ 476 w 535"/>
                <a:gd name="T95" fmla="*/ 287 h 411"/>
                <a:gd name="T96" fmla="*/ 395 w 535"/>
                <a:gd name="T97" fmla="*/ 299 h 411"/>
                <a:gd name="T98" fmla="*/ 314 w 535"/>
                <a:gd name="T99" fmla="*/ 356 h 411"/>
                <a:gd name="T100" fmla="*/ 285 w 535"/>
                <a:gd name="T101" fmla="*/ 389 h 411"/>
                <a:gd name="T102" fmla="*/ 274 w 535"/>
                <a:gd name="T103" fmla="*/ 404 h 411"/>
                <a:gd name="T104" fmla="*/ 221 w 535"/>
                <a:gd name="T105" fmla="*/ 397 h 411"/>
                <a:gd name="T106" fmla="*/ 188 w 535"/>
                <a:gd name="T107" fmla="*/ 361 h 411"/>
                <a:gd name="T108" fmla="*/ 176 w 535"/>
                <a:gd name="T109" fmla="*/ 351 h 411"/>
                <a:gd name="T110" fmla="*/ 174 w 535"/>
                <a:gd name="T111" fmla="*/ 351 h 411"/>
                <a:gd name="T112" fmla="*/ 176 w 535"/>
                <a:gd name="T113" fmla="*/ 375 h 411"/>
                <a:gd name="T114" fmla="*/ 186 w 535"/>
                <a:gd name="T115" fmla="*/ 408 h 411"/>
                <a:gd name="T116" fmla="*/ 181 w 535"/>
                <a:gd name="T117" fmla="*/ 411 h 411"/>
                <a:gd name="T118" fmla="*/ 176 w 535"/>
                <a:gd name="T119" fmla="*/ 41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35" h="411">
                  <a:moveTo>
                    <a:pt x="176" y="411"/>
                  </a:moveTo>
                  <a:lnTo>
                    <a:pt x="162" y="408"/>
                  </a:lnTo>
                  <a:lnTo>
                    <a:pt x="150" y="406"/>
                  </a:lnTo>
                  <a:lnTo>
                    <a:pt x="140" y="401"/>
                  </a:lnTo>
                  <a:lnTo>
                    <a:pt x="133" y="397"/>
                  </a:lnTo>
                  <a:lnTo>
                    <a:pt x="124" y="387"/>
                  </a:lnTo>
                  <a:lnTo>
                    <a:pt x="119" y="375"/>
                  </a:lnTo>
                  <a:lnTo>
                    <a:pt x="117" y="363"/>
                  </a:lnTo>
                  <a:lnTo>
                    <a:pt x="114" y="354"/>
                  </a:lnTo>
                  <a:lnTo>
                    <a:pt x="112" y="347"/>
                  </a:lnTo>
                  <a:lnTo>
                    <a:pt x="107" y="342"/>
                  </a:lnTo>
                  <a:lnTo>
                    <a:pt x="102" y="337"/>
                  </a:lnTo>
                  <a:lnTo>
                    <a:pt x="95" y="332"/>
                  </a:lnTo>
                  <a:lnTo>
                    <a:pt x="91" y="332"/>
                  </a:lnTo>
                  <a:lnTo>
                    <a:pt x="86" y="330"/>
                  </a:lnTo>
                  <a:lnTo>
                    <a:pt x="79" y="330"/>
                  </a:lnTo>
                  <a:lnTo>
                    <a:pt x="71" y="330"/>
                  </a:lnTo>
                  <a:lnTo>
                    <a:pt x="67" y="330"/>
                  </a:lnTo>
                  <a:lnTo>
                    <a:pt x="60" y="330"/>
                  </a:lnTo>
                  <a:lnTo>
                    <a:pt x="55" y="330"/>
                  </a:lnTo>
                  <a:lnTo>
                    <a:pt x="52" y="332"/>
                  </a:lnTo>
                  <a:lnTo>
                    <a:pt x="48" y="318"/>
                  </a:lnTo>
                  <a:lnTo>
                    <a:pt x="43" y="306"/>
                  </a:lnTo>
                  <a:lnTo>
                    <a:pt x="43" y="297"/>
                  </a:lnTo>
                  <a:lnTo>
                    <a:pt x="41" y="287"/>
                  </a:lnTo>
                  <a:lnTo>
                    <a:pt x="36" y="278"/>
                  </a:lnTo>
                  <a:lnTo>
                    <a:pt x="29" y="271"/>
                  </a:lnTo>
                  <a:lnTo>
                    <a:pt x="17" y="264"/>
                  </a:lnTo>
                  <a:lnTo>
                    <a:pt x="0" y="254"/>
                  </a:lnTo>
                  <a:lnTo>
                    <a:pt x="3" y="233"/>
                  </a:lnTo>
                  <a:lnTo>
                    <a:pt x="7" y="211"/>
                  </a:lnTo>
                  <a:lnTo>
                    <a:pt x="17" y="185"/>
                  </a:lnTo>
                  <a:lnTo>
                    <a:pt x="29" y="161"/>
                  </a:lnTo>
                  <a:lnTo>
                    <a:pt x="43" y="135"/>
                  </a:lnTo>
                  <a:lnTo>
                    <a:pt x="57" y="114"/>
                  </a:lnTo>
                  <a:lnTo>
                    <a:pt x="69" y="92"/>
                  </a:lnTo>
                  <a:lnTo>
                    <a:pt x="81" y="76"/>
                  </a:lnTo>
                  <a:lnTo>
                    <a:pt x="81" y="71"/>
                  </a:lnTo>
                  <a:lnTo>
                    <a:pt x="81" y="69"/>
                  </a:lnTo>
                  <a:lnTo>
                    <a:pt x="79" y="69"/>
                  </a:lnTo>
                  <a:lnTo>
                    <a:pt x="76" y="69"/>
                  </a:lnTo>
                  <a:lnTo>
                    <a:pt x="74" y="69"/>
                  </a:lnTo>
                  <a:lnTo>
                    <a:pt x="71" y="71"/>
                  </a:lnTo>
                  <a:lnTo>
                    <a:pt x="69" y="71"/>
                  </a:lnTo>
                  <a:lnTo>
                    <a:pt x="67" y="71"/>
                  </a:lnTo>
                  <a:lnTo>
                    <a:pt x="64" y="62"/>
                  </a:lnTo>
                  <a:lnTo>
                    <a:pt x="64" y="50"/>
                  </a:lnTo>
                  <a:lnTo>
                    <a:pt x="67" y="38"/>
                  </a:lnTo>
                  <a:lnTo>
                    <a:pt x="74" y="28"/>
                  </a:lnTo>
                  <a:lnTo>
                    <a:pt x="83" y="19"/>
                  </a:lnTo>
                  <a:lnTo>
                    <a:pt x="93" y="12"/>
                  </a:lnTo>
                  <a:lnTo>
                    <a:pt x="105" y="9"/>
                  </a:lnTo>
                  <a:lnTo>
                    <a:pt x="117" y="9"/>
                  </a:lnTo>
                  <a:lnTo>
                    <a:pt x="119" y="12"/>
                  </a:lnTo>
                  <a:lnTo>
                    <a:pt x="124" y="14"/>
                  </a:lnTo>
                  <a:lnTo>
                    <a:pt x="129" y="12"/>
                  </a:lnTo>
                  <a:lnTo>
                    <a:pt x="131" y="12"/>
                  </a:lnTo>
                  <a:lnTo>
                    <a:pt x="136" y="7"/>
                  </a:lnTo>
                  <a:lnTo>
                    <a:pt x="140" y="4"/>
                  </a:lnTo>
                  <a:lnTo>
                    <a:pt x="145" y="2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52" y="2"/>
                  </a:lnTo>
                  <a:lnTo>
                    <a:pt x="155" y="2"/>
                  </a:lnTo>
                  <a:lnTo>
                    <a:pt x="155" y="2"/>
                  </a:lnTo>
                  <a:lnTo>
                    <a:pt x="152" y="7"/>
                  </a:lnTo>
                  <a:lnTo>
                    <a:pt x="152" y="12"/>
                  </a:lnTo>
                  <a:lnTo>
                    <a:pt x="150" y="16"/>
                  </a:lnTo>
                  <a:lnTo>
                    <a:pt x="148" y="21"/>
                  </a:lnTo>
                  <a:lnTo>
                    <a:pt x="145" y="28"/>
                  </a:lnTo>
                  <a:lnTo>
                    <a:pt x="145" y="33"/>
                  </a:lnTo>
                  <a:lnTo>
                    <a:pt x="143" y="40"/>
                  </a:lnTo>
                  <a:lnTo>
                    <a:pt x="145" y="45"/>
                  </a:lnTo>
                  <a:lnTo>
                    <a:pt x="157" y="64"/>
                  </a:lnTo>
                  <a:lnTo>
                    <a:pt x="171" y="76"/>
                  </a:lnTo>
                  <a:lnTo>
                    <a:pt x="186" y="88"/>
                  </a:lnTo>
                  <a:lnTo>
                    <a:pt x="200" y="92"/>
                  </a:lnTo>
                  <a:lnTo>
                    <a:pt x="209" y="95"/>
                  </a:lnTo>
                  <a:lnTo>
                    <a:pt x="217" y="95"/>
                  </a:lnTo>
                  <a:lnTo>
                    <a:pt x="224" y="92"/>
                  </a:lnTo>
                  <a:lnTo>
                    <a:pt x="233" y="90"/>
                  </a:lnTo>
                  <a:lnTo>
                    <a:pt x="240" y="85"/>
                  </a:lnTo>
                  <a:lnTo>
                    <a:pt x="250" y="78"/>
                  </a:lnTo>
                  <a:lnTo>
                    <a:pt x="259" y="71"/>
                  </a:lnTo>
                  <a:lnTo>
                    <a:pt x="269" y="62"/>
                  </a:lnTo>
                  <a:lnTo>
                    <a:pt x="271" y="62"/>
                  </a:lnTo>
                  <a:lnTo>
                    <a:pt x="274" y="62"/>
                  </a:lnTo>
                  <a:lnTo>
                    <a:pt x="276" y="64"/>
                  </a:lnTo>
                  <a:lnTo>
                    <a:pt x="278" y="64"/>
                  </a:lnTo>
                  <a:lnTo>
                    <a:pt x="281" y="64"/>
                  </a:lnTo>
                  <a:lnTo>
                    <a:pt x="283" y="66"/>
                  </a:lnTo>
                  <a:lnTo>
                    <a:pt x="285" y="66"/>
                  </a:lnTo>
                  <a:lnTo>
                    <a:pt x="290" y="66"/>
                  </a:lnTo>
                  <a:lnTo>
                    <a:pt x="297" y="57"/>
                  </a:lnTo>
                  <a:lnTo>
                    <a:pt x="307" y="54"/>
                  </a:lnTo>
                  <a:lnTo>
                    <a:pt x="316" y="52"/>
                  </a:lnTo>
                  <a:lnTo>
                    <a:pt x="324" y="52"/>
                  </a:lnTo>
                  <a:lnTo>
                    <a:pt x="331" y="57"/>
                  </a:lnTo>
                  <a:lnTo>
                    <a:pt x="335" y="62"/>
                  </a:lnTo>
                  <a:lnTo>
                    <a:pt x="340" y="66"/>
                  </a:lnTo>
                  <a:lnTo>
                    <a:pt x="345" y="73"/>
                  </a:lnTo>
                  <a:lnTo>
                    <a:pt x="345" y="83"/>
                  </a:lnTo>
                  <a:lnTo>
                    <a:pt x="347" y="90"/>
                  </a:lnTo>
                  <a:lnTo>
                    <a:pt x="345" y="100"/>
                  </a:lnTo>
                  <a:lnTo>
                    <a:pt x="343" y="107"/>
                  </a:lnTo>
                  <a:lnTo>
                    <a:pt x="338" y="114"/>
                  </a:lnTo>
                  <a:lnTo>
                    <a:pt x="331" y="119"/>
                  </a:lnTo>
                  <a:lnTo>
                    <a:pt x="319" y="123"/>
                  </a:lnTo>
                  <a:lnTo>
                    <a:pt x="307" y="128"/>
                  </a:lnTo>
                  <a:lnTo>
                    <a:pt x="302" y="128"/>
                  </a:lnTo>
                  <a:lnTo>
                    <a:pt x="297" y="126"/>
                  </a:lnTo>
                  <a:lnTo>
                    <a:pt x="293" y="126"/>
                  </a:lnTo>
                  <a:lnTo>
                    <a:pt x="288" y="126"/>
                  </a:lnTo>
                  <a:lnTo>
                    <a:pt x="283" y="123"/>
                  </a:lnTo>
                  <a:lnTo>
                    <a:pt x="278" y="123"/>
                  </a:lnTo>
                  <a:lnTo>
                    <a:pt x="274" y="123"/>
                  </a:lnTo>
                  <a:lnTo>
                    <a:pt x="271" y="126"/>
                  </a:lnTo>
                  <a:lnTo>
                    <a:pt x="274" y="130"/>
                  </a:lnTo>
                  <a:lnTo>
                    <a:pt x="278" y="135"/>
                  </a:lnTo>
                  <a:lnTo>
                    <a:pt x="283" y="140"/>
                  </a:lnTo>
                  <a:lnTo>
                    <a:pt x="290" y="142"/>
                  </a:lnTo>
                  <a:lnTo>
                    <a:pt x="300" y="142"/>
                  </a:lnTo>
                  <a:lnTo>
                    <a:pt x="309" y="142"/>
                  </a:lnTo>
                  <a:lnTo>
                    <a:pt x="319" y="142"/>
                  </a:lnTo>
                  <a:lnTo>
                    <a:pt x="328" y="140"/>
                  </a:lnTo>
                  <a:lnTo>
                    <a:pt x="338" y="135"/>
                  </a:lnTo>
                  <a:lnTo>
                    <a:pt x="347" y="130"/>
                  </a:lnTo>
                  <a:lnTo>
                    <a:pt x="357" y="126"/>
                  </a:lnTo>
                  <a:lnTo>
                    <a:pt x="364" y="116"/>
                  </a:lnTo>
                  <a:lnTo>
                    <a:pt x="371" y="107"/>
                  </a:lnTo>
                  <a:lnTo>
                    <a:pt x="373" y="97"/>
                  </a:lnTo>
                  <a:lnTo>
                    <a:pt x="376" y="83"/>
                  </a:lnTo>
                  <a:lnTo>
                    <a:pt x="376" y="69"/>
                  </a:lnTo>
                  <a:lnTo>
                    <a:pt x="388" y="66"/>
                  </a:lnTo>
                  <a:lnTo>
                    <a:pt x="397" y="64"/>
                  </a:lnTo>
                  <a:lnTo>
                    <a:pt x="409" y="62"/>
                  </a:lnTo>
                  <a:lnTo>
                    <a:pt x="419" y="57"/>
                  </a:lnTo>
                  <a:lnTo>
                    <a:pt x="428" y="52"/>
                  </a:lnTo>
                  <a:lnTo>
                    <a:pt x="438" y="45"/>
                  </a:lnTo>
                  <a:lnTo>
                    <a:pt x="445" y="38"/>
                  </a:lnTo>
                  <a:lnTo>
                    <a:pt x="452" y="28"/>
                  </a:lnTo>
                  <a:lnTo>
                    <a:pt x="452" y="28"/>
                  </a:lnTo>
                  <a:lnTo>
                    <a:pt x="454" y="28"/>
                  </a:lnTo>
                  <a:lnTo>
                    <a:pt x="454" y="28"/>
                  </a:lnTo>
                  <a:lnTo>
                    <a:pt x="454" y="28"/>
                  </a:lnTo>
                  <a:lnTo>
                    <a:pt x="454" y="28"/>
                  </a:lnTo>
                  <a:lnTo>
                    <a:pt x="457" y="28"/>
                  </a:lnTo>
                  <a:lnTo>
                    <a:pt x="457" y="28"/>
                  </a:lnTo>
                  <a:lnTo>
                    <a:pt x="457" y="28"/>
                  </a:lnTo>
                  <a:lnTo>
                    <a:pt x="457" y="31"/>
                  </a:lnTo>
                  <a:lnTo>
                    <a:pt x="454" y="33"/>
                  </a:lnTo>
                  <a:lnTo>
                    <a:pt x="452" y="40"/>
                  </a:lnTo>
                  <a:lnTo>
                    <a:pt x="450" y="45"/>
                  </a:lnTo>
                  <a:lnTo>
                    <a:pt x="447" y="52"/>
                  </a:lnTo>
                  <a:lnTo>
                    <a:pt x="447" y="59"/>
                  </a:lnTo>
                  <a:lnTo>
                    <a:pt x="445" y="64"/>
                  </a:lnTo>
                  <a:lnTo>
                    <a:pt x="445" y="69"/>
                  </a:lnTo>
                  <a:lnTo>
                    <a:pt x="459" y="81"/>
                  </a:lnTo>
                  <a:lnTo>
                    <a:pt x="471" y="90"/>
                  </a:lnTo>
                  <a:lnTo>
                    <a:pt x="483" y="100"/>
                  </a:lnTo>
                  <a:lnTo>
                    <a:pt x="492" y="109"/>
                  </a:lnTo>
                  <a:lnTo>
                    <a:pt x="502" y="119"/>
                  </a:lnTo>
                  <a:lnTo>
                    <a:pt x="511" y="130"/>
                  </a:lnTo>
                  <a:lnTo>
                    <a:pt x="521" y="145"/>
                  </a:lnTo>
                  <a:lnTo>
                    <a:pt x="528" y="164"/>
                  </a:lnTo>
                  <a:lnTo>
                    <a:pt x="530" y="176"/>
                  </a:lnTo>
                  <a:lnTo>
                    <a:pt x="533" y="187"/>
                  </a:lnTo>
                  <a:lnTo>
                    <a:pt x="533" y="199"/>
                  </a:lnTo>
                  <a:lnTo>
                    <a:pt x="535" y="214"/>
                  </a:lnTo>
                  <a:lnTo>
                    <a:pt x="535" y="228"/>
                  </a:lnTo>
                  <a:lnTo>
                    <a:pt x="535" y="242"/>
                  </a:lnTo>
                  <a:lnTo>
                    <a:pt x="535" y="254"/>
                  </a:lnTo>
                  <a:lnTo>
                    <a:pt x="533" y="268"/>
                  </a:lnTo>
                  <a:lnTo>
                    <a:pt x="526" y="273"/>
                  </a:lnTo>
                  <a:lnTo>
                    <a:pt x="518" y="280"/>
                  </a:lnTo>
                  <a:lnTo>
                    <a:pt x="514" y="290"/>
                  </a:lnTo>
                  <a:lnTo>
                    <a:pt x="507" y="294"/>
                  </a:lnTo>
                  <a:lnTo>
                    <a:pt x="502" y="299"/>
                  </a:lnTo>
                  <a:lnTo>
                    <a:pt x="495" y="299"/>
                  </a:lnTo>
                  <a:lnTo>
                    <a:pt x="488" y="294"/>
                  </a:lnTo>
                  <a:lnTo>
                    <a:pt x="476" y="283"/>
                  </a:lnTo>
                  <a:lnTo>
                    <a:pt x="476" y="285"/>
                  </a:lnTo>
                  <a:lnTo>
                    <a:pt x="476" y="285"/>
                  </a:lnTo>
                  <a:lnTo>
                    <a:pt x="476" y="285"/>
                  </a:lnTo>
                  <a:lnTo>
                    <a:pt x="476" y="287"/>
                  </a:lnTo>
                  <a:lnTo>
                    <a:pt x="476" y="287"/>
                  </a:lnTo>
                  <a:lnTo>
                    <a:pt x="476" y="287"/>
                  </a:lnTo>
                  <a:lnTo>
                    <a:pt x="476" y="287"/>
                  </a:lnTo>
                  <a:lnTo>
                    <a:pt x="476" y="290"/>
                  </a:lnTo>
                  <a:lnTo>
                    <a:pt x="447" y="290"/>
                  </a:lnTo>
                  <a:lnTo>
                    <a:pt x="421" y="294"/>
                  </a:lnTo>
                  <a:lnTo>
                    <a:pt x="395" y="299"/>
                  </a:lnTo>
                  <a:lnTo>
                    <a:pt x="373" y="309"/>
                  </a:lnTo>
                  <a:lnTo>
                    <a:pt x="352" y="321"/>
                  </a:lnTo>
                  <a:lnTo>
                    <a:pt x="333" y="337"/>
                  </a:lnTo>
                  <a:lnTo>
                    <a:pt x="314" y="356"/>
                  </a:lnTo>
                  <a:lnTo>
                    <a:pt x="295" y="378"/>
                  </a:lnTo>
                  <a:lnTo>
                    <a:pt x="290" y="382"/>
                  </a:lnTo>
                  <a:lnTo>
                    <a:pt x="288" y="385"/>
                  </a:lnTo>
                  <a:lnTo>
                    <a:pt x="285" y="389"/>
                  </a:lnTo>
                  <a:lnTo>
                    <a:pt x="283" y="392"/>
                  </a:lnTo>
                  <a:lnTo>
                    <a:pt x="281" y="397"/>
                  </a:lnTo>
                  <a:lnTo>
                    <a:pt x="278" y="399"/>
                  </a:lnTo>
                  <a:lnTo>
                    <a:pt x="274" y="404"/>
                  </a:lnTo>
                  <a:lnTo>
                    <a:pt x="266" y="408"/>
                  </a:lnTo>
                  <a:lnTo>
                    <a:pt x="247" y="406"/>
                  </a:lnTo>
                  <a:lnTo>
                    <a:pt x="233" y="404"/>
                  </a:lnTo>
                  <a:lnTo>
                    <a:pt x="221" y="397"/>
                  </a:lnTo>
                  <a:lnTo>
                    <a:pt x="212" y="389"/>
                  </a:lnTo>
                  <a:lnTo>
                    <a:pt x="205" y="382"/>
                  </a:lnTo>
                  <a:lnTo>
                    <a:pt x="198" y="373"/>
                  </a:lnTo>
                  <a:lnTo>
                    <a:pt x="188" y="361"/>
                  </a:lnTo>
                  <a:lnTo>
                    <a:pt x="176" y="349"/>
                  </a:lnTo>
                  <a:lnTo>
                    <a:pt x="176" y="349"/>
                  </a:lnTo>
                  <a:lnTo>
                    <a:pt x="176" y="349"/>
                  </a:lnTo>
                  <a:lnTo>
                    <a:pt x="176" y="351"/>
                  </a:lnTo>
                  <a:lnTo>
                    <a:pt x="174" y="351"/>
                  </a:lnTo>
                  <a:lnTo>
                    <a:pt x="174" y="351"/>
                  </a:lnTo>
                  <a:lnTo>
                    <a:pt x="174" y="351"/>
                  </a:lnTo>
                  <a:lnTo>
                    <a:pt x="174" y="351"/>
                  </a:lnTo>
                  <a:lnTo>
                    <a:pt x="174" y="354"/>
                  </a:lnTo>
                  <a:lnTo>
                    <a:pt x="174" y="359"/>
                  </a:lnTo>
                  <a:lnTo>
                    <a:pt x="174" y="366"/>
                  </a:lnTo>
                  <a:lnTo>
                    <a:pt x="176" y="375"/>
                  </a:lnTo>
                  <a:lnTo>
                    <a:pt x="178" y="385"/>
                  </a:lnTo>
                  <a:lnTo>
                    <a:pt x="181" y="394"/>
                  </a:lnTo>
                  <a:lnTo>
                    <a:pt x="183" y="404"/>
                  </a:lnTo>
                  <a:lnTo>
                    <a:pt x="186" y="408"/>
                  </a:lnTo>
                  <a:lnTo>
                    <a:pt x="186" y="411"/>
                  </a:lnTo>
                  <a:lnTo>
                    <a:pt x="186" y="411"/>
                  </a:lnTo>
                  <a:lnTo>
                    <a:pt x="183" y="411"/>
                  </a:lnTo>
                  <a:lnTo>
                    <a:pt x="181" y="411"/>
                  </a:lnTo>
                  <a:lnTo>
                    <a:pt x="181" y="411"/>
                  </a:lnTo>
                  <a:lnTo>
                    <a:pt x="178" y="411"/>
                  </a:lnTo>
                  <a:lnTo>
                    <a:pt x="178" y="411"/>
                  </a:lnTo>
                  <a:lnTo>
                    <a:pt x="176" y="411"/>
                  </a:lnTo>
                  <a:lnTo>
                    <a:pt x="176" y="411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81" name="Freeform 49"/>
            <p:cNvSpPr>
              <a:spLocks/>
            </p:cNvSpPr>
            <p:nvPr/>
          </p:nvSpPr>
          <p:spPr bwMode="auto">
            <a:xfrm>
              <a:off x="1819" y="1890"/>
              <a:ext cx="223" cy="158"/>
            </a:xfrm>
            <a:custGeom>
              <a:avLst/>
              <a:gdLst>
                <a:gd name="T0" fmla="*/ 54 w 283"/>
                <a:gd name="T1" fmla="*/ 183 h 183"/>
                <a:gd name="T2" fmla="*/ 47 w 283"/>
                <a:gd name="T3" fmla="*/ 173 h 183"/>
                <a:gd name="T4" fmla="*/ 40 w 283"/>
                <a:gd name="T5" fmla="*/ 164 h 183"/>
                <a:gd name="T6" fmla="*/ 33 w 283"/>
                <a:gd name="T7" fmla="*/ 154 h 183"/>
                <a:gd name="T8" fmla="*/ 28 w 283"/>
                <a:gd name="T9" fmla="*/ 145 h 183"/>
                <a:gd name="T10" fmla="*/ 21 w 283"/>
                <a:gd name="T11" fmla="*/ 135 h 183"/>
                <a:gd name="T12" fmla="*/ 14 w 283"/>
                <a:gd name="T13" fmla="*/ 126 h 183"/>
                <a:gd name="T14" fmla="*/ 7 w 283"/>
                <a:gd name="T15" fmla="*/ 119 h 183"/>
                <a:gd name="T16" fmla="*/ 0 w 283"/>
                <a:gd name="T17" fmla="*/ 112 h 183"/>
                <a:gd name="T18" fmla="*/ 2 w 283"/>
                <a:gd name="T19" fmla="*/ 105 h 183"/>
                <a:gd name="T20" fmla="*/ 12 w 283"/>
                <a:gd name="T21" fmla="*/ 90 h 183"/>
                <a:gd name="T22" fmla="*/ 23 w 283"/>
                <a:gd name="T23" fmla="*/ 74 h 183"/>
                <a:gd name="T24" fmla="*/ 40 w 283"/>
                <a:gd name="T25" fmla="*/ 55 h 183"/>
                <a:gd name="T26" fmla="*/ 54 w 283"/>
                <a:gd name="T27" fmla="*/ 36 h 183"/>
                <a:gd name="T28" fmla="*/ 71 w 283"/>
                <a:gd name="T29" fmla="*/ 19 h 183"/>
                <a:gd name="T30" fmla="*/ 83 w 283"/>
                <a:gd name="T31" fmla="*/ 5 h 183"/>
                <a:gd name="T32" fmla="*/ 90 w 283"/>
                <a:gd name="T33" fmla="*/ 0 h 183"/>
                <a:gd name="T34" fmla="*/ 90 w 283"/>
                <a:gd name="T35" fmla="*/ 5 h 183"/>
                <a:gd name="T36" fmla="*/ 95 w 283"/>
                <a:gd name="T37" fmla="*/ 9 h 183"/>
                <a:gd name="T38" fmla="*/ 100 w 283"/>
                <a:gd name="T39" fmla="*/ 14 h 183"/>
                <a:gd name="T40" fmla="*/ 107 w 283"/>
                <a:gd name="T41" fmla="*/ 19 h 183"/>
                <a:gd name="T42" fmla="*/ 123 w 283"/>
                <a:gd name="T43" fmla="*/ 29 h 183"/>
                <a:gd name="T44" fmla="*/ 142 w 283"/>
                <a:gd name="T45" fmla="*/ 38 h 183"/>
                <a:gd name="T46" fmla="*/ 164 w 283"/>
                <a:gd name="T47" fmla="*/ 48 h 183"/>
                <a:gd name="T48" fmla="*/ 183 w 283"/>
                <a:gd name="T49" fmla="*/ 57 h 183"/>
                <a:gd name="T50" fmla="*/ 202 w 283"/>
                <a:gd name="T51" fmla="*/ 69 h 183"/>
                <a:gd name="T52" fmla="*/ 216 w 283"/>
                <a:gd name="T53" fmla="*/ 81 h 183"/>
                <a:gd name="T54" fmla="*/ 223 w 283"/>
                <a:gd name="T55" fmla="*/ 78 h 183"/>
                <a:gd name="T56" fmla="*/ 233 w 283"/>
                <a:gd name="T57" fmla="*/ 74 h 183"/>
                <a:gd name="T58" fmla="*/ 242 w 283"/>
                <a:gd name="T59" fmla="*/ 67 h 183"/>
                <a:gd name="T60" fmla="*/ 254 w 283"/>
                <a:gd name="T61" fmla="*/ 62 h 183"/>
                <a:gd name="T62" fmla="*/ 266 w 283"/>
                <a:gd name="T63" fmla="*/ 57 h 183"/>
                <a:gd name="T64" fmla="*/ 273 w 283"/>
                <a:gd name="T65" fmla="*/ 59 h 183"/>
                <a:gd name="T66" fmla="*/ 278 w 283"/>
                <a:gd name="T67" fmla="*/ 62 h 183"/>
                <a:gd name="T68" fmla="*/ 280 w 283"/>
                <a:gd name="T69" fmla="*/ 64 h 183"/>
                <a:gd name="T70" fmla="*/ 280 w 283"/>
                <a:gd name="T71" fmla="*/ 71 h 183"/>
                <a:gd name="T72" fmla="*/ 283 w 283"/>
                <a:gd name="T73" fmla="*/ 78 h 183"/>
                <a:gd name="T74" fmla="*/ 268 w 283"/>
                <a:gd name="T75" fmla="*/ 90 h 183"/>
                <a:gd name="T76" fmla="*/ 256 w 283"/>
                <a:gd name="T77" fmla="*/ 100 h 183"/>
                <a:gd name="T78" fmla="*/ 245 w 283"/>
                <a:gd name="T79" fmla="*/ 112 h 183"/>
                <a:gd name="T80" fmla="*/ 233 w 283"/>
                <a:gd name="T81" fmla="*/ 121 h 183"/>
                <a:gd name="T82" fmla="*/ 221 w 283"/>
                <a:gd name="T83" fmla="*/ 133 h 183"/>
                <a:gd name="T84" fmla="*/ 209 w 283"/>
                <a:gd name="T85" fmla="*/ 145 h 183"/>
                <a:gd name="T86" fmla="*/ 197 w 283"/>
                <a:gd name="T87" fmla="*/ 157 h 183"/>
                <a:gd name="T88" fmla="*/ 185 w 283"/>
                <a:gd name="T89" fmla="*/ 166 h 183"/>
                <a:gd name="T90" fmla="*/ 168 w 283"/>
                <a:gd name="T91" fmla="*/ 169 h 183"/>
                <a:gd name="T92" fmla="*/ 152 w 283"/>
                <a:gd name="T93" fmla="*/ 171 h 183"/>
                <a:gd name="T94" fmla="*/ 135 w 283"/>
                <a:gd name="T95" fmla="*/ 173 h 183"/>
                <a:gd name="T96" fmla="*/ 119 w 283"/>
                <a:gd name="T97" fmla="*/ 176 h 183"/>
                <a:gd name="T98" fmla="*/ 102 w 283"/>
                <a:gd name="T99" fmla="*/ 178 h 183"/>
                <a:gd name="T100" fmla="*/ 85 w 283"/>
                <a:gd name="T101" fmla="*/ 181 h 183"/>
                <a:gd name="T102" fmla="*/ 69 w 283"/>
                <a:gd name="T103" fmla="*/ 181 h 183"/>
                <a:gd name="T104" fmla="*/ 54 w 283"/>
                <a:gd name="T105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3" h="183">
                  <a:moveTo>
                    <a:pt x="54" y="183"/>
                  </a:moveTo>
                  <a:lnTo>
                    <a:pt x="47" y="173"/>
                  </a:lnTo>
                  <a:lnTo>
                    <a:pt x="40" y="164"/>
                  </a:lnTo>
                  <a:lnTo>
                    <a:pt x="33" y="154"/>
                  </a:lnTo>
                  <a:lnTo>
                    <a:pt x="28" y="145"/>
                  </a:lnTo>
                  <a:lnTo>
                    <a:pt x="21" y="135"/>
                  </a:lnTo>
                  <a:lnTo>
                    <a:pt x="14" y="126"/>
                  </a:lnTo>
                  <a:lnTo>
                    <a:pt x="7" y="119"/>
                  </a:lnTo>
                  <a:lnTo>
                    <a:pt x="0" y="112"/>
                  </a:lnTo>
                  <a:lnTo>
                    <a:pt x="2" y="105"/>
                  </a:lnTo>
                  <a:lnTo>
                    <a:pt x="12" y="90"/>
                  </a:lnTo>
                  <a:lnTo>
                    <a:pt x="23" y="74"/>
                  </a:lnTo>
                  <a:lnTo>
                    <a:pt x="40" y="55"/>
                  </a:lnTo>
                  <a:lnTo>
                    <a:pt x="54" y="36"/>
                  </a:lnTo>
                  <a:lnTo>
                    <a:pt x="71" y="19"/>
                  </a:lnTo>
                  <a:lnTo>
                    <a:pt x="83" y="5"/>
                  </a:lnTo>
                  <a:lnTo>
                    <a:pt x="90" y="0"/>
                  </a:lnTo>
                  <a:lnTo>
                    <a:pt x="90" y="5"/>
                  </a:lnTo>
                  <a:lnTo>
                    <a:pt x="95" y="9"/>
                  </a:lnTo>
                  <a:lnTo>
                    <a:pt x="100" y="14"/>
                  </a:lnTo>
                  <a:lnTo>
                    <a:pt x="107" y="19"/>
                  </a:lnTo>
                  <a:lnTo>
                    <a:pt x="123" y="29"/>
                  </a:lnTo>
                  <a:lnTo>
                    <a:pt x="142" y="38"/>
                  </a:lnTo>
                  <a:lnTo>
                    <a:pt x="164" y="48"/>
                  </a:lnTo>
                  <a:lnTo>
                    <a:pt x="183" y="57"/>
                  </a:lnTo>
                  <a:lnTo>
                    <a:pt x="202" y="69"/>
                  </a:lnTo>
                  <a:lnTo>
                    <a:pt x="216" y="81"/>
                  </a:lnTo>
                  <a:lnTo>
                    <a:pt x="223" y="78"/>
                  </a:lnTo>
                  <a:lnTo>
                    <a:pt x="233" y="74"/>
                  </a:lnTo>
                  <a:lnTo>
                    <a:pt x="242" y="67"/>
                  </a:lnTo>
                  <a:lnTo>
                    <a:pt x="254" y="62"/>
                  </a:lnTo>
                  <a:lnTo>
                    <a:pt x="266" y="57"/>
                  </a:lnTo>
                  <a:lnTo>
                    <a:pt x="273" y="59"/>
                  </a:lnTo>
                  <a:lnTo>
                    <a:pt x="278" y="62"/>
                  </a:lnTo>
                  <a:lnTo>
                    <a:pt x="280" y="64"/>
                  </a:lnTo>
                  <a:lnTo>
                    <a:pt x="280" y="71"/>
                  </a:lnTo>
                  <a:lnTo>
                    <a:pt x="283" y="78"/>
                  </a:lnTo>
                  <a:lnTo>
                    <a:pt x="268" y="90"/>
                  </a:lnTo>
                  <a:lnTo>
                    <a:pt x="256" y="100"/>
                  </a:lnTo>
                  <a:lnTo>
                    <a:pt x="245" y="112"/>
                  </a:lnTo>
                  <a:lnTo>
                    <a:pt x="233" y="121"/>
                  </a:lnTo>
                  <a:lnTo>
                    <a:pt x="221" y="133"/>
                  </a:lnTo>
                  <a:lnTo>
                    <a:pt x="209" y="145"/>
                  </a:lnTo>
                  <a:lnTo>
                    <a:pt x="197" y="157"/>
                  </a:lnTo>
                  <a:lnTo>
                    <a:pt x="185" y="166"/>
                  </a:lnTo>
                  <a:lnTo>
                    <a:pt x="168" y="169"/>
                  </a:lnTo>
                  <a:lnTo>
                    <a:pt x="152" y="171"/>
                  </a:lnTo>
                  <a:lnTo>
                    <a:pt x="135" y="173"/>
                  </a:lnTo>
                  <a:lnTo>
                    <a:pt x="119" y="176"/>
                  </a:lnTo>
                  <a:lnTo>
                    <a:pt x="102" y="178"/>
                  </a:lnTo>
                  <a:lnTo>
                    <a:pt x="85" y="181"/>
                  </a:lnTo>
                  <a:lnTo>
                    <a:pt x="69" y="181"/>
                  </a:lnTo>
                  <a:lnTo>
                    <a:pt x="54" y="183"/>
                  </a:lnTo>
                  <a:close/>
                </a:path>
              </a:pathLst>
            </a:cu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82" name="Freeform 50"/>
            <p:cNvSpPr>
              <a:spLocks/>
            </p:cNvSpPr>
            <p:nvPr/>
          </p:nvSpPr>
          <p:spPr bwMode="auto">
            <a:xfrm>
              <a:off x="1781" y="1676"/>
              <a:ext cx="242" cy="318"/>
            </a:xfrm>
            <a:custGeom>
              <a:avLst/>
              <a:gdLst>
                <a:gd name="T0" fmla="*/ 12 w 307"/>
                <a:gd name="T1" fmla="*/ 368 h 368"/>
                <a:gd name="T2" fmla="*/ 5 w 307"/>
                <a:gd name="T3" fmla="*/ 363 h 368"/>
                <a:gd name="T4" fmla="*/ 2 w 307"/>
                <a:gd name="T5" fmla="*/ 359 h 368"/>
                <a:gd name="T6" fmla="*/ 0 w 307"/>
                <a:gd name="T7" fmla="*/ 352 h 368"/>
                <a:gd name="T8" fmla="*/ 2 w 307"/>
                <a:gd name="T9" fmla="*/ 347 h 368"/>
                <a:gd name="T10" fmla="*/ 10 w 307"/>
                <a:gd name="T11" fmla="*/ 330 h 368"/>
                <a:gd name="T12" fmla="*/ 22 w 307"/>
                <a:gd name="T13" fmla="*/ 314 h 368"/>
                <a:gd name="T14" fmla="*/ 33 w 307"/>
                <a:gd name="T15" fmla="*/ 297 h 368"/>
                <a:gd name="T16" fmla="*/ 48 w 307"/>
                <a:gd name="T17" fmla="*/ 283 h 368"/>
                <a:gd name="T18" fmla="*/ 60 w 307"/>
                <a:gd name="T19" fmla="*/ 271 h 368"/>
                <a:gd name="T20" fmla="*/ 69 w 307"/>
                <a:gd name="T21" fmla="*/ 261 h 368"/>
                <a:gd name="T22" fmla="*/ 90 w 307"/>
                <a:gd name="T23" fmla="*/ 240 h 368"/>
                <a:gd name="T24" fmla="*/ 109 w 307"/>
                <a:gd name="T25" fmla="*/ 216 h 368"/>
                <a:gd name="T26" fmla="*/ 131 w 307"/>
                <a:gd name="T27" fmla="*/ 190 h 368"/>
                <a:gd name="T28" fmla="*/ 150 w 307"/>
                <a:gd name="T29" fmla="*/ 166 h 368"/>
                <a:gd name="T30" fmla="*/ 169 w 307"/>
                <a:gd name="T31" fmla="*/ 140 h 368"/>
                <a:gd name="T32" fmla="*/ 190 w 307"/>
                <a:gd name="T33" fmla="*/ 116 h 368"/>
                <a:gd name="T34" fmla="*/ 209 w 307"/>
                <a:gd name="T35" fmla="*/ 93 h 368"/>
                <a:gd name="T36" fmla="*/ 231 w 307"/>
                <a:gd name="T37" fmla="*/ 71 h 368"/>
                <a:gd name="T38" fmla="*/ 238 w 307"/>
                <a:gd name="T39" fmla="*/ 64 h 368"/>
                <a:gd name="T40" fmla="*/ 245 w 307"/>
                <a:gd name="T41" fmla="*/ 52 h 368"/>
                <a:gd name="T42" fmla="*/ 255 w 307"/>
                <a:gd name="T43" fmla="*/ 40 h 368"/>
                <a:gd name="T44" fmla="*/ 264 w 307"/>
                <a:gd name="T45" fmla="*/ 28 h 368"/>
                <a:gd name="T46" fmla="*/ 276 w 307"/>
                <a:gd name="T47" fmla="*/ 19 h 368"/>
                <a:gd name="T48" fmla="*/ 285 w 307"/>
                <a:gd name="T49" fmla="*/ 7 h 368"/>
                <a:gd name="T50" fmla="*/ 295 w 307"/>
                <a:gd name="T51" fmla="*/ 2 h 368"/>
                <a:gd name="T52" fmla="*/ 302 w 307"/>
                <a:gd name="T53" fmla="*/ 0 h 368"/>
                <a:gd name="T54" fmla="*/ 304 w 307"/>
                <a:gd name="T55" fmla="*/ 7 h 368"/>
                <a:gd name="T56" fmla="*/ 307 w 307"/>
                <a:gd name="T57" fmla="*/ 12 h 368"/>
                <a:gd name="T58" fmla="*/ 307 w 307"/>
                <a:gd name="T59" fmla="*/ 16 h 368"/>
                <a:gd name="T60" fmla="*/ 307 w 307"/>
                <a:gd name="T61" fmla="*/ 19 h 368"/>
                <a:gd name="T62" fmla="*/ 307 w 307"/>
                <a:gd name="T63" fmla="*/ 21 h 368"/>
                <a:gd name="T64" fmla="*/ 304 w 307"/>
                <a:gd name="T65" fmla="*/ 24 h 368"/>
                <a:gd name="T66" fmla="*/ 302 w 307"/>
                <a:gd name="T67" fmla="*/ 28 h 368"/>
                <a:gd name="T68" fmla="*/ 300 w 307"/>
                <a:gd name="T69" fmla="*/ 35 h 368"/>
                <a:gd name="T70" fmla="*/ 281 w 307"/>
                <a:gd name="T71" fmla="*/ 52 h 368"/>
                <a:gd name="T72" fmla="*/ 245 w 307"/>
                <a:gd name="T73" fmla="*/ 93 h 368"/>
                <a:gd name="T74" fmla="*/ 197 w 307"/>
                <a:gd name="T75" fmla="*/ 147 h 368"/>
                <a:gd name="T76" fmla="*/ 148 w 307"/>
                <a:gd name="T77" fmla="*/ 207 h 368"/>
                <a:gd name="T78" fmla="*/ 98 w 307"/>
                <a:gd name="T79" fmla="*/ 268 h 368"/>
                <a:gd name="T80" fmla="*/ 55 w 307"/>
                <a:gd name="T81" fmla="*/ 318 h 368"/>
                <a:gd name="T82" fmla="*/ 24 w 307"/>
                <a:gd name="T83" fmla="*/ 356 h 368"/>
                <a:gd name="T84" fmla="*/ 12 w 307"/>
                <a:gd name="T85" fmla="*/ 368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7" h="368">
                  <a:moveTo>
                    <a:pt x="12" y="368"/>
                  </a:moveTo>
                  <a:lnTo>
                    <a:pt x="5" y="363"/>
                  </a:lnTo>
                  <a:lnTo>
                    <a:pt x="2" y="359"/>
                  </a:lnTo>
                  <a:lnTo>
                    <a:pt x="0" y="352"/>
                  </a:lnTo>
                  <a:lnTo>
                    <a:pt x="2" y="347"/>
                  </a:lnTo>
                  <a:lnTo>
                    <a:pt x="10" y="330"/>
                  </a:lnTo>
                  <a:lnTo>
                    <a:pt x="22" y="314"/>
                  </a:lnTo>
                  <a:lnTo>
                    <a:pt x="33" y="297"/>
                  </a:lnTo>
                  <a:lnTo>
                    <a:pt x="48" y="283"/>
                  </a:lnTo>
                  <a:lnTo>
                    <a:pt x="60" y="271"/>
                  </a:lnTo>
                  <a:lnTo>
                    <a:pt x="69" y="261"/>
                  </a:lnTo>
                  <a:lnTo>
                    <a:pt x="90" y="240"/>
                  </a:lnTo>
                  <a:lnTo>
                    <a:pt x="109" y="216"/>
                  </a:lnTo>
                  <a:lnTo>
                    <a:pt x="131" y="190"/>
                  </a:lnTo>
                  <a:lnTo>
                    <a:pt x="150" y="166"/>
                  </a:lnTo>
                  <a:lnTo>
                    <a:pt x="169" y="140"/>
                  </a:lnTo>
                  <a:lnTo>
                    <a:pt x="190" y="116"/>
                  </a:lnTo>
                  <a:lnTo>
                    <a:pt x="209" y="93"/>
                  </a:lnTo>
                  <a:lnTo>
                    <a:pt x="231" y="71"/>
                  </a:lnTo>
                  <a:lnTo>
                    <a:pt x="238" y="64"/>
                  </a:lnTo>
                  <a:lnTo>
                    <a:pt x="245" y="52"/>
                  </a:lnTo>
                  <a:lnTo>
                    <a:pt x="255" y="40"/>
                  </a:lnTo>
                  <a:lnTo>
                    <a:pt x="264" y="28"/>
                  </a:lnTo>
                  <a:lnTo>
                    <a:pt x="276" y="19"/>
                  </a:lnTo>
                  <a:lnTo>
                    <a:pt x="285" y="7"/>
                  </a:lnTo>
                  <a:lnTo>
                    <a:pt x="295" y="2"/>
                  </a:lnTo>
                  <a:lnTo>
                    <a:pt x="302" y="0"/>
                  </a:lnTo>
                  <a:lnTo>
                    <a:pt x="304" y="7"/>
                  </a:lnTo>
                  <a:lnTo>
                    <a:pt x="307" y="12"/>
                  </a:lnTo>
                  <a:lnTo>
                    <a:pt x="307" y="16"/>
                  </a:lnTo>
                  <a:lnTo>
                    <a:pt x="307" y="19"/>
                  </a:lnTo>
                  <a:lnTo>
                    <a:pt x="307" y="21"/>
                  </a:lnTo>
                  <a:lnTo>
                    <a:pt x="304" y="24"/>
                  </a:lnTo>
                  <a:lnTo>
                    <a:pt x="302" y="28"/>
                  </a:lnTo>
                  <a:lnTo>
                    <a:pt x="300" y="35"/>
                  </a:lnTo>
                  <a:lnTo>
                    <a:pt x="281" y="52"/>
                  </a:lnTo>
                  <a:lnTo>
                    <a:pt x="245" y="93"/>
                  </a:lnTo>
                  <a:lnTo>
                    <a:pt x="197" y="147"/>
                  </a:lnTo>
                  <a:lnTo>
                    <a:pt x="148" y="207"/>
                  </a:lnTo>
                  <a:lnTo>
                    <a:pt x="98" y="268"/>
                  </a:lnTo>
                  <a:lnTo>
                    <a:pt x="55" y="318"/>
                  </a:lnTo>
                  <a:lnTo>
                    <a:pt x="24" y="356"/>
                  </a:lnTo>
                  <a:lnTo>
                    <a:pt x="12" y="368"/>
                  </a:lnTo>
                  <a:close/>
                </a:path>
              </a:pathLst>
            </a:custGeom>
            <a:solidFill>
              <a:srgbClr val="66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83" name="Freeform 51"/>
            <p:cNvSpPr>
              <a:spLocks/>
            </p:cNvSpPr>
            <p:nvPr/>
          </p:nvSpPr>
          <p:spPr bwMode="auto">
            <a:xfrm>
              <a:off x="1437" y="1815"/>
              <a:ext cx="241" cy="124"/>
            </a:xfrm>
            <a:custGeom>
              <a:avLst/>
              <a:gdLst>
                <a:gd name="T0" fmla="*/ 209 w 306"/>
                <a:gd name="T1" fmla="*/ 131 h 143"/>
                <a:gd name="T2" fmla="*/ 199 w 306"/>
                <a:gd name="T3" fmla="*/ 100 h 143"/>
                <a:gd name="T4" fmla="*/ 190 w 306"/>
                <a:gd name="T5" fmla="*/ 72 h 143"/>
                <a:gd name="T6" fmla="*/ 154 w 306"/>
                <a:gd name="T7" fmla="*/ 84 h 143"/>
                <a:gd name="T8" fmla="*/ 128 w 306"/>
                <a:gd name="T9" fmla="*/ 107 h 143"/>
                <a:gd name="T10" fmla="*/ 104 w 306"/>
                <a:gd name="T11" fmla="*/ 112 h 143"/>
                <a:gd name="T12" fmla="*/ 99 w 306"/>
                <a:gd name="T13" fmla="*/ 95 h 143"/>
                <a:gd name="T14" fmla="*/ 102 w 306"/>
                <a:gd name="T15" fmla="*/ 50 h 143"/>
                <a:gd name="T16" fmla="*/ 92 w 306"/>
                <a:gd name="T17" fmla="*/ 29 h 143"/>
                <a:gd name="T18" fmla="*/ 71 w 306"/>
                <a:gd name="T19" fmla="*/ 34 h 143"/>
                <a:gd name="T20" fmla="*/ 40 w 306"/>
                <a:gd name="T21" fmla="*/ 65 h 143"/>
                <a:gd name="T22" fmla="*/ 14 w 306"/>
                <a:gd name="T23" fmla="*/ 100 h 143"/>
                <a:gd name="T24" fmla="*/ 4 w 306"/>
                <a:gd name="T25" fmla="*/ 110 h 143"/>
                <a:gd name="T26" fmla="*/ 2 w 306"/>
                <a:gd name="T27" fmla="*/ 110 h 143"/>
                <a:gd name="T28" fmla="*/ 0 w 306"/>
                <a:gd name="T29" fmla="*/ 110 h 143"/>
                <a:gd name="T30" fmla="*/ 0 w 306"/>
                <a:gd name="T31" fmla="*/ 88 h 143"/>
                <a:gd name="T32" fmla="*/ 4 w 306"/>
                <a:gd name="T33" fmla="*/ 74 h 143"/>
                <a:gd name="T34" fmla="*/ 16 w 306"/>
                <a:gd name="T35" fmla="*/ 65 h 143"/>
                <a:gd name="T36" fmla="*/ 16 w 306"/>
                <a:gd name="T37" fmla="*/ 65 h 143"/>
                <a:gd name="T38" fmla="*/ 19 w 306"/>
                <a:gd name="T39" fmla="*/ 69 h 143"/>
                <a:gd name="T40" fmla="*/ 35 w 306"/>
                <a:gd name="T41" fmla="*/ 50 h 143"/>
                <a:gd name="T42" fmla="*/ 76 w 306"/>
                <a:gd name="T43" fmla="*/ 10 h 143"/>
                <a:gd name="T44" fmla="*/ 99 w 306"/>
                <a:gd name="T45" fmla="*/ 0 h 143"/>
                <a:gd name="T46" fmla="*/ 119 w 306"/>
                <a:gd name="T47" fmla="*/ 22 h 143"/>
                <a:gd name="T48" fmla="*/ 116 w 306"/>
                <a:gd name="T49" fmla="*/ 55 h 143"/>
                <a:gd name="T50" fmla="*/ 114 w 306"/>
                <a:gd name="T51" fmla="*/ 81 h 143"/>
                <a:gd name="T52" fmla="*/ 109 w 306"/>
                <a:gd name="T53" fmla="*/ 107 h 143"/>
                <a:gd name="T54" fmla="*/ 142 w 306"/>
                <a:gd name="T55" fmla="*/ 81 h 143"/>
                <a:gd name="T56" fmla="*/ 180 w 306"/>
                <a:gd name="T57" fmla="*/ 55 h 143"/>
                <a:gd name="T58" fmla="*/ 204 w 306"/>
                <a:gd name="T59" fmla="*/ 50 h 143"/>
                <a:gd name="T60" fmla="*/ 221 w 306"/>
                <a:gd name="T61" fmla="*/ 69 h 143"/>
                <a:gd name="T62" fmla="*/ 226 w 306"/>
                <a:gd name="T63" fmla="*/ 122 h 143"/>
                <a:gd name="T64" fmla="*/ 235 w 306"/>
                <a:gd name="T65" fmla="*/ 129 h 143"/>
                <a:gd name="T66" fmla="*/ 275 w 306"/>
                <a:gd name="T67" fmla="*/ 98 h 143"/>
                <a:gd name="T68" fmla="*/ 297 w 306"/>
                <a:gd name="T69" fmla="*/ 81 h 143"/>
                <a:gd name="T70" fmla="*/ 297 w 306"/>
                <a:gd name="T71" fmla="*/ 79 h 143"/>
                <a:gd name="T72" fmla="*/ 297 w 306"/>
                <a:gd name="T73" fmla="*/ 79 h 143"/>
                <a:gd name="T74" fmla="*/ 306 w 306"/>
                <a:gd name="T75" fmla="*/ 86 h 143"/>
                <a:gd name="T76" fmla="*/ 297 w 306"/>
                <a:gd name="T77" fmla="*/ 107 h 143"/>
                <a:gd name="T78" fmla="*/ 290 w 306"/>
                <a:gd name="T79" fmla="*/ 110 h 143"/>
                <a:gd name="T80" fmla="*/ 290 w 306"/>
                <a:gd name="T81" fmla="*/ 107 h 143"/>
                <a:gd name="T82" fmla="*/ 287 w 306"/>
                <a:gd name="T83" fmla="*/ 103 h 143"/>
                <a:gd name="T84" fmla="*/ 273 w 306"/>
                <a:gd name="T85" fmla="*/ 107 h 143"/>
                <a:gd name="T86" fmla="*/ 249 w 306"/>
                <a:gd name="T87" fmla="*/ 131 h 143"/>
                <a:gd name="T88" fmla="*/ 221 w 306"/>
                <a:gd name="T89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6" h="143">
                  <a:moveTo>
                    <a:pt x="221" y="143"/>
                  </a:moveTo>
                  <a:lnTo>
                    <a:pt x="214" y="138"/>
                  </a:lnTo>
                  <a:lnTo>
                    <a:pt x="209" y="131"/>
                  </a:lnTo>
                  <a:lnTo>
                    <a:pt x="206" y="122"/>
                  </a:lnTo>
                  <a:lnTo>
                    <a:pt x="202" y="112"/>
                  </a:lnTo>
                  <a:lnTo>
                    <a:pt x="199" y="100"/>
                  </a:lnTo>
                  <a:lnTo>
                    <a:pt x="197" y="91"/>
                  </a:lnTo>
                  <a:lnTo>
                    <a:pt x="195" y="81"/>
                  </a:lnTo>
                  <a:lnTo>
                    <a:pt x="190" y="72"/>
                  </a:lnTo>
                  <a:lnTo>
                    <a:pt x="176" y="74"/>
                  </a:lnTo>
                  <a:lnTo>
                    <a:pt x="164" y="79"/>
                  </a:lnTo>
                  <a:lnTo>
                    <a:pt x="154" y="84"/>
                  </a:lnTo>
                  <a:lnTo>
                    <a:pt x="145" y="91"/>
                  </a:lnTo>
                  <a:lnTo>
                    <a:pt x="138" y="98"/>
                  </a:lnTo>
                  <a:lnTo>
                    <a:pt x="128" y="107"/>
                  </a:lnTo>
                  <a:lnTo>
                    <a:pt x="119" y="112"/>
                  </a:lnTo>
                  <a:lnTo>
                    <a:pt x="109" y="117"/>
                  </a:lnTo>
                  <a:lnTo>
                    <a:pt x="104" y="112"/>
                  </a:lnTo>
                  <a:lnTo>
                    <a:pt x="102" y="107"/>
                  </a:lnTo>
                  <a:lnTo>
                    <a:pt x="99" y="100"/>
                  </a:lnTo>
                  <a:lnTo>
                    <a:pt x="99" y="95"/>
                  </a:lnTo>
                  <a:lnTo>
                    <a:pt x="99" y="79"/>
                  </a:lnTo>
                  <a:lnTo>
                    <a:pt x="99" y="65"/>
                  </a:lnTo>
                  <a:lnTo>
                    <a:pt x="102" y="50"/>
                  </a:lnTo>
                  <a:lnTo>
                    <a:pt x="99" y="38"/>
                  </a:lnTo>
                  <a:lnTo>
                    <a:pt x="97" y="34"/>
                  </a:lnTo>
                  <a:lnTo>
                    <a:pt x="92" y="29"/>
                  </a:lnTo>
                  <a:lnTo>
                    <a:pt x="88" y="29"/>
                  </a:lnTo>
                  <a:lnTo>
                    <a:pt x="80" y="27"/>
                  </a:lnTo>
                  <a:lnTo>
                    <a:pt x="71" y="34"/>
                  </a:lnTo>
                  <a:lnTo>
                    <a:pt x="61" y="43"/>
                  </a:lnTo>
                  <a:lnTo>
                    <a:pt x="50" y="53"/>
                  </a:lnTo>
                  <a:lnTo>
                    <a:pt x="40" y="65"/>
                  </a:lnTo>
                  <a:lnTo>
                    <a:pt x="31" y="76"/>
                  </a:lnTo>
                  <a:lnTo>
                    <a:pt x="21" y="88"/>
                  </a:lnTo>
                  <a:lnTo>
                    <a:pt x="14" y="100"/>
                  </a:lnTo>
                  <a:lnTo>
                    <a:pt x="4" y="112"/>
                  </a:lnTo>
                  <a:lnTo>
                    <a:pt x="4" y="110"/>
                  </a:lnTo>
                  <a:lnTo>
                    <a:pt x="4" y="110"/>
                  </a:lnTo>
                  <a:lnTo>
                    <a:pt x="2" y="110"/>
                  </a:lnTo>
                  <a:lnTo>
                    <a:pt x="2" y="110"/>
                  </a:lnTo>
                  <a:lnTo>
                    <a:pt x="2" y="110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03"/>
                  </a:lnTo>
                  <a:lnTo>
                    <a:pt x="0" y="95"/>
                  </a:lnTo>
                  <a:lnTo>
                    <a:pt x="0" y="88"/>
                  </a:lnTo>
                  <a:lnTo>
                    <a:pt x="0" y="84"/>
                  </a:lnTo>
                  <a:lnTo>
                    <a:pt x="2" y="79"/>
                  </a:lnTo>
                  <a:lnTo>
                    <a:pt x="4" y="74"/>
                  </a:lnTo>
                  <a:lnTo>
                    <a:pt x="9" y="69"/>
                  </a:lnTo>
                  <a:lnTo>
                    <a:pt x="14" y="65"/>
                  </a:lnTo>
                  <a:lnTo>
                    <a:pt x="16" y="65"/>
                  </a:lnTo>
                  <a:lnTo>
                    <a:pt x="16" y="65"/>
                  </a:lnTo>
                  <a:lnTo>
                    <a:pt x="16" y="65"/>
                  </a:lnTo>
                  <a:lnTo>
                    <a:pt x="16" y="65"/>
                  </a:lnTo>
                  <a:lnTo>
                    <a:pt x="16" y="67"/>
                  </a:lnTo>
                  <a:lnTo>
                    <a:pt x="19" y="67"/>
                  </a:lnTo>
                  <a:lnTo>
                    <a:pt x="19" y="69"/>
                  </a:lnTo>
                  <a:lnTo>
                    <a:pt x="19" y="69"/>
                  </a:lnTo>
                  <a:lnTo>
                    <a:pt x="23" y="65"/>
                  </a:lnTo>
                  <a:lnTo>
                    <a:pt x="35" y="50"/>
                  </a:lnTo>
                  <a:lnTo>
                    <a:pt x="50" y="34"/>
                  </a:lnTo>
                  <a:lnTo>
                    <a:pt x="66" y="17"/>
                  </a:lnTo>
                  <a:lnTo>
                    <a:pt x="76" y="10"/>
                  </a:lnTo>
                  <a:lnTo>
                    <a:pt x="85" y="5"/>
                  </a:lnTo>
                  <a:lnTo>
                    <a:pt x="92" y="3"/>
                  </a:lnTo>
                  <a:lnTo>
                    <a:pt x="99" y="0"/>
                  </a:lnTo>
                  <a:lnTo>
                    <a:pt x="107" y="3"/>
                  </a:lnTo>
                  <a:lnTo>
                    <a:pt x="114" y="10"/>
                  </a:lnTo>
                  <a:lnTo>
                    <a:pt x="119" y="22"/>
                  </a:lnTo>
                  <a:lnTo>
                    <a:pt x="121" y="36"/>
                  </a:lnTo>
                  <a:lnTo>
                    <a:pt x="119" y="46"/>
                  </a:lnTo>
                  <a:lnTo>
                    <a:pt x="116" y="55"/>
                  </a:lnTo>
                  <a:lnTo>
                    <a:pt x="116" y="62"/>
                  </a:lnTo>
                  <a:lnTo>
                    <a:pt x="114" y="72"/>
                  </a:lnTo>
                  <a:lnTo>
                    <a:pt x="114" y="81"/>
                  </a:lnTo>
                  <a:lnTo>
                    <a:pt x="111" y="91"/>
                  </a:lnTo>
                  <a:lnTo>
                    <a:pt x="111" y="98"/>
                  </a:lnTo>
                  <a:lnTo>
                    <a:pt x="109" y="107"/>
                  </a:lnTo>
                  <a:lnTo>
                    <a:pt x="116" y="105"/>
                  </a:lnTo>
                  <a:lnTo>
                    <a:pt x="128" y="93"/>
                  </a:lnTo>
                  <a:lnTo>
                    <a:pt x="142" y="81"/>
                  </a:lnTo>
                  <a:lnTo>
                    <a:pt x="161" y="67"/>
                  </a:lnTo>
                  <a:lnTo>
                    <a:pt x="171" y="60"/>
                  </a:lnTo>
                  <a:lnTo>
                    <a:pt x="180" y="55"/>
                  </a:lnTo>
                  <a:lnTo>
                    <a:pt x="187" y="53"/>
                  </a:lnTo>
                  <a:lnTo>
                    <a:pt x="197" y="50"/>
                  </a:lnTo>
                  <a:lnTo>
                    <a:pt x="204" y="50"/>
                  </a:lnTo>
                  <a:lnTo>
                    <a:pt x="211" y="55"/>
                  </a:lnTo>
                  <a:lnTo>
                    <a:pt x="216" y="60"/>
                  </a:lnTo>
                  <a:lnTo>
                    <a:pt x="221" y="69"/>
                  </a:lnTo>
                  <a:lnTo>
                    <a:pt x="221" y="98"/>
                  </a:lnTo>
                  <a:lnTo>
                    <a:pt x="223" y="117"/>
                  </a:lnTo>
                  <a:lnTo>
                    <a:pt x="226" y="122"/>
                  </a:lnTo>
                  <a:lnTo>
                    <a:pt x="228" y="126"/>
                  </a:lnTo>
                  <a:lnTo>
                    <a:pt x="230" y="129"/>
                  </a:lnTo>
                  <a:lnTo>
                    <a:pt x="235" y="129"/>
                  </a:lnTo>
                  <a:lnTo>
                    <a:pt x="245" y="122"/>
                  </a:lnTo>
                  <a:lnTo>
                    <a:pt x="259" y="112"/>
                  </a:lnTo>
                  <a:lnTo>
                    <a:pt x="275" y="98"/>
                  </a:lnTo>
                  <a:lnTo>
                    <a:pt x="297" y="81"/>
                  </a:lnTo>
                  <a:lnTo>
                    <a:pt x="297" y="81"/>
                  </a:lnTo>
                  <a:lnTo>
                    <a:pt x="297" y="81"/>
                  </a:lnTo>
                  <a:lnTo>
                    <a:pt x="297" y="81"/>
                  </a:lnTo>
                  <a:lnTo>
                    <a:pt x="297" y="79"/>
                  </a:lnTo>
                  <a:lnTo>
                    <a:pt x="297" y="79"/>
                  </a:lnTo>
                  <a:lnTo>
                    <a:pt x="297" y="79"/>
                  </a:lnTo>
                  <a:lnTo>
                    <a:pt x="297" y="79"/>
                  </a:lnTo>
                  <a:lnTo>
                    <a:pt x="297" y="79"/>
                  </a:lnTo>
                  <a:lnTo>
                    <a:pt x="304" y="76"/>
                  </a:lnTo>
                  <a:lnTo>
                    <a:pt x="306" y="81"/>
                  </a:lnTo>
                  <a:lnTo>
                    <a:pt x="306" y="86"/>
                  </a:lnTo>
                  <a:lnTo>
                    <a:pt x="304" y="95"/>
                  </a:lnTo>
                  <a:lnTo>
                    <a:pt x="302" y="103"/>
                  </a:lnTo>
                  <a:lnTo>
                    <a:pt x="297" y="107"/>
                  </a:lnTo>
                  <a:lnTo>
                    <a:pt x="292" y="112"/>
                  </a:lnTo>
                  <a:lnTo>
                    <a:pt x="290" y="112"/>
                  </a:lnTo>
                  <a:lnTo>
                    <a:pt x="290" y="110"/>
                  </a:lnTo>
                  <a:lnTo>
                    <a:pt x="290" y="110"/>
                  </a:lnTo>
                  <a:lnTo>
                    <a:pt x="290" y="107"/>
                  </a:lnTo>
                  <a:lnTo>
                    <a:pt x="290" y="107"/>
                  </a:lnTo>
                  <a:lnTo>
                    <a:pt x="290" y="105"/>
                  </a:lnTo>
                  <a:lnTo>
                    <a:pt x="290" y="105"/>
                  </a:lnTo>
                  <a:lnTo>
                    <a:pt x="287" y="103"/>
                  </a:lnTo>
                  <a:lnTo>
                    <a:pt x="287" y="103"/>
                  </a:lnTo>
                  <a:lnTo>
                    <a:pt x="283" y="105"/>
                  </a:lnTo>
                  <a:lnTo>
                    <a:pt x="273" y="107"/>
                  </a:lnTo>
                  <a:lnTo>
                    <a:pt x="266" y="115"/>
                  </a:lnTo>
                  <a:lnTo>
                    <a:pt x="256" y="122"/>
                  </a:lnTo>
                  <a:lnTo>
                    <a:pt x="249" y="131"/>
                  </a:lnTo>
                  <a:lnTo>
                    <a:pt x="240" y="136"/>
                  </a:lnTo>
                  <a:lnTo>
                    <a:pt x="230" y="141"/>
                  </a:lnTo>
                  <a:lnTo>
                    <a:pt x="221" y="1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84" name="Freeform 52"/>
            <p:cNvSpPr>
              <a:spLocks/>
            </p:cNvSpPr>
            <p:nvPr/>
          </p:nvSpPr>
          <p:spPr bwMode="auto">
            <a:xfrm>
              <a:off x="1801" y="1806"/>
              <a:ext cx="68" cy="96"/>
            </a:xfrm>
            <a:custGeom>
              <a:avLst/>
              <a:gdLst>
                <a:gd name="T0" fmla="*/ 17 w 86"/>
                <a:gd name="T1" fmla="*/ 111 h 111"/>
                <a:gd name="T2" fmla="*/ 17 w 86"/>
                <a:gd name="T3" fmla="*/ 99 h 111"/>
                <a:gd name="T4" fmla="*/ 15 w 86"/>
                <a:gd name="T5" fmla="*/ 90 h 111"/>
                <a:gd name="T6" fmla="*/ 15 w 86"/>
                <a:gd name="T7" fmla="*/ 78 h 111"/>
                <a:gd name="T8" fmla="*/ 15 w 86"/>
                <a:gd name="T9" fmla="*/ 68 h 111"/>
                <a:gd name="T10" fmla="*/ 12 w 86"/>
                <a:gd name="T11" fmla="*/ 59 h 111"/>
                <a:gd name="T12" fmla="*/ 10 w 86"/>
                <a:gd name="T13" fmla="*/ 49 h 111"/>
                <a:gd name="T14" fmla="*/ 10 w 86"/>
                <a:gd name="T15" fmla="*/ 40 h 111"/>
                <a:gd name="T16" fmla="*/ 7 w 86"/>
                <a:gd name="T17" fmla="*/ 30 h 111"/>
                <a:gd name="T18" fmla="*/ 5 w 86"/>
                <a:gd name="T19" fmla="*/ 26 h 111"/>
                <a:gd name="T20" fmla="*/ 3 w 86"/>
                <a:gd name="T21" fmla="*/ 23 h 111"/>
                <a:gd name="T22" fmla="*/ 0 w 86"/>
                <a:gd name="T23" fmla="*/ 21 h 111"/>
                <a:gd name="T24" fmla="*/ 0 w 86"/>
                <a:gd name="T25" fmla="*/ 19 h 111"/>
                <a:gd name="T26" fmla="*/ 0 w 86"/>
                <a:gd name="T27" fmla="*/ 16 h 111"/>
                <a:gd name="T28" fmla="*/ 0 w 86"/>
                <a:gd name="T29" fmla="*/ 16 h 111"/>
                <a:gd name="T30" fmla="*/ 0 w 86"/>
                <a:gd name="T31" fmla="*/ 16 h 111"/>
                <a:gd name="T32" fmla="*/ 0 w 86"/>
                <a:gd name="T33" fmla="*/ 14 h 111"/>
                <a:gd name="T34" fmla="*/ 7 w 86"/>
                <a:gd name="T35" fmla="*/ 9 h 111"/>
                <a:gd name="T36" fmla="*/ 15 w 86"/>
                <a:gd name="T37" fmla="*/ 4 h 111"/>
                <a:gd name="T38" fmla="*/ 24 w 86"/>
                <a:gd name="T39" fmla="*/ 2 h 111"/>
                <a:gd name="T40" fmla="*/ 34 w 86"/>
                <a:gd name="T41" fmla="*/ 0 h 111"/>
                <a:gd name="T42" fmla="*/ 43 w 86"/>
                <a:gd name="T43" fmla="*/ 0 h 111"/>
                <a:gd name="T44" fmla="*/ 55 w 86"/>
                <a:gd name="T45" fmla="*/ 2 h 111"/>
                <a:gd name="T46" fmla="*/ 62 w 86"/>
                <a:gd name="T47" fmla="*/ 4 h 111"/>
                <a:gd name="T48" fmla="*/ 72 w 86"/>
                <a:gd name="T49" fmla="*/ 7 h 111"/>
                <a:gd name="T50" fmla="*/ 79 w 86"/>
                <a:gd name="T51" fmla="*/ 11 h 111"/>
                <a:gd name="T52" fmla="*/ 83 w 86"/>
                <a:gd name="T53" fmla="*/ 16 h 111"/>
                <a:gd name="T54" fmla="*/ 86 w 86"/>
                <a:gd name="T55" fmla="*/ 23 h 111"/>
                <a:gd name="T56" fmla="*/ 86 w 86"/>
                <a:gd name="T57" fmla="*/ 30 h 111"/>
                <a:gd name="T58" fmla="*/ 83 w 86"/>
                <a:gd name="T59" fmla="*/ 40 h 111"/>
                <a:gd name="T60" fmla="*/ 79 w 86"/>
                <a:gd name="T61" fmla="*/ 49 h 111"/>
                <a:gd name="T62" fmla="*/ 69 w 86"/>
                <a:gd name="T63" fmla="*/ 59 h 111"/>
                <a:gd name="T64" fmla="*/ 55 w 86"/>
                <a:gd name="T65" fmla="*/ 68 h 111"/>
                <a:gd name="T66" fmla="*/ 53 w 86"/>
                <a:gd name="T67" fmla="*/ 73 h 111"/>
                <a:gd name="T68" fmla="*/ 48 w 86"/>
                <a:gd name="T69" fmla="*/ 80 h 111"/>
                <a:gd name="T70" fmla="*/ 43 w 86"/>
                <a:gd name="T71" fmla="*/ 87 h 111"/>
                <a:gd name="T72" fmla="*/ 38 w 86"/>
                <a:gd name="T73" fmla="*/ 95 h 111"/>
                <a:gd name="T74" fmla="*/ 31 w 86"/>
                <a:gd name="T75" fmla="*/ 99 h 111"/>
                <a:gd name="T76" fmla="*/ 26 w 86"/>
                <a:gd name="T77" fmla="*/ 104 h 111"/>
                <a:gd name="T78" fmla="*/ 19 w 86"/>
                <a:gd name="T79" fmla="*/ 109 h 111"/>
                <a:gd name="T80" fmla="*/ 17 w 86"/>
                <a:gd name="T81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6" h="111">
                  <a:moveTo>
                    <a:pt x="17" y="111"/>
                  </a:moveTo>
                  <a:lnTo>
                    <a:pt x="17" y="99"/>
                  </a:lnTo>
                  <a:lnTo>
                    <a:pt x="15" y="90"/>
                  </a:lnTo>
                  <a:lnTo>
                    <a:pt x="15" y="78"/>
                  </a:lnTo>
                  <a:lnTo>
                    <a:pt x="15" y="68"/>
                  </a:lnTo>
                  <a:lnTo>
                    <a:pt x="12" y="59"/>
                  </a:lnTo>
                  <a:lnTo>
                    <a:pt x="10" y="49"/>
                  </a:lnTo>
                  <a:lnTo>
                    <a:pt x="10" y="40"/>
                  </a:lnTo>
                  <a:lnTo>
                    <a:pt x="7" y="30"/>
                  </a:lnTo>
                  <a:lnTo>
                    <a:pt x="5" y="26"/>
                  </a:lnTo>
                  <a:lnTo>
                    <a:pt x="3" y="23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7" y="9"/>
                  </a:lnTo>
                  <a:lnTo>
                    <a:pt x="15" y="4"/>
                  </a:lnTo>
                  <a:lnTo>
                    <a:pt x="24" y="2"/>
                  </a:lnTo>
                  <a:lnTo>
                    <a:pt x="34" y="0"/>
                  </a:lnTo>
                  <a:lnTo>
                    <a:pt x="43" y="0"/>
                  </a:lnTo>
                  <a:lnTo>
                    <a:pt x="55" y="2"/>
                  </a:lnTo>
                  <a:lnTo>
                    <a:pt x="62" y="4"/>
                  </a:lnTo>
                  <a:lnTo>
                    <a:pt x="72" y="7"/>
                  </a:lnTo>
                  <a:lnTo>
                    <a:pt x="79" y="11"/>
                  </a:lnTo>
                  <a:lnTo>
                    <a:pt x="83" y="16"/>
                  </a:lnTo>
                  <a:lnTo>
                    <a:pt x="86" y="23"/>
                  </a:lnTo>
                  <a:lnTo>
                    <a:pt x="86" y="30"/>
                  </a:lnTo>
                  <a:lnTo>
                    <a:pt x="83" y="40"/>
                  </a:lnTo>
                  <a:lnTo>
                    <a:pt x="79" y="49"/>
                  </a:lnTo>
                  <a:lnTo>
                    <a:pt x="69" y="59"/>
                  </a:lnTo>
                  <a:lnTo>
                    <a:pt x="55" y="68"/>
                  </a:lnTo>
                  <a:lnTo>
                    <a:pt x="53" y="73"/>
                  </a:lnTo>
                  <a:lnTo>
                    <a:pt x="48" y="80"/>
                  </a:lnTo>
                  <a:lnTo>
                    <a:pt x="43" y="87"/>
                  </a:lnTo>
                  <a:lnTo>
                    <a:pt x="38" y="95"/>
                  </a:lnTo>
                  <a:lnTo>
                    <a:pt x="31" y="99"/>
                  </a:lnTo>
                  <a:lnTo>
                    <a:pt x="26" y="104"/>
                  </a:lnTo>
                  <a:lnTo>
                    <a:pt x="19" y="109"/>
                  </a:lnTo>
                  <a:lnTo>
                    <a:pt x="17" y="111"/>
                  </a:lnTo>
                  <a:close/>
                </a:path>
              </a:pathLst>
            </a:cu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85" name="Freeform 53"/>
            <p:cNvSpPr>
              <a:spLocks/>
            </p:cNvSpPr>
            <p:nvPr/>
          </p:nvSpPr>
          <p:spPr bwMode="auto">
            <a:xfrm>
              <a:off x="1547" y="1793"/>
              <a:ext cx="22" cy="29"/>
            </a:xfrm>
            <a:custGeom>
              <a:avLst/>
              <a:gdLst>
                <a:gd name="T0" fmla="*/ 0 w 28"/>
                <a:gd name="T1" fmla="*/ 34 h 34"/>
                <a:gd name="T2" fmla="*/ 0 w 28"/>
                <a:gd name="T3" fmla="*/ 34 h 34"/>
                <a:gd name="T4" fmla="*/ 0 w 28"/>
                <a:gd name="T5" fmla="*/ 31 h 34"/>
                <a:gd name="T6" fmla="*/ 0 w 28"/>
                <a:gd name="T7" fmla="*/ 31 h 34"/>
                <a:gd name="T8" fmla="*/ 0 w 28"/>
                <a:gd name="T9" fmla="*/ 31 h 34"/>
                <a:gd name="T10" fmla="*/ 0 w 28"/>
                <a:gd name="T11" fmla="*/ 31 h 34"/>
                <a:gd name="T12" fmla="*/ 0 w 28"/>
                <a:gd name="T13" fmla="*/ 31 h 34"/>
                <a:gd name="T14" fmla="*/ 0 w 28"/>
                <a:gd name="T15" fmla="*/ 31 h 34"/>
                <a:gd name="T16" fmla="*/ 0 w 28"/>
                <a:gd name="T17" fmla="*/ 31 h 34"/>
                <a:gd name="T18" fmla="*/ 0 w 28"/>
                <a:gd name="T19" fmla="*/ 26 h 34"/>
                <a:gd name="T20" fmla="*/ 2 w 28"/>
                <a:gd name="T21" fmla="*/ 19 h 34"/>
                <a:gd name="T22" fmla="*/ 5 w 28"/>
                <a:gd name="T23" fmla="*/ 12 h 34"/>
                <a:gd name="T24" fmla="*/ 7 w 28"/>
                <a:gd name="T25" fmla="*/ 7 h 34"/>
                <a:gd name="T26" fmla="*/ 12 w 28"/>
                <a:gd name="T27" fmla="*/ 3 h 34"/>
                <a:gd name="T28" fmla="*/ 17 w 28"/>
                <a:gd name="T29" fmla="*/ 0 h 34"/>
                <a:gd name="T30" fmla="*/ 21 w 28"/>
                <a:gd name="T31" fmla="*/ 0 h 34"/>
                <a:gd name="T32" fmla="*/ 28 w 28"/>
                <a:gd name="T33" fmla="*/ 3 h 34"/>
                <a:gd name="T34" fmla="*/ 28 w 28"/>
                <a:gd name="T35" fmla="*/ 5 h 34"/>
                <a:gd name="T36" fmla="*/ 28 w 28"/>
                <a:gd name="T37" fmla="*/ 5 h 34"/>
                <a:gd name="T38" fmla="*/ 28 w 28"/>
                <a:gd name="T39" fmla="*/ 5 h 34"/>
                <a:gd name="T40" fmla="*/ 28 w 28"/>
                <a:gd name="T41" fmla="*/ 7 h 34"/>
                <a:gd name="T42" fmla="*/ 28 w 28"/>
                <a:gd name="T43" fmla="*/ 7 h 34"/>
                <a:gd name="T44" fmla="*/ 26 w 28"/>
                <a:gd name="T45" fmla="*/ 7 h 34"/>
                <a:gd name="T46" fmla="*/ 26 w 28"/>
                <a:gd name="T47" fmla="*/ 7 h 34"/>
                <a:gd name="T48" fmla="*/ 26 w 28"/>
                <a:gd name="T49" fmla="*/ 7 h 34"/>
                <a:gd name="T50" fmla="*/ 21 w 28"/>
                <a:gd name="T51" fmla="*/ 7 h 34"/>
                <a:gd name="T52" fmla="*/ 17 w 28"/>
                <a:gd name="T53" fmla="*/ 7 h 34"/>
                <a:gd name="T54" fmla="*/ 14 w 28"/>
                <a:gd name="T55" fmla="*/ 10 h 34"/>
                <a:gd name="T56" fmla="*/ 9 w 28"/>
                <a:gd name="T57" fmla="*/ 12 h 34"/>
                <a:gd name="T58" fmla="*/ 7 w 28"/>
                <a:gd name="T59" fmla="*/ 15 h 34"/>
                <a:gd name="T60" fmla="*/ 7 w 28"/>
                <a:gd name="T61" fmla="*/ 19 h 34"/>
                <a:gd name="T62" fmla="*/ 5 w 28"/>
                <a:gd name="T63" fmla="*/ 24 h 34"/>
                <a:gd name="T64" fmla="*/ 5 w 28"/>
                <a:gd name="T65" fmla="*/ 29 h 34"/>
                <a:gd name="T66" fmla="*/ 5 w 28"/>
                <a:gd name="T67" fmla="*/ 31 h 34"/>
                <a:gd name="T68" fmla="*/ 5 w 28"/>
                <a:gd name="T69" fmla="*/ 31 h 34"/>
                <a:gd name="T70" fmla="*/ 2 w 28"/>
                <a:gd name="T71" fmla="*/ 34 h 34"/>
                <a:gd name="T72" fmla="*/ 2 w 28"/>
                <a:gd name="T73" fmla="*/ 34 h 34"/>
                <a:gd name="T74" fmla="*/ 2 w 28"/>
                <a:gd name="T75" fmla="*/ 34 h 34"/>
                <a:gd name="T76" fmla="*/ 2 w 28"/>
                <a:gd name="T77" fmla="*/ 34 h 34"/>
                <a:gd name="T78" fmla="*/ 2 w 28"/>
                <a:gd name="T79" fmla="*/ 34 h 34"/>
                <a:gd name="T80" fmla="*/ 0 w 28"/>
                <a:gd name="T81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8" h="34">
                  <a:moveTo>
                    <a:pt x="0" y="34"/>
                  </a:moveTo>
                  <a:lnTo>
                    <a:pt x="0" y="34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26"/>
                  </a:lnTo>
                  <a:lnTo>
                    <a:pt x="2" y="19"/>
                  </a:lnTo>
                  <a:lnTo>
                    <a:pt x="5" y="12"/>
                  </a:lnTo>
                  <a:lnTo>
                    <a:pt x="7" y="7"/>
                  </a:lnTo>
                  <a:lnTo>
                    <a:pt x="12" y="3"/>
                  </a:lnTo>
                  <a:lnTo>
                    <a:pt x="17" y="0"/>
                  </a:lnTo>
                  <a:lnTo>
                    <a:pt x="21" y="0"/>
                  </a:lnTo>
                  <a:lnTo>
                    <a:pt x="28" y="3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1" y="7"/>
                  </a:lnTo>
                  <a:lnTo>
                    <a:pt x="17" y="7"/>
                  </a:lnTo>
                  <a:lnTo>
                    <a:pt x="14" y="10"/>
                  </a:lnTo>
                  <a:lnTo>
                    <a:pt x="9" y="12"/>
                  </a:lnTo>
                  <a:lnTo>
                    <a:pt x="7" y="15"/>
                  </a:lnTo>
                  <a:lnTo>
                    <a:pt x="7" y="19"/>
                  </a:lnTo>
                  <a:lnTo>
                    <a:pt x="5" y="24"/>
                  </a:lnTo>
                  <a:lnTo>
                    <a:pt x="5" y="29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86" name="Freeform 54"/>
            <p:cNvSpPr>
              <a:spLocks/>
            </p:cNvSpPr>
            <p:nvPr/>
          </p:nvSpPr>
          <p:spPr bwMode="auto">
            <a:xfrm>
              <a:off x="1560" y="1806"/>
              <a:ext cx="15" cy="12"/>
            </a:xfrm>
            <a:custGeom>
              <a:avLst/>
              <a:gdLst>
                <a:gd name="T0" fmla="*/ 4 w 19"/>
                <a:gd name="T1" fmla="*/ 14 h 14"/>
                <a:gd name="T2" fmla="*/ 2 w 19"/>
                <a:gd name="T3" fmla="*/ 14 h 14"/>
                <a:gd name="T4" fmla="*/ 0 w 19"/>
                <a:gd name="T5" fmla="*/ 11 h 14"/>
                <a:gd name="T6" fmla="*/ 0 w 19"/>
                <a:gd name="T7" fmla="*/ 11 h 14"/>
                <a:gd name="T8" fmla="*/ 0 w 19"/>
                <a:gd name="T9" fmla="*/ 9 h 14"/>
                <a:gd name="T10" fmla="*/ 0 w 19"/>
                <a:gd name="T11" fmla="*/ 9 h 14"/>
                <a:gd name="T12" fmla="*/ 0 w 19"/>
                <a:gd name="T13" fmla="*/ 9 h 14"/>
                <a:gd name="T14" fmla="*/ 0 w 19"/>
                <a:gd name="T15" fmla="*/ 7 h 14"/>
                <a:gd name="T16" fmla="*/ 0 w 19"/>
                <a:gd name="T17" fmla="*/ 7 h 14"/>
                <a:gd name="T18" fmla="*/ 2 w 19"/>
                <a:gd name="T19" fmla="*/ 4 h 14"/>
                <a:gd name="T20" fmla="*/ 4 w 19"/>
                <a:gd name="T21" fmla="*/ 2 h 14"/>
                <a:gd name="T22" fmla="*/ 4 w 19"/>
                <a:gd name="T23" fmla="*/ 2 h 14"/>
                <a:gd name="T24" fmla="*/ 7 w 19"/>
                <a:gd name="T25" fmla="*/ 2 h 14"/>
                <a:gd name="T26" fmla="*/ 7 w 19"/>
                <a:gd name="T27" fmla="*/ 0 h 14"/>
                <a:gd name="T28" fmla="*/ 9 w 19"/>
                <a:gd name="T29" fmla="*/ 0 h 14"/>
                <a:gd name="T30" fmla="*/ 11 w 19"/>
                <a:gd name="T31" fmla="*/ 0 h 14"/>
                <a:gd name="T32" fmla="*/ 14 w 19"/>
                <a:gd name="T33" fmla="*/ 0 h 14"/>
                <a:gd name="T34" fmla="*/ 16 w 19"/>
                <a:gd name="T35" fmla="*/ 0 h 14"/>
                <a:gd name="T36" fmla="*/ 16 w 19"/>
                <a:gd name="T37" fmla="*/ 0 h 14"/>
                <a:gd name="T38" fmla="*/ 16 w 19"/>
                <a:gd name="T39" fmla="*/ 2 h 14"/>
                <a:gd name="T40" fmla="*/ 16 w 19"/>
                <a:gd name="T41" fmla="*/ 2 h 14"/>
                <a:gd name="T42" fmla="*/ 16 w 19"/>
                <a:gd name="T43" fmla="*/ 2 h 14"/>
                <a:gd name="T44" fmla="*/ 19 w 19"/>
                <a:gd name="T45" fmla="*/ 2 h 14"/>
                <a:gd name="T46" fmla="*/ 19 w 19"/>
                <a:gd name="T47" fmla="*/ 4 h 14"/>
                <a:gd name="T48" fmla="*/ 19 w 19"/>
                <a:gd name="T49" fmla="*/ 4 h 14"/>
                <a:gd name="T50" fmla="*/ 16 w 19"/>
                <a:gd name="T51" fmla="*/ 7 h 14"/>
                <a:gd name="T52" fmla="*/ 16 w 19"/>
                <a:gd name="T53" fmla="*/ 9 h 14"/>
                <a:gd name="T54" fmla="*/ 14 w 19"/>
                <a:gd name="T55" fmla="*/ 11 h 14"/>
                <a:gd name="T56" fmla="*/ 11 w 19"/>
                <a:gd name="T57" fmla="*/ 11 h 14"/>
                <a:gd name="T58" fmla="*/ 9 w 19"/>
                <a:gd name="T59" fmla="*/ 14 h 14"/>
                <a:gd name="T60" fmla="*/ 9 w 19"/>
                <a:gd name="T61" fmla="*/ 14 h 14"/>
                <a:gd name="T62" fmla="*/ 7 w 19"/>
                <a:gd name="T63" fmla="*/ 14 h 14"/>
                <a:gd name="T64" fmla="*/ 4 w 19"/>
                <a:gd name="T6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9" h="14">
                  <a:moveTo>
                    <a:pt x="4" y="14"/>
                  </a:moveTo>
                  <a:lnTo>
                    <a:pt x="2" y="14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7" y="2"/>
                  </a:lnTo>
                  <a:lnTo>
                    <a:pt x="7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6" y="7"/>
                  </a:lnTo>
                  <a:lnTo>
                    <a:pt x="16" y="9"/>
                  </a:lnTo>
                  <a:lnTo>
                    <a:pt x="14" y="11"/>
                  </a:lnTo>
                  <a:lnTo>
                    <a:pt x="11" y="11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7" y="14"/>
                  </a:lnTo>
                  <a:lnTo>
                    <a:pt x="4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87" name="Freeform 55"/>
            <p:cNvSpPr>
              <a:spLocks/>
            </p:cNvSpPr>
            <p:nvPr/>
          </p:nvSpPr>
          <p:spPr bwMode="auto">
            <a:xfrm>
              <a:off x="1494" y="1700"/>
              <a:ext cx="92" cy="79"/>
            </a:xfrm>
            <a:custGeom>
              <a:avLst/>
              <a:gdLst>
                <a:gd name="T0" fmla="*/ 48 w 117"/>
                <a:gd name="T1" fmla="*/ 91 h 91"/>
                <a:gd name="T2" fmla="*/ 29 w 117"/>
                <a:gd name="T3" fmla="*/ 81 h 91"/>
                <a:gd name="T4" fmla="*/ 17 w 117"/>
                <a:gd name="T5" fmla="*/ 72 h 91"/>
                <a:gd name="T6" fmla="*/ 7 w 117"/>
                <a:gd name="T7" fmla="*/ 60 h 91"/>
                <a:gd name="T8" fmla="*/ 3 w 117"/>
                <a:gd name="T9" fmla="*/ 50 h 91"/>
                <a:gd name="T10" fmla="*/ 0 w 117"/>
                <a:gd name="T11" fmla="*/ 38 h 91"/>
                <a:gd name="T12" fmla="*/ 3 w 117"/>
                <a:gd name="T13" fmla="*/ 29 h 91"/>
                <a:gd name="T14" fmla="*/ 5 w 117"/>
                <a:gd name="T15" fmla="*/ 19 h 91"/>
                <a:gd name="T16" fmla="*/ 12 w 117"/>
                <a:gd name="T17" fmla="*/ 12 h 91"/>
                <a:gd name="T18" fmla="*/ 22 w 117"/>
                <a:gd name="T19" fmla="*/ 5 h 91"/>
                <a:gd name="T20" fmla="*/ 31 w 117"/>
                <a:gd name="T21" fmla="*/ 3 h 91"/>
                <a:gd name="T22" fmla="*/ 41 w 117"/>
                <a:gd name="T23" fmla="*/ 0 h 91"/>
                <a:gd name="T24" fmla="*/ 50 w 117"/>
                <a:gd name="T25" fmla="*/ 0 h 91"/>
                <a:gd name="T26" fmla="*/ 62 w 117"/>
                <a:gd name="T27" fmla="*/ 3 h 91"/>
                <a:gd name="T28" fmla="*/ 72 w 117"/>
                <a:gd name="T29" fmla="*/ 7 h 91"/>
                <a:gd name="T30" fmla="*/ 81 w 117"/>
                <a:gd name="T31" fmla="*/ 17 h 91"/>
                <a:gd name="T32" fmla="*/ 91 w 117"/>
                <a:gd name="T33" fmla="*/ 31 h 91"/>
                <a:gd name="T34" fmla="*/ 91 w 117"/>
                <a:gd name="T35" fmla="*/ 31 h 91"/>
                <a:gd name="T36" fmla="*/ 91 w 117"/>
                <a:gd name="T37" fmla="*/ 31 h 91"/>
                <a:gd name="T38" fmla="*/ 91 w 117"/>
                <a:gd name="T39" fmla="*/ 31 h 91"/>
                <a:gd name="T40" fmla="*/ 91 w 117"/>
                <a:gd name="T41" fmla="*/ 31 h 91"/>
                <a:gd name="T42" fmla="*/ 93 w 117"/>
                <a:gd name="T43" fmla="*/ 31 h 91"/>
                <a:gd name="T44" fmla="*/ 93 w 117"/>
                <a:gd name="T45" fmla="*/ 31 h 91"/>
                <a:gd name="T46" fmla="*/ 93 w 117"/>
                <a:gd name="T47" fmla="*/ 31 h 91"/>
                <a:gd name="T48" fmla="*/ 93 w 117"/>
                <a:gd name="T49" fmla="*/ 31 h 91"/>
                <a:gd name="T50" fmla="*/ 95 w 117"/>
                <a:gd name="T51" fmla="*/ 36 h 91"/>
                <a:gd name="T52" fmla="*/ 98 w 117"/>
                <a:gd name="T53" fmla="*/ 38 h 91"/>
                <a:gd name="T54" fmla="*/ 103 w 117"/>
                <a:gd name="T55" fmla="*/ 41 h 91"/>
                <a:gd name="T56" fmla="*/ 105 w 117"/>
                <a:gd name="T57" fmla="*/ 43 h 91"/>
                <a:gd name="T58" fmla="*/ 110 w 117"/>
                <a:gd name="T59" fmla="*/ 48 h 91"/>
                <a:gd name="T60" fmla="*/ 112 w 117"/>
                <a:gd name="T61" fmla="*/ 50 h 91"/>
                <a:gd name="T62" fmla="*/ 117 w 117"/>
                <a:gd name="T63" fmla="*/ 53 h 91"/>
                <a:gd name="T64" fmla="*/ 117 w 117"/>
                <a:gd name="T65" fmla="*/ 55 h 91"/>
                <a:gd name="T66" fmla="*/ 110 w 117"/>
                <a:gd name="T67" fmla="*/ 62 h 91"/>
                <a:gd name="T68" fmla="*/ 103 w 117"/>
                <a:gd name="T69" fmla="*/ 67 h 91"/>
                <a:gd name="T70" fmla="*/ 93 w 117"/>
                <a:gd name="T71" fmla="*/ 74 h 91"/>
                <a:gd name="T72" fmla="*/ 84 w 117"/>
                <a:gd name="T73" fmla="*/ 79 h 91"/>
                <a:gd name="T74" fmla="*/ 74 w 117"/>
                <a:gd name="T75" fmla="*/ 84 h 91"/>
                <a:gd name="T76" fmla="*/ 67 w 117"/>
                <a:gd name="T77" fmla="*/ 88 h 91"/>
                <a:gd name="T78" fmla="*/ 57 w 117"/>
                <a:gd name="T79" fmla="*/ 91 h 91"/>
                <a:gd name="T80" fmla="*/ 48 w 117"/>
                <a:gd name="T81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7" h="91">
                  <a:moveTo>
                    <a:pt x="48" y="91"/>
                  </a:moveTo>
                  <a:lnTo>
                    <a:pt x="29" y="81"/>
                  </a:lnTo>
                  <a:lnTo>
                    <a:pt x="17" y="72"/>
                  </a:lnTo>
                  <a:lnTo>
                    <a:pt x="7" y="60"/>
                  </a:lnTo>
                  <a:lnTo>
                    <a:pt x="3" y="50"/>
                  </a:lnTo>
                  <a:lnTo>
                    <a:pt x="0" y="38"/>
                  </a:lnTo>
                  <a:lnTo>
                    <a:pt x="3" y="29"/>
                  </a:lnTo>
                  <a:lnTo>
                    <a:pt x="5" y="19"/>
                  </a:lnTo>
                  <a:lnTo>
                    <a:pt x="12" y="12"/>
                  </a:lnTo>
                  <a:lnTo>
                    <a:pt x="22" y="5"/>
                  </a:lnTo>
                  <a:lnTo>
                    <a:pt x="31" y="3"/>
                  </a:lnTo>
                  <a:lnTo>
                    <a:pt x="41" y="0"/>
                  </a:lnTo>
                  <a:lnTo>
                    <a:pt x="50" y="0"/>
                  </a:lnTo>
                  <a:lnTo>
                    <a:pt x="62" y="3"/>
                  </a:lnTo>
                  <a:lnTo>
                    <a:pt x="72" y="7"/>
                  </a:lnTo>
                  <a:lnTo>
                    <a:pt x="81" y="17"/>
                  </a:lnTo>
                  <a:lnTo>
                    <a:pt x="91" y="31"/>
                  </a:lnTo>
                  <a:lnTo>
                    <a:pt x="91" y="31"/>
                  </a:lnTo>
                  <a:lnTo>
                    <a:pt x="91" y="31"/>
                  </a:lnTo>
                  <a:lnTo>
                    <a:pt x="91" y="31"/>
                  </a:lnTo>
                  <a:lnTo>
                    <a:pt x="91" y="31"/>
                  </a:lnTo>
                  <a:lnTo>
                    <a:pt x="93" y="31"/>
                  </a:lnTo>
                  <a:lnTo>
                    <a:pt x="93" y="31"/>
                  </a:lnTo>
                  <a:lnTo>
                    <a:pt x="93" y="31"/>
                  </a:lnTo>
                  <a:lnTo>
                    <a:pt x="93" y="31"/>
                  </a:lnTo>
                  <a:lnTo>
                    <a:pt x="95" y="36"/>
                  </a:lnTo>
                  <a:lnTo>
                    <a:pt x="98" y="38"/>
                  </a:lnTo>
                  <a:lnTo>
                    <a:pt x="103" y="41"/>
                  </a:lnTo>
                  <a:lnTo>
                    <a:pt x="105" y="43"/>
                  </a:lnTo>
                  <a:lnTo>
                    <a:pt x="110" y="48"/>
                  </a:lnTo>
                  <a:lnTo>
                    <a:pt x="112" y="50"/>
                  </a:lnTo>
                  <a:lnTo>
                    <a:pt x="117" y="53"/>
                  </a:lnTo>
                  <a:lnTo>
                    <a:pt x="117" y="55"/>
                  </a:lnTo>
                  <a:lnTo>
                    <a:pt x="110" y="62"/>
                  </a:lnTo>
                  <a:lnTo>
                    <a:pt x="103" y="67"/>
                  </a:lnTo>
                  <a:lnTo>
                    <a:pt x="93" y="74"/>
                  </a:lnTo>
                  <a:lnTo>
                    <a:pt x="84" y="79"/>
                  </a:lnTo>
                  <a:lnTo>
                    <a:pt x="74" y="84"/>
                  </a:lnTo>
                  <a:lnTo>
                    <a:pt x="67" y="88"/>
                  </a:lnTo>
                  <a:lnTo>
                    <a:pt x="57" y="91"/>
                  </a:lnTo>
                  <a:lnTo>
                    <a:pt x="48" y="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88" name="Freeform 56"/>
            <p:cNvSpPr>
              <a:spLocks/>
            </p:cNvSpPr>
            <p:nvPr/>
          </p:nvSpPr>
          <p:spPr bwMode="auto">
            <a:xfrm>
              <a:off x="1434" y="1721"/>
              <a:ext cx="30" cy="43"/>
            </a:xfrm>
            <a:custGeom>
              <a:avLst/>
              <a:gdLst>
                <a:gd name="T0" fmla="*/ 22 w 38"/>
                <a:gd name="T1" fmla="*/ 50 h 50"/>
                <a:gd name="T2" fmla="*/ 22 w 38"/>
                <a:gd name="T3" fmla="*/ 48 h 50"/>
                <a:gd name="T4" fmla="*/ 19 w 38"/>
                <a:gd name="T5" fmla="*/ 45 h 50"/>
                <a:gd name="T6" fmla="*/ 19 w 38"/>
                <a:gd name="T7" fmla="*/ 43 h 50"/>
                <a:gd name="T8" fmla="*/ 19 w 38"/>
                <a:gd name="T9" fmla="*/ 43 h 50"/>
                <a:gd name="T10" fmla="*/ 19 w 38"/>
                <a:gd name="T11" fmla="*/ 41 h 50"/>
                <a:gd name="T12" fmla="*/ 19 w 38"/>
                <a:gd name="T13" fmla="*/ 41 h 50"/>
                <a:gd name="T14" fmla="*/ 19 w 38"/>
                <a:gd name="T15" fmla="*/ 38 h 50"/>
                <a:gd name="T16" fmla="*/ 19 w 38"/>
                <a:gd name="T17" fmla="*/ 36 h 50"/>
                <a:gd name="T18" fmla="*/ 17 w 38"/>
                <a:gd name="T19" fmla="*/ 36 h 50"/>
                <a:gd name="T20" fmla="*/ 15 w 38"/>
                <a:gd name="T21" fmla="*/ 38 h 50"/>
                <a:gd name="T22" fmla="*/ 12 w 38"/>
                <a:gd name="T23" fmla="*/ 38 h 50"/>
                <a:gd name="T24" fmla="*/ 10 w 38"/>
                <a:gd name="T25" fmla="*/ 38 h 50"/>
                <a:gd name="T26" fmla="*/ 7 w 38"/>
                <a:gd name="T27" fmla="*/ 38 h 50"/>
                <a:gd name="T28" fmla="*/ 7 w 38"/>
                <a:gd name="T29" fmla="*/ 41 h 50"/>
                <a:gd name="T30" fmla="*/ 5 w 38"/>
                <a:gd name="T31" fmla="*/ 41 h 50"/>
                <a:gd name="T32" fmla="*/ 3 w 38"/>
                <a:gd name="T33" fmla="*/ 41 h 50"/>
                <a:gd name="T34" fmla="*/ 3 w 38"/>
                <a:gd name="T35" fmla="*/ 41 h 50"/>
                <a:gd name="T36" fmla="*/ 0 w 38"/>
                <a:gd name="T37" fmla="*/ 38 h 50"/>
                <a:gd name="T38" fmla="*/ 0 w 38"/>
                <a:gd name="T39" fmla="*/ 38 h 50"/>
                <a:gd name="T40" fmla="*/ 0 w 38"/>
                <a:gd name="T41" fmla="*/ 38 h 50"/>
                <a:gd name="T42" fmla="*/ 0 w 38"/>
                <a:gd name="T43" fmla="*/ 38 h 50"/>
                <a:gd name="T44" fmla="*/ 0 w 38"/>
                <a:gd name="T45" fmla="*/ 38 h 50"/>
                <a:gd name="T46" fmla="*/ 0 w 38"/>
                <a:gd name="T47" fmla="*/ 38 h 50"/>
                <a:gd name="T48" fmla="*/ 0 w 38"/>
                <a:gd name="T49" fmla="*/ 38 h 50"/>
                <a:gd name="T50" fmla="*/ 3 w 38"/>
                <a:gd name="T51" fmla="*/ 31 h 50"/>
                <a:gd name="T52" fmla="*/ 7 w 38"/>
                <a:gd name="T53" fmla="*/ 29 h 50"/>
                <a:gd name="T54" fmla="*/ 10 w 38"/>
                <a:gd name="T55" fmla="*/ 26 h 50"/>
                <a:gd name="T56" fmla="*/ 15 w 38"/>
                <a:gd name="T57" fmla="*/ 24 h 50"/>
                <a:gd name="T58" fmla="*/ 19 w 38"/>
                <a:gd name="T59" fmla="*/ 22 h 50"/>
                <a:gd name="T60" fmla="*/ 22 w 38"/>
                <a:gd name="T61" fmla="*/ 22 h 50"/>
                <a:gd name="T62" fmla="*/ 24 w 38"/>
                <a:gd name="T63" fmla="*/ 19 h 50"/>
                <a:gd name="T64" fmla="*/ 26 w 38"/>
                <a:gd name="T65" fmla="*/ 14 h 50"/>
                <a:gd name="T66" fmla="*/ 22 w 38"/>
                <a:gd name="T67" fmla="*/ 12 h 50"/>
                <a:gd name="T68" fmla="*/ 19 w 38"/>
                <a:gd name="T69" fmla="*/ 7 h 50"/>
                <a:gd name="T70" fmla="*/ 19 w 38"/>
                <a:gd name="T71" fmla="*/ 5 h 50"/>
                <a:gd name="T72" fmla="*/ 19 w 38"/>
                <a:gd name="T73" fmla="*/ 3 h 50"/>
                <a:gd name="T74" fmla="*/ 22 w 38"/>
                <a:gd name="T75" fmla="*/ 3 h 50"/>
                <a:gd name="T76" fmla="*/ 24 w 38"/>
                <a:gd name="T77" fmla="*/ 0 h 50"/>
                <a:gd name="T78" fmla="*/ 26 w 38"/>
                <a:gd name="T79" fmla="*/ 0 h 50"/>
                <a:gd name="T80" fmla="*/ 31 w 38"/>
                <a:gd name="T81" fmla="*/ 0 h 50"/>
                <a:gd name="T82" fmla="*/ 34 w 38"/>
                <a:gd name="T83" fmla="*/ 5 h 50"/>
                <a:gd name="T84" fmla="*/ 36 w 38"/>
                <a:gd name="T85" fmla="*/ 12 h 50"/>
                <a:gd name="T86" fmla="*/ 38 w 38"/>
                <a:gd name="T87" fmla="*/ 17 h 50"/>
                <a:gd name="T88" fmla="*/ 36 w 38"/>
                <a:gd name="T89" fmla="*/ 22 h 50"/>
                <a:gd name="T90" fmla="*/ 36 w 38"/>
                <a:gd name="T91" fmla="*/ 29 h 50"/>
                <a:gd name="T92" fmla="*/ 34 w 38"/>
                <a:gd name="T93" fmla="*/ 36 h 50"/>
                <a:gd name="T94" fmla="*/ 31 w 38"/>
                <a:gd name="T95" fmla="*/ 41 h 50"/>
                <a:gd name="T96" fmla="*/ 29 w 38"/>
                <a:gd name="T97" fmla="*/ 48 h 50"/>
                <a:gd name="T98" fmla="*/ 29 w 38"/>
                <a:gd name="T99" fmla="*/ 48 h 50"/>
                <a:gd name="T100" fmla="*/ 26 w 38"/>
                <a:gd name="T101" fmla="*/ 48 h 50"/>
                <a:gd name="T102" fmla="*/ 26 w 38"/>
                <a:gd name="T103" fmla="*/ 48 h 50"/>
                <a:gd name="T104" fmla="*/ 26 w 38"/>
                <a:gd name="T105" fmla="*/ 48 h 50"/>
                <a:gd name="T106" fmla="*/ 24 w 38"/>
                <a:gd name="T107" fmla="*/ 50 h 50"/>
                <a:gd name="T108" fmla="*/ 24 w 38"/>
                <a:gd name="T109" fmla="*/ 50 h 50"/>
                <a:gd name="T110" fmla="*/ 24 w 38"/>
                <a:gd name="T111" fmla="*/ 50 h 50"/>
                <a:gd name="T112" fmla="*/ 22 w 38"/>
                <a:gd name="T1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8" h="50">
                  <a:moveTo>
                    <a:pt x="22" y="50"/>
                  </a:moveTo>
                  <a:lnTo>
                    <a:pt x="22" y="48"/>
                  </a:lnTo>
                  <a:lnTo>
                    <a:pt x="19" y="45"/>
                  </a:lnTo>
                  <a:lnTo>
                    <a:pt x="19" y="43"/>
                  </a:lnTo>
                  <a:lnTo>
                    <a:pt x="19" y="43"/>
                  </a:lnTo>
                  <a:lnTo>
                    <a:pt x="19" y="41"/>
                  </a:lnTo>
                  <a:lnTo>
                    <a:pt x="19" y="41"/>
                  </a:lnTo>
                  <a:lnTo>
                    <a:pt x="19" y="38"/>
                  </a:lnTo>
                  <a:lnTo>
                    <a:pt x="19" y="36"/>
                  </a:lnTo>
                  <a:lnTo>
                    <a:pt x="17" y="36"/>
                  </a:lnTo>
                  <a:lnTo>
                    <a:pt x="15" y="38"/>
                  </a:lnTo>
                  <a:lnTo>
                    <a:pt x="12" y="38"/>
                  </a:lnTo>
                  <a:lnTo>
                    <a:pt x="10" y="38"/>
                  </a:lnTo>
                  <a:lnTo>
                    <a:pt x="7" y="38"/>
                  </a:lnTo>
                  <a:lnTo>
                    <a:pt x="7" y="41"/>
                  </a:lnTo>
                  <a:lnTo>
                    <a:pt x="5" y="41"/>
                  </a:lnTo>
                  <a:lnTo>
                    <a:pt x="3" y="41"/>
                  </a:lnTo>
                  <a:lnTo>
                    <a:pt x="3" y="41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3" y="31"/>
                  </a:lnTo>
                  <a:lnTo>
                    <a:pt x="7" y="29"/>
                  </a:lnTo>
                  <a:lnTo>
                    <a:pt x="10" y="26"/>
                  </a:lnTo>
                  <a:lnTo>
                    <a:pt x="15" y="24"/>
                  </a:lnTo>
                  <a:lnTo>
                    <a:pt x="19" y="22"/>
                  </a:lnTo>
                  <a:lnTo>
                    <a:pt x="22" y="22"/>
                  </a:lnTo>
                  <a:lnTo>
                    <a:pt x="24" y="19"/>
                  </a:lnTo>
                  <a:lnTo>
                    <a:pt x="26" y="14"/>
                  </a:lnTo>
                  <a:lnTo>
                    <a:pt x="22" y="12"/>
                  </a:lnTo>
                  <a:lnTo>
                    <a:pt x="19" y="7"/>
                  </a:lnTo>
                  <a:lnTo>
                    <a:pt x="19" y="5"/>
                  </a:lnTo>
                  <a:lnTo>
                    <a:pt x="19" y="3"/>
                  </a:lnTo>
                  <a:lnTo>
                    <a:pt x="22" y="3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31" y="0"/>
                  </a:lnTo>
                  <a:lnTo>
                    <a:pt x="34" y="5"/>
                  </a:lnTo>
                  <a:lnTo>
                    <a:pt x="36" y="12"/>
                  </a:lnTo>
                  <a:lnTo>
                    <a:pt x="38" y="17"/>
                  </a:lnTo>
                  <a:lnTo>
                    <a:pt x="36" y="22"/>
                  </a:lnTo>
                  <a:lnTo>
                    <a:pt x="36" y="29"/>
                  </a:lnTo>
                  <a:lnTo>
                    <a:pt x="34" y="36"/>
                  </a:lnTo>
                  <a:lnTo>
                    <a:pt x="31" y="41"/>
                  </a:lnTo>
                  <a:lnTo>
                    <a:pt x="29" y="48"/>
                  </a:lnTo>
                  <a:lnTo>
                    <a:pt x="29" y="48"/>
                  </a:lnTo>
                  <a:lnTo>
                    <a:pt x="26" y="48"/>
                  </a:lnTo>
                  <a:lnTo>
                    <a:pt x="26" y="48"/>
                  </a:lnTo>
                  <a:lnTo>
                    <a:pt x="26" y="4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2" y="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89" name="Freeform 57"/>
            <p:cNvSpPr>
              <a:spLocks/>
            </p:cNvSpPr>
            <p:nvPr/>
          </p:nvSpPr>
          <p:spPr bwMode="auto">
            <a:xfrm>
              <a:off x="1530" y="1736"/>
              <a:ext cx="18" cy="24"/>
            </a:xfrm>
            <a:custGeom>
              <a:avLst/>
              <a:gdLst>
                <a:gd name="T0" fmla="*/ 4 w 23"/>
                <a:gd name="T1" fmla="*/ 28 h 28"/>
                <a:gd name="T2" fmla="*/ 4 w 23"/>
                <a:gd name="T3" fmla="*/ 26 h 28"/>
                <a:gd name="T4" fmla="*/ 4 w 23"/>
                <a:gd name="T5" fmla="*/ 26 h 28"/>
                <a:gd name="T6" fmla="*/ 2 w 23"/>
                <a:gd name="T7" fmla="*/ 26 h 28"/>
                <a:gd name="T8" fmla="*/ 2 w 23"/>
                <a:gd name="T9" fmla="*/ 26 h 28"/>
                <a:gd name="T10" fmla="*/ 2 w 23"/>
                <a:gd name="T11" fmla="*/ 26 h 28"/>
                <a:gd name="T12" fmla="*/ 2 w 23"/>
                <a:gd name="T13" fmla="*/ 26 h 28"/>
                <a:gd name="T14" fmla="*/ 0 w 23"/>
                <a:gd name="T15" fmla="*/ 26 h 28"/>
                <a:gd name="T16" fmla="*/ 0 w 23"/>
                <a:gd name="T17" fmla="*/ 26 h 28"/>
                <a:gd name="T18" fmla="*/ 0 w 23"/>
                <a:gd name="T19" fmla="*/ 16 h 28"/>
                <a:gd name="T20" fmla="*/ 2 w 23"/>
                <a:gd name="T21" fmla="*/ 9 h 28"/>
                <a:gd name="T22" fmla="*/ 4 w 23"/>
                <a:gd name="T23" fmla="*/ 5 h 28"/>
                <a:gd name="T24" fmla="*/ 7 w 23"/>
                <a:gd name="T25" fmla="*/ 2 h 28"/>
                <a:gd name="T26" fmla="*/ 14 w 23"/>
                <a:gd name="T27" fmla="*/ 0 h 28"/>
                <a:gd name="T28" fmla="*/ 21 w 23"/>
                <a:gd name="T29" fmla="*/ 5 h 28"/>
                <a:gd name="T30" fmla="*/ 23 w 23"/>
                <a:gd name="T31" fmla="*/ 9 h 28"/>
                <a:gd name="T32" fmla="*/ 23 w 23"/>
                <a:gd name="T33" fmla="*/ 16 h 28"/>
                <a:gd name="T34" fmla="*/ 21 w 23"/>
                <a:gd name="T35" fmla="*/ 21 h 28"/>
                <a:gd name="T36" fmla="*/ 19 w 23"/>
                <a:gd name="T37" fmla="*/ 24 h 28"/>
                <a:gd name="T38" fmla="*/ 11 w 23"/>
                <a:gd name="T39" fmla="*/ 26 h 28"/>
                <a:gd name="T40" fmla="*/ 4 w 23"/>
                <a:gd name="T41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" h="28">
                  <a:moveTo>
                    <a:pt x="4" y="28"/>
                  </a:moveTo>
                  <a:lnTo>
                    <a:pt x="4" y="26"/>
                  </a:lnTo>
                  <a:lnTo>
                    <a:pt x="4" y="26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16"/>
                  </a:lnTo>
                  <a:lnTo>
                    <a:pt x="2" y="9"/>
                  </a:lnTo>
                  <a:lnTo>
                    <a:pt x="4" y="5"/>
                  </a:lnTo>
                  <a:lnTo>
                    <a:pt x="7" y="2"/>
                  </a:lnTo>
                  <a:lnTo>
                    <a:pt x="14" y="0"/>
                  </a:lnTo>
                  <a:lnTo>
                    <a:pt x="21" y="5"/>
                  </a:lnTo>
                  <a:lnTo>
                    <a:pt x="23" y="9"/>
                  </a:lnTo>
                  <a:lnTo>
                    <a:pt x="23" y="16"/>
                  </a:lnTo>
                  <a:lnTo>
                    <a:pt x="21" y="21"/>
                  </a:lnTo>
                  <a:lnTo>
                    <a:pt x="19" y="24"/>
                  </a:lnTo>
                  <a:lnTo>
                    <a:pt x="11" y="26"/>
                  </a:lnTo>
                  <a:lnTo>
                    <a:pt x="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90" name="Freeform 58"/>
            <p:cNvSpPr>
              <a:spLocks/>
            </p:cNvSpPr>
            <p:nvPr/>
          </p:nvSpPr>
          <p:spPr bwMode="auto">
            <a:xfrm>
              <a:off x="1626" y="1676"/>
              <a:ext cx="100" cy="80"/>
            </a:xfrm>
            <a:custGeom>
              <a:avLst/>
              <a:gdLst>
                <a:gd name="T0" fmla="*/ 59 w 128"/>
                <a:gd name="T1" fmla="*/ 93 h 93"/>
                <a:gd name="T2" fmla="*/ 54 w 128"/>
                <a:gd name="T3" fmla="*/ 90 h 93"/>
                <a:gd name="T4" fmla="*/ 50 w 128"/>
                <a:gd name="T5" fmla="*/ 90 h 93"/>
                <a:gd name="T6" fmla="*/ 45 w 128"/>
                <a:gd name="T7" fmla="*/ 88 h 93"/>
                <a:gd name="T8" fmla="*/ 40 w 128"/>
                <a:gd name="T9" fmla="*/ 85 h 93"/>
                <a:gd name="T10" fmla="*/ 35 w 128"/>
                <a:gd name="T11" fmla="*/ 81 h 93"/>
                <a:gd name="T12" fmla="*/ 31 w 128"/>
                <a:gd name="T13" fmla="*/ 78 h 93"/>
                <a:gd name="T14" fmla="*/ 26 w 128"/>
                <a:gd name="T15" fmla="*/ 78 h 93"/>
                <a:gd name="T16" fmla="*/ 24 w 128"/>
                <a:gd name="T17" fmla="*/ 76 h 93"/>
                <a:gd name="T18" fmla="*/ 16 w 128"/>
                <a:gd name="T19" fmla="*/ 76 h 93"/>
                <a:gd name="T20" fmla="*/ 9 w 128"/>
                <a:gd name="T21" fmla="*/ 76 h 93"/>
                <a:gd name="T22" fmla="*/ 7 w 128"/>
                <a:gd name="T23" fmla="*/ 76 h 93"/>
                <a:gd name="T24" fmla="*/ 5 w 128"/>
                <a:gd name="T25" fmla="*/ 76 h 93"/>
                <a:gd name="T26" fmla="*/ 2 w 128"/>
                <a:gd name="T27" fmla="*/ 74 h 93"/>
                <a:gd name="T28" fmla="*/ 0 w 128"/>
                <a:gd name="T29" fmla="*/ 74 h 93"/>
                <a:gd name="T30" fmla="*/ 0 w 128"/>
                <a:gd name="T31" fmla="*/ 69 h 93"/>
                <a:gd name="T32" fmla="*/ 0 w 128"/>
                <a:gd name="T33" fmla="*/ 64 h 93"/>
                <a:gd name="T34" fmla="*/ 12 w 128"/>
                <a:gd name="T35" fmla="*/ 57 h 93"/>
                <a:gd name="T36" fmla="*/ 24 w 128"/>
                <a:gd name="T37" fmla="*/ 47 h 93"/>
                <a:gd name="T38" fmla="*/ 35 w 128"/>
                <a:gd name="T39" fmla="*/ 38 h 93"/>
                <a:gd name="T40" fmla="*/ 47 w 128"/>
                <a:gd name="T41" fmla="*/ 28 h 93"/>
                <a:gd name="T42" fmla="*/ 62 w 128"/>
                <a:gd name="T43" fmla="*/ 19 h 93"/>
                <a:gd name="T44" fmla="*/ 73 w 128"/>
                <a:gd name="T45" fmla="*/ 12 h 93"/>
                <a:gd name="T46" fmla="*/ 88 w 128"/>
                <a:gd name="T47" fmla="*/ 7 h 93"/>
                <a:gd name="T48" fmla="*/ 102 w 128"/>
                <a:gd name="T49" fmla="*/ 2 h 93"/>
                <a:gd name="T50" fmla="*/ 102 w 128"/>
                <a:gd name="T51" fmla="*/ 2 h 93"/>
                <a:gd name="T52" fmla="*/ 102 w 128"/>
                <a:gd name="T53" fmla="*/ 2 h 93"/>
                <a:gd name="T54" fmla="*/ 102 w 128"/>
                <a:gd name="T55" fmla="*/ 2 h 93"/>
                <a:gd name="T56" fmla="*/ 102 w 128"/>
                <a:gd name="T57" fmla="*/ 2 h 93"/>
                <a:gd name="T58" fmla="*/ 102 w 128"/>
                <a:gd name="T59" fmla="*/ 0 h 93"/>
                <a:gd name="T60" fmla="*/ 102 w 128"/>
                <a:gd name="T61" fmla="*/ 0 h 93"/>
                <a:gd name="T62" fmla="*/ 102 w 128"/>
                <a:gd name="T63" fmla="*/ 0 h 93"/>
                <a:gd name="T64" fmla="*/ 102 w 128"/>
                <a:gd name="T65" fmla="*/ 0 h 93"/>
                <a:gd name="T66" fmla="*/ 114 w 128"/>
                <a:gd name="T67" fmla="*/ 2 h 93"/>
                <a:gd name="T68" fmla="*/ 121 w 128"/>
                <a:gd name="T69" fmla="*/ 7 h 93"/>
                <a:gd name="T70" fmla="*/ 126 w 128"/>
                <a:gd name="T71" fmla="*/ 14 h 93"/>
                <a:gd name="T72" fmla="*/ 128 w 128"/>
                <a:gd name="T73" fmla="*/ 24 h 93"/>
                <a:gd name="T74" fmla="*/ 128 w 128"/>
                <a:gd name="T75" fmla="*/ 33 h 93"/>
                <a:gd name="T76" fmla="*/ 128 w 128"/>
                <a:gd name="T77" fmla="*/ 43 h 93"/>
                <a:gd name="T78" fmla="*/ 128 w 128"/>
                <a:gd name="T79" fmla="*/ 55 h 93"/>
                <a:gd name="T80" fmla="*/ 126 w 128"/>
                <a:gd name="T81" fmla="*/ 64 h 93"/>
                <a:gd name="T82" fmla="*/ 119 w 128"/>
                <a:gd name="T83" fmla="*/ 69 h 93"/>
                <a:gd name="T84" fmla="*/ 112 w 128"/>
                <a:gd name="T85" fmla="*/ 76 h 93"/>
                <a:gd name="T86" fmla="*/ 102 w 128"/>
                <a:gd name="T87" fmla="*/ 81 h 93"/>
                <a:gd name="T88" fmla="*/ 93 w 128"/>
                <a:gd name="T89" fmla="*/ 83 h 93"/>
                <a:gd name="T90" fmla="*/ 85 w 128"/>
                <a:gd name="T91" fmla="*/ 88 h 93"/>
                <a:gd name="T92" fmla="*/ 76 w 128"/>
                <a:gd name="T93" fmla="*/ 90 h 93"/>
                <a:gd name="T94" fmla="*/ 66 w 128"/>
                <a:gd name="T95" fmla="*/ 93 h 93"/>
                <a:gd name="T96" fmla="*/ 59 w 128"/>
                <a:gd name="T97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8" h="93">
                  <a:moveTo>
                    <a:pt x="59" y="93"/>
                  </a:moveTo>
                  <a:lnTo>
                    <a:pt x="54" y="90"/>
                  </a:lnTo>
                  <a:lnTo>
                    <a:pt x="50" y="90"/>
                  </a:lnTo>
                  <a:lnTo>
                    <a:pt x="45" y="88"/>
                  </a:lnTo>
                  <a:lnTo>
                    <a:pt x="40" y="85"/>
                  </a:lnTo>
                  <a:lnTo>
                    <a:pt x="35" y="81"/>
                  </a:lnTo>
                  <a:lnTo>
                    <a:pt x="31" y="78"/>
                  </a:lnTo>
                  <a:lnTo>
                    <a:pt x="26" y="78"/>
                  </a:lnTo>
                  <a:lnTo>
                    <a:pt x="24" y="76"/>
                  </a:lnTo>
                  <a:lnTo>
                    <a:pt x="16" y="76"/>
                  </a:lnTo>
                  <a:lnTo>
                    <a:pt x="9" y="76"/>
                  </a:lnTo>
                  <a:lnTo>
                    <a:pt x="7" y="76"/>
                  </a:lnTo>
                  <a:lnTo>
                    <a:pt x="5" y="76"/>
                  </a:lnTo>
                  <a:lnTo>
                    <a:pt x="2" y="74"/>
                  </a:lnTo>
                  <a:lnTo>
                    <a:pt x="0" y="74"/>
                  </a:lnTo>
                  <a:lnTo>
                    <a:pt x="0" y="69"/>
                  </a:lnTo>
                  <a:lnTo>
                    <a:pt x="0" y="64"/>
                  </a:lnTo>
                  <a:lnTo>
                    <a:pt x="12" y="57"/>
                  </a:lnTo>
                  <a:lnTo>
                    <a:pt x="24" y="47"/>
                  </a:lnTo>
                  <a:lnTo>
                    <a:pt x="35" y="38"/>
                  </a:lnTo>
                  <a:lnTo>
                    <a:pt x="47" y="28"/>
                  </a:lnTo>
                  <a:lnTo>
                    <a:pt x="62" y="19"/>
                  </a:lnTo>
                  <a:lnTo>
                    <a:pt x="73" y="12"/>
                  </a:lnTo>
                  <a:lnTo>
                    <a:pt x="88" y="7"/>
                  </a:lnTo>
                  <a:lnTo>
                    <a:pt x="102" y="2"/>
                  </a:lnTo>
                  <a:lnTo>
                    <a:pt x="102" y="2"/>
                  </a:lnTo>
                  <a:lnTo>
                    <a:pt x="102" y="2"/>
                  </a:lnTo>
                  <a:lnTo>
                    <a:pt x="102" y="2"/>
                  </a:lnTo>
                  <a:lnTo>
                    <a:pt x="102" y="2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14" y="2"/>
                  </a:lnTo>
                  <a:lnTo>
                    <a:pt x="121" y="7"/>
                  </a:lnTo>
                  <a:lnTo>
                    <a:pt x="126" y="14"/>
                  </a:lnTo>
                  <a:lnTo>
                    <a:pt x="128" y="24"/>
                  </a:lnTo>
                  <a:lnTo>
                    <a:pt x="128" y="33"/>
                  </a:lnTo>
                  <a:lnTo>
                    <a:pt x="128" y="43"/>
                  </a:lnTo>
                  <a:lnTo>
                    <a:pt x="128" y="55"/>
                  </a:lnTo>
                  <a:lnTo>
                    <a:pt x="126" y="64"/>
                  </a:lnTo>
                  <a:lnTo>
                    <a:pt x="119" y="69"/>
                  </a:lnTo>
                  <a:lnTo>
                    <a:pt x="112" y="76"/>
                  </a:lnTo>
                  <a:lnTo>
                    <a:pt x="102" y="81"/>
                  </a:lnTo>
                  <a:lnTo>
                    <a:pt x="93" y="83"/>
                  </a:lnTo>
                  <a:lnTo>
                    <a:pt x="85" y="88"/>
                  </a:lnTo>
                  <a:lnTo>
                    <a:pt x="76" y="90"/>
                  </a:lnTo>
                  <a:lnTo>
                    <a:pt x="66" y="93"/>
                  </a:lnTo>
                  <a:lnTo>
                    <a:pt x="59" y="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91" name="Freeform 59"/>
            <p:cNvSpPr>
              <a:spLocks/>
            </p:cNvSpPr>
            <p:nvPr/>
          </p:nvSpPr>
          <p:spPr bwMode="auto">
            <a:xfrm>
              <a:off x="1648" y="1715"/>
              <a:ext cx="23" cy="22"/>
            </a:xfrm>
            <a:custGeom>
              <a:avLst/>
              <a:gdLst>
                <a:gd name="T0" fmla="*/ 7 w 29"/>
                <a:gd name="T1" fmla="*/ 26 h 26"/>
                <a:gd name="T2" fmla="*/ 7 w 29"/>
                <a:gd name="T3" fmla="*/ 24 h 26"/>
                <a:gd name="T4" fmla="*/ 5 w 29"/>
                <a:gd name="T5" fmla="*/ 24 h 26"/>
                <a:gd name="T6" fmla="*/ 5 w 29"/>
                <a:gd name="T7" fmla="*/ 24 h 26"/>
                <a:gd name="T8" fmla="*/ 3 w 29"/>
                <a:gd name="T9" fmla="*/ 24 h 26"/>
                <a:gd name="T10" fmla="*/ 3 w 29"/>
                <a:gd name="T11" fmla="*/ 21 h 26"/>
                <a:gd name="T12" fmla="*/ 3 w 29"/>
                <a:gd name="T13" fmla="*/ 21 h 26"/>
                <a:gd name="T14" fmla="*/ 0 w 29"/>
                <a:gd name="T15" fmla="*/ 21 h 26"/>
                <a:gd name="T16" fmla="*/ 0 w 29"/>
                <a:gd name="T17" fmla="*/ 19 h 26"/>
                <a:gd name="T18" fmla="*/ 0 w 29"/>
                <a:gd name="T19" fmla="*/ 14 h 26"/>
                <a:gd name="T20" fmla="*/ 3 w 29"/>
                <a:gd name="T21" fmla="*/ 10 h 26"/>
                <a:gd name="T22" fmla="*/ 5 w 29"/>
                <a:gd name="T23" fmla="*/ 5 h 26"/>
                <a:gd name="T24" fmla="*/ 7 w 29"/>
                <a:gd name="T25" fmla="*/ 2 h 26"/>
                <a:gd name="T26" fmla="*/ 12 w 29"/>
                <a:gd name="T27" fmla="*/ 2 h 26"/>
                <a:gd name="T28" fmla="*/ 17 w 29"/>
                <a:gd name="T29" fmla="*/ 0 h 26"/>
                <a:gd name="T30" fmla="*/ 22 w 29"/>
                <a:gd name="T31" fmla="*/ 2 h 26"/>
                <a:gd name="T32" fmla="*/ 29 w 29"/>
                <a:gd name="T33" fmla="*/ 2 h 26"/>
                <a:gd name="T34" fmla="*/ 29 w 29"/>
                <a:gd name="T35" fmla="*/ 10 h 26"/>
                <a:gd name="T36" fmla="*/ 29 w 29"/>
                <a:gd name="T37" fmla="*/ 14 h 26"/>
                <a:gd name="T38" fmla="*/ 29 w 29"/>
                <a:gd name="T39" fmla="*/ 17 h 26"/>
                <a:gd name="T40" fmla="*/ 26 w 29"/>
                <a:gd name="T41" fmla="*/ 19 h 26"/>
                <a:gd name="T42" fmla="*/ 22 w 29"/>
                <a:gd name="T43" fmla="*/ 21 h 26"/>
                <a:gd name="T44" fmla="*/ 19 w 29"/>
                <a:gd name="T45" fmla="*/ 24 h 26"/>
                <a:gd name="T46" fmla="*/ 12 w 29"/>
                <a:gd name="T47" fmla="*/ 24 h 26"/>
                <a:gd name="T48" fmla="*/ 7 w 29"/>
                <a:gd name="T4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" h="26">
                  <a:moveTo>
                    <a:pt x="7" y="26"/>
                  </a:moveTo>
                  <a:lnTo>
                    <a:pt x="7" y="24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4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0" y="14"/>
                  </a:lnTo>
                  <a:lnTo>
                    <a:pt x="3" y="10"/>
                  </a:lnTo>
                  <a:lnTo>
                    <a:pt x="5" y="5"/>
                  </a:lnTo>
                  <a:lnTo>
                    <a:pt x="7" y="2"/>
                  </a:lnTo>
                  <a:lnTo>
                    <a:pt x="12" y="2"/>
                  </a:lnTo>
                  <a:lnTo>
                    <a:pt x="17" y="0"/>
                  </a:lnTo>
                  <a:lnTo>
                    <a:pt x="22" y="2"/>
                  </a:lnTo>
                  <a:lnTo>
                    <a:pt x="29" y="2"/>
                  </a:lnTo>
                  <a:lnTo>
                    <a:pt x="29" y="10"/>
                  </a:lnTo>
                  <a:lnTo>
                    <a:pt x="29" y="14"/>
                  </a:lnTo>
                  <a:lnTo>
                    <a:pt x="29" y="17"/>
                  </a:lnTo>
                  <a:lnTo>
                    <a:pt x="26" y="19"/>
                  </a:lnTo>
                  <a:lnTo>
                    <a:pt x="22" y="21"/>
                  </a:lnTo>
                  <a:lnTo>
                    <a:pt x="19" y="24"/>
                  </a:lnTo>
                  <a:lnTo>
                    <a:pt x="12" y="24"/>
                  </a:lnTo>
                  <a:lnTo>
                    <a:pt x="7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92" name="Freeform 60"/>
            <p:cNvSpPr>
              <a:spLocks/>
            </p:cNvSpPr>
            <p:nvPr/>
          </p:nvSpPr>
          <p:spPr bwMode="auto">
            <a:xfrm>
              <a:off x="1373" y="1383"/>
              <a:ext cx="419" cy="305"/>
            </a:xfrm>
            <a:custGeom>
              <a:avLst/>
              <a:gdLst>
                <a:gd name="T0" fmla="*/ 2 w 532"/>
                <a:gd name="T1" fmla="*/ 352 h 352"/>
                <a:gd name="T2" fmla="*/ 2 w 532"/>
                <a:gd name="T3" fmla="*/ 352 h 352"/>
                <a:gd name="T4" fmla="*/ 0 w 532"/>
                <a:gd name="T5" fmla="*/ 352 h 352"/>
                <a:gd name="T6" fmla="*/ 0 w 532"/>
                <a:gd name="T7" fmla="*/ 343 h 352"/>
                <a:gd name="T8" fmla="*/ 0 w 532"/>
                <a:gd name="T9" fmla="*/ 335 h 352"/>
                <a:gd name="T10" fmla="*/ 5 w 532"/>
                <a:gd name="T11" fmla="*/ 328 h 352"/>
                <a:gd name="T12" fmla="*/ 16 w 532"/>
                <a:gd name="T13" fmla="*/ 326 h 352"/>
                <a:gd name="T14" fmla="*/ 31 w 532"/>
                <a:gd name="T15" fmla="*/ 324 h 352"/>
                <a:gd name="T16" fmla="*/ 40 w 532"/>
                <a:gd name="T17" fmla="*/ 293 h 352"/>
                <a:gd name="T18" fmla="*/ 45 w 532"/>
                <a:gd name="T19" fmla="*/ 231 h 352"/>
                <a:gd name="T20" fmla="*/ 57 w 532"/>
                <a:gd name="T21" fmla="*/ 183 h 352"/>
                <a:gd name="T22" fmla="*/ 88 w 532"/>
                <a:gd name="T23" fmla="*/ 107 h 352"/>
                <a:gd name="T24" fmla="*/ 150 w 532"/>
                <a:gd name="T25" fmla="*/ 46 h 352"/>
                <a:gd name="T26" fmla="*/ 214 w 532"/>
                <a:gd name="T27" fmla="*/ 10 h 352"/>
                <a:gd name="T28" fmla="*/ 295 w 532"/>
                <a:gd name="T29" fmla="*/ 0 h 352"/>
                <a:gd name="T30" fmla="*/ 366 w 532"/>
                <a:gd name="T31" fmla="*/ 10 h 352"/>
                <a:gd name="T32" fmla="*/ 397 w 532"/>
                <a:gd name="T33" fmla="*/ 24 h 352"/>
                <a:gd name="T34" fmla="*/ 437 w 532"/>
                <a:gd name="T35" fmla="*/ 55 h 352"/>
                <a:gd name="T36" fmla="*/ 478 w 532"/>
                <a:gd name="T37" fmla="*/ 103 h 352"/>
                <a:gd name="T38" fmla="*/ 497 w 532"/>
                <a:gd name="T39" fmla="*/ 145 h 352"/>
                <a:gd name="T40" fmla="*/ 506 w 532"/>
                <a:gd name="T41" fmla="*/ 207 h 352"/>
                <a:gd name="T42" fmla="*/ 506 w 532"/>
                <a:gd name="T43" fmla="*/ 274 h 352"/>
                <a:gd name="T44" fmla="*/ 504 w 532"/>
                <a:gd name="T45" fmla="*/ 288 h 352"/>
                <a:gd name="T46" fmla="*/ 504 w 532"/>
                <a:gd name="T47" fmla="*/ 288 h 352"/>
                <a:gd name="T48" fmla="*/ 501 w 532"/>
                <a:gd name="T49" fmla="*/ 288 h 352"/>
                <a:gd name="T50" fmla="*/ 501 w 532"/>
                <a:gd name="T51" fmla="*/ 290 h 352"/>
                <a:gd name="T52" fmla="*/ 501 w 532"/>
                <a:gd name="T53" fmla="*/ 293 h 352"/>
                <a:gd name="T54" fmla="*/ 504 w 532"/>
                <a:gd name="T55" fmla="*/ 295 h 352"/>
                <a:gd name="T56" fmla="*/ 516 w 532"/>
                <a:gd name="T57" fmla="*/ 297 h 352"/>
                <a:gd name="T58" fmla="*/ 528 w 532"/>
                <a:gd name="T59" fmla="*/ 300 h 352"/>
                <a:gd name="T60" fmla="*/ 530 w 532"/>
                <a:gd name="T61" fmla="*/ 305 h 352"/>
                <a:gd name="T62" fmla="*/ 530 w 532"/>
                <a:gd name="T63" fmla="*/ 314 h 352"/>
                <a:gd name="T64" fmla="*/ 528 w 532"/>
                <a:gd name="T65" fmla="*/ 321 h 352"/>
                <a:gd name="T66" fmla="*/ 509 w 532"/>
                <a:gd name="T67" fmla="*/ 321 h 352"/>
                <a:gd name="T68" fmla="*/ 487 w 532"/>
                <a:gd name="T69" fmla="*/ 321 h 352"/>
                <a:gd name="T70" fmla="*/ 475 w 532"/>
                <a:gd name="T71" fmla="*/ 321 h 352"/>
                <a:gd name="T72" fmla="*/ 475 w 532"/>
                <a:gd name="T73" fmla="*/ 319 h 352"/>
                <a:gd name="T74" fmla="*/ 475 w 532"/>
                <a:gd name="T75" fmla="*/ 319 h 352"/>
                <a:gd name="T76" fmla="*/ 473 w 532"/>
                <a:gd name="T77" fmla="*/ 316 h 352"/>
                <a:gd name="T78" fmla="*/ 473 w 532"/>
                <a:gd name="T79" fmla="*/ 316 h 352"/>
                <a:gd name="T80" fmla="*/ 471 w 532"/>
                <a:gd name="T81" fmla="*/ 316 h 352"/>
                <a:gd name="T82" fmla="*/ 449 w 532"/>
                <a:gd name="T83" fmla="*/ 248 h 352"/>
                <a:gd name="T84" fmla="*/ 409 w 532"/>
                <a:gd name="T85" fmla="*/ 193 h 352"/>
                <a:gd name="T86" fmla="*/ 354 w 532"/>
                <a:gd name="T87" fmla="*/ 160 h 352"/>
                <a:gd name="T88" fmla="*/ 292 w 532"/>
                <a:gd name="T89" fmla="*/ 148 h 352"/>
                <a:gd name="T90" fmla="*/ 226 w 532"/>
                <a:gd name="T91" fmla="*/ 167 h 352"/>
                <a:gd name="T92" fmla="*/ 176 w 532"/>
                <a:gd name="T93" fmla="*/ 212 h 352"/>
                <a:gd name="T94" fmla="*/ 147 w 532"/>
                <a:gd name="T95" fmla="*/ 267 h 352"/>
                <a:gd name="T96" fmla="*/ 135 w 532"/>
                <a:gd name="T97" fmla="*/ 331 h 352"/>
                <a:gd name="T98" fmla="*/ 97 w 532"/>
                <a:gd name="T99" fmla="*/ 338 h 352"/>
                <a:gd name="T100" fmla="*/ 33 w 532"/>
                <a:gd name="T101" fmla="*/ 347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32" h="352">
                  <a:moveTo>
                    <a:pt x="5" y="352"/>
                  </a:moveTo>
                  <a:lnTo>
                    <a:pt x="5" y="352"/>
                  </a:lnTo>
                  <a:lnTo>
                    <a:pt x="2" y="352"/>
                  </a:lnTo>
                  <a:lnTo>
                    <a:pt x="2" y="352"/>
                  </a:lnTo>
                  <a:lnTo>
                    <a:pt x="2" y="352"/>
                  </a:lnTo>
                  <a:lnTo>
                    <a:pt x="2" y="352"/>
                  </a:lnTo>
                  <a:lnTo>
                    <a:pt x="2" y="352"/>
                  </a:lnTo>
                  <a:lnTo>
                    <a:pt x="0" y="352"/>
                  </a:lnTo>
                  <a:lnTo>
                    <a:pt x="0" y="352"/>
                  </a:lnTo>
                  <a:lnTo>
                    <a:pt x="0" y="347"/>
                  </a:lnTo>
                  <a:lnTo>
                    <a:pt x="0" y="345"/>
                  </a:lnTo>
                  <a:lnTo>
                    <a:pt x="0" y="343"/>
                  </a:lnTo>
                  <a:lnTo>
                    <a:pt x="0" y="340"/>
                  </a:lnTo>
                  <a:lnTo>
                    <a:pt x="0" y="338"/>
                  </a:lnTo>
                  <a:lnTo>
                    <a:pt x="0" y="335"/>
                  </a:lnTo>
                  <a:lnTo>
                    <a:pt x="0" y="333"/>
                  </a:lnTo>
                  <a:lnTo>
                    <a:pt x="0" y="328"/>
                  </a:lnTo>
                  <a:lnTo>
                    <a:pt x="5" y="328"/>
                  </a:lnTo>
                  <a:lnTo>
                    <a:pt x="7" y="328"/>
                  </a:lnTo>
                  <a:lnTo>
                    <a:pt x="12" y="326"/>
                  </a:lnTo>
                  <a:lnTo>
                    <a:pt x="16" y="326"/>
                  </a:lnTo>
                  <a:lnTo>
                    <a:pt x="21" y="326"/>
                  </a:lnTo>
                  <a:lnTo>
                    <a:pt x="26" y="324"/>
                  </a:lnTo>
                  <a:lnTo>
                    <a:pt x="31" y="324"/>
                  </a:lnTo>
                  <a:lnTo>
                    <a:pt x="35" y="324"/>
                  </a:lnTo>
                  <a:lnTo>
                    <a:pt x="38" y="312"/>
                  </a:lnTo>
                  <a:lnTo>
                    <a:pt x="40" y="293"/>
                  </a:lnTo>
                  <a:lnTo>
                    <a:pt x="43" y="274"/>
                  </a:lnTo>
                  <a:lnTo>
                    <a:pt x="43" y="252"/>
                  </a:lnTo>
                  <a:lnTo>
                    <a:pt x="45" y="231"/>
                  </a:lnTo>
                  <a:lnTo>
                    <a:pt x="47" y="212"/>
                  </a:lnTo>
                  <a:lnTo>
                    <a:pt x="50" y="195"/>
                  </a:lnTo>
                  <a:lnTo>
                    <a:pt x="57" y="183"/>
                  </a:lnTo>
                  <a:lnTo>
                    <a:pt x="62" y="157"/>
                  </a:lnTo>
                  <a:lnTo>
                    <a:pt x="73" y="133"/>
                  </a:lnTo>
                  <a:lnTo>
                    <a:pt x="88" y="107"/>
                  </a:lnTo>
                  <a:lnTo>
                    <a:pt x="107" y="84"/>
                  </a:lnTo>
                  <a:lnTo>
                    <a:pt x="128" y="62"/>
                  </a:lnTo>
                  <a:lnTo>
                    <a:pt x="150" y="46"/>
                  </a:lnTo>
                  <a:lnTo>
                    <a:pt x="173" y="29"/>
                  </a:lnTo>
                  <a:lnTo>
                    <a:pt x="197" y="19"/>
                  </a:lnTo>
                  <a:lnTo>
                    <a:pt x="214" y="10"/>
                  </a:lnTo>
                  <a:lnTo>
                    <a:pt x="238" y="5"/>
                  </a:lnTo>
                  <a:lnTo>
                    <a:pt x="264" y="0"/>
                  </a:lnTo>
                  <a:lnTo>
                    <a:pt x="295" y="0"/>
                  </a:lnTo>
                  <a:lnTo>
                    <a:pt x="326" y="0"/>
                  </a:lnTo>
                  <a:lnTo>
                    <a:pt x="354" y="5"/>
                  </a:lnTo>
                  <a:lnTo>
                    <a:pt x="366" y="10"/>
                  </a:lnTo>
                  <a:lnTo>
                    <a:pt x="378" y="12"/>
                  </a:lnTo>
                  <a:lnTo>
                    <a:pt x="387" y="19"/>
                  </a:lnTo>
                  <a:lnTo>
                    <a:pt x="397" y="24"/>
                  </a:lnTo>
                  <a:lnTo>
                    <a:pt x="409" y="31"/>
                  </a:lnTo>
                  <a:lnTo>
                    <a:pt x="423" y="41"/>
                  </a:lnTo>
                  <a:lnTo>
                    <a:pt x="437" y="55"/>
                  </a:lnTo>
                  <a:lnTo>
                    <a:pt x="452" y="69"/>
                  </a:lnTo>
                  <a:lnTo>
                    <a:pt x="466" y="86"/>
                  </a:lnTo>
                  <a:lnTo>
                    <a:pt x="478" y="103"/>
                  </a:lnTo>
                  <a:lnTo>
                    <a:pt x="485" y="119"/>
                  </a:lnTo>
                  <a:lnTo>
                    <a:pt x="490" y="133"/>
                  </a:lnTo>
                  <a:lnTo>
                    <a:pt x="497" y="145"/>
                  </a:lnTo>
                  <a:lnTo>
                    <a:pt x="501" y="162"/>
                  </a:lnTo>
                  <a:lnTo>
                    <a:pt x="506" y="183"/>
                  </a:lnTo>
                  <a:lnTo>
                    <a:pt x="506" y="207"/>
                  </a:lnTo>
                  <a:lnTo>
                    <a:pt x="509" y="231"/>
                  </a:lnTo>
                  <a:lnTo>
                    <a:pt x="509" y="255"/>
                  </a:lnTo>
                  <a:lnTo>
                    <a:pt x="506" y="274"/>
                  </a:lnTo>
                  <a:lnTo>
                    <a:pt x="506" y="288"/>
                  </a:lnTo>
                  <a:lnTo>
                    <a:pt x="506" y="288"/>
                  </a:lnTo>
                  <a:lnTo>
                    <a:pt x="504" y="288"/>
                  </a:lnTo>
                  <a:lnTo>
                    <a:pt x="504" y="288"/>
                  </a:lnTo>
                  <a:lnTo>
                    <a:pt x="504" y="288"/>
                  </a:lnTo>
                  <a:lnTo>
                    <a:pt x="504" y="288"/>
                  </a:lnTo>
                  <a:lnTo>
                    <a:pt x="501" y="288"/>
                  </a:lnTo>
                  <a:lnTo>
                    <a:pt x="501" y="288"/>
                  </a:lnTo>
                  <a:lnTo>
                    <a:pt x="501" y="288"/>
                  </a:lnTo>
                  <a:lnTo>
                    <a:pt x="501" y="288"/>
                  </a:lnTo>
                  <a:lnTo>
                    <a:pt x="501" y="290"/>
                  </a:lnTo>
                  <a:lnTo>
                    <a:pt x="501" y="290"/>
                  </a:lnTo>
                  <a:lnTo>
                    <a:pt x="501" y="290"/>
                  </a:lnTo>
                  <a:lnTo>
                    <a:pt x="501" y="293"/>
                  </a:lnTo>
                  <a:lnTo>
                    <a:pt x="501" y="293"/>
                  </a:lnTo>
                  <a:lnTo>
                    <a:pt x="501" y="293"/>
                  </a:lnTo>
                  <a:lnTo>
                    <a:pt x="501" y="295"/>
                  </a:lnTo>
                  <a:lnTo>
                    <a:pt x="504" y="295"/>
                  </a:lnTo>
                  <a:lnTo>
                    <a:pt x="509" y="297"/>
                  </a:lnTo>
                  <a:lnTo>
                    <a:pt x="511" y="297"/>
                  </a:lnTo>
                  <a:lnTo>
                    <a:pt x="516" y="297"/>
                  </a:lnTo>
                  <a:lnTo>
                    <a:pt x="518" y="297"/>
                  </a:lnTo>
                  <a:lnTo>
                    <a:pt x="523" y="300"/>
                  </a:lnTo>
                  <a:lnTo>
                    <a:pt x="528" y="300"/>
                  </a:lnTo>
                  <a:lnTo>
                    <a:pt x="532" y="300"/>
                  </a:lnTo>
                  <a:lnTo>
                    <a:pt x="530" y="302"/>
                  </a:lnTo>
                  <a:lnTo>
                    <a:pt x="530" y="305"/>
                  </a:lnTo>
                  <a:lnTo>
                    <a:pt x="530" y="307"/>
                  </a:lnTo>
                  <a:lnTo>
                    <a:pt x="530" y="309"/>
                  </a:lnTo>
                  <a:lnTo>
                    <a:pt x="530" y="314"/>
                  </a:lnTo>
                  <a:lnTo>
                    <a:pt x="528" y="316"/>
                  </a:lnTo>
                  <a:lnTo>
                    <a:pt x="528" y="319"/>
                  </a:lnTo>
                  <a:lnTo>
                    <a:pt x="528" y="321"/>
                  </a:lnTo>
                  <a:lnTo>
                    <a:pt x="520" y="321"/>
                  </a:lnTo>
                  <a:lnTo>
                    <a:pt x="513" y="321"/>
                  </a:lnTo>
                  <a:lnTo>
                    <a:pt x="509" y="321"/>
                  </a:lnTo>
                  <a:lnTo>
                    <a:pt x="501" y="321"/>
                  </a:lnTo>
                  <a:lnTo>
                    <a:pt x="494" y="321"/>
                  </a:lnTo>
                  <a:lnTo>
                    <a:pt x="487" y="321"/>
                  </a:lnTo>
                  <a:lnTo>
                    <a:pt x="480" y="321"/>
                  </a:lnTo>
                  <a:lnTo>
                    <a:pt x="475" y="321"/>
                  </a:lnTo>
                  <a:lnTo>
                    <a:pt x="475" y="321"/>
                  </a:lnTo>
                  <a:lnTo>
                    <a:pt x="475" y="319"/>
                  </a:lnTo>
                  <a:lnTo>
                    <a:pt x="475" y="319"/>
                  </a:lnTo>
                  <a:lnTo>
                    <a:pt x="475" y="319"/>
                  </a:lnTo>
                  <a:lnTo>
                    <a:pt x="475" y="319"/>
                  </a:lnTo>
                  <a:lnTo>
                    <a:pt x="475" y="319"/>
                  </a:lnTo>
                  <a:lnTo>
                    <a:pt x="475" y="319"/>
                  </a:lnTo>
                  <a:lnTo>
                    <a:pt x="475" y="316"/>
                  </a:lnTo>
                  <a:lnTo>
                    <a:pt x="475" y="316"/>
                  </a:lnTo>
                  <a:lnTo>
                    <a:pt x="473" y="316"/>
                  </a:lnTo>
                  <a:lnTo>
                    <a:pt x="473" y="316"/>
                  </a:lnTo>
                  <a:lnTo>
                    <a:pt x="473" y="316"/>
                  </a:lnTo>
                  <a:lnTo>
                    <a:pt x="473" y="316"/>
                  </a:lnTo>
                  <a:lnTo>
                    <a:pt x="473" y="316"/>
                  </a:lnTo>
                  <a:lnTo>
                    <a:pt x="473" y="316"/>
                  </a:lnTo>
                  <a:lnTo>
                    <a:pt x="471" y="316"/>
                  </a:lnTo>
                  <a:lnTo>
                    <a:pt x="466" y="293"/>
                  </a:lnTo>
                  <a:lnTo>
                    <a:pt x="459" y="271"/>
                  </a:lnTo>
                  <a:lnTo>
                    <a:pt x="449" y="248"/>
                  </a:lnTo>
                  <a:lnTo>
                    <a:pt x="437" y="229"/>
                  </a:lnTo>
                  <a:lnTo>
                    <a:pt x="423" y="210"/>
                  </a:lnTo>
                  <a:lnTo>
                    <a:pt x="409" y="193"/>
                  </a:lnTo>
                  <a:lnTo>
                    <a:pt x="392" y="179"/>
                  </a:lnTo>
                  <a:lnTo>
                    <a:pt x="373" y="169"/>
                  </a:lnTo>
                  <a:lnTo>
                    <a:pt x="354" y="160"/>
                  </a:lnTo>
                  <a:lnTo>
                    <a:pt x="335" y="152"/>
                  </a:lnTo>
                  <a:lnTo>
                    <a:pt x="314" y="148"/>
                  </a:lnTo>
                  <a:lnTo>
                    <a:pt x="292" y="148"/>
                  </a:lnTo>
                  <a:lnTo>
                    <a:pt x="271" y="150"/>
                  </a:lnTo>
                  <a:lnTo>
                    <a:pt x="249" y="157"/>
                  </a:lnTo>
                  <a:lnTo>
                    <a:pt x="226" y="167"/>
                  </a:lnTo>
                  <a:lnTo>
                    <a:pt x="204" y="181"/>
                  </a:lnTo>
                  <a:lnTo>
                    <a:pt x="190" y="198"/>
                  </a:lnTo>
                  <a:lnTo>
                    <a:pt x="176" y="212"/>
                  </a:lnTo>
                  <a:lnTo>
                    <a:pt x="164" y="231"/>
                  </a:lnTo>
                  <a:lnTo>
                    <a:pt x="154" y="248"/>
                  </a:lnTo>
                  <a:lnTo>
                    <a:pt x="147" y="267"/>
                  </a:lnTo>
                  <a:lnTo>
                    <a:pt x="142" y="288"/>
                  </a:lnTo>
                  <a:lnTo>
                    <a:pt x="138" y="309"/>
                  </a:lnTo>
                  <a:lnTo>
                    <a:pt x="135" y="331"/>
                  </a:lnTo>
                  <a:lnTo>
                    <a:pt x="128" y="333"/>
                  </a:lnTo>
                  <a:lnTo>
                    <a:pt x="116" y="335"/>
                  </a:lnTo>
                  <a:lnTo>
                    <a:pt x="97" y="338"/>
                  </a:lnTo>
                  <a:lnTo>
                    <a:pt x="76" y="343"/>
                  </a:lnTo>
                  <a:lnTo>
                    <a:pt x="54" y="345"/>
                  </a:lnTo>
                  <a:lnTo>
                    <a:pt x="33" y="347"/>
                  </a:lnTo>
                  <a:lnTo>
                    <a:pt x="16" y="350"/>
                  </a:lnTo>
                  <a:lnTo>
                    <a:pt x="5" y="352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93" name="Freeform 61"/>
            <p:cNvSpPr>
              <a:spLocks/>
            </p:cNvSpPr>
            <p:nvPr/>
          </p:nvSpPr>
          <p:spPr bwMode="auto">
            <a:xfrm>
              <a:off x="1494" y="1538"/>
              <a:ext cx="236" cy="132"/>
            </a:xfrm>
            <a:custGeom>
              <a:avLst/>
              <a:gdLst>
                <a:gd name="T0" fmla="*/ 3 w 300"/>
                <a:gd name="T1" fmla="*/ 147 h 152"/>
                <a:gd name="T2" fmla="*/ 0 w 300"/>
                <a:gd name="T3" fmla="*/ 137 h 152"/>
                <a:gd name="T4" fmla="*/ 5 w 300"/>
                <a:gd name="T5" fmla="*/ 116 h 152"/>
                <a:gd name="T6" fmla="*/ 19 w 300"/>
                <a:gd name="T7" fmla="*/ 85 h 152"/>
                <a:gd name="T8" fmla="*/ 36 w 300"/>
                <a:gd name="T9" fmla="*/ 59 h 152"/>
                <a:gd name="T10" fmla="*/ 53 w 300"/>
                <a:gd name="T11" fmla="*/ 38 h 152"/>
                <a:gd name="T12" fmla="*/ 84 w 300"/>
                <a:gd name="T13" fmla="*/ 16 h 152"/>
                <a:gd name="T14" fmla="*/ 117 w 300"/>
                <a:gd name="T15" fmla="*/ 4 h 152"/>
                <a:gd name="T16" fmla="*/ 153 w 300"/>
                <a:gd name="T17" fmla="*/ 0 h 152"/>
                <a:gd name="T18" fmla="*/ 188 w 300"/>
                <a:gd name="T19" fmla="*/ 4 h 152"/>
                <a:gd name="T20" fmla="*/ 221 w 300"/>
                <a:gd name="T21" fmla="*/ 16 h 152"/>
                <a:gd name="T22" fmla="*/ 250 w 300"/>
                <a:gd name="T23" fmla="*/ 38 h 152"/>
                <a:gd name="T24" fmla="*/ 274 w 300"/>
                <a:gd name="T25" fmla="*/ 66 h 152"/>
                <a:gd name="T26" fmla="*/ 286 w 300"/>
                <a:gd name="T27" fmla="*/ 88 h 152"/>
                <a:gd name="T28" fmla="*/ 290 w 300"/>
                <a:gd name="T29" fmla="*/ 102 h 152"/>
                <a:gd name="T30" fmla="*/ 298 w 300"/>
                <a:gd name="T31" fmla="*/ 121 h 152"/>
                <a:gd name="T32" fmla="*/ 300 w 300"/>
                <a:gd name="T33" fmla="*/ 135 h 152"/>
                <a:gd name="T34" fmla="*/ 286 w 300"/>
                <a:gd name="T35" fmla="*/ 140 h 152"/>
                <a:gd name="T36" fmla="*/ 212 w 300"/>
                <a:gd name="T37" fmla="*/ 140 h 152"/>
                <a:gd name="T38" fmla="*/ 114 w 300"/>
                <a:gd name="T39" fmla="*/ 140 h 152"/>
                <a:gd name="T40" fmla="*/ 38 w 300"/>
                <a:gd name="T41" fmla="*/ 145 h 152"/>
                <a:gd name="T42" fmla="*/ 22 w 300"/>
                <a:gd name="T43" fmla="*/ 149 h 152"/>
                <a:gd name="T44" fmla="*/ 22 w 300"/>
                <a:gd name="T45" fmla="*/ 149 h 152"/>
                <a:gd name="T46" fmla="*/ 22 w 300"/>
                <a:gd name="T47" fmla="*/ 147 h 152"/>
                <a:gd name="T48" fmla="*/ 22 w 300"/>
                <a:gd name="T49" fmla="*/ 147 h 152"/>
                <a:gd name="T50" fmla="*/ 19 w 300"/>
                <a:gd name="T51" fmla="*/ 147 h 152"/>
                <a:gd name="T52" fmla="*/ 19 w 300"/>
                <a:gd name="T53" fmla="*/ 147 h 152"/>
                <a:gd name="T54" fmla="*/ 19 w 300"/>
                <a:gd name="T55" fmla="*/ 149 h 152"/>
                <a:gd name="T56" fmla="*/ 17 w 300"/>
                <a:gd name="T57" fmla="*/ 149 h 152"/>
                <a:gd name="T58" fmla="*/ 17 w 300"/>
                <a:gd name="T59" fmla="*/ 152 h 152"/>
                <a:gd name="T60" fmla="*/ 12 w 300"/>
                <a:gd name="T61" fmla="*/ 152 h 152"/>
                <a:gd name="T62" fmla="*/ 10 w 300"/>
                <a:gd name="T63" fmla="*/ 152 h 152"/>
                <a:gd name="T64" fmla="*/ 7 w 300"/>
                <a:gd name="T65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00" h="152">
                  <a:moveTo>
                    <a:pt x="5" y="152"/>
                  </a:moveTo>
                  <a:lnTo>
                    <a:pt x="3" y="147"/>
                  </a:lnTo>
                  <a:lnTo>
                    <a:pt x="0" y="142"/>
                  </a:lnTo>
                  <a:lnTo>
                    <a:pt x="0" y="137"/>
                  </a:lnTo>
                  <a:lnTo>
                    <a:pt x="0" y="130"/>
                  </a:lnTo>
                  <a:lnTo>
                    <a:pt x="5" y="116"/>
                  </a:lnTo>
                  <a:lnTo>
                    <a:pt x="12" y="102"/>
                  </a:lnTo>
                  <a:lnTo>
                    <a:pt x="19" y="85"/>
                  </a:lnTo>
                  <a:lnTo>
                    <a:pt x="29" y="71"/>
                  </a:lnTo>
                  <a:lnTo>
                    <a:pt x="36" y="59"/>
                  </a:lnTo>
                  <a:lnTo>
                    <a:pt x="38" y="52"/>
                  </a:lnTo>
                  <a:lnTo>
                    <a:pt x="53" y="38"/>
                  </a:lnTo>
                  <a:lnTo>
                    <a:pt x="67" y="26"/>
                  </a:lnTo>
                  <a:lnTo>
                    <a:pt x="84" y="16"/>
                  </a:lnTo>
                  <a:lnTo>
                    <a:pt x="100" y="9"/>
                  </a:lnTo>
                  <a:lnTo>
                    <a:pt x="117" y="4"/>
                  </a:lnTo>
                  <a:lnTo>
                    <a:pt x="133" y="0"/>
                  </a:lnTo>
                  <a:lnTo>
                    <a:pt x="153" y="0"/>
                  </a:lnTo>
                  <a:lnTo>
                    <a:pt x="172" y="0"/>
                  </a:lnTo>
                  <a:lnTo>
                    <a:pt x="188" y="4"/>
                  </a:lnTo>
                  <a:lnTo>
                    <a:pt x="205" y="9"/>
                  </a:lnTo>
                  <a:lnTo>
                    <a:pt x="221" y="16"/>
                  </a:lnTo>
                  <a:lnTo>
                    <a:pt x="236" y="26"/>
                  </a:lnTo>
                  <a:lnTo>
                    <a:pt x="250" y="38"/>
                  </a:lnTo>
                  <a:lnTo>
                    <a:pt x="264" y="50"/>
                  </a:lnTo>
                  <a:lnTo>
                    <a:pt x="274" y="66"/>
                  </a:lnTo>
                  <a:lnTo>
                    <a:pt x="283" y="85"/>
                  </a:lnTo>
                  <a:lnTo>
                    <a:pt x="286" y="88"/>
                  </a:lnTo>
                  <a:lnTo>
                    <a:pt x="288" y="92"/>
                  </a:lnTo>
                  <a:lnTo>
                    <a:pt x="290" y="102"/>
                  </a:lnTo>
                  <a:lnTo>
                    <a:pt x="295" y="111"/>
                  </a:lnTo>
                  <a:lnTo>
                    <a:pt x="298" y="121"/>
                  </a:lnTo>
                  <a:lnTo>
                    <a:pt x="300" y="128"/>
                  </a:lnTo>
                  <a:lnTo>
                    <a:pt x="300" y="135"/>
                  </a:lnTo>
                  <a:lnTo>
                    <a:pt x="298" y="140"/>
                  </a:lnTo>
                  <a:lnTo>
                    <a:pt x="286" y="140"/>
                  </a:lnTo>
                  <a:lnTo>
                    <a:pt x="255" y="140"/>
                  </a:lnTo>
                  <a:lnTo>
                    <a:pt x="212" y="140"/>
                  </a:lnTo>
                  <a:lnTo>
                    <a:pt x="164" y="140"/>
                  </a:lnTo>
                  <a:lnTo>
                    <a:pt x="114" y="140"/>
                  </a:lnTo>
                  <a:lnTo>
                    <a:pt x="72" y="142"/>
                  </a:lnTo>
                  <a:lnTo>
                    <a:pt x="38" y="145"/>
                  </a:lnTo>
                  <a:lnTo>
                    <a:pt x="22" y="149"/>
                  </a:lnTo>
                  <a:lnTo>
                    <a:pt x="22" y="149"/>
                  </a:lnTo>
                  <a:lnTo>
                    <a:pt x="22" y="149"/>
                  </a:lnTo>
                  <a:lnTo>
                    <a:pt x="22" y="149"/>
                  </a:lnTo>
                  <a:lnTo>
                    <a:pt x="22" y="147"/>
                  </a:lnTo>
                  <a:lnTo>
                    <a:pt x="22" y="147"/>
                  </a:lnTo>
                  <a:lnTo>
                    <a:pt x="22" y="147"/>
                  </a:lnTo>
                  <a:lnTo>
                    <a:pt x="22" y="147"/>
                  </a:lnTo>
                  <a:lnTo>
                    <a:pt x="22" y="147"/>
                  </a:lnTo>
                  <a:lnTo>
                    <a:pt x="19" y="147"/>
                  </a:lnTo>
                  <a:lnTo>
                    <a:pt x="19" y="147"/>
                  </a:lnTo>
                  <a:lnTo>
                    <a:pt x="19" y="147"/>
                  </a:lnTo>
                  <a:lnTo>
                    <a:pt x="19" y="149"/>
                  </a:lnTo>
                  <a:lnTo>
                    <a:pt x="19" y="149"/>
                  </a:lnTo>
                  <a:lnTo>
                    <a:pt x="19" y="149"/>
                  </a:lnTo>
                  <a:lnTo>
                    <a:pt x="17" y="149"/>
                  </a:lnTo>
                  <a:lnTo>
                    <a:pt x="17" y="152"/>
                  </a:lnTo>
                  <a:lnTo>
                    <a:pt x="17" y="152"/>
                  </a:lnTo>
                  <a:lnTo>
                    <a:pt x="15" y="152"/>
                  </a:lnTo>
                  <a:lnTo>
                    <a:pt x="12" y="152"/>
                  </a:lnTo>
                  <a:lnTo>
                    <a:pt x="12" y="152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7" y="152"/>
                  </a:lnTo>
                  <a:lnTo>
                    <a:pt x="5" y="152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94" name="Rectangle 62"/>
            <p:cNvSpPr>
              <a:spLocks noChangeArrowheads="1"/>
            </p:cNvSpPr>
            <p:nvPr/>
          </p:nvSpPr>
          <p:spPr bwMode="auto">
            <a:xfrm>
              <a:off x="1593" y="1425"/>
              <a:ext cx="10" cy="6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95" name="Rectangle 63"/>
            <p:cNvSpPr>
              <a:spLocks noChangeArrowheads="1"/>
            </p:cNvSpPr>
            <p:nvPr/>
          </p:nvSpPr>
          <p:spPr bwMode="auto">
            <a:xfrm>
              <a:off x="1571" y="1449"/>
              <a:ext cx="55" cy="11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296" name="Freeform 64"/>
            <p:cNvSpPr>
              <a:spLocks noEditPoints="1"/>
            </p:cNvSpPr>
            <p:nvPr/>
          </p:nvSpPr>
          <p:spPr bwMode="auto">
            <a:xfrm>
              <a:off x="1558" y="1410"/>
              <a:ext cx="80" cy="89"/>
            </a:xfrm>
            <a:custGeom>
              <a:avLst/>
              <a:gdLst>
                <a:gd name="T0" fmla="*/ 62 w 102"/>
                <a:gd name="T1" fmla="*/ 0 h 102"/>
                <a:gd name="T2" fmla="*/ 81 w 102"/>
                <a:gd name="T3" fmla="*/ 7 h 102"/>
                <a:gd name="T4" fmla="*/ 93 w 102"/>
                <a:gd name="T5" fmla="*/ 22 h 102"/>
                <a:gd name="T6" fmla="*/ 102 w 102"/>
                <a:gd name="T7" fmla="*/ 41 h 102"/>
                <a:gd name="T8" fmla="*/ 102 w 102"/>
                <a:gd name="T9" fmla="*/ 60 h 102"/>
                <a:gd name="T10" fmla="*/ 93 w 102"/>
                <a:gd name="T11" fmla="*/ 79 h 102"/>
                <a:gd name="T12" fmla="*/ 81 w 102"/>
                <a:gd name="T13" fmla="*/ 93 h 102"/>
                <a:gd name="T14" fmla="*/ 62 w 102"/>
                <a:gd name="T15" fmla="*/ 100 h 102"/>
                <a:gd name="T16" fmla="*/ 41 w 102"/>
                <a:gd name="T17" fmla="*/ 100 h 102"/>
                <a:gd name="T18" fmla="*/ 24 w 102"/>
                <a:gd name="T19" fmla="*/ 93 h 102"/>
                <a:gd name="T20" fmla="*/ 10 w 102"/>
                <a:gd name="T21" fmla="*/ 79 h 102"/>
                <a:gd name="T22" fmla="*/ 3 w 102"/>
                <a:gd name="T23" fmla="*/ 60 h 102"/>
                <a:gd name="T24" fmla="*/ 3 w 102"/>
                <a:gd name="T25" fmla="*/ 41 h 102"/>
                <a:gd name="T26" fmla="*/ 10 w 102"/>
                <a:gd name="T27" fmla="*/ 22 h 102"/>
                <a:gd name="T28" fmla="*/ 24 w 102"/>
                <a:gd name="T29" fmla="*/ 7 h 102"/>
                <a:gd name="T30" fmla="*/ 41 w 102"/>
                <a:gd name="T31" fmla="*/ 0 h 102"/>
                <a:gd name="T32" fmla="*/ 52 w 102"/>
                <a:gd name="T33" fmla="*/ 10 h 102"/>
                <a:gd name="T34" fmla="*/ 67 w 102"/>
                <a:gd name="T35" fmla="*/ 12 h 102"/>
                <a:gd name="T36" fmla="*/ 81 w 102"/>
                <a:gd name="T37" fmla="*/ 22 h 102"/>
                <a:gd name="T38" fmla="*/ 88 w 102"/>
                <a:gd name="T39" fmla="*/ 36 h 102"/>
                <a:gd name="T40" fmla="*/ 93 w 102"/>
                <a:gd name="T41" fmla="*/ 50 h 102"/>
                <a:gd name="T42" fmla="*/ 88 w 102"/>
                <a:gd name="T43" fmla="*/ 67 h 102"/>
                <a:gd name="T44" fmla="*/ 81 w 102"/>
                <a:gd name="T45" fmla="*/ 79 h 102"/>
                <a:gd name="T46" fmla="*/ 67 w 102"/>
                <a:gd name="T47" fmla="*/ 88 h 102"/>
                <a:gd name="T48" fmla="*/ 52 w 102"/>
                <a:gd name="T49" fmla="*/ 91 h 102"/>
                <a:gd name="T50" fmla="*/ 36 w 102"/>
                <a:gd name="T51" fmla="*/ 88 h 102"/>
                <a:gd name="T52" fmla="*/ 24 w 102"/>
                <a:gd name="T53" fmla="*/ 79 h 102"/>
                <a:gd name="T54" fmla="*/ 14 w 102"/>
                <a:gd name="T55" fmla="*/ 67 h 102"/>
                <a:gd name="T56" fmla="*/ 12 w 102"/>
                <a:gd name="T57" fmla="*/ 50 h 102"/>
                <a:gd name="T58" fmla="*/ 14 w 102"/>
                <a:gd name="T59" fmla="*/ 36 h 102"/>
                <a:gd name="T60" fmla="*/ 24 w 102"/>
                <a:gd name="T61" fmla="*/ 22 h 102"/>
                <a:gd name="T62" fmla="*/ 36 w 102"/>
                <a:gd name="T63" fmla="*/ 12 h 102"/>
                <a:gd name="T64" fmla="*/ 52 w 102"/>
                <a:gd name="T65" fmla="*/ 1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2" h="102">
                  <a:moveTo>
                    <a:pt x="52" y="0"/>
                  </a:moveTo>
                  <a:lnTo>
                    <a:pt x="62" y="0"/>
                  </a:lnTo>
                  <a:lnTo>
                    <a:pt x="72" y="3"/>
                  </a:lnTo>
                  <a:lnTo>
                    <a:pt x="81" y="7"/>
                  </a:lnTo>
                  <a:lnTo>
                    <a:pt x="88" y="15"/>
                  </a:lnTo>
                  <a:lnTo>
                    <a:pt x="93" y="22"/>
                  </a:lnTo>
                  <a:lnTo>
                    <a:pt x="98" y="31"/>
                  </a:lnTo>
                  <a:lnTo>
                    <a:pt x="102" y="41"/>
                  </a:lnTo>
                  <a:lnTo>
                    <a:pt x="102" y="50"/>
                  </a:lnTo>
                  <a:lnTo>
                    <a:pt x="102" y="60"/>
                  </a:lnTo>
                  <a:lnTo>
                    <a:pt x="98" y="69"/>
                  </a:lnTo>
                  <a:lnTo>
                    <a:pt x="93" y="79"/>
                  </a:lnTo>
                  <a:lnTo>
                    <a:pt x="88" y="86"/>
                  </a:lnTo>
                  <a:lnTo>
                    <a:pt x="81" y="93"/>
                  </a:lnTo>
                  <a:lnTo>
                    <a:pt x="72" y="98"/>
                  </a:lnTo>
                  <a:lnTo>
                    <a:pt x="62" y="100"/>
                  </a:lnTo>
                  <a:lnTo>
                    <a:pt x="52" y="102"/>
                  </a:lnTo>
                  <a:lnTo>
                    <a:pt x="41" y="100"/>
                  </a:lnTo>
                  <a:lnTo>
                    <a:pt x="31" y="98"/>
                  </a:lnTo>
                  <a:lnTo>
                    <a:pt x="24" y="93"/>
                  </a:lnTo>
                  <a:lnTo>
                    <a:pt x="14" y="86"/>
                  </a:lnTo>
                  <a:lnTo>
                    <a:pt x="10" y="79"/>
                  </a:lnTo>
                  <a:lnTo>
                    <a:pt x="5" y="69"/>
                  </a:lnTo>
                  <a:lnTo>
                    <a:pt x="3" y="60"/>
                  </a:lnTo>
                  <a:lnTo>
                    <a:pt x="0" y="50"/>
                  </a:lnTo>
                  <a:lnTo>
                    <a:pt x="3" y="41"/>
                  </a:lnTo>
                  <a:lnTo>
                    <a:pt x="5" y="31"/>
                  </a:lnTo>
                  <a:lnTo>
                    <a:pt x="10" y="22"/>
                  </a:lnTo>
                  <a:lnTo>
                    <a:pt x="14" y="15"/>
                  </a:lnTo>
                  <a:lnTo>
                    <a:pt x="24" y="7"/>
                  </a:lnTo>
                  <a:lnTo>
                    <a:pt x="31" y="3"/>
                  </a:lnTo>
                  <a:lnTo>
                    <a:pt x="41" y="0"/>
                  </a:lnTo>
                  <a:lnTo>
                    <a:pt x="52" y="0"/>
                  </a:lnTo>
                  <a:close/>
                  <a:moveTo>
                    <a:pt x="52" y="10"/>
                  </a:moveTo>
                  <a:lnTo>
                    <a:pt x="60" y="10"/>
                  </a:lnTo>
                  <a:lnTo>
                    <a:pt x="67" y="12"/>
                  </a:lnTo>
                  <a:lnTo>
                    <a:pt x="74" y="17"/>
                  </a:lnTo>
                  <a:lnTo>
                    <a:pt x="81" y="22"/>
                  </a:lnTo>
                  <a:lnTo>
                    <a:pt x="86" y="29"/>
                  </a:lnTo>
                  <a:lnTo>
                    <a:pt x="88" y="36"/>
                  </a:lnTo>
                  <a:lnTo>
                    <a:pt x="91" y="43"/>
                  </a:lnTo>
                  <a:lnTo>
                    <a:pt x="93" y="50"/>
                  </a:lnTo>
                  <a:lnTo>
                    <a:pt x="91" y="60"/>
                  </a:lnTo>
                  <a:lnTo>
                    <a:pt x="88" y="67"/>
                  </a:lnTo>
                  <a:lnTo>
                    <a:pt x="86" y="74"/>
                  </a:lnTo>
                  <a:lnTo>
                    <a:pt x="81" y="79"/>
                  </a:lnTo>
                  <a:lnTo>
                    <a:pt x="74" y="83"/>
                  </a:lnTo>
                  <a:lnTo>
                    <a:pt x="67" y="88"/>
                  </a:lnTo>
                  <a:lnTo>
                    <a:pt x="60" y="91"/>
                  </a:lnTo>
                  <a:lnTo>
                    <a:pt x="52" y="91"/>
                  </a:lnTo>
                  <a:lnTo>
                    <a:pt x="43" y="91"/>
                  </a:lnTo>
                  <a:lnTo>
                    <a:pt x="36" y="88"/>
                  </a:lnTo>
                  <a:lnTo>
                    <a:pt x="29" y="83"/>
                  </a:lnTo>
                  <a:lnTo>
                    <a:pt x="24" y="79"/>
                  </a:lnTo>
                  <a:lnTo>
                    <a:pt x="19" y="74"/>
                  </a:lnTo>
                  <a:lnTo>
                    <a:pt x="14" y="67"/>
                  </a:lnTo>
                  <a:lnTo>
                    <a:pt x="12" y="60"/>
                  </a:lnTo>
                  <a:lnTo>
                    <a:pt x="12" y="50"/>
                  </a:lnTo>
                  <a:lnTo>
                    <a:pt x="12" y="43"/>
                  </a:lnTo>
                  <a:lnTo>
                    <a:pt x="14" y="36"/>
                  </a:lnTo>
                  <a:lnTo>
                    <a:pt x="19" y="29"/>
                  </a:lnTo>
                  <a:lnTo>
                    <a:pt x="24" y="22"/>
                  </a:lnTo>
                  <a:lnTo>
                    <a:pt x="29" y="17"/>
                  </a:lnTo>
                  <a:lnTo>
                    <a:pt x="36" y="12"/>
                  </a:lnTo>
                  <a:lnTo>
                    <a:pt x="43" y="10"/>
                  </a:lnTo>
                  <a:lnTo>
                    <a:pt x="52" y="1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51297" name="Text Box 65"/>
          <p:cNvSpPr txBox="1">
            <a:spLocks noChangeArrowheads="1"/>
          </p:cNvSpPr>
          <p:nvPr/>
        </p:nvSpPr>
        <p:spPr bwMode="auto">
          <a:xfrm>
            <a:off x="247650" y="1219200"/>
            <a:ext cx="8667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66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3600" b="1" i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Como prevenir uma explosão ?</a:t>
            </a:r>
          </a:p>
        </p:txBody>
      </p:sp>
      <p:graphicFrame>
        <p:nvGraphicFramePr>
          <p:cNvPr id="351298" name="Object 66"/>
          <p:cNvGraphicFramePr>
            <a:graphicFrameLocks noChangeAspect="1"/>
          </p:cNvGraphicFramePr>
          <p:nvPr/>
        </p:nvGraphicFramePr>
        <p:xfrm>
          <a:off x="4800600" y="2481263"/>
          <a:ext cx="3814763" cy="312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ClipArt" r:id="rId5" imgW="8561905" imgH="7152381" progId="MS_ClipArt_Gallery.2">
                  <p:embed/>
                </p:oleObj>
              </mc:Choice>
              <mc:Fallback>
                <p:oleObj name="ClipArt" r:id="rId5" imgW="8561905" imgH="7152381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481263"/>
                        <a:ext cx="3814763" cy="3125787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7" name="Imagem 66" descr="LOGO 1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5612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1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1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1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1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1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1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val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9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MEDIDAS DE CONTROLE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Procedimento operacional seguro.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Sistema de proteção coletiva : aeração/ ventilação forçada/eliminação de obstáculo de acesso/mobilização/ controle de pó/inibição de atmosferas potencialmente agressivas/inibição de fontes de ignição/separador de metais/serviço a quente.</a:t>
            </a:r>
          </a:p>
          <a:p>
            <a:pPr>
              <a:lnSpc>
                <a:spcPct val="110000"/>
              </a:lnSpc>
            </a:pPr>
            <a:endParaRPr lang="pt-BR" sz="2400" b="1">
              <a:solidFill>
                <a:srgbClr val="000000"/>
              </a:solidFill>
            </a:endParaRP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9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1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MEDIDAS DE CONTROLE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Equipamento de proteção individual.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Equipamento de resgate, remoção e pronto socorrismo.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Treinamento específico especializado (operadores/supervisores/socorristas).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Programa implementação Housekeeping.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Inspeções e Observações ( Formal e Informal)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93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5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SINALIZAÇÃO DE SEGURANÇA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Sinalização identificadora das áreas restritas e confinadas.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Sinalização  de alerta inibidora de acesso não autorizado.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Sinalização interna de obstáculos/máquinas em movimento.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Sinalização geral.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45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9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SINALIZAÇÃO DE SEGURANÇA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Sinalização de socorro e emergência.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Cartazes educativos/orientação técnica.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Sistema de alívio de pressão.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Separação de área restrita.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56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3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AÇÕES TÉCNOLÓGICAS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PROJETOS DAS INSTALAÇÕES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CONTROLE DA EMANAÇÃO DE PÓ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DISPOSITIVOS CRÍTICOS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CONTROLE DE FONTE DE IGNIÇÃO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532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84582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PROJETOS DAS INSTALAÇÕES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Não projetar espaços confinados.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Muros e pisos lisos e com ângulos arredondados.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Reduzir superfícies horizontais.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Pintar com cores claras para destacar o pó.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Lay-out adequado para limpeza em todos espaços.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Espaço suficiente para trânsito e limpeza entre máquinas.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5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9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609600"/>
            <a:ext cx="86868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CONTROLE DE EMANAÇÃO DE PÓ</a:t>
            </a:r>
          </a:p>
        </p:txBody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981200"/>
            <a:ext cx="8077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Sistema de aspiração de pó, instalados no exterior dos edifícios.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Ventilação/campânula /ciclone.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Redução de geração de pós: velocidade de transporte/ quantidade de movimentos/ altura de queda/ quantidade de tombos/ mudança de direção/ perda nas moegas, uniões, elevadores, 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Fechamento de equipamentos/ pressurização ambiental 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9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3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609600"/>
            <a:ext cx="86106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CONTROLE DE EMANAÇÃO DE PÓ</a:t>
            </a:r>
          </a:p>
        </p:txBody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Supressores de pó ( espargimento).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Sistema de alívio de explosões ( painéis).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Reduzir ao mínimo a velocidade de transporte.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Fechamento hermético de correias transportadoras, moegas, elevadores, tombadores.</a:t>
            </a:r>
          </a:p>
          <a:p>
            <a:pPr>
              <a:lnSpc>
                <a:spcPct val="110000"/>
              </a:lnSpc>
            </a:pPr>
            <a:endParaRPr lang="pt-BR" sz="2400" b="1">
              <a:solidFill>
                <a:srgbClr val="000000"/>
              </a:solidFill>
            </a:endParaRP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4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7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DISPOSITIVOS CRÍTICOS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981200"/>
            <a:ext cx="91440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Enclausuramento elétrico ( cabos/ interruptores/ iluminação/ motores/ ferramentas/ ap. elétricos)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Monitor de velocidade em elevadores e correias.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Sensores de movimento em redler e elevadores.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Sensores de temperatura.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Sensores de alinhamento/tempo de rolamento.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Detectores de embuchamento/ fumaça e gases.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Amperímetros com alarme de sobre carga. 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6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1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609600"/>
            <a:ext cx="91440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36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CONTROLE DE FONTE DE IGNIÇÃO</a:t>
            </a: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Proibição de fumar.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Manutenção preventiva dos rolamentos/ máquinas/ correias/ etc.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Instalação elétrica à prova de rxplosão.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Correias transportadoras resistente a fogo e antiestática.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Inibição de combustão espontânea.</a:t>
            </a:r>
          </a:p>
          <a:p>
            <a:pPr>
              <a:lnSpc>
                <a:spcPct val="110000"/>
              </a:lnSpc>
            </a:pPr>
            <a:r>
              <a:rPr lang="pt-BR" sz="2400" b="1">
                <a:solidFill>
                  <a:srgbClr val="000000"/>
                </a:solidFill>
              </a:rPr>
              <a:t>Pressurização de painéis/ cabine de força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0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5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143000"/>
            <a:ext cx="7772400" cy="5334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PRINCIPAIS  CAUSAS - EXPLOSÃO  DE  PÓ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54075" y="1828800"/>
            <a:ext cx="7475538" cy="4724400"/>
          </a:xfrm>
          <a:noFill/>
          <a:ln/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marL="476250" indent="-476250">
              <a:lnSpc>
                <a:spcPct val="140000"/>
              </a:lnSpc>
              <a:buFont typeface="Wingdings" panose="05000000000000000000" pitchFamily="2" charset="2"/>
              <a:buChar char="µ"/>
            </a:pPr>
            <a:r>
              <a:rPr lang="pt-BR" sz="2800" b="1">
                <a:solidFill>
                  <a:srgbClr val="000000"/>
                </a:solidFill>
              </a:rPr>
              <a:t>Acúmulo de pó sobre superfícies e equipamentos - </a:t>
            </a:r>
            <a:r>
              <a:rPr lang="pt-BR" sz="2800" b="1">
                <a:solidFill>
                  <a:srgbClr val="000000"/>
                </a:solidFill>
                <a:cs typeface="Times New Roman" panose="02020603050405020304" pitchFamily="18" charset="0"/>
              </a:rPr>
              <a:t>carbonização do pó</a:t>
            </a:r>
            <a:r>
              <a:rPr lang="pt-BR" sz="2800" b="1">
                <a:solidFill>
                  <a:srgbClr val="000000"/>
                </a:solidFill>
              </a:rPr>
              <a:t> </a:t>
            </a:r>
          </a:p>
          <a:p>
            <a:pPr marL="476250" indent="-476250">
              <a:lnSpc>
                <a:spcPct val="140000"/>
              </a:lnSpc>
              <a:buFont typeface="Wingdings" panose="05000000000000000000" pitchFamily="2" charset="2"/>
              <a:buChar char="µ"/>
            </a:pPr>
            <a:r>
              <a:rPr lang="pt-BR" sz="2800" b="1">
                <a:solidFill>
                  <a:srgbClr val="000000"/>
                </a:solidFill>
              </a:rPr>
              <a:t>Metais e pedras no fluxo de material</a:t>
            </a:r>
          </a:p>
          <a:p>
            <a:pPr marL="476250" indent="-476250">
              <a:lnSpc>
                <a:spcPct val="140000"/>
              </a:lnSpc>
              <a:buFont typeface="Wingdings" panose="05000000000000000000" pitchFamily="2" charset="2"/>
              <a:buChar char="µ"/>
            </a:pPr>
            <a:r>
              <a:rPr lang="pt-BR" sz="2800" b="1">
                <a:solidFill>
                  <a:srgbClr val="000000"/>
                </a:solidFill>
              </a:rPr>
              <a:t>Prática do fumo em ambiente com pó</a:t>
            </a:r>
          </a:p>
          <a:p>
            <a:pPr marL="476250" indent="-476250">
              <a:lnSpc>
                <a:spcPct val="140000"/>
              </a:lnSpc>
              <a:buFont typeface="Wingdings" panose="05000000000000000000" pitchFamily="2" charset="2"/>
              <a:buChar char="µ"/>
            </a:pPr>
            <a:r>
              <a:rPr lang="pt-BR" sz="2800" b="1">
                <a:solidFill>
                  <a:srgbClr val="000000"/>
                </a:solidFill>
              </a:rPr>
              <a:t>Atrito entre partes móveis dos transportadores</a:t>
            </a:r>
          </a:p>
          <a:p>
            <a:pPr marL="476250" indent="-476250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pt-BR" sz="2800" b="1">
                <a:solidFill>
                  <a:srgbClr val="000000"/>
                </a:solidFill>
              </a:rPr>
              <a:t>	</a:t>
            </a:r>
            <a:r>
              <a:rPr lang="pt-BR" sz="2800" b="1">
                <a:solidFill>
                  <a:srgbClr val="FF0000"/>
                </a:solidFill>
              </a:rPr>
              <a:t>continua...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27623"/>
      </p:ext>
    </p:extLst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4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4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4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4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4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4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4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4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4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4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4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4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0" grpId="0" animBg="1" autoUpdateAnimBg="0"/>
      <p:bldP spid="334851" grpId="0" build="p" autoUpdateAnimBg="0" advAuto="200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838200"/>
            <a:ext cx="7772400" cy="5334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sz="32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PRINCIPAIS  CAUSAS - EXPLOSÃO  DE  PÓ</a:t>
            </a:r>
          </a:p>
        </p:txBody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5025" y="1295400"/>
            <a:ext cx="7473950" cy="5029200"/>
          </a:xfrm>
          <a:noFill/>
          <a:ln/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marL="476250" indent="-476250">
              <a:lnSpc>
                <a:spcPct val="140000"/>
              </a:lnSpc>
              <a:buFont typeface="Wingdings" panose="05000000000000000000" pitchFamily="2" charset="2"/>
              <a:buChar char="µ"/>
            </a:pPr>
            <a:r>
              <a:rPr lang="pt-BR" sz="2400" b="1">
                <a:solidFill>
                  <a:srgbClr val="000000"/>
                </a:solidFill>
              </a:rPr>
              <a:t>Prática de solda e corte a quente em ambiente com pó</a:t>
            </a:r>
          </a:p>
          <a:p>
            <a:pPr marL="476250" indent="-476250">
              <a:lnSpc>
                <a:spcPct val="140000"/>
              </a:lnSpc>
              <a:buFont typeface="Wingdings" panose="05000000000000000000" pitchFamily="2" charset="2"/>
              <a:buChar char="µ"/>
            </a:pPr>
            <a:r>
              <a:rPr lang="pt-BR" sz="2400" b="1">
                <a:solidFill>
                  <a:srgbClr val="000000"/>
                </a:solidFill>
              </a:rPr>
              <a:t>Instalações elétricas inadequadas ao ambiente (AE)</a:t>
            </a:r>
          </a:p>
          <a:p>
            <a:pPr marL="476250" indent="-476250">
              <a:lnSpc>
                <a:spcPct val="140000"/>
              </a:lnSpc>
              <a:buFont typeface="Wingdings" panose="05000000000000000000" pitchFamily="2" charset="2"/>
              <a:buChar char="µ"/>
            </a:pPr>
            <a:r>
              <a:rPr lang="pt-BR" sz="2400" b="1">
                <a:solidFill>
                  <a:srgbClr val="000000"/>
                </a:solidFill>
              </a:rPr>
              <a:t>Falta/falha de manutenção nas instalações elétricas (curto-circuito)</a:t>
            </a:r>
          </a:p>
          <a:p>
            <a:pPr marL="476250" indent="-476250">
              <a:lnSpc>
                <a:spcPct val="140000"/>
              </a:lnSpc>
              <a:buFont typeface="Wingdings" panose="05000000000000000000" pitchFamily="2" charset="2"/>
              <a:buChar char="µ"/>
            </a:pPr>
            <a:r>
              <a:rPr lang="pt-BR" sz="2400" b="1">
                <a:solidFill>
                  <a:srgbClr val="000000"/>
                </a:solidFill>
              </a:rPr>
              <a:t>Eletricidade estática (falta de aterramento)</a:t>
            </a:r>
          </a:p>
          <a:p>
            <a:pPr marL="476250" indent="-476250">
              <a:lnSpc>
                <a:spcPct val="140000"/>
              </a:lnSpc>
              <a:buFont typeface="Wingdings" panose="05000000000000000000" pitchFamily="2" charset="2"/>
              <a:buChar char="µ"/>
            </a:pPr>
            <a:r>
              <a:rPr lang="pt-BR" sz="2400" b="1">
                <a:solidFill>
                  <a:srgbClr val="000000"/>
                </a:solidFill>
              </a:rPr>
              <a:t>Aquecimento espontâneo material armazenado.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63833"/>
      </p:ext>
    </p:extLst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6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6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6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6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6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6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6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6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6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6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6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6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8" grpId="0" animBg="1" autoUpdateAnimBg="0"/>
      <p:bldP spid="336899" grpId="0" build="p" autoUpdateAnimBg="0" advAuto="200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ChangeArrowheads="1"/>
          </p:cNvSpPr>
          <p:nvPr/>
        </p:nvSpPr>
        <p:spPr bwMode="auto">
          <a:xfrm>
            <a:off x="434975" y="1524000"/>
            <a:ext cx="8437563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913" tIns="61913" rIns="61913" bIns="61913">
            <a:spAutoFit/>
          </a:bodyPr>
          <a:lstStyle>
            <a:lvl1pPr marL="377825" indent="-377825" algn="l" defTabSz="785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68325" algn="l" defTabSz="785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5813" algn="l" defTabSz="785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9513" algn="l" defTabSz="785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73213" algn="l" defTabSz="785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30413" defTabSz="785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87613" defTabSz="785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944813" defTabSz="785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02013" defTabSz="785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95000"/>
              </a:lnSpc>
              <a:spcAft>
                <a:spcPct val="30000"/>
              </a:spcAft>
              <a:buFontTx/>
              <a:buChar char="•"/>
            </a:pPr>
            <a:r>
              <a:rPr lang="pt-BR" sz="2400" b="1">
                <a:solidFill>
                  <a:srgbClr val="00279F"/>
                </a:solidFill>
              </a:rPr>
              <a:t>Projetos adequados - </a:t>
            </a:r>
            <a:r>
              <a:rPr lang="pt-BR" sz="2400" b="1"/>
              <a:t>edificações, pára-raios, inst. elétricas </a:t>
            </a:r>
          </a:p>
          <a:p>
            <a:pPr algn="just">
              <a:lnSpc>
                <a:spcPct val="95000"/>
              </a:lnSpc>
              <a:spcAft>
                <a:spcPct val="30000"/>
              </a:spcAft>
              <a:buFontTx/>
              <a:buChar char="•"/>
            </a:pPr>
            <a:r>
              <a:rPr lang="pt-BR" sz="2400" b="1">
                <a:solidFill>
                  <a:srgbClr val="00279F"/>
                </a:solidFill>
              </a:rPr>
              <a:t>Instalação de sistemas captores / exaustores </a:t>
            </a:r>
            <a:r>
              <a:rPr lang="pt-BR" sz="2400" b="1"/>
              <a:t>-  túneis, galerias, pontos de carga e descarga, elevadores e tubulações  </a:t>
            </a:r>
          </a:p>
          <a:p>
            <a:pPr algn="just">
              <a:lnSpc>
                <a:spcPct val="95000"/>
              </a:lnSpc>
              <a:spcAft>
                <a:spcPct val="30000"/>
              </a:spcAft>
              <a:buFontTx/>
              <a:buChar char="•"/>
            </a:pPr>
            <a:r>
              <a:rPr lang="pt-BR" sz="2400" b="1">
                <a:solidFill>
                  <a:srgbClr val="00279F"/>
                </a:solidFill>
              </a:rPr>
              <a:t>Manutenção preventiva </a:t>
            </a:r>
            <a:r>
              <a:rPr lang="pt-BR" sz="2400" b="1"/>
              <a:t>- transportadores, instalações elétricas</a:t>
            </a:r>
          </a:p>
          <a:p>
            <a:pPr algn="just">
              <a:lnSpc>
                <a:spcPct val="95000"/>
              </a:lnSpc>
              <a:spcAft>
                <a:spcPct val="30000"/>
              </a:spcAft>
              <a:buFontTx/>
              <a:buChar char="•"/>
            </a:pPr>
            <a:r>
              <a:rPr lang="pt-BR" sz="2400" b="1">
                <a:solidFill>
                  <a:srgbClr val="00279F"/>
                </a:solidFill>
              </a:rPr>
              <a:t>Instalação de detectores de metais </a:t>
            </a:r>
            <a:r>
              <a:rPr lang="pt-BR" sz="2400" b="1"/>
              <a:t>- elevador caneca, moinhos</a:t>
            </a:r>
          </a:p>
          <a:p>
            <a:pPr algn="just">
              <a:lnSpc>
                <a:spcPct val="95000"/>
              </a:lnSpc>
              <a:spcAft>
                <a:spcPct val="30000"/>
              </a:spcAft>
              <a:buFontTx/>
              <a:buChar char="•"/>
            </a:pPr>
            <a:r>
              <a:rPr lang="pt-BR" sz="2400" b="1">
                <a:solidFill>
                  <a:srgbClr val="0033CC"/>
                </a:solidFill>
              </a:rPr>
              <a:t>Elaboração de normas de segurança </a:t>
            </a:r>
            <a:r>
              <a:rPr lang="pt-BR" sz="2400" b="1"/>
              <a:t>- acesso, operação, manutenção, tipos de instalações elétricas</a:t>
            </a:r>
          </a:p>
        </p:txBody>
      </p:sp>
      <p:sp>
        <p:nvSpPr>
          <p:cNvPr id="353283" name="Rectangle 3"/>
          <p:cNvSpPr>
            <a:spLocks noChangeArrowheads="1"/>
          </p:cNvSpPr>
          <p:nvPr/>
        </p:nvSpPr>
        <p:spPr bwMode="auto">
          <a:xfrm>
            <a:off x="454025" y="733425"/>
            <a:ext cx="77993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algn="l" defTabSz="8842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04900" indent="-274638" algn="l" defTabSz="8842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511300" indent="-222250" algn="l" defTabSz="8842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916113" indent="-219075" algn="l" defTabSz="8842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20925" indent="-219075" algn="l" defTabSz="8842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78125" indent="-219075" defTabSz="8842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35325" indent="-219075" defTabSz="8842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92525" indent="-219075" defTabSz="8842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49725" indent="-219075" defTabSz="8842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sz="24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MEDIDAS  PREVENTIVAS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500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3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3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3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3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3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3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3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3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3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3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2" grpId="0" build="p" autoUpdateAnimBg="0" advAuto="1000"/>
      <p:bldP spid="353283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ChangeArrowheads="1"/>
          </p:cNvSpPr>
          <p:nvPr/>
        </p:nvSpPr>
        <p:spPr bwMode="auto">
          <a:xfrm>
            <a:off x="434975" y="1223963"/>
            <a:ext cx="8437563" cy="500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913" tIns="61913" rIns="61913" bIns="61913">
            <a:spAutoFit/>
          </a:bodyPr>
          <a:lstStyle>
            <a:lvl1pPr marL="377825" indent="-377825" algn="l" defTabSz="785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68325" algn="l" defTabSz="785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5813" algn="l" defTabSz="785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9513" algn="l" defTabSz="785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73213" algn="l" defTabSz="785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30413" defTabSz="785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87613" defTabSz="785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944813" defTabSz="785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02013" defTabSz="785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5000"/>
              </a:lnSpc>
              <a:spcAft>
                <a:spcPct val="30000"/>
              </a:spcAft>
              <a:buFontTx/>
              <a:buChar char="•"/>
            </a:pPr>
            <a:r>
              <a:rPr lang="pt-BR" sz="2400" b="1">
                <a:solidFill>
                  <a:srgbClr val="00279F"/>
                </a:solidFill>
              </a:rPr>
              <a:t>Limpeza </a:t>
            </a:r>
          </a:p>
          <a:p>
            <a:pPr>
              <a:lnSpc>
                <a:spcPct val="105000"/>
              </a:lnSpc>
              <a:spcAft>
                <a:spcPct val="30000"/>
              </a:spcAft>
              <a:buFontTx/>
              <a:buChar char="•"/>
            </a:pPr>
            <a:r>
              <a:rPr lang="pt-BR" sz="2400" b="1">
                <a:cs typeface="Times New Roman" panose="02020603050405020304" pitchFamily="18" charset="0"/>
              </a:rPr>
              <a:t>Aterramento elétrico dos componentes eletromecânicos e pontos geradores de cargas eletrostáticas</a:t>
            </a:r>
            <a:r>
              <a:rPr lang="pt-BR" sz="2400" b="1"/>
              <a:t> </a:t>
            </a:r>
          </a:p>
          <a:p>
            <a:pPr>
              <a:lnSpc>
                <a:spcPct val="105000"/>
              </a:lnSpc>
              <a:spcAft>
                <a:spcPct val="30000"/>
              </a:spcAft>
              <a:buFontTx/>
              <a:buChar char="•"/>
            </a:pPr>
            <a:r>
              <a:rPr lang="pt-BR" sz="2400" b="1">
                <a:solidFill>
                  <a:srgbClr val="00279F"/>
                </a:solidFill>
              </a:rPr>
              <a:t>Treinamento</a:t>
            </a:r>
          </a:p>
          <a:p>
            <a:pPr>
              <a:lnSpc>
                <a:spcPct val="105000"/>
              </a:lnSpc>
              <a:spcAft>
                <a:spcPct val="30000"/>
              </a:spcAft>
              <a:buFontTx/>
              <a:buChar char="•"/>
            </a:pPr>
            <a:r>
              <a:rPr lang="pt-BR" sz="2400" b="1">
                <a:cs typeface="Times New Roman" panose="02020603050405020304" pitchFamily="18" charset="0"/>
              </a:rPr>
              <a:t>Controle da umidade relativa do ar - abaixo de 50% caracteriza-se faixa crítica de risco</a:t>
            </a:r>
            <a:r>
              <a:rPr lang="pt-BR" sz="2400" b="1"/>
              <a:t> </a:t>
            </a:r>
          </a:p>
          <a:p>
            <a:pPr>
              <a:lnSpc>
                <a:spcPct val="105000"/>
              </a:lnSpc>
              <a:spcAft>
                <a:spcPct val="30000"/>
              </a:spcAft>
              <a:buFontTx/>
              <a:buChar char="•"/>
            </a:pPr>
            <a:r>
              <a:rPr lang="pt-BR" sz="2400" b="1">
                <a:solidFill>
                  <a:srgbClr val="00279F"/>
                </a:solidFill>
              </a:rPr>
              <a:t>Controle da eletricidade estática, através de sistema de aterramento </a:t>
            </a:r>
          </a:p>
          <a:p>
            <a:pPr>
              <a:lnSpc>
                <a:spcPct val="105000"/>
              </a:lnSpc>
              <a:spcAft>
                <a:spcPct val="30000"/>
              </a:spcAft>
              <a:buFontTx/>
              <a:buChar char="•"/>
            </a:pPr>
            <a:r>
              <a:rPr lang="pt-BR" sz="2400" b="1">
                <a:cs typeface="Times New Roman" panose="02020603050405020304" pitchFamily="18" charset="0"/>
              </a:rPr>
              <a:t>Aspersores de óleo mineral em pontos do sistema de movimentação de grão </a:t>
            </a:r>
          </a:p>
        </p:txBody>
      </p:sp>
      <p:sp>
        <p:nvSpPr>
          <p:cNvPr id="355331" name="Rectangle 3"/>
          <p:cNvSpPr>
            <a:spLocks noChangeArrowheads="1"/>
          </p:cNvSpPr>
          <p:nvPr/>
        </p:nvSpPr>
        <p:spPr bwMode="auto">
          <a:xfrm>
            <a:off x="788988" y="625475"/>
            <a:ext cx="7440612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algn="l" defTabSz="8842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04900" indent="-274638" algn="l" defTabSz="8842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511300" indent="-222250" algn="l" defTabSz="8842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916113" indent="-219075" algn="l" defTabSz="8842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20925" indent="-219075" algn="l" defTabSz="8842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78125" indent="-219075" defTabSz="8842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35325" indent="-219075" defTabSz="8842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92525" indent="-219075" defTabSz="8842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49725" indent="-219075" defTabSz="8842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sz="24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MEDIDAS  PREVENTIVAS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1210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5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5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5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5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5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5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5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5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5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5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5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5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0" grpId="0" build="p" autoUpdateAnimBg="0" advAuto="1000"/>
      <p:bldP spid="355331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994" name="Picture 2" descr="DSCF0087"/>
          <p:cNvPicPr>
            <a:picLocks noChangeAspect="1" noChangeArrowheads="1"/>
          </p:cNvPicPr>
          <p:nvPr/>
        </p:nvPicPr>
        <p:blipFill>
          <a:blip r:embed="rId3">
            <a:lum bright="6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762000"/>
            <a:ext cx="6553200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0995" name="Rectangle 3"/>
          <p:cNvSpPr>
            <a:spLocks noChangeArrowheads="1"/>
          </p:cNvSpPr>
          <p:nvPr/>
        </p:nvSpPr>
        <p:spPr bwMode="auto">
          <a:xfrm>
            <a:off x="0" y="3505200"/>
            <a:ext cx="2438400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sz="2400" b="1">
                <a:cs typeface="Times New Roman" panose="02020603050405020304" pitchFamily="18" charset="0"/>
              </a:rPr>
              <a:t>Elevador danificado em sua parte inferior</a:t>
            </a:r>
            <a:r>
              <a:rPr lang="pt-BR" sz="2400" b="1">
                <a:cs typeface="Arial" panose="020B0604020202020204" pitchFamily="34" charset="0"/>
              </a:rPr>
              <a:t>, provocando acumulo de pó.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859199"/>
      </p:ext>
    </p:extLst>
  </p:cSld>
  <p:clrMapOvr>
    <a:masterClrMapping/>
  </p:clrMapOvr>
  <p:transition>
    <p:blinds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042" name="Picture 2" descr="DSCF0114"/>
          <p:cNvPicPr>
            <a:picLocks noChangeAspect="1" noChangeArrowheads="1"/>
          </p:cNvPicPr>
          <p:nvPr/>
        </p:nvPicPr>
        <p:blipFill>
          <a:blip r:embed="rId3">
            <a:lum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914400"/>
            <a:ext cx="6553200" cy="554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3043" name="Rectangle 3"/>
          <p:cNvSpPr>
            <a:spLocks noChangeArrowheads="1"/>
          </p:cNvSpPr>
          <p:nvPr/>
        </p:nvSpPr>
        <p:spPr bwMode="auto">
          <a:xfrm>
            <a:off x="0" y="3581400"/>
            <a:ext cx="2514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sz="2400" b="1">
                <a:cs typeface="Times New Roman" panose="02020603050405020304" pitchFamily="18" charset="0"/>
              </a:rPr>
              <a:t>Elevado acúmulo de pó junto à rosca do silo. 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425128"/>
      </p:ext>
    </p:extLst>
  </p:cSld>
  <p:clrMapOvr>
    <a:masterClrMapping/>
  </p:clrMapOvr>
  <p:transition>
    <p:blinds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090" name="Picture 2" descr="DSCF0048"/>
          <p:cNvPicPr>
            <a:picLocks noChangeAspect="1" noChangeArrowheads="1"/>
          </p:cNvPicPr>
          <p:nvPr/>
        </p:nvPicPr>
        <p:blipFill>
          <a:blip r:embed="rId3">
            <a:lum bright="18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761930"/>
            <a:ext cx="4609405" cy="609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5091" name="Text Box 3"/>
          <p:cNvSpPr txBox="1">
            <a:spLocks noChangeArrowheads="1"/>
          </p:cNvSpPr>
          <p:nvPr/>
        </p:nvSpPr>
        <p:spPr bwMode="auto">
          <a:xfrm>
            <a:off x="381000" y="3429000"/>
            <a:ext cx="3276600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sz="2400" b="1">
                <a:cs typeface="Times New Roman" panose="02020603050405020304" pitchFamily="18" charset="0"/>
              </a:rPr>
              <a:t>Proteção das correias não vazada, favorecendo acúmulo de pó e aquecimento devido ao atrito.</a:t>
            </a:r>
          </a:p>
        </p:txBody>
      </p:sp>
      <p:pic>
        <p:nvPicPr>
          <p:cNvPr id="4" name="Imagem 3" descr="LOGO 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45264"/>
      </p:ext>
    </p:extLst>
  </p:cSld>
  <p:clrMapOvr>
    <a:masterClrMapping/>
  </p:clrMapOvr>
  <p:transition>
    <p:blinds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138" name="Picture 2" descr="DSCF0044"/>
          <p:cNvPicPr>
            <a:picLocks noChangeAspect="1" noChangeArrowheads="1"/>
          </p:cNvPicPr>
          <p:nvPr/>
        </p:nvPicPr>
        <p:blipFill>
          <a:blip r:embed="rId3">
            <a:lum bright="40000" contras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3675" y="152400"/>
            <a:ext cx="5064125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7139" name="Text Box 3"/>
          <p:cNvSpPr txBox="1">
            <a:spLocks noChangeArrowheads="1"/>
          </p:cNvSpPr>
          <p:nvPr/>
        </p:nvSpPr>
        <p:spPr bwMode="auto">
          <a:xfrm>
            <a:off x="344488" y="2286000"/>
            <a:ext cx="3389312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sz="2400" b="1">
                <a:cs typeface="Times New Roman" panose="02020603050405020304" pitchFamily="18" charset="0"/>
              </a:rPr>
              <a:t>Ausência de pedaços da tela favorece a entrada de objetos metálicos.</a:t>
            </a:r>
          </a:p>
        </p:txBody>
      </p:sp>
    </p:spTree>
    <p:extLst>
      <p:ext uri="{BB962C8B-B14F-4D97-AF65-F5344CB8AC3E}">
        <p14:creationId xmlns:p14="http://schemas.microsoft.com/office/powerpoint/2010/main" val="1992657764"/>
      </p:ext>
    </p:extLst>
  </p:cSld>
  <p:clrMapOvr>
    <a:masterClrMapping/>
  </p:clrMapOvr>
  <p:transition>
    <p:blinds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186" name="Picture 2" descr="DSCF0082"/>
          <p:cNvPicPr>
            <a:picLocks noChangeAspect="1" noChangeArrowheads="1"/>
          </p:cNvPicPr>
          <p:nvPr/>
        </p:nvPicPr>
        <p:blipFill>
          <a:blip r:embed="rId3">
            <a:lum bright="12000" contras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424543"/>
            <a:ext cx="500380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9187" name="Text Box 3"/>
          <p:cNvSpPr txBox="1">
            <a:spLocks noChangeArrowheads="1"/>
          </p:cNvSpPr>
          <p:nvPr/>
        </p:nvSpPr>
        <p:spPr bwMode="auto">
          <a:xfrm>
            <a:off x="381000" y="2590800"/>
            <a:ext cx="3349625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sz="2400" b="1">
                <a:cs typeface="Times New Roman" panose="02020603050405020304" pitchFamily="18" charset="0"/>
              </a:rPr>
              <a:t>Grande quantidade de pó acumulado. </a:t>
            </a:r>
          </a:p>
        </p:txBody>
      </p:sp>
      <p:pic>
        <p:nvPicPr>
          <p:cNvPr id="5" name="Imagem 4" descr="LOGO 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572832"/>
      </p:ext>
    </p:extLst>
  </p:cSld>
  <p:clrMapOvr>
    <a:masterClrMapping/>
  </p:clrMapOvr>
  <p:transition>
    <p:blinds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WordArt 2"/>
          <p:cNvSpPr>
            <a:spLocks noChangeArrowheads="1" noChangeShapeType="1" noTextEdit="1"/>
          </p:cNvSpPr>
          <p:nvPr/>
        </p:nvSpPr>
        <p:spPr bwMode="auto">
          <a:xfrm>
            <a:off x="338138" y="3105150"/>
            <a:ext cx="8467725" cy="6477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pt-BR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3300"/>
                </a:solidFill>
                <a:latin typeface="Arial Black" panose="020B0A04020102020204" pitchFamily="34" charset="0"/>
              </a:rPr>
              <a:t>E AI "A GENTE! FICA PENSANDO..</a:t>
            </a:r>
          </a:p>
        </p:txBody>
      </p:sp>
      <p:pic>
        <p:nvPicPr>
          <p:cNvPr id="3" name="Imagem 2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3849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82" name="Picture 2" descr="F:\imagens grandes\QUANTOS ACIDENTES TEREMO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20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8883" name="AutoShape 3"/>
          <p:cNvSpPr>
            <a:spLocks noChangeArrowheads="1"/>
          </p:cNvSpPr>
          <p:nvPr/>
        </p:nvSpPr>
        <p:spPr bwMode="auto">
          <a:xfrm>
            <a:off x="5738813" y="228600"/>
            <a:ext cx="3176587" cy="2133600"/>
          </a:xfrm>
          <a:prstGeom prst="wedgeRectCallout">
            <a:avLst>
              <a:gd name="adj1" fmla="val -81884"/>
              <a:gd name="adj2" fmla="val 120014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pt-BR" sz="2400" b="1">
                <a:latin typeface="Times New Roman" panose="02020603050405020304" pitchFamily="18" charset="0"/>
              </a:rPr>
              <a:t>ONDE SERÁ O PRÓXIMO ACIDENTE E QUANDO OCORRERÁ?</a:t>
            </a:r>
          </a:p>
        </p:txBody>
      </p:sp>
    </p:spTree>
    <p:extLst>
      <p:ext uri="{BB962C8B-B14F-4D97-AF65-F5344CB8AC3E}">
        <p14:creationId xmlns:p14="http://schemas.microsoft.com/office/powerpoint/2010/main" val="34283184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906" name="Picture 2" descr="F:\imagens grandes\COMITE CELESTIAL PREV ACI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9907" name="AutoShape 3"/>
          <p:cNvSpPr>
            <a:spLocks noChangeArrowheads="1"/>
          </p:cNvSpPr>
          <p:nvPr/>
        </p:nvSpPr>
        <p:spPr bwMode="auto">
          <a:xfrm flipH="1">
            <a:off x="76200" y="1543050"/>
            <a:ext cx="1981200" cy="1885950"/>
          </a:xfrm>
          <a:prstGeom prst="wedgeRoundRectCallout">
            <a:avLst>
              <a:gd name="adj1" fmla="val -48560"/>
              <a:gd name="adj2" fmla="val 67676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908" name="Text Box 4"/>
          <p:cNvSpPr txBox="1">
            <a:spLocks noChangeArrowheads="1"/>
          </p:cNvSpPr>
          <p:nvPr/>
        </p:nvSpPr>
        <p:spPr bwMode="auto">
          <a:xfrm>
            <a:off x="0" y="1917700"/>
            <a:ext cx="21336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>
                <a:solidFill>
                  <a:srgbClr val="FF3300"/>
                </a:solidFill>
                <a:latin typeface="Times New Roman" panose="02020603050405020304" pitchFamily="18" charset="0"/>
              </a:rPr>
              <a:t>TEM MILAGRE PARA?</a:t>
            </a:r>
          </a:p>
        </p:txBody>
      </p:sp>
    </p:spTree>
    <p:extLst>
      <p:ext uri="{BB962C8B-B14F-4D97-AF65-F5344CB8AC3E}">
        <p14:creationId xmlns:p14="http://schemas.microsoft.com/office/powerpoint/2010/main" val="36154047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98412" y="1052736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Paranaguá</a:t>
            </a:r>
          </a:p>
        </p:txBody>
      </p:sp>
      <p:sp>
        <p:nvSpPr>
          <p:cNvPr id="357379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57380" name="Rectangle 4"/>
          <p:cNvSpPr>
            <a:spLocks noChangeArrowheads="1"/>
          </p:cNvSpPr>
          <p:nvPr/>
        </p:nvSpPr>
        <p:spPr bwMode="auto">
          <a:xfrm>
            <a:off x="1259632" y="481227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357384" name="Picture 8" descr="T:\Meus Documentos\Segurança\Explosão com Pó\F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2492896"/>
            <a:ext cx="5886450" cy="302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LOGO 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75853" y="0"/>
            <a:ext cx="1368147" cy="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944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Paranaguá</a:t>
            </a:r>
          </a:p>
        </p:txBody>
      </p:sp>
      <p:sp>
        <p:nvSpPr>
          <p:cNvPr id="358403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58404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358408" name="Picture 8" descr="T:\Meus Documentos\Segurança\Explosão com Pó\F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38" y="1809750"/>
            <a:ext cx="5368925" cy="323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2470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Paranaguá</a:t>
            </a:r>
          </a:p>
        </p:txBody>
      </p:sp>
      <p:sp>
        <p:nvSpPr>
          <p:cNvPr id="359427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59428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359432" name="Picture 8" descr="T:\Meus Documentos\Segurança\Explosão com Pó\F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38" y="1809750"/>
            <a:ext cx="5368925" cy="323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28851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Paranaguá</a:t>
            </a:r>
          </a:p>
        </p:txBody>
      </p:sp>
      <p:sp>
        <p:nvSpPr>
          <p:cNvPr id="360451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60452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360456" name="Picture 8" descr="T:\Meus Documentos\Segurança\Explosão com Pó\F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38" y="1809750"/>
            <a:ext cx="5368925" cy="323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37426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Paranaguá</a:t>
            </a:r>
          </a:p>
        </p:txBody>
      </p:sp>
      <p:sp>
        <p:nvSpPr>
          <p:cNvPr id="361475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61476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361480" name="Picture 8" descr="T:\Meus Documentos\Segurança\Explosão com Pó\F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38" y="1809750"/>
            <a:ext cx="5368925" cy="323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2073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Paranaguá</a:t>
            </a:r>
          </a:p>
        </p:txBody>
      </p:sp>
      <p:sp>
        <p:nvSpPr>
          <p:cNvPr id="362499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62500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362504" name="Picture 8" descr="T:\Meus Documentos\Segurança\Explosão com Pó\F1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38" y="1809750"/>
            <a:ext cx="5368925" cy="323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53349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Paranaguá</a:t>
            </a:r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376838" name="Picture 6" descr="C:\Documents and Settings\leal.LDSPO00-DOM\Meus documentos\seguranca\Jose Leal\explosão de po\100OLYMP\P101002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905000"/>
            <a:ext cx="6324600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52170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Paranaguá</a:t>
            </a:r>
          </a:p>
        </p:txBody>
      </p:sp>
      <p:sp>
        <p:nvSpPr>
          <p:cNvPr id="363523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63524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363528" name="Picture 8" descr="T:\Meus Documentos\Segurança\Explosão com Pó\F1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38" y="1809750"/>
            <a:ext cx="5368925" cy="323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1923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Outros Acidentes</a:t>
            </a:r>
          </a:p>
        </p:txBody>
      </p:sp>
      <p:sp>
        <p:nvSpPr>
          <p:cNvPr id="364547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64548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364552" name="Picture 8" descr="T:\Meus Documentos\Segurança\Explosão com Pó\Expó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005013"/>
            <a:ext cx="4114800" cy="28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1669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Outros Acidentes</a:t>
            </a:r>
          </a:p>
        </p:txBody>
      </p:sp>
      <p:sp>
        <p:nvSpPr>
          <p:cNvPr id="365571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65572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365576" name="Picture 8" descr="T:\Meus Documentos\Segurança\Explosão com Pó\Expó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988" y="1574800"/>
            <a:ext cx="5280025" cy="3706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007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Outros Acidentes</a:t>
            </a:r>
          </a:p>
        </p:txBody>
      </p:sp>
      <p:sp>
        <p:nvSpPr>
          <p:cNvPr id="366595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66596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366600" name="Picture 8" descr="T:\Meus Documentos\Segurança\Explosão com Pó\Expó-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963" y="1611313"/>
            <a:ext cx="5426075" cy="363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57805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b="1">
                <a:solidFill>
                  <a:srgbClr val="FF3300"/>
                </a:solidFill>
                <a:latin typeface="Verdana" panose="020B0604030504040204" pitchFamily="34" charset="0"/>
              </a:rPr>
              <a:t>ATENÇÃO!</a:t>
            </a:r>
            <a:endParaRPr lang="pt-BR">
              <a:latin typeface="Verdana" panose="020B0604030504040204" pitchFamily="34" charset="0"/>
            </a:endParaRP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2800">
                <a:solidFill>
                  <a:srgbClr val="FF3300"/>
                </a:solidFill>
                <a:latin typeface="Verdana" panose="020B0604030504040204" pitchFamily="34" charset="0"/>
              </a:rPr>
              <a:t>Se nas próximas fotos você lembrar de algum setor do seu trabalho, tome uma atitude segura e previna um acidente.</a:t>
            </a:r>
            <a:endParaRPr lang="pt-BR" sz="2800">
              <a:latin typeface="Verdana" panose="020B0604030504040204" pitchFamily="34" charset="0"/>
            </a:endParaRPr>
          </a:p>
        </p:txBody>
      </p:sp>
      <p:sp>
        <p:nvSpPr>
          <p:cNvPr id="367620" name="Rectangle 4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67621" name="Rectangle 5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01897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Ambientes Inseguros</a:t>
            </a:r>
          </a:p>
        </p:txBody>
      </p:sp>
      <p:sp>
        <p:nvSpPr>
          <p:cNvPr id="368643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68644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368648" name="Picture 8" descr="T:\Meus Documentos\Segurança\Explosão com Pó\Foto silo 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1752600"/>
            <a:ext cx="285750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18719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Ambientes Inseguros</a:t>
            </a:r>
          </a:p>
        </p:txBody>
      </p:sp>
      <p:sp>
        <p:nvSpPr>
          <p:cNvPr id="369667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69668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369669" name="Group 5"/>
          <p:cNvGrpSpPr>
            <a:grpSpLocks/>
          </p:cNvGrpSpPr>
          <p:nvPr/>
        </p:nvGrpSpPr>
        <p:grpSpPr bwMode="auto">
          <a:xfrm>
            <a:off x="228600" y="152400"/>
            <a:ext cx="1295400" cy="457200"/>
            <a:chOff x="0" y="1"/>
            <a:chExt cx="174" cy="67"/>
          </a:xfrm>
        </p:grpSpPr>
        <p:pic>
          <p:nvPicPr>
            <p:cNvPr id="369670" name="Picture 6"/>
            <p:cNvPicPr preferRelativeResize="0"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"/>
              <a:ext cx="174" cy="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9671" name="Picture 7"/>
            <p:cNvPicPr preferRelativeResize="0"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" y="55"/>
              <a:ext cx="98" cy="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69672" name="Picture 8" descr="T:\Meus Documentos\Segurança\Explosão com Pó\foto silo 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825" y="2000250"/>
            <a:ext cx="43243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08704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Ambientes Inseguros</a:t>
            </a:r>
          </a:p>
        </p:txBody>
      </p:sp>
      <p:sp>
        <p:nvSpPr>
          <p:cNvPr id="370691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70692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370693" name="Group 5"/>
          <p:cNvGrpSpPr>
            <a:grpSpLocks/>
          </p:cNvGrpSpPr>
          <p:nvPr/>
        </p:nvGrpSpPr>
        <p:grpSpPr bwMode="auto">
          <a:xfrm>
            <a:off x="228600" y="152400"/>
            <a:ext cx="1295400" cy="457200"/>
            <a:chOff x="0" y="1"/>
            <a:chExt cx="174" cy="67"/>
          </a:xfrm>
        </p:grpSpPr>
        <p:pic>
          <p:nvPicPr>
            <p:cNvPr id="370694" name="Picture 6"/>
            <p:cNvPicPr preferRelativeResize="0"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"/>
              <a:ext cx="174" cy="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0695" name="Picture 7"/>
            <p:cNvPicPr preferRelativeResize="0"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" y="55"/>
              <a:ext cx="98" cy="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0696" name="Picture 8" descr="T:\Meus Documentos\Segurança\Explosão com Pó\foto silo 3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2000250"/>
            <a:ext cx="42862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2409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Ambientes Inseguros</a:t>
            </a:r>
          </a:p>
        </p:txBody>
      </p:sp>
      <p:sp>
        <p:nvSpPr>
          <p:cNvPr id="371715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71716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371717" name="Group 5"/>
          <p:cNvGrpSpPr>
            <a:grpSpLocks/>
          </p:cNvGrpSpPr>
          <p:nvPr/>
        </p:nvGrpSpPr>
        <p:grpSpPr bwMode="auto">
          <a:xfrm>
            <a:off x="228600" y="152400"/>
            <a:ext cx="1295400" cy="457200"/>
            <a:chOff x="0" y="1"/>
            <a:chExt cx="174" cy="67"/>
          </a:xfrm>
        </p:grpSpPr>
        <p:pic>
          <p:nvPicPr>
            <p:cNvPr id="371718" name="Picture 6"/>
            <p:cNvPicPr preferRelativeResize="0"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"/>
              <a:ext cx="174" cy="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1719" name="Picture 7"/>
            <p:cNvPicPr preferRelativeResize="0"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" y="55"/>
              <a:ext cx="98" cy="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1720" name="Picture 8" descr="T:\Meus Documentos\Segurança\Explosão com Pó\foto silo 4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588" y="2000250"/>
            <a:ext cx="43148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3555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Ambientes Inseguros</a:t>
            </a:r>
          </a:p>
        </p:txBody>
      </p:sp>
      <p:sp>
        <p:nvSpPr>
          <p:cNvPr id="372739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72740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372744" name="Picture 8" descr="T:\Meus Documentos\Segurança\Explosão com Pó\foto silo 5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1981200"/>
            <a:ext cx="428625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1293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Ambientes Inseguros</a:t>
            </a:r>
          </a:p>
        </p:txBody>
      </p:sp>
      <p:sp>
        <p:nvSpPr>
          <p:cNvPr id="373763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73764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373768" name="Picture 8" descr="T:\Meus Documentos\Segurança\Explosão com Pó\foto silo 6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1981200"/>
            <a:ext cx="42291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0766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latin typeface="Verdana" panose="020B0604030504040204" pitchFamily="34" charset="0"/>
              </a:rPr>
              <a:t>Ambientes Inseguros</a:t>
            </a:r>
          </a:p>
        </p:txBody>
      </p:sp>
      <p:sp>
        <p:nvSpPr>
          <p:cNvPr id="374787" name="Rectangle 3"/>
          <p:cNvSpPr>
            <a:spLocks noChangeArrowheads="1"/>
          </p:cNvSpPr>
          <p:nvPr/>
        </p:nvSpPr>
        <p:spPr bwMode="auto">
          <a:xfrm>
            <a:off x="228600" y="838200"/>
            <a:ext cx="152400" cy="5638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74788" name="Rectangle 4"/>
          <p:cNvSpPr>
            <a:spLocks noChangeArrowheads="1"/>
          </p:cNvSpPr>
          <p:nvPr/>
        </p:nvSpPr>
        <p:spPr bwMode="auto">
          <a:xfrm>
            <a:off x="1828800" y="228600"/>
            <a:ext cx="6858000" cy="1524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374792" name="Picture 8" descr="T:\Meus Documentos\Segurança\Explosão com Pó\foto silo 7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925" y="2024063"/>
            <a:ext cx="4248150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9466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0" y="2270438"/>
            <a:ext cx="9143998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8459" tIns="49229" rIns="98459" bIns="49229" anchor="ctr"/>
          <a:lstStyle>
            <a:defPPr>
              <a:defRPr lang="pt-BR"/>
            </a:defPPr>
            <a:lvl1pPr marL="0" algn="l" defTabSz="93242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212" algn="l" defTabSz="93242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424" algn="l" defTabSz="93242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8635" algn="l" defTabSz="93242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4847" algn="l" defTabSz="93242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058" algn="l" defTabSz="93242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7270" algn="l" defTabSz="93242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3482" algn="l" defTabSz="93242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9695" algn="l" defTabSz="93242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pt-BR" sz="4800" i="0" dirty="0" smtClean="0">
                <a:cs typeface="Calibri" pitchFamily="34" charset="0"/>
              </a:rPr>
              <a:t>OBRIGADO!!!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pt-BR" dirty="0" smtClean="0">
                <a:cs typeface="Calibri" pitchFamily="34" charset="0"/>
                <a:hlinkClick r:id="rId3"/>
              </a:rPr>
              <a:t>lealconsultoria@uol.com.br</a:t>
            </a:r>
            <a:endParaRPr lang="pt-BR" dirty="0" smtClean="0">
              <a:cs typeface="Calibri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pt-BR" i="0" dirty="0" smtClean="0">
                <a:cs typeface="Calibri" pitchFamily="34" charset="0"/>
              </a:rPr>
              <a:t>(42)99997-4979</a:t>
            </a:r>
            <a:endParaRPr lang="pt-BR" i="0" dirty="0"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27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presentação empres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empresa</Template>
  <TotalTime>2441</TotalTime>
  <Words>1880</Words>
  <Application>Microsoft Office PowerPoint</Application>
  <PresentationFormat>Apresentação na tela (4:3)</PresentationFormat>
  <Paragraphs>248</Paragraphs>
  <Slides>63</Slides>
  <Notes>15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3</vt:i4>
      </vt:variant>
      <vt:variant>
        <vt:lpstr>Títulos de slides</vt:lpstr>
      </vt:variant>
      <vt:variant>
        <vt:i4>63</vt:i4>
      </vt:variant>
    </vt:vector>
  </HeadingPairs>
  <TitlesOfParts>
    <vt:vector size="74" baseType="lpstr">
      <vt:lpstr>Arial</vt:lpstr>
      <vt:lpstr>Arial Black</vt:lpstr>
      <vt:lpstr>Calibri</vt:lpstr>
      <vt:lpstr>Monotype Sorts</vt:lpstr>
      <vt:lpstr>Times New Roman</vt:lpstr>
      <vt:lpstr>Verdana</vt:lpstr>
      <vt:lpstr>Wingdings</vt:lpstr>
      <vt:lpstr>apresentação empresa</vt:lpstr>
      <vt:lpstr>Document</vt:lpstr>
      <vt:lpstr>Planilha</vt:lpstr>
      <vt:lpstr>ClipArt</vt:lpstr>
      <vt:lpstr>Apresentação do PowerPoint</vt:lpstr>
      <vt:lpstr>EXPLOSÃO</vt:lpstr>
      <vt:lpstr>EXPLOSÃO  DE  PÓ</vt:lpstr>
      <vt:lpstr>EXPLOSÃO</vt:lpstr>
      <vt:lpstr>EXPLOSÃO  DE  PÓ</vt:lpstr>
      <vt:lpstr>VELOCIDADE DE COMBUSTÃO</vt:lpstr>
      <vt:lpstr>FENÔMENOS</vt:lpstr>
      <vt:lpstr>PROCESSO DE FORMAÇÃO DAS EXPLOSÕES</vt:lpstr>
      <vt:lpstr>QUANTIDADE  DE  PÓ</vt:lpstr>
      <vt:lpstr>  LIMITES DE INFLAMABILIDADE</vt:lpstr>
      <vt:lpstr>DISTRIBUIÇÃO DO PÓ NO RECINTO</vt:lpstr>
      <vt:lpstr>DIÂMETRO DA PARTÍCULA</vt:lpstr>
      <vt:lpstr>EXPLOSÃO  DE  PÓ</vt:lpstr>
      <vt:lpstr>Características do Produto</vt:lpstr>
      <vt:lpstr>CONCENTRAÇÃO DE OXIGÊNIO</vt:lpstr>
      <vt:lpstr>Tamanho e Temperatura da Fonte de Ignição </vt:lpstr>
      <vt:lpstr>Fontes de Origem Elétricas</vt:lpstr>
      <vt:lpstr>Fontes de Origem não Elétrica</vt:lpstr>
      <vt:lpstr>Fontes de maior periculosidade</vt:lpstr>
      <vt:lpstr>UMIDADE DO AR</vt:lpstr>
      <vt:lpstr>Apresentação do PowerPoint</vt:lpstr>
      <vt:lpstr>MEDIDAS DE CONTROLE</vt:lpstr>
      <vt:lpstr>MEDIDAS DE CONTROLE</vt:lpstr>
      <vt:lpstr>SINALIZAÇÃO DE SEGURANÇA</vt:lpstr>
      <vt:lpstr>SINALIZAÇÃO DE SEGURANÇA</vt:lpstr>
      <vt:lpstr> AÇÕES TÉCNOLÓGICAS</vt:lpstr>
      <vt:lpstr>PROJETOS DAS INSTALAÇÕES</vt:lpstr>
      <vt:lpstr>CONTROLE DE EMANAÇÃO DE PÓ</vt:lpstr>
      <vt:lpstr>CONTROLE DE EMANAÇÃO DE PÓ</vt:lpstr>
      <vt:lpstr>DISPOSITIVOS CRÍTICOS</vt:lpstr>
      <vt:lpstr>CONTROLE DE FONTE DE IGNIÇÃO</vt:lpstr>
      <vt:lpstr>PRINCIPAIS  CAUSAS - EXPLOSÃO  DE  PÓ</vt:lpstr>
      <vt:lpstr>PRINCIPAIS  CAUSAS - EXPLOSÃO  DE  PÓ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Paranaguá</vt:lpstr>
      <vt:lpstr>Paranaguá</vt:lpstr>
      <vt:lpstr>Paranaguá</vt:lpstr>
      <vt:lpstr>Paranaguá</vt:lpstr>
      <vt:lpstr>Paranaguá</vt:lpstr>
      <vt:lpstr>Paranaguá</vt:lpstr>
      <vt:lpstr>Paranaguá</vt:lpstr>
      <vt:lpstr>Paranaguá</vt:lpstr>
      <vt:lpstr>Outros Acidentes</vt:lpstr>
      <vt:lpstr>Outros Acidentes</vt:lpstr>
      <vt:lpstr>Outros Acidentes</vt:lpstr>
      <vt:lpstr>ATENÇÃO!</vt:lpstr>
      <vt:lpstr>Ambientes Inseguros</vt:lpstr>
      <vt:lpstr>Ambientes Inseguros</vt:lpstr>
      <vt:lpstr>Ambientes Inseguros</vt:lpstr>
      <vt:lpstr>Ambientes Inseguros</vt:lpstr>
      <vt:lpstr>Ambientes Inseguros</vt:lpstr>
      <vt:lpstr>Ambientes Inseguros</vt:lpstr>
      <vt:lpstr>Ambientes Inseguros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Jose</dc:creator>
  <cp:lastModifiedBy>João Leal</cp:lastModifiedBy>
  <cp:revision>216</cp:revision>
  <dcterms:created xsi:type="dcterms:W3CDTF">2017-09-18T01:32:24Z</dcterms:created>
  <dcterms:modified xsi:type="dcterms:W3CDTF">2019-02-09T18:19:22Z</dcterms:modified>
</cp:coreProperties>
</file>