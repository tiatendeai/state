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56" r:id="rId4"/>
    <p:sldId id="257" r:id="rId5"/>
    <p:sldId id="258" r:id="rId6"/>
    <p:sldId id="268" r:id="rId7"/>
    <p:sldId id="259" r:id="rId8"/>
    <p:sldId id="264" r:id="rId9"/>
    <p:sldId id="261" r:id="rId10"/>
    <p:sldId id="288" r:id="rId11"/>
    <p:sldId id="262" r:id="rId12"/>
    <p:sldId id="263" r:id="rId13"/>
    <p:sldId id="265" r:id="rId14"/>
    <p:sldId id="266" r:id="rId15"/>
    <p:sldId id="267" r:id="rId16"/>
    <p:sldId id="280" r:id="rId17"/>
    <p:sldId id="292" r:id="rId18"/>
    <p:sldId id="270" r:id="rId19"/>
    <p:sldId id="271" r:id="rId20"/>
    <p:sldId id="272" r:id="rId21"/>
    <p:sldId id="273" r:id="rId22"/>
    <p:sldId id="293" r:id="rId23"/>
    <p:sldId id="274" r:id="rId24"/>
    <p:sldId id="275" r:id="rId25"/>
    <p:sldId id="281" r:id="rId26"/>
    <p:sldId id="276" r:id="rId27"/>
    <p:sldId id="277" r:id="rId28"/>
    <p:sldId id="278" r:id="rId29"/>
    <p:sldId id="279" r:id="rId30"/>
    <p:sldId id="282" r:id="rId31"/>
    <p:sldId id="283" r:id="rId32"/>
    <p:sldId id="284" r:id="rId33"/>
    <p:sldId id="285" r:id="rId34"/>
    <p:sldId id="286" r:id="rId35"/>
    <p:sldId id="290" r:id="rId36"/>
    <p:sldId id="291" r:id="rId37"/>
    <p:sldId id="287" r:id="rId38"/>
    <p:sldId id="289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F30B30D-0017-4905-8BC5-30B284A2142A}">
          <p14:sldIdLst>
            <p14:sldId id="260"/>
            <p14:sldId id="269"/>
            <p14:sldId id="256"/>
            <p14:sldId id="257"/>
            <p14:sldId id="258"/>
            <p14:sldId id="268"/>
            <p14:sldId id="259"/>
            <p14:sldId id="264"/>
            <p14:sldId id="261"/>
            <p14:sldId id="288"/>
            <p14:sldId id="262"/>
            <p14:sldId id="263"/>
            <p14:sldId id="265"/>
            <p14:sldId id="266"/>
            <p14:sldId id="267"/>
            <p14:sldId id="280"/>
            <p14:sldId id="292"/>
            <p14:sldId id="270"/>
            <p14:sldId id="271"/>
            <p14:sldId id="272"/>
            <p14:sldId id="273"/>
            <p14:sldId id="293"/>
            <p14:sldId id="274"/>
            <p14:sldId id="275"/>
            <p14:sldId id="281"/>
            <p14:sldId id="276"/>
            <p14:sldId id="277"/>
            <p14:sldId id="278"/>
            <p14:sldId id="279"/>
            <p14:sldId id="282"/>
            <p14:sldId id="283"/>
            <p14:sldId id="284"/>
            <p14:sldId id="285"/>
            <p14:sldId id="286"/>
            <p14:sldId id="290"/>
            <p14:sldId id="291"/>
            <p14:sldId id="287"/>
            <p14:sldId id="289"/>
          </p14:sldIdLst>
        </p14:section>
        <p14:section name="Seção sem Título" id="{84CB5CDF-E028-4285-B2BD-B8440089B22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4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98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28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12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12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47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31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8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53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16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65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4165B-9173-4684-B9D7-518CA5800D94}" type="datetimeFigureOut">
              <a:rPr lang="pt-BR" smtClean="0"/>
              <a:t>25/05/2018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C07C1-493C-4602-990E-E0773F7A1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64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Ancoragens...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926938" y="770045"/>
            <a:ext cx="441499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Rodrigo Dias</a:t>
            </a:r>
          </a:p>
          <a:p>
            <a:pPr algn="ctr"/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 98609-5084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157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Cuidados com o Cabo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77344"/>
            <a:ext cx="7442199" cy="2247900"/>
          </a:xfrm>
        </p:spPr>
      </p:pic>
    </p:spTree>
    <p:extLst>
      <p:ext uri="{BB962C8B-B14F-4D97-AF65-F5344CB8AC3E}">
        <p14:creationId xmlns:p14="http://schemas.microsoft.com/office/powerpoint/2010/main" val="115818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1104900"/>
            <a:ext cx="6327775" cy="447039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368800" y="114300"/>
            <a:ext cx="3283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 smtClean="0"/>
              <a:t>Oito simples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61706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Oito Duplo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00" y="3034506"/>
            <a:ext cx="2362200" cy="1933575"/>
          </a:xfrm>
        </p:spPr>
      </p:pic>
    </p:spTree>
    <p:extLst>
      <p:ext uri="{BB962C8B-B14F-4D97-AF65-F5344CB8AC3E}">
        <p14:creationId xmlns:p14="http://schemas.microsoft.com/office/powerpoint/2010/main" val="73750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1574800"/>
            <a:ext cx="8255000" cy="4233069"/>
          </a:xfrm>
        </p:spPr>
      </p:pic>
      <p:sp>
        <p:nvSpPr>
          <p:cNvPr id="5" name="CaixaDeTexto 4"/>
          <p:cNvSpPr txBox="1"/>
          <p:nvPr/>
        </p:nvSpPr>
        <p:spPr>
          <a:xfrm>
            <a:off x="4756437" y="406400"/>
            <a:ext cx="2501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/>
              <a:t>Oito Guiado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08527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Nó </a:t>
            </a:r>
            <a:r>
              <a:rPr lang="pt-BR" b="1" dirty="0" err="1" smtClean="0"/>
              <a:t>Azelha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1930400"/>
            <a:ext cx="6337300" cy="3280569"/>
          </a:xfrm>
        </p:spPr>
      </p:pic>
    </p:spTree>
    <p:extLst>
      <p:ext uri="{BB962C8B-B14F-4D97-AF65-F5344CB8AC3E}">
        <p14:creationId xmlns:p14="http://schemas.microsoft.com/office/powerpoint/2010/main" val="91755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82700"/>
            <a:ext cx="8559800" cy="3613944"/>
          </a:xfrm>
        </p:spPr>
      </p:pic>
    </p:spTree>
    <p:extLst>
      <p:ext uri="{BB962C8B-B14F-4D97-AF65-F5344CB8AC3E}">
        <p14:creationId xmlns:p14="http://schemas.microsoft.com/office/powerpoint/2010/main" val="268148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1358901"/>
            <a:ext cx="8013700" cy="3936206"/>
          </a:xfrm>
        </p:spPr>
      </p:pic>
    </p:spTree>
    <p:extLst>
      <p:ext uri="{BB962C8B-B14F-4D97-AF65-F5344CB8AC3E}">
        <p14:creationId xmlns:p14="http://schemas.microsoft.com/office/powerpoint/2010/main" val="126595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Volta do Ribeira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00" y="2108200"/>
            <a:ext cx="8255000" cy="3797299"/>
          </a:xfrm>
        </p:spPr>
      </p:pic>
    </p:spTree>
    <p:extLst>
      <p:ext uri="{BB962C8B-B14F-4D97-AF65-F5344CB8AC3E}">
        <p14:creationId xmlns:p14="http://schemas.microsoft.com/office/powerpoint/2010/main" val="403677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442" y="464024"/>
            <a:ext cx="4735773" cy="6005015"/>
          </a:xfrm>
        </p:spPr>
      </p:pic>
    </p:spTree>
    <p:extLst>
      <p:ext uri="{BB962C8B-B14F-4D97-AF65-F5344CB8AC3E}">
        <p14:creationId xmlns:p14="http://schemas.microsoft.com/office/powerpoint/2010/main" val="210123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9800" y="2282825"/>
            <a:ext cx="10515600" cy="1325563"/>
          </a:xfrm>
        </p:spPr>
        <p:txBody>
          <a:bodyPr/>
          <a:lstStyle/>
          <a:p>
            <a:pPr algn="ctr"/>
            <a:r>
              <a:rPr lang="pt-BR" dirty="0" smtClean="0"/>
              <a:t>Nó de União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750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Nó Direito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3098800"/>
            <a:ext cx="6629400" cy="2692400"/>
          </a:xfrm>
        </p:spPr>
      </p:pic>
    </p:spTree>
    <p:extLst>
      <p:ext uri="{BB962C8B-B14F-4D97-AF65-F5344CB8AC3E}">
        <p14:creationId xmlns:p14="http://schemas.microsoft.com/office/powerpoint/2010/main" val="202869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Pescador Simples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3091656"/>
            <a:ext cx="6705600" cy="2763044"/>
          </a:xfrm>
        </p:spPr>
      </p:pic>
    </p:spTree>
    <p:extLst>
      <p:ext uri="{BB962C8B-B14F-4D97-AF65-F5344CB8AC3E}">
        <p14:creationId xmlns:p14="http://schemas.microsoft.com/office/powerpoint/2010/main" val="393114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Pescador Duplo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825625"/>
            <a:ext cx="7327899" cy="4351338"/>
          </a:xfrm>
        </p:spPr>
      </p:pic>
    </p:spTree>
    <p:extLst>
      <p:ext uri="{BB962C8B-B14F-4D97-AF65-F5344CB8AC3E}">
        <p14:creationId xmlns:p14="http://schemas.microsoft.com/office/powerpoint/2010/main" val="118539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Nó </a:t>
            </a:r>
            <a:r>
              <a:rPr lang="pt-BR" dirty="0" err="1" smtClean="0"/>
              <a:t>Blocante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476501"/>
            <a:ext cx="8559800" cy="3708400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1201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6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 smtClean="0"/>
              <a:t>Tiblok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690688"/>
            <a:ext cx="5257800" cy="2926556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3407966"/>
            <a:ext cx="4445000" cy="326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7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65125"/>
            <a:ext cx="11302999" cy="5811838"/>
          </a:xfrm>
        </p:spPr>
      </p:pic>
    </p:spTree>
    <p:extLst>
      <p:ext uri="{BB962C8B-B14F-4D97-AF65-F5344CB8AC3E}">
        <p14:creationId xmlns:p14="http://schemas.microsoft.com/office/powerpoint/2010/main" val="2101001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CaixaDeTexto 4"/>
          <p:cNvSpPr txBox="1"/>
          <p:nvPr/>
        </p:nvSpPr>
        <p:spPr>
          <a:xfrm>
            <a:off x="660400" y="843240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/>
              <a:t>Simples</a:t>
            </a:r>
            <a:endParaRPr lang="pt-BR" sz="28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7277100" y="537646"/>
            <a:ext cx="17794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/>
              <a:t>Equalizada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30644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CaixaDeTexto 4"/>
          <p:cNvSpPr txBox="1"/>
          <p:nvPr/>
        </p:nvSpPr>
        <p:spPr>
          <a:xfrm>
            <a:off x="4660900" y="180459"/>
            <a:ext cx="440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Back </a:t>
            </a:r>
            <a:r>
              <a:rPr lang="pt-BR" sz="3200" b="1" smtClean="0"/>
              <a:t>up</a:t>
            </a:r>
            <a:r>
              <a:rPr lang="pt-BR" sz="3200" b="1" dirty="0" smtClean="0"/>
              <a:t> </a:t>
            </a:r>
            <a:r>
              <a:rPr lang="pt-BR" sz="3200" b="1" dirty="0" smtClean="0"/>
              <a:t>em Borboleta 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86001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Equalizada em cabo da vida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866900"/>
            <a:ext cx="9588499" cy="3974544"/>
          </a:xfrm>
        </p:spPr>
      </p:pic>
    </p:spTree>
    <p:extLst>
      <p:ext uri="{BB962C8B-B14F-4D97-AF65-F5344CB8AC3E}">
        <p14:creationId xmlns:p14="http://schemas.microsoft.com/office/powerpoint/2010/main" val="10068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Equalizada em cabo da vida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8" y="2019300"/>
            <a:ext cx="9781042" cy="3960233"/>
          </a:xfrm>
        </p:spPr>
      </p:pic>
    </p:spTree>
    <p:extLst>
      <p:ext uri="{BB962C8B-B14F-4D97-AF65-F5344CB8AC3E}">
        <p14:creationId xmlns:p14="http://schemas.microsoft.com/office/powerpoint/2010/main" val="370418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28600"/>
            <a:ext cx="10706100" cy="6057900"/>
          </a:xfrm>
        </p:spPr>
      </p:pic>
    </p:spTree>
    <p:extLst>
      <p:ext uri="{BB962C8B-B14F-4D97-AF65-F5344CB8AC3E}">
        <p14:creationId xmlns:p14="http://schemas.microsoft.com/office/powerpoint/2010/main" val="3980624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Descensor ATC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1" y="1812131"/>
            <a:ext cx="3390900" cy="2143125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038" y="3576637"/>
            <a:ext cx="3179762" cy="286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2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Descensor industrial (ID)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1803400"/>
            <a:ext cx="7696200" cy="4749799"/>
          </a:xfrm>
        </p:spPr>
      </p:pic>
    </p:spTree>
    <p:extLst>
      <p:ext uri="{BB962C8B-B14F-4D97-AF65-F5344CB8AC3E}">
        <p14:creationId xmlns:p14="http://schemas.microsoft.com/office/powerpoint/2010/main" val="55000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Ascensor de punho (</a:t>
            </a:r>
            <a:r>
              <a:rPr lang="pt-BR" dirty="0" err="1" smtClean="0"/>
              <a:t>Jumar</a:t>
            </a:r>
            <a:r>
              <a:rPr lang="pt-BR" dirty="0" smtClean="0"/>
              <a:t>)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2082800"/>
            <a:ext cx="6667500" cy="4140200"/>
          </a:xfrm>
        </p:spPr>
      </p:pic>
    </p:spTree>
    <p:extLst>
      <p:ext uri="{BB962C8B-B14F-4D97-AF65-F5344CB8AC3E}">
        <p14:creationId xmlns:p14="http://schemas.microsoft.com/office/powerpoint/2010/main" val="88621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Placa de multiplicação de força e ancoragens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" y="1550988"/>
            <a:ext cx="11899900" cy="5167312"/>
          </a:xfrm>
        </p:spPr>
      </p:pic>
    </p:spTree>
    <p:extLst>
      <p:ext uri="{BB962C8B-B14F-4D97-AF65-F5344CB8AC3E}">
        <p14:creationId xmlns:p14="http://schemas.microsoft.com/office/powerpoint/2010/main" val="176683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 smtClean="0"/>
              <a:t>Polia simples fixa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2032001"/>
            <a:ext cx="5930899" cy="3040856"/>
          </a:xfrm>
        </p:spPr>
      </p:pic>
    </p:spTree>
    <p:extLst>
      <p:ext uri="{BB962C8B-B14F-4D97-AF65-F5344CB8AC3E}">
        <p14:creationId xmlns:p14="http://schemas.microsoft.com/office/powerpoint/2010/main" val="275961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Polia simples Móvel ou aberta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0" y="1854200"/>
            <a:ext cx="3695700" cy="4051300"/>
          </a:xfrm>
        </p:spPr>
      </p:pic>
    </p:spTree>
    <p:extLst>
      <p:ext uri="{BB962C8B-B14F-4D97-AF65-F5344CB8AC3E}">
        <p14:creationId xmlns:p14="http://schemas.microsoft.com/office/powerpoint/2010/main" val="267164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Polia Dupla móvel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916" y="2590800"/>
            <a:ext cx="5376684" cy="2870200"/>
          </a:xfrm>
        </p:spPr>
      </p:pic>
    </p:spTree>
    <p:extLst>
      <p:ext uri="{BB962C8B-B14F-4D97-AF65-F5344CB8AC3E}">
        <p14:creationId xmlns:p14="http://schemas.microsoft.com/office/powerpoint/2010/main" val="368973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Vantagem mecânica 1:1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974850"/>
            <a:ext cx="10350500" cy="3925887"/>
          </a:xfrm>
        </p:spPr>
      </p:pic>
    </p:spTree>
    <p:extLst>
      <p:ext uri="{BB962C8B-B14F-4D97-AF65-F5344CB8AC3E}">
        <p14:creationId xmlns:p14="http://schemas.microsoft.com/office/powerpoint/2010/main" val="429166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Vantagens 3:1 estendido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868884"/>
            <a:ext cx="3352800" cy="3566716"/>
          </a:xfr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24" y="1649648"/>
            <a:ext cx="3324375" cy="454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3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Vantagem 4:1 estendido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038865"/>
            <a:ext cx="5194555" cy="4001058"/>
          </a:xfrm>
        </p:spPr>
      </p:pic>
    </p:spTree>
    <p:extLst>
      <p:ext uri="{BB962C8B-B14F-4D97-AF65-F5344CB8AC3E}">
        <p14:creationId xmlns:p14="http://schemas.microsoft.com/office/powerpoint/2010/main" val="71075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 3:1 com vantagens estendido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471" y="1825625"/>
            <a:ext cx="6549058" cy="4351338"/>
          </a:xfrm>
        </p:spPr>
      </p:pic>
    </p:spTree>
    <p:extLst>
      <p:ext uri="{BB962C8B-B14F-4D97-AF65-F5344CB8AC3E}">
        <p14:creationId xmlns:p14="http://schemas.microsoft.com/office/powerpoint/2010/main" val="349358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 com SKED sistema reduzido 3:1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1825625"/>
            <a:ext cx="8775700" cy="4351338"/>
          </a:xfrm>
        </p:spPr>
      </p:pic>
    </p:spTree>
    <p:extLst>
      <p:ext uri="{BB962C8B-B14F-4D97-AF65-F5344CB8AC3E}">
        <p14:creationId xmlns:p14="http://schemas.microsoft.com/office/powerpoint/2010/main" val="117406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365124"/>
            <a:ext cx="11341100" cy="6099175"/>
          </a:xfrm>
        </p:spPr>
      </p:pic>
    </p:spTree>
    <p:extLst>
      <p:ext uri="{BB962C8B-B14F-4D97-AF65-F5344CB8AC3E}">
        <p14:creationId xmlns:p14="http://schemas.microsoft.com/office/powerpoint/2010/main" val="783516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65126"/>
            <a:ext cx="11239500" cy="5984350"/>
          </a:xfrm>
        </p:spPr>
      </p:pic>
    </p:spTree>
    <p:extLst>
      <p:ext uri="{BB962C8B-B14F-4D97-AF65-F5344CB8AC3E}">
        <p14:creationId xmlns:p14="http://schemas.microsoft.com/office/powerpoint/2010/main" val="1606476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RTV(Resgate </a:t>
            </a:r>
            <a:r>
              <a:rPr lang="pt-BR" dirty="0"/>
              <a:t>T</a:t>
            </a:r>
            <a:r>
              <a:rPr lang="pt-BR" dirty="0" smtClean="0"/>
              <a:t>écnico </a:t>
            </a:r>
            <a:r>
              <a:rPr lang="pt-BR" dirty="0"/>
              <a:t>V</a:t>
            </a:r>
            <a:r>
              <a:rPr lang="pt-BR" dirty="0" smtClean="0"/>
              <a:t>ertical)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vantagens mecânica estendido.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7377"/>
            <a:ext cx="10515600" cy="4087833"/>
          </a:xfrm>
        </p:spPr>
      </p:pic>
    </p:spTree>
    <p:extLst>
      <p:ext uri="{BB962C8B-B14F-4D97-AF65-F5344CB8AC3E}">
        <p14:creationId xmlns:p14="http://schemas.microsoft.com/office/powerpoint/2010/main" val="392849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8900"/>
            <a:ext cx="12039600" cy="6565900"/>
          </a:xfrm>
        </p:spPr>
      </p:pic>
    </p:spTree>
    <p:extLst>
      <p:ext uri="{BB962C8B-B14F-4D97-AF65-F5344CB8AC3E}">
        <p14:creationId xmlns:p14="http://schemas.microsoft.com/office/powerpoint/2010/main" val="4129081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105</Words>
  <Application>Microsoft Office PowerPoint</Application>
  <PresentationFormat>Widescreen</PresentationFormat>
  <Paragraphs>33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do Office</vt:lpstr>
      <vt:lpstr>Apresentação do PowerPoint</vt:lpstr>
      <vt:lpstr>Cuidados com o Cabo</vt:lpstr>
      <vt:lpstr>Apresentação do PowerPoint</vt:lpstr>
      <vt:lpstr>Oito Duplo</vt:lpstr>
      <vt:lpstr>Apresentação do PowerPoint</vt:lpstr>
      <vt:lpstr>Nó Azelha</vt:lpstr>
      <vt:lpstr>Apresentação do PowerPoint</vt:lpstr>
      <vt:lpstr>Apresentação do PowerPoint</vt:lpstr>
      <vt:lpstr>Volta do Ribeira</vt:lpstr>
      <vt:lpstr>Apresentação do PowerPoint</vt:lpstr>
      <vt:lpstr>Nó de União</vt:lpstr>
      <vt:lpstr>Nó Direito</vt:lpstr>
      <vt:lpstr>Pescador Simples</vt:lpstr>
      <vt:lpstr>Pescador Duplo</vt:lpstr>
      <vt:lpstr>Nó Blocante.</vt:lpstr>
      <vt:lpstr>Tiblok</vt:lpstr>
      <vt:lpstr>Apresentação do PowerPoint</vt:lpstr>
      <vt:lpstr>Apresentação do PowerPoint</vt:lpstr>
      <vt:lpstr>Apresentação do PowerPoint</vt:lpstr>
      <vt:lpstr>Equalizada em cabo da vida</vt:lpstr>
      <vt:lpstr>Equalizada em cabo da vida</vt:lpstr>
      <vt:lpstr>Apresentação do PowerPoint</vt:lpstr>
      <vt:lpstr>Descensor ATC</vt:lpstr>
      <vt:lpstr>Descensor industrial (ID)</vt:lpstr>
      <vt:lpstr>Ascensor de punho (Jumar)</vt:lpstr>
      <vt:lpstr>Placa de multiplicação de força e ancoragens</vt:lpstr>
      <vt:lpstr>Polia simples fixa</vt:lpstr>
      <vt:lpstr>Polia simples Móvel ou aberta</vt:lpstr>
      <vt:lpstr>Polia Dupla móvel</vt:lpstr>
      <vt:lpstr>Vantagem mecânica 1:1 </vt:lpstr>
      <vt:lpstr>Vantagens 3:1 estendido</vt:lpstr>
      <vt:lpstr>Vantagem 4:1 estendido</vt:lpstr>
      <vt:lpstr>Vantagens 3:1 com vantagens estendido </vt:lpstr>
      <vt:lpstr>Operações com SKED sistema reduzido 3:1</vt:lpstr>
      <vt:lpstr>Apresentação do PowerPoint</vt:lpstr>
      <vt:lpstr>Apresentação do PowerPoint</vt:lpstr>
      <vt:lpstr>RTV(Resgate Técnico Vertical) vantagens mecânica estendido.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</dc:creator>
  <cp:lastModifiedBy>Rodrigo</cp:lastModifiedBy>
  <cp:revision>12</cp:revision>
  <cp:lastPrinted>2018-05-25T14:20:42Z</cp:lastPrinted>
  <dcterms:created xsi:type="dcterms:W3CDTF">2016-01-26T13:12:06Z</dcterms:created>
  <dcterms:modified xsi:type="dcterms:W3CDTF">2018-05-25T14:22:37Z</dcterms:modified>
</cp:coreProperties>
</file>