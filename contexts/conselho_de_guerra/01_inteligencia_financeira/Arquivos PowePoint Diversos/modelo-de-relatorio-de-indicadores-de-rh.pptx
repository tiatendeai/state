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tiff" ContentType="image/tiff"/>
  <Default Extension="rels" ContentType="application/vnd.openxmlformats-package.relationships+xml"/>
  <Default Extension="xlsx" ContentType="application/vnd.openxmlformats-officedocument.spreadsheetml.sheet"/>
  <Default Extension="xlsm" ContentType="application/vnd.ms-excel.sheet.macroEnabled.12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5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6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7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11.xml" ContentType="application/vnd.openxmlformats-officedocument.presentationml.notesSlide+xml"/>
  <Override PartName="/ppt/charts/chart8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9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12.xml" ContentType="application/vnd.openxmlformats-officedocument.presentationml.notesSlide+xml"/>
  <Override PartName="/ppt/charts/chart10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13.xml" ContentType="application/vnd.openxmlformats-officedocument.presentationml.notesSlide+xml"/>
  <Override PartName="/ppt/charts/chart11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notesSlides/notesSlide14.xml" ContentType="application/vnd.openxmlformats-officedocument.presentationml.notesSlide+xml"/>
  <Override PartName="/ppt/charts/chart12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3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notesSlides/notesSlide15.xml" ContentType="application/vnd.openxmlformats-officedocument.presentationml.notesSlide+xml"/>
  <Override PartName="/ppt/charts/chart14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notesSlides/notesSlide16.xml" ContentType="application/vnd.openxmlformats-officedocument.presentationml.notesSlide+xml"/>
  <Override PartName="/ppt/charts/chart15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notesSlides/notesSlide17.xml" ContentType="application/vnd.openxmlformats-officedocument.presentationml.notesSlide+xml"/>
  <Override PartName="/ppt/charts/chart16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7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8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notesSlides/notesSlide18.xml" ContentType="application/vnd.openxmlformats-officedocument.presentationml.notesSlide+xml"/>
  <Override PartName="/ppt/charts/chart19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notesSlides/notesSlide19.xml" ContentType="application/vnd.openxmlformats-officedocument.presentationml.notesSlide+xml"/>
  <Override PartName="/ppt/charts/chart20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notesSlides/notesSlide20.xml" ContentType="application/vnd.openxmlformats-officedocument.presentationml.notesSlide+xml"/>
  <Override PartName="/ppt/charts/chart21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notesSlides/notesSlide21.xml" ContentType="application/vnd.openxmlformats-officedocument.presentationml.notesSlide+xml"/>
  <Override PartName="/ppt/charts/chart22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notesSlides/notesSlide22.xml" ContentType="application/vnd.openxmlformats-officedocument.presentationml.notesSlide+xml"/>
  <Override PartName="/ppt/charts/chart23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notesSlides/notesSlide23.xml" ContentType="application/vnd.openxmlformats-officedocument.presentationml.notesSlide+xml"/>
  <Override PartName="/ppt/charts/chart24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599" r:id="rId2"/>
    <p:sldId id="601" r:id="rId3"/>
    <p:sldId id="613" r:id="rId4"/>
    <p:sldId id="602" r:id="rId5"/>
    <p:sldId id="603" r:id="rId6"/>
    <p:sldId id="614" r:id="rId7"/>
    <p:sldId id="607" r:id="rId8"/>
    <p:sldId id="615" r:id="rId9"/>
    <p:sldId id="609" r:id="rId10"/>
    <p:sldId id="610" r:id="rId11"/>
    <p:sldId id="619" r:id="rId12"/>
    <p:sldId id="620" r:id="rId13"/>
    <p:sldId id="653" r:id="rId14"/>
    <p:sldId id="621" r:id="rId15"/>
    <p:sldId id="622" r:id="rId16"/>
    <p:sldId id="654" r:id="rId17"/>
    <p:sldId id="623" r:id="rId18"/>
    <p:sldId id="624" r:id="rId19"/>
    <p:sldId id="625" r:id="rId20"/>
    <p:sldId id="626" r:id="rId21"/>
    <p:sldId id="627" r:id="rId22"/>
    <p:sldId id="628" r:id="rId23"/>
    <p:sldId id="629" r:id="rId24"/>
    <p:sldId id="630" r:id="rId25"/>
    <p:sldId id="631" r:id="rId26"/>
    <p:sldId id="632" r:id="rId27"/>
    <p:sldId id="633" r:id="rId28"/>
    <p:sldId id="634" r:id="rId29"/>
    <p:sldId id="635" r:id="rId30"/>
    <p:sldId id="636" r:id="rId31"/>
    <p:sldId id="637" r:id="rId32"/>
    <p:sldId id="638" r:id="rId33"/>
    <p:sldId id="639" r:id="rId34"/>
    <p:sldId id="640" r:id="rId35"/>
    <p:sldId id="641" r:id="rId36"/>
    <p:sldId id="642" r:id="rId37"/>
    <p:sldId id="643" r:id="rId38"/>
    <p:sldId id="644" r:id="rId39"/>
    <p:sldId id="645" r:id="rId40"/>
    <p:sldId id="646" r:id="rId41"/>
    <p:sldId id="647" r:id="rId42"/>
    <p:sldId id="648" r:id="rId43"/>
    <p:sldId id="649" r:id="rId44"/>
    <p:sldId id="616" r:id="rId45"/>
    <p:sldId id="611" r:id="rId46"/>
    <p:sldId id="652" r:id="rId47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Open Sans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Open Sans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Open Sans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Open Sans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Open Sans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Open Sans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Open Sans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Open Sans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Open Sans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A38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254" autoAdjust="0"/>
    <p:restoredTop sz="87431" autoAdjust="0"/>
  </p:normalViewPr>
  <p:slideViewPr>
    <p:cSldViewPr snapToGrid="0">
      <p:cViewPr>
        <p:scale>
          <a:sx n="110" d="100"/>
          <a:sy n="110" d="100"/>
        </p:scale>
        <p:origin x="312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lanilha_Habilitada_para_Macros_do_Microsoft_Excel1.xlsm"/></Relationships>
</file>

<file path=ppt/charts/_rels/chart2.xml.rels><?xml version="1.0" encoding="UTF-8" standalone="yes"?>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Planilha_do_Microsoft_Excel2.xlsx"/></Relationships>
</file>

<file path=ppt/charts/_rels/chart3.xml.rels><?xml version="1.0" encoding="UTF-8" standalone="yes"?>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Planilha_do_Microsoft_Excel3.xlsx"/></Relationships>
</file>

<file path=ppt/charts/_rels/chart4.xml.rels><?xml version="1.0" encoding="UTF-8" standalone="yes"?>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Planilha_do_Microsoft_Excel4.xlsx"/></Relationships>
</file>

<file path=ppt/charts/_rels/chart5.xml.rels><?xml version="1.0" encoding="UTF-8" standalone="yes"?>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Planilha_do_Microsoft_Excel5.xlsx"/></Relationships>
</file>

<file path=ppt/charts/_rels/chart6.xml.rels><?xml version="1.0" encoding="UTF-8" standalone="yes"?>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Planilha_do_Microsoft_Excel6.xlsx"/></Relationships>
</file>

<file path=ppt/charts/_rels/chart7.xml.rels><?xml version="1.0" encoding="UTF-8" standalone="yes"?>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Planilha_do_Microsoft_Excel7.xlsx"/></Relationships>
</file>

<file path=ppt/charts/_rels/chart8.xml.rels><?xml version="1.0" encoding="UTF-8" standalone="yes"?>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package" Target="../embeddings/Planilha_do_Microsoft_Excel8.xlsx"/></Relationships>
</file>

<file path=ppt/charts/_rels/chart9.xml.rels><?xml version="1.0" encoding="UTF-8" standalone="yes"?>
<Relationships xmlns="http://schemas.openxmlformats.org/package/2006/relationships"><Relationship Id="rId1" Type="http://schemas.microsoft.com/office/2011/relationships/chartStyle" Target="style8.xml"/><Relationship Id="rId2" Type="http://schemas.microsoft.com/office/2011/relationships/chartColorStyle" Target="colors8.xml"/><Relationship Id="rId3" Type="http://schemas.openxmlformats.org/officeDocument/2006/relationships/package" Target="../embeddings/Planilha_do_Microsoft_Excel9.xlsx"/></Relationships>
</file>

<file path=ppt/charts/_rels/chart10.xml.rels><?xml version="1.0" encoding="UTF-8" standalone="yes"?>
<Relationships xmlns="http://schemas.openxmlformats.org/package/2006/relationships"><Relationship Id="rId1" Type="http://schemas.microsoft.com/office/2011/relationships/chartStyle" Target="style9.xml"/><Relationship Id="rId2" Type="http://schemas.microsoft.com/office/2011/relationships/chartColorStyle" Target="colors9.xml"/><Relationship Id="rId3" Type="http://schemas.openxmlformats.org/officeDocument/2006/relationships/package" Target="../embeddings/Planilha_do_Microsoft_Excel10.xlsx"/></Relationships>
</file>

<file path=ppt/charts/_rels/chart11.xml.rels><?xml version="1.0" encoding="UTF-8" standalone="yes"?>
<Relationships xmlns="http://schemas.openxmlformats.org/package/2006/relationships"><Relationship Id="rId1" Type="http://schemas.microsoft.com/office/2011/relationships/chartStyle" Target="style10.xml"/><Relationship Id="rId2" Type="http://schemas.microsoft.com/office/2011/relationships/chartColorStyle" Target="colors10.xml"/><Relationship Id="rId3" Type="http://schemas.openxmlformats.org/officeDocument/2006/relationships/package" Target="../embeddings/Planilha_do_Microsoft_Excel11.xlsx"/></Relationships>
</file>

<file path=ppt/charts/_rels/chart12.xml.rels><?xml version="1.0" encoding="UTF-8" standalone="yes"?>
<Relationships xmlns="http://schemas.openxmlformats.org/package/2006/relationships"><Relationship Id="rId1" Type="http://schemas.microsoft.com/office/2011/relationships/chartStyle" Target="style11.xml"/><Relationship Id="rId2" Type="http://schemas.microsoft.com/office/2011/relationships/chartColorStyle" Target="colors11.xml"/><Relationship Id="rId3" Type="http://schemas.openxmlformats.org/officeDocument/2006/relationships/package" Target="../embeddings/Planilha_do_Microsoft_Excel12.xlsx"/></Relationships>
</file>

<file path=ppt/charts/_rels/chart13.xml.rels><?xml version="1.0" encoding="UTF-8" standalone="yes"?>
<Relationships xmlns="http://schemas.openxmlformats.org/package/2006/relationships"><Relationship Id="rId1" Type="http://schemas.microsoft.com/office/2011/relationships/chartStyle" Target="style12.xml"/><Relationship Id="rId2" Type="http://schemas.microsoft.com/office/2011/relationships/chartColorStyle" Target="colors12.xml"/><Relationship Id="rId3" Type="http://schemas.openxmlformats.org/officeDocument/2006/relationships/package" Target="../embeddings/Planilha_do_Microsoft_Excel13.xlsx"/></Relationships>
</file>

<file path=ppt/charts/_rels/chart14.xml.rels><?xml version="1.0" encoding="UTF-8" standalone="yes"?>
<Relationships xmlns="http://schemas.openxmlformats.org/package/2006/relationships"><Relationship Id="rId1" Type="http://schemas.microsoft.com/office/2011/relationships/chartStyle" Target="style13.xml"/><Relationship Id="rId2" Type="http://schemas.microsoft.com/office/2011/relationships/chartColorStyle" Target="colors13.xml"/><Relationship Id="rId3" Type="http://schemas.openxmlformats.org/officeDocument/2006/relationships/package" Target="../embeddings/Planilha_do_Microsoft_Excel14.xlsx"/></Relationships>
</file>

<file path=ppt/charts/_rels/chart15.xml.rels><?xml version="1.0" encoding="UTF-8" standalone="yes"?>
<Relationships xmlns="http://schemas.openxmlformats.org/package/2006/relationships"><Relationship Id="rId1" Type="http://schemas.microsoft.com/office/2011/relationships/chartStyle" Target="style14.xml"/><Relationship Id="rId2" Type="http://schemas.microsoft.com/office/2011/relationships/chartColorStyle" Target="colors14.xml"/><Relationship Id="rId3" Type="http://schemas.openxmlformats.org/officeDocument/2006/relationships/package" Target="../embeddings/Planilha_do_Microsoft_Excel15.xlsx"/></Relationships>
</file>

<file path=ppt/charts/_rels/chart16.xml.rels><?xml version="1.0" encoding="UTF-8" standalone="yes"?>
<Relationships xmlns="http://schemas.openxmlformats.org/package/2006/relationships"><Relationship Id="rId1" Type="http://schemas.microsoft.com/office/2011/relationships/chartStyle" Target="style15.xml"/><Relationship Id="rId2" Type="http://schemas.microsoft.com/office/2011/relationships/chartColorStyle" Target="colors15.xml"/><Relationship Id="rId3" Type="http://schemas.openxmlformats.org/officeDocument/2006/relationships/package" Target="../embeddings/Planilha_do_Microsoft_Excel16.xlsx"/></Relationships>
</file>

<file path=ppt/charts/_rels/chart17.xml.rels><?xml version="1.0" encoding="UTF-8" standalone="yes"?>
<Relationships xmlns="http://schemas.openxmlformats.org/package/2006/relationships"><Relationship Id="rId1" Type="http://schemas.microsoft.com/office/2011/relationships/chartStyle" Target="style16.xml"/><Relationship Id="rId2" Type="http://schemas.microsoft.com/office/2011/relationships/chartColorStyle" Target="colors16.xml"/><Relationship Id="rId3" Type="http://schemas.openxmlformats.org/officeDocument/2006/relationships/package" Target="../embeddings/Planilha_do_Microsoft_Excel17.xlsx"/></Relationships>
</file>

<file path=ppt/charts/_rels/chart18.xml.rels><?xml version="1.0" encoding="UTF-8" standalone="yes"?>
<Relationships xmlns="http://schemas.openxmlformats.org/package/2006/relationships"><Relationship Id="rId1" Type="http://schemas.microsoft.com/office/2011/relationships/chartStyle" Target="style17.xml"/><Relationship Id="rId2" Type="http://schemas.microsoft.com/office/2011/relationships/chartColorStyle" Target="colors17.xml"/><Relationship Id="rId3" Type="http://schemas.openxmlformats.org/officeDocument/2006/relationships/package" Target="../embeddings/Planilha_do_Microsoft_Excel18.xlsx"/></Relationships>
</file>

<file path=ppt/charts/_rels/chart19.xml.rels><?xml version="1.0" encoding="UTF-8" standalone="yes"?>
<Relationships xmlns="http://schemas.openxmlformats.org/package/2006/relationships"><Relationship Id="rId1" Type="http://schemas.microsoft.com/office/2011/relationships/chartStyle" Target="style18.xml"/><Relationship Id="rId2" Type="http://schemas.microsoft.com/office/2011/relationships/chartColorStyle" Target="colors18.xml"/><Relationship Id="rId3" Type="http://schemas.openxmlformats.org/officeDocument/2006/relationships/package" Target="../embeddings/Planilha_do_Microsoft_Excel19.xlsx"/></Relationships>
</file>

<file path=ppt/charts/_rels/chart20.xml.rels><?xml version="1.0" encoding="UTF-8" standalone="yes"?>
<Relationships xmlns="http://schemas.openxmlformats.org/package/2006/relationships"><Relationship Id="rId1" Type="http://schemas.microsoft.com/office/2011/relationships/chartStyle" Target="style19.xml"/><Relationship Id="rId2" Type="http://schemas.microsoft.com/office/2011/relationships/chartColorStyle" Target="colors19.xml"/><Relationship Id="rId3" Type="http://schemas.openxmlformats.org/officeDocument/2006/relationships/package" Target="../embeddings/Planilha_do_Microsoft_Excel20.xlsx"/></Relationships>
</file>

<file path=ppt/charts/_rels/chart21.xml.rels><?xml version="1.0" encoding="UTF-8" standalone="yes"?>
<Relationships xmlns="http://schemas.openxmlformats.org/package/2006/relationships"><Relationship Id="rId1" Type="http://schemas.microsoft.com/office/2011/relationships/chartStyle" Target="style20.xml"/><Relationship Id="rId2" Type="http://schemas.microsoft.com/office/2011/relationships/chartColorStyle" Target="colors20.xml"/><Relationship Id="rId3" Type="http://schemas.openxmlformats.org/officeDocument/2006/relationships/package" Target="../embeddings/Planilha_do_Microsoft_Excel21.xlsx"/></Relationships>
</file>

<file path=ppt/charts/_rels/chart22.xml.rels><?xml version="1.0" encoding="UTF-8" standalone="yes"?>
<Relationships xmlns="http://schemas.openxmlformats.org/package/2006/relationships"><Relationship Id="rId1" Type="http://schemas.microsoft.com/office/2011/relationships/chartStyle" Target="style21.xml"/><Relationship Id="rId2" Type="http://schemas.microsoft.com/office/2011/relationships/chartColorStyle" Target="colors21.xml"/><Relationship Id="rId3" Type="http://schemas.openxmlformats.org/officeDocument/2006/relationships/package" Target="../embeddings/Planilha_do_Microsoft_Excel22.xlsx"/></Relationships>
</file>

<file path=ppt/charts/_rels/chart23.xml.rels><?xml version="1.0" encoding="UTF-8" standalone="yes"?>
<Relationships xmlns="http://schemas.openxmlformats.org/package/2006/relationships"><Relationship Id="rId1" Type="http://schemas.microsoft.com/office/2011/relationships/chartStyle" Target="style22.xml"/><Relationship Id="rId2" Type="http://schemas.microsoft.com/office/2011/relationships/chartColorStyle" Target="colors22.xml"/><Relationship Id="rId3" Type="http://schemas.openxmlformats.org/officeDocument/2006/relationships/package" Target="../embeddings/Planilha_do_Microsoft_Excel23.xlsx"/></Relationships>
</file>

<file path=ppt/charts/_rels/chart24.xml.rels><?xml version="1.0" encoding="UTF-8" standalone="yes"?>
<Relationships xmlns="http://schemas.openxmlformats.org/package/2006/relationships"><Relationship Id="rId1" Type="http://schemas.microsoft.com/office/2011/relationships/chartStyle" Target="style23.xml"/><Relationship Id="rId2" Type="http://schemas.microsoft.com/office/2011/relationships/chartColorStyle" Target="colors23.xml"/><Relationship Id="rId3" Type="http://schemas.openxmlformats.org/officeDocument/2006/relationships/package" Target="../embeddings/Planilha_do_Microsoft_Excel2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C0392B"/>
            </a:solidFill>
            <a:ln w="25352">
              <a:noFill/>
            </a:ln>
          </c:spPr>
          <c:explosion val="14"/>
          <c:dPt>
            <c:idx val="0"/>
            <c:bubble3D val="0"/>
            <c:spPr>
              <a:solidFill>
                <a:srgbClr val="15A185"/>
              </a:solidFill>
              <a:ln w="25352">
                <a:noFill/>
              </a:ln>
            </c:spPr>
          </c:dPt>
          <c:dPt>
            <c:idx val="1"/>
            <c:bubble3D val="0"/>
          </c:dPt>
          <c:dPt>
            <c:idx val="2"/>
            <c:bubble3D val="0"/>
            <c:spPr>
              <a:solidFill>
                <a:srgbClr val="F49D15"/>
              </a:solidFill>
              <a:ln w="25352">
                <a:noFill/>
              </a:ln>
            </c:spPr>
          </c:dPt>
          <c:dPt>
            <c:idx val="3"/>
            <c:bubble3D val="0"/>
            <c:spPr>
              <a:solidFill>
                <a:srgbClr val="297F9D"/>
              </a:solidFill>
              <a:ln w="25352">
                <a:noFill/>
              </a:ln>
            </c:spPr>
          </c:dPt>
          <c:dLbls>
            <c:spPr>
              <a:noFill/>
              <a:ln w="25352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97" b="1" i="0" u="none" strike="noStrike" kern="1200" baseline="0">
                    <a:solidFill>
                      <a:schemeClr val="bg2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1st Qtr</c:v>
                </c:pt>
                <c:pt idx="3">
                  <c:v>2nd Qtr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0.1</c:v>
                </c:pt>
                <c:pt idx="1">
                  <c:v>0.3</c:v>
                </c:pt>
                <c:pt idx="2">
                  <c:v>0.4</c:v>
                </c:pt>
                <c:pt idx="3">
                  <c:v>0.2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155"/>
        <c:holeSize val="25"/>
      </c:doughnutChart>
      <c:spPr>
        <a:noFill/>
        <a:ln w="25352"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397" b="1">
          <a:solidFill>
            <a:schemeClr val="bg2"/>
          </a:solidFill>
        </a:defRPr>
      </a:pPr>
      <a:endParaRPr lang="pt-BR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0894613688143104"/>
          <c:y val="0.0769591364944125"/>
          <c:w val="0.891931427260912"/>
          <c:h val="0.67577607031629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Previsto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>
              <a:outerShdw dist="35921" sx="1000" sy="1000" algn="br">
                <a:srgbClr val="000000"/>
              </a:outerShdw>
            </a:effectLst>
          </c:spPr>
          <c:invertIfNegative val="0"/>
          <c:cat>
            <c:strRef>
              <c:f>Sheet1!$A$2:$A$13</c:f>
              <c:strCache>
                <c:ptCount val="12"/>
                <c:pt idx="0">
                  <c:v>Janeiro</c:v>
                </c:pt>
                <c:pt idx="1">
                  <c:v>Fevereiro</c:v>
                </c:pt>
                <c:pt idx="2">
                  <c:v>Março</c:v>
                </c:pt>
                <c:pt idx="3">
                  <c:v>Abril</c:v>
                </c:pt>
                <c:pt idx="4">
                  <c:v>Maio</c:v>
                </c:pt>
                <c:pt idx="5">
                  <c:v>Junho</c:v>
                </c:pt>
                <c:pt idx="6">
                  <c:v>Julho</c:v>
                </c:pt>
                <c:pt idx="7">
                  <c:v>Agosto</c:v>
                </c:pt>
                <c:pt idx="8">
                  <c:v>Setembro</c:v>
                </c:pt>
                <c:pt idx="9">
                  <c:v>Outubro</c:v>
                </c:pt>
                <c:pt idx="10">
                  <c:v>Novembro</c:v>
                </c:pt>
                <c:pt idx="11">
                  <c:v>Dezembro</c:v>
                </c:pt>
              </c:strCache>
            </c:strRef>
          </c:cat>
          <c:val>
            <c:numRef>
              <c:f>Sheet1!$B$2:$B$13</c:f>
              <c:numCache>
                <c:formatCode>_-"R$"* #,##0_-;\-"R$"* #,##0_-;_-"R$"* "-"??_-;_-@_-</c:formatCode>
                <c:ptCount val="12"/>
                <c:pt idx="0">
                  <c:v>100000.0</c:v>
                </c:pt>
                <c:pt idx="1">
                  <c:v>70000.0</c:v>
                </c:pt>
                <c:pt idx="2">
                  <c:v>65000.0</c:v>
                </c:pt>
                <c:pt idx="3">
                  <c:v>100000.0</c:v>
                </c:pt>
                <c:pt idx="4">
                  <c:v>70000.0</c:v>
                </c:pt>
                <c:pt idx="5">
                  <c:v>65000.0</c:v>
                </c:pt>
                <c:pt idx="6">
                  <c:v>100000.0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Realizado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>
              <a:outerShdw dist="35921" sx="1000" sy="1000" algn="br">
                <a:srgbClr val="000000"/>
              </a:outerShdw>
            </a:effectLst>
          </c:spPr>
          <c:invertIfNegative val="0"/>
          <c:cat>
            <c:strRef>
              <c:f>Sheet1!$A$2:$A$13</c:f>
              <c:strCache>
                <c:ptCount val="12"/>
                <c:pt idx="0">
                  <c:v>Janeiro</c:v>
                </c:pt>
                <c:pt idx="1">
                  <c:v>Fevereiro</c:v>
                </c:pt>
                <c:pt idx="2">
                  <c:v>Março</c:v>
                </c:pt>
                <c:pt idx="3">
                  <c:v>Abril</c:v>
                </c:pt>
                <c:pt idx="4">
                  <c:v>Maio</c:v>
                </c:pt>
                <c:pt idx="5">
                  <c:v>Junho</c:v>
                </c:pt>
                <c:pt idx="6">
                  <c:v>Julho</c:v>
                </c:pt>
                <c:pt idx="7">
                  <c:v>Agosto</c:v>
                </c:pt>
                <c:pt idx="8">
                  <c:v>Setembro</c:v>
                </c:pt>
                <c:pt idx="9">
                  <c:v>Outubro</c:v>
                </c:pt>
                <c:pt idx="10">
                  <c:v>Novembro</c:v>
                </c:pt>
                <c:pt idx="11">
                  <c:v>Dezembro</c:v>
                </c:pt>
              </c:strCache>
            </c:strRef>
          </c:cat>
          <c:val>
            <c:numRef>
              <c:f>Sheet1!$C$2:$C$13</c:f>
              <c:numCache>
                <c:formatCode>_-"R$"* #,##0_-;\-"R$"* #,##0_-;_-"R$"* "-"??_-;_-@_-</c:formatCode>
                <c:ptCount val="12"/>
                <c:pt idx="0">
                  <c:v>80000.0</c:v>
                </c:pt>
                <c:pt idx="1">
                  <c:v>75000.0</c:v>
                </c:pt>
                <c:pt idx="2">
                  <c:v>80000.0</c:v>
                </c:pt>
                <c:pt idx="3">
                  <c:v>80000.0</c:v>
                </c:pt>
                <c:pt idx="4">
                  <c:v>75000.0</c:v>
                </c:pt>
                <c:pt idx="5">
                  <c:v>80000.0</c:v>
                </c:pt>
                <c:pt idx="6">
                  <c:v>80000.0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112812080"/>
        <c:axId val="-2110350560"/>
      </c:barChart>
      <c:catAx>
        <c:axId val="-21128120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654" cap="flat" cmpd="sng" algn="ctr">
            <a:solidFill>
              <a:srgbClr val="FFFFFF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3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-2110350560"/>
        <c:crosses val="autoZero"/>
        <c:auto val="1"/>
        <c:lblAlgn val="ctr"/>
        <c:lblOffset val="100"/>
        <c:noMultiLvlLbl val="0"/>
      </c:catAx>
      <c:valAx>
        <c:axId val="-2110350560"/>
        <c:scaling>
          <c:orientation val="minMax"/>
          <c:max val="100000.0"/>
        </c:scaling>
        <c:delete val="0"/>
        <c:axPos val="l"/>
        <c:majorGridlines>
          <c:spPr>
            <a:ln w="3163" cap="flat" cmpd="sng" algn="ctr">
              <a:solidFill>
                <a:srgbClr val="666699"/>
              </a:solidFill>
              <a:prstDash val="solid"/>
              <a:round/>
            </a:ln>
            <a:effectLst/>
          </c:spPr>
        </c:majorGridlines>
        <c:numFmt formatCode="_-&quot;R$&quot;* #,##0_-;\-&quot;R$&quot;* #,##0_-;_-&quot;R$&quot;* &quot;-&quot;??_-;_-@_-" sourceLinked="1"/>
        <c:majorTickMark val="none"/>
        <c:minorTickMark val="none"/>
        <c:tickLblPos val="nextTo"/>
        <c:spPr>
          <a:noFill/>
          <a:ln w="6327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3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-2112812080"/>
        <c:crosses val="autoZero"/>
        <c:crossBetween val="between"/>
        <c:minorUnit val="2000.0"/>
      </c:valAx>
      <c:dTable>
        <c:showHorzBorder val="1"/>
        <c:showVertBorder val="1"/>
        <c:showOutline val="1"/>
        <c:showKeys val="1"/>
        <c:spPr>
          <a:noFill/>
          <a:ln w="635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0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</c:dTable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>
          <a:solidFill>
            <a:schemeClr val="tx2"/>
          </a:solidFill>
        </a:defRPr>
      </a:pPr>
      <a:endParaRPr lang="pt-B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Janeiro</c:v>
                </c:pt>
                <c:pt idx="1">
                  <c:v>Fevereiro</c:v>
                </c:pt>
                <c:pt idx="2">
                  <c:v>Março</c:v>
                </c:pt>
                <c:pt idx="3">
                  <c:v>abril</c:v>
                </c:pt>
                <c:pt idx="4">
                  <c:v>Maio</c:v>
                </c:pt>
                <c:pt idx="5">
                  <c:v>Junho</c:v>
                </c:pt>
                <c:pt idx="6">
                  <c:v>Julho</c:v>
                </c:pt>
                <c:pt idx="7">
                  <c:v>Agosto</c:v>
                </c:pt>
                <c:pt idx="8">
                  <c:v>Setembro</c:v>
                </c:pt>
                <c:pt idx="9">
                  <c:v>Outubro</c:v>
                </c:pt>
                <c:pt idx="10">
                  <c:v>Novembro</c:v>
                </c:pt>
                <c:pt idx="11">
                  <c:v>Dezembro</c:v>
                </c:pt>
              </c:strCache>
            </c:strRef>
          </c:cat>
          <c:val>
            <c:numRef>
              <c:f>Sheet1!$B$2:$B$13</c:f>
              <c:numCache>
                <c:formatCode>_-"R$"* #,##0.00_-;\-"R$"* #,##0.00_-;_-"R$"* "-"??_-;_-@_-</c:formatCode>
                <c:ptCount val="12"/>
                <c:pt idx="0">
                  <c:v>3000.0</c:v>
                </c:pt>
                <c:pt idx="1">
                  <c:v>2900.0</c:v>
                </c:pt>
                <c:pt idx="2">
                  <c:v>4200.0</c:v>
                </c:pt>
                <c:pt idx="3">
                  <c:v>2700.0</c:v>
                </c:pt>
                <c:pt idx="4">
                  <c:v>3200.0</c:v>
                </c:pt>
                <c:pt idx="5">
                  <c:v>3100.0</c:v>
                </c:pt>
                <c:pt idx="6">
                  <c:v>4050.0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106952464"/>
        <c:axId val="-2103460576"/>
      </c:barChart>
      <c:catAx>
        <c:axId val="-21069524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654" cap="flat" cmpd="sng" algn="ctr">
            <a:solidFill>
              <a:srgbClr val="FFFFFF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3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-2103460576"/>
        <c:crosses val="autoZero"/>
        <c:auto val="1"/>
        <c:lblAlgn val="ctr"/>
        <c:lblOffset val="100"/>
        <c:noMultiLvlLbl val="0"/>
      </c:catAx>
      <c:valAx>
        <c:axId val="-2103460576"/>
        <c:scaling>
          <c:orientation val="minMax"/>
        </c:scaling>
        <c:delete val="0"/>
        <c:axPos val="l"/>
        <c:majorGridlines>
          <c:spPr>
            <a:ln w="3163" cap="flat" cmpd="sng" algn="ctr">
              <a:solidFill>
                <a:srgbClr val="666699"/>
              </a:solidFill>
              <a:prstDash val="solid"/>
              <a:round/>
            </a:ln>
            <a:effectLst/>
          </c:spPr>
        </c:majorGridlines>
        <c:numFmt formatCode="_-&quot;R$&quot;* #,##0.00_-;\-&quot;R$&quot;* #,##0.00_-;_-&quot;R$&quot;* &quot;-&quot;??_-;_-@_-" sourceLinked="1"/>
        <c:majorTickMark val="none"/>
        <c:minorTickMark val="none"/>
        <c:tickLblPos val="nextTo"/>
        <c:spPr>
          <a:noFill/>
          <a:ln w="6327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3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-210695246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>
          <a:solidFill>
            <a:schemeClr val="tx2"/>
          </a:solidFill>
        </a:defRPr>
      </a:pPr>
      <a:endParaRPr lang="pt-B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Arial Hebrew" charset="-79"/>
                    <a:ea typeface="Arial Hebrew" charset="-79"/>
                    <a:cs typeface="Arial Hebrew" charset="-79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Janeiro</c:v>
                </c:pt>
                <c:pt idx="1">
                  <c:v>Fevereiro</c:v>
                </c:pt>
                <c:pt idx="2">
                  <c:v>Março</c:v>
                </c:pt>
                <c:pt idx="3">
                  <c:v>abril</c:v>
                </c:pt>
                <c:pt idx="4">
                  <c:v>Maio</c:v>
                </c:pt>
                <c:pt idx="5">
                  <c:v>Junho</c:v>
                </c:pt>
                <c:pt idx="6">
                  <c:v>Julho</c:v>
                </c:pt>
                <c:pt idx="7">
                  <c:v>Agosto</c:v>
                </c:pt>
                <c:pt idx="8">
                  <c:v>Setembro</c:v>
                </c:pt>
                <c:pt idx="9">
                  <c:v>Outubro</c:v>
                </c:pt>
                <c:pt idx="10">
                  <c:v>Novembro</c:v>
                </c:pt>
                <c:pt idx="11">
                  <c:v>Dezembro</c:v>
                </c:pt>
              </c:strCache>
            </c:strRef>
          </c:cat>
          <c:val>
            <c:numRef>
              <c:f>Sheet1!$B$2:$B$13</c:f>
              <c:numCache>
                <c:formatCode>0%</c:formatCode>
                <c:ptCount val="12"/>
                <c:pt idx="0">
                  <c:v>0.2</c:v>
                </c:pt>
                <c:pt idx="1">
                  <c:v>0.3</c:v>
                </c:pt>
                <c:pt idx="2">
                  <c:v>0.4</c:v>
                </c:pt>
                <c:pt idx="3">
                  <c:v>0.2</c:v>
                </c:pt>
                <c:pt idx="4">
                  <c:v>0.3</c:v>
                </c:pt>
                <c:pt idx="5">
                  <c:v>0.4</c:v>
                </c:pt>
                <c:pt idx="6">
                  <c:v>0.3</c:v>
                </c:pt>
              </c:numCache>
            </c:numRef>
          </c:val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109713584"/>
        <c:axId val="-2105236000"/>
      </c:barChart>
      <c:catAx>
        <c:axId val="-21097135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654" cap="flat" cmpd="sng" algn="ctr">
            <a:solidFill>
              <a:srgbClr val="FFFFFF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3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-2105236000"/>
        <c:crosses val="autoZero"/>
        <c:auto val="1"/>
        <c:lblAlgn val="ctr"/>
        <c:lblOffset val="100"/>
        <c:noMultiLvlLbl val="0"/>
      </c:catAx>
      <c:valAx>
        <c:axId val="-2105236000"/>
        <c:scaling>
          <c:orientation val="minMax"/>
        </c:scaling>
        <c:delete val="0"/>
        <c:axPos val="l"/>
        <c:majorGridlines>
          <c:spPr>
            <a:ln w="3163" cap="flat" cmpd="sng" algn="ctr">
              <a:solidFill>
                <a:srgbClr val="666699"/>
              </a:solidFill>
              <a:prstDash val="solid"/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 w="6327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3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-210971358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>
          <a:solidFill>
            <a:schemeClr val="tx2"/>
          </a:solidFill>
        </a:defRPr>
      </a:pPr>
      <a:endParaRPr lang="pt-B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Volunário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Janeiro</c:v>
                </c:pt>
                <c:pt idx="1">
                  <c:v>Fevereiro</c:v>
                </c:pt>
                <c:pt idx="2">
                  <c:v>Março</c:v>
                </c:pt>
                <c:pt idx="3">
                  <c:v>abril</c:v>
                </c:pt>
                <c:pt idx="4">
                  <c:v>Maio</c:v>
                </c:pt>
                <c:pt idx="5">
                  <c:v>Junho</c:v>
                </c:pt>
                <c:pt idx="6">
                  <c:v>Julho</c:v>
                </c:pt>
                <c:pt idx="7">
                  <c:v>Agosto</c:v>
                </c:pt>
                <c:pt idx="8">
                  <c:v>Setembro</c:v>
                </c:pt>
                <c:pt idx="9">
                  <c:v>Outubro</c:v>
                </c:pt>
                <c:pt idx="10">
                  <c:v>Novembro</c:v>
                </c:pt>
                <c:pt idx="11">
                  <c:v>Dezembro</c:v>
                </c:pt>
              </c:strCache>
            </c:strRef>
          </c:cat>
          <c:val>
            <c:numRef>
              <c:f>Sheet1!$B$2:$B$13</c:f>
              <c:numCache>
                <c:formatCode>0%</c:formatCode>
                <c:ptCount val="12"/>
                <c:pt idx="0">
                  <c:v>0.2</c:v>
                </c:pt>
                <c:pt idx="1">
                  <c:v>0.3</c:v>
                </c:pt>
                <c:pt idx="2">
                  <c:v>0.4</c:v>
                </c:pt>
                <c:pt idx="3">
                  <c:v>0.2</c:v>
                </c:pt>
                <c:pt idx="4">
                  <c:v>0.3</c:v>
                </c:pt>
                <c:pt idx="5">
                  <c:v>0.4</c:v>
                </c:pt>
                <c:pt idx="6">
                  <c:v>0.3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Involuntário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Janeiro</c:v>
                </c:pt>
                <c:pt idx="1">
                  <c:v>Fevereiro</c:v>
                </c:pt>
                <c:pt idx="2">
                  <c:v>Março</c:v>
                </c:pt>
                <c:pt idx="3">
                  <c:v>abril</c:v>
                </c:pt>
                <c:pt idx="4">
                  <c:v>Maio</c:v>
                </c:pt>
                <c:pt idx="5">
                  <c:v>Junho</c:v>
                </c:pt>
                <c:pt idx="6">
                  <c:v>Julho</c:v>
                </c:pt>
                <c:pt idx="7">
                  <c:v>Agosto</c:v>
                </c:pt>
                <c:pt idx="8">
                  <c:v>Setembro</c:v>
                </c:pt>
                <c:pt idx="9">
                  <c:v>Outubro</c:v>
                </c:pt>
                <c:pt idx="10">
                  <c:v>Novembro</c:v>
                </c:pt>
                <c:pt idx="11">
                  <c:v>Dezembro</c:v>
                </c:pt>
              </c:strCache>
            </c:strRef>
          </c:cat>
          <c:val>
            <c:numRef>
              <c:f>Sheet1!$C$2:$C$13</c:f>
              <c:numCache>
                <c:formatCode>0%</c:formatCode>
                <c:ptCount val="12"/>
                <c:pt idx="0">
                  <c:v>0.15</c:v>
                </c:pt>
                <c:pt idx="1">
                  <c:v>0.1</c:v>
                </c:pt>
                <c:pt idx="2">
                  <c:v>0.05</c:v>
                </c:pt>
                <c:pt idx="3">
                  <c:v>0.15</c:v>
                </c:pt>
                <c:pt idx="4">
                  <c:v>0.1</c:v>
                </c:pt>
                <c:pt idx="5">
                  <c:v>0.05</c:v>
                </c:pt>
                <c:pt idx="6">
                  <c:v>0.1</c:v>
                </c:pt>
              </c:numCache>
            </c:numRef>
          </c:val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-2105221472"/>
        <c:axId val="-2104998880"/>
      </c:barChart>
      <c:catAx>
        <c:axId val="-21052214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654" cap="flat" cmpd="sng" algn="ctr">
            <a:solidFill>
              <a:srgbClr val="FFFFFF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3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-2104998880"/>
        <c:crosses val="autoZero"/>
        <c:auto val="1"/>
        <c:lblAlgn val="ctr"/>
        <c:lblOffset val="100"/>
        <c:noMultiLvlLbl val="0"/>
      </c:catAx>
      <c:valAx>
        <c:axId val="-2104998880"/>
        <c:scaling>
          <c:orientation val="minMax"/>
        </c:scaling>
        <c:delete val="0"/>
        <c:axPos val="l"/>
        <c:majorGridlines>
          <c:spPr>
            <a:ln w="3163" cap="flat" cmpd="sng" algn="ctr">
              <a:solidFill>
                <a:srgbClr val="666699"/>
              </a:solidFill>
              <a:prstDash val="solid"/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 w="6327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3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-2105221472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>
          <a:solidFill>
            <a:schemeClr val="tx2"/>
          </a:solidFill>
        </a:defRPr>
      </a:pPr>
      <a:endParaRPr lang="pt-B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Janeiro</c:v>
                </c:pt>
                <c:pt idx="1">
                  <c:v>Fevereiro</c:v>
                </c:pt>
                <c:pt idx="2">
                  <c:v>Março</c:v>
                </c:pt>
                <c:pt idx="3">
                  <c:v>abril</c:v>
                </c:pt>
                <c:pt idx="4">
                  <c:v>Maio</c:v>
                </c:pt>
                <c:pt idx="5">
                  <c:v>Junho</c:v>
                </c:pt>
                <c:pt idx="6">
                  <c:v>Julho</c:v>
                </c:pt>
                <c:pt idx="7">
                  <c:v>Agosto</c:v>
                </c:pt>
                <c:pt idx="8">
                  <c:v>Setembro</c:v>
                </c:pt>
                <c:pt idx="9">
                  <c:v>Outubro</c:v>
                </c:pt>
                <c:pt idx="10">
                  <c:v>Novembro</c:v>
                </c:pt>
                <c:pt idx="11">
                  <c:v>Dezembro</c:v>
                </c:pt>
              </c:strCache>
            </c:strRef>
          </c:cat>
          <c:val>
            <c:numRef>
              <c:f>Sheet1!$B$2:$B$13</c:f>
              <c:numCache>
                <c:formatCode>0%</c:formatCode>
                <c:ptCount val="12"/>
                <c:pt idx="0">
                  <c:v>0.2</c:v>
                </c:pt>
                <c:pt idx="1">
                  <c:v>0.3</c:v>
                </c:pt>
                <c:pt idx="2">
                  <c:v>0.4</c:v>
                </c:pt>
                <c:pt idx="3">
                  <c:v>0.2</c:v>
                </c:pt>
                <c:pt idx="4">
                  <c:v>0.3</c:v>
                </c:pt>
                <c:pt idx="5">
                  <c:v>0.4</c:v>
                </c:pt>
                <c:pt idx="6">
                  <c:v>0.3</c:v>
                </c:pt>
              </c:numCache>
            </c:numRef>
          </c:val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105087744"/>
        <c:axId val="-2109714048"/>
      </c:barChart>
      <c:catAx>
        <c:axId val="-21050877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654" cap="flat" cmpd="sng" algn="ctr">
            <a:solidFill>
              <a:srgbClr val="FFFFFF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3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-2109714048"/>
        <c:crosses val="autoZero"/>
        <c:auto val="1"/>
        <c:lblAlgn val="ctr"/>
        <c:lblOffset val="100"/>
        <c:noMultiLvlLbl val="0"/>
      </c:catAx>
      <c:valAx>
        <c:axId val="-2109714048"/>
        <c:scaling>
          <c:orientation val="minMax"/>
        </c:scaling>
        <c:delete val="0"/>
        <c:axPos val="l"/>
        <c:majorGridlines>
          <c:spPr>
            <a:ln w="3163" cap="flat" cmpd="sng" algn="ctr">
              <a:solidFill>
                <a:srgbClr val="666699"/>
              </a:solidFill>
              <a:prstDash val="solid"/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 w="6327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3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-210508774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>
          <a:solidFill>
            <a:schemeClr val="tx2"/>
          </a:solidFill>
        </a:defRPr>
      </a:pPr>
      <a:endParaRPr lang="pt-B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Volunário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Janeiro</c:v>
                </c:pt>
                <c:pt idx="1">
                  <c:v>Fevereiro</c:v>
                </c:pt>
                <c:pt idx="2">
                  <c:v>Março</c:v>
                </c:pt>
                <c:pt idx="3">
                  <c:v>abril</c:v>
                </c:pt>
                <c:pt idx="4">
                  <c:v>Maio</c:v>
                </c:pt>
                <c:pt idx="5">
                  <c:v>Junho</c:v>
                </c:pt>
                <c:pt idx="6">
                  <c:v>Julho</c:v>
                </c:pt>
                <c:pt idx="7">
                  <c:v>Agosto</c:v>
                </c:pt>
                <c:pt idx="8">
                  <c:v>Setembro</c:v>
                </c:pt>
                <c:pt idx="9">
                  <c:v>Outubro</c:v>
                </c:pt>
                <c:pt idx="10">
                  <c:v>Novembro</c:v>
                </c:pt>
                <c:pt idx="11">
                  <c:v>Dezembro</c:v>
                </c:pt>
              </c:strCache>
            </c:strRef>
          </c:cat>
          <c:val>
            <c:numRef>
              <c:f>Sheet1!$B$2:$B$13</c:f>
              <c:numCache>
                <c:formatCode>0%</c:formatCode>
                <c:ptCount val="12"/>
                <c:pt idx="0">
                  <c:v>0.2</c:v>
                </c:pt>
                <c:pt idx="1">
                  <c:v>0.3</c:v>
                </c:pt>
                <c:pt idx="2">
                  <c:v>0.4</c:v>
                </c:pt>
                <c:pt idx="3">
                  <c:v>0.2</c:v>
                </c:pt>
                <c:pt idx="4">
                  <c:v>0.3</c:v>
                </c:pt>
                <c:pt idx="5">
                  <c:v>0.4</c:v>
                </c:pt>
                <c:pt idx="6">
                  <c:v>0.3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Involuntário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Janeiro</c:v>
                </c:pt>
                <c:pt idx="1">
                  <c:v>Fevereiro</c:v>
                </c:pt>
                <c:pt idx="2">
                  <c:v>Março</c:v>
                </c:pt>
                <c:pt idx="3">
                  <c:v>abril</c:v>
                </c:pt>
                <c:pt idx="4">
                  <c:v>Maio</c:v>
                </c:pt>
                <c:pt idx="5">
                  <c:v>Junho</c:v>
                </c:pt>
                <c:pt idx="6">
                  <c:v>Julho</c:v>
                </c:pt>
                <c:pt idx="7">
                  <c:v>Agosto</c:v>
                </c:pt>
                <c:pt idx="8">
                  <c:v>Setembro</c:v>
                </c:pt>
                <c:pt idx="9">
                  <c:v>Outubro</c:v>
                </c:pt>
                <c:pt idx="10">
                  <c:v>Novembro</c:v>
                </c:pt>
                <c:pt idx="11">
                  <c:v>Dezembro</c:v>
                </c:pt>
              </c:strCache>
            </c:strRef>
          </c:cat>
          <c:val>
            <c:numRef>
              <c:f>Sheet1!$C$2:$C$13</c:f>
              <c:numCache>
                <c:formatCode>0%</c:formatCode>
                <c:ptCount val="12"/>
                <c:pt idx="0">
                  <c:v>0.15</c:v>
                </c:pt>
                <c:pt idx="1">
                  <c:v>0.1</c:v>
                </c:pt>
                <c:pt idx="2">
                  <c:v>0.05</c:v>
                </c:pt>
                <c:pt idx="3">
                  <c:v>0.15</c:v>
                </c:pt>
                <c:pt idx="4">
                  <c:v>0.1</c:v>
                </c:pt>
                <c:pt idx="5">
                  <c:v>0.05</c:v>
                </c:pt>
                <c:pt idx="6">
                  <c:v>0.1</c:v>
                </c:pt>
              </c:numCache>
            </c:numRef>
          </c:val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-2107860832"/>
        <c:axId val="-2107895744"/>
      </c:barChart>
      <c:catAx>
        <c:axId val="-21078608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654" cap="flat" cmpd="sng" algn="ctr">
            <a:solidFill>
              <a:srgbClr val="FFFFFF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3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-2107895744"/>
        <c:crosses val="autoZero"/>
        <c:auto val="1"/>
        <c:lblAlgn val="ctr"/>
        <c:lblOffset val="100"/>
        <c:noMultiLvlLbl val="0"/>
      </c:catAx>
      <c:valAx>
        <c:axId val="-2107895744"/>
        <c:scaling>
          <c:orientation val="minMax"/>
        </c:scaling>
        <c:delete val="0"/>
        <c:axPos val="l"/>
        <c:majorGridlines>
          <c:spPr>
            <a:ln w="3163" cap="flat" cmpd="sng" algn="ctr">
              <a:solidFill>
                <a:srgbClr val="666699"/>
              </a:solidFill>
              <a:prstDash val="solid"/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 w="6327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3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-2107860832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>
          <a:solidFill>
            <a:schemeClr val="tx2"/>
          </a:solidFill>
        </a:defRPr>
      </a:pPr>
      <a:endParaRPr lang="pt-B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9600" tIns="19050" rIns="720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layout/>
                <c15:showLeaderLines val="1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Janeiro</c:v>
                </c:pt>
                <c:pt idx="1">
                  <c:v>Fevereiro</c:v>
                </c:pt>
                <c:pt idx="2">
                  <c:v>Março</c:v>
                </c:pt>
                <c:pt idx="3">
                  <c:v>abril</c:v>
                </c:pt>
                <c:pt idx="4">
                  <c:v>Maio</c:v>
                </c:pt>
                <c:pt idx="5">
                  <c:v>Junho</c:v>
                </c:pt>
                <c:pt idx="6">
                  <c:v>Julho</c:v>
                </c:pt>
                <c:pt idx="7">
                  <c:v>Agosto</c:v>
                </c:pt>
                <c:pt idx="8">
                  <c:v>Setembro</c:v>
                </c:pt>
                <c:pt idx="9">
                  <c:v>Outubro</c:v>
                </c:pt>
                <c:pt idx="10">
                  <c:v>Novembro</c:v>
                </c:pt>
                <c:pt idx="11">
                  <c:v>Dezembro</c:v>
                </c:pt>
              </c:strCache>
            </c:strRef>
          </c:cat>
          <c:val>
            <c:numRef>
              <c:f>Sheet1!$B$2:$B$13</c:f>
              <c:numCache>
                <c:formatCode>_-* #,##0_-;\-* #,##0_-;_-* "-"??_-;_-@_-</c:formatCode>
                <c:ptCount val="12"/>
                <c:pt idx="0">
                  <c:v>10.0</c:v>
                </c:pt>
                <c:pt idx="1">
                  <c:v>12.0</c:v>
                </c:pt>
                <c:pt idx="2">
                  <c:v>17.0</c:v>
                </c:pt>
                <c:pt idx="3">
                  <c:v>13.0</c:v>
                </c:pt>
                <c:pt idx="4">
                  <c:v>14.0</c:v>
                </c:pt>
                <c:pt idx="5">
                  <c:v>10.0</c:v>
                </c:pt>
                <c:pt idx="6">
                  <c:v>9.0</c:v>
                </c:pt>
              </c:numCache>
            </c:numRef>
          </c:val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108024848"/>
        <c:axId val="-2112817440"/>
      </c:barChart>
      <c:catAx>
        <c:axId val="-21080248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654" cap="flat" cmpd="sng" algn="ctr">
            <a:solidFill>
              <a:srgbClr val="FFFFFF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3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-2112817440"/>
        <c:crosses val="autoZero"/>
        <c:auto val="1"/>
        <c:lblAlgn val="ctr"/>
        <c:lblOffset val="100"/>
        <c:noMultiLvlLbl val="0"/>
      </c:catAx>
      <c:valAx>
        <c:axId val="-2112817440"/>
        <c:scaling>
          <c:orientation val="minMax"/>
        </c:scaling>
        <c:delete val="0"/>
        <c:axPos val="l"/>
        <c:majorGridlines>
          <c:spPr>
            <a:ln w="3163" cap="flat" cmpd="sng" algn="ctr">
              <a:solidFill>
                <a:srgbClr val="666699"/>
              </a:solidFill>
              <a:prstDash val="solid"/>
              <a:round/>
            </a:ln>
            <a:effectLst/>
          </c:spPr>
        </c:majorGridlines>
        <c:numFmt formatCode="_-* #,##0_-;\-* #,##0_-;_-* &quot;-&quot;??_-;_-@_-" sourceLinked="1"/>
        <c:majorTickMark val="none"/>
        <c:minorTickMark val="none"/>
        <c:tickLblPos val="nextTo"/>
        <c:spPr>
          <a:noFill/>
          <a:ln w="6327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3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-2108024848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>
          <a:solidFill>
            <a:schemeClr val="tx2"/>
          </a:solidFill>
        </a:defRPr>
      </a:pPr>
      <a:endParaRPr lang="pt-B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Volunário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Janeiro</c:v>
                </c:pt>
                <c:pt idx="1">
                  <c:v>Fevereiro</c:v>
                </c:pt>
                <c:pt idx="2">
                  <c:v>Março</c:v>
                </c:pt>
                <c:pt idx="3">
                  <c:v>abril</c:v>
                </c:pt>
                <c:pt idx="4">
                  <c:v>Maio</c:v>
                </c:pt>
                <c:pt idx="5">
                  <c:v>Junho</c:v>
                </c:pt>
                <c:pt idx="6">
                  <c:v>Julho</c:v>
                </c:pt>
                <c:pt idx="7">
                  <c:v>Agosto</c:v>
                </c:pt>
                <c:pt idx="8">
                  <c:v>Setembro</c:v>
                </c:pt>
                <c:pt idx="9">
                  <c:v>Outubro</c:v>
                </c:pt>
                <c:pt idx="10">
                  <c:v>Novembro</c:v>
                </c:pt>
                <c:pt idx="11">
                  <c:v>Dezembro</c:v>
                </c:pt>
              </c:strCache>
            </c:strRef>
          </c:cat>
          <c:val>
            <c:numRef>
              <c:f>Sheet1!$B$2:$B$13</c:f>
              <c:numCache>
                <c:formatCode>0%</c:formatCode>
                <c:ptCount val="12"/>
                <c:pt idx="0">
                  <c:v>0.2</c:v>
                </c:pt>
                <c:pt idx="1">
                  <c:v>0.3</c:v>
                </c:pt>
                <c:pt idx="2">
                  <c:v>0.4</c:v>
                </c:pt>
                <c:pt idx="3">
                  <c:v>0.2</c:v>
                </c:pt>
                <c:pt idx="4">
                  <c:v>0.3</c:v>
                </c:pt>
                <c:pt idx="5">
                  <c:v>0.4</c:v>
                </c:pt>
                <c:pt idx="6">
                  <c:v>0.3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Involuntário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Janeiro</c:v>
                </c:pt>
                <c:pt idx="1">
                  <c:v>Fevereiro</c:v>
                </c:pt>
                <c:pt idx="2">
                  <c:v>Março</c:v>
                </c:pt>
                <c:pt idx="3">
                  <c:v>abril</c:v>
                </c:pt>
                <c:pt idx="4">
                  <c:v>Maio</c:v>
                </c:pt>
                <c:pt idx="5">
                  <c:v>Junho</c:v>
                </c:pt>
                <c:pt idx="6">
                  <c:v>Julho</c:v>
                </c:pt>
                <c:pt idx="7">
                  <c:v>Agosto</c:v>
                </c:pt>
                <c:pt idx="8">
                  <c:v>Setembro</c:v>
                </c:pt>
                <c:pt idx="9">
                  <c:v>Outubro</c:v>
                </c:pt>
                <c:pt idx="10">
                  <c:v>Novembro</c:v>
                </c:pt>
                <c:pt idx="11">
                  <c:v>Dezembro</c:v>
                </c:pt>
              </c:strCache>
            </c:strRef>
          </c:cat>
          <c:val>
            <c:numRef>
              <c:f>Sheet1!$C$2:$C$13</c:f>
              <c:numCache>
                <c:formatCode>0%</c:formatCode>
                <c:ptCount val="12"/>
                <c:pt idx="0">
                  <c:v>0.15</c:v>
                </c:pt>
                <c:pt idx="1">
                  <c:v>0.1</c:v>
                </c:pt>
                <c:pt idx="2">
                  <c:v>0.05</c:v>
                </c:pt>
                <c:pt idx="3">
                  <c:v>0.15</c:v>
                </c:pt>
                <c:pt idx="4">
                  <c:v>0.1</c:v>
                </c:pt>
                <c:pt idx="5">
                  <c:v>0.05</c:v>
                </c:pt>
                <c:pt idx="6">
                  <c:v>0.1</c:v>
                </c:pt>
              </c:numCache>
            </c:numRef>
          </c:val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-2109017328"/>
        <c:axId val="-2109091248"/>
      </c:barChart>
      <c:catAx>
        <c:axId val="-21090173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654" cap="flat" cmpd="sng" algn="ctr">
            <a:solidFill>
              <a:srgbClr val="FFFFFF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3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-2109091248"/>
        <c:crosses val="autoZero"/>
        <c:auto val="1"/>
        <c:lblAlgn val="ctr"/>
        <c:lblOffset val="100"/>
        <c:noMultiLvlLbl val="0"/>
      </c:catAx>
      <c:valAx>
        <c:axId val="-2109091248"/>
        <c:scaling>
          <c:orientation val="minMax"/>
        </c:scaling>
        <c:delete val="0"/>
        <c:axPos val="l"/>
        <c:majorGridlines>
          <c:spPr>
            <a:ln w="3163" cap="flat" cmpd="sng" algn="ctr">
              <a:solidFill>
                <a:srgbClr val="666699"/>
              </a:solidFill>
              <a:prstDash val="solid"/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 w="6327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3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-2109017328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>
          <a:solidFill>
            <a:schemeClr val="tx2"/>
          </a:solidFill>
        </a:defRPr>
      </a:pPr>
      <a:endParaRPr lang="pt-B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9600" tIns="19050" rIns="720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Janeiro</c:v>
                </c:pt>
                <c:pt idx="1">
                  <c:v>Fevereiro</c:v>
                </c:pt>
                <c:pt idx="2">
                  <c:v>Março</c:v>
                </c:pt>
                <c:pt idx="3">
                  <c:v>abril</c:v>
                </c:pt>
                <c:pt idx="4">
                  <c:v>Maio</c:v>
                </c:pt>
                <c:pt idx="5">
                  <c:v>Junho</c:v>
                </c:pt>
                <c:pt idx="6">
                  <c:v>Julho</c:v>
                </c:pt>
                <c:pt idx="7">
                  <c:v>Agosto</c:v>
                </c:pt>
                <c:pt idx="8">
                  <c:v>Setembro</c:v>
                </c:pt>
                <c:pt idx="9">
                  <c:v>Outubro</c:v>
                </c:pt>
                <c:pt idx="10">
                  <c:v>Novembro</c:v>
                </c:pt>
                <c:pt idx="11">
                  <c:v>Dezembro</c:v>
                </c:pt>
              </c:strCache>
            </c:strRef>
          </c:cat>
          <c:val>
            <c:numRef>
              <c:f>Sheet1!$B$2:$B$13</c:f>
              <c:numCache>
                <c:formatCode>_-* #,##0_-;\-* #,##0_-;_-* "-"??_-;_-@_-</c:formatCode>
                <c:ptCount val="12"/>
                <c:pt idx="0">
                  <c:v>10.0</c:v>
                </c:pt>
                <c:pt idx="1">
                  <c:v>12.0</c:v>
                </c:pt>
                <c:pt idx="2">
                  <c:v>17.0</c:v>
                </c:pt>
                <c:pt idx="3">
                  <c:v>13.0</c:v>
                </c:pt>
                <c:pt idx="4">
                  <c:v>14.0</c:v>
                </c:pt>
                <c:pt idx="5">
                  <c:v>10.0</c:v>
                </c:pt>
                <c:pt idx="6">
                  <c:v>9.0</c:v>
                </c:pt>
              </c:numCache>
            </c:numRef>
          </c:val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103893120"/>
        <c:axId val="-2107511632"/>
      </c:barChart>
      <c:catAx>
        <c:axId val="-21038931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654" cap="flat" cmpd="sng" algn="ctr">
            <a:solidFill>
              <a:srgbClr val="FFFFFF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3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-2107511632"/>
        <c:crosses val="autoZero"/>
        <c:auto val="1"/>
        <c:lblAlgn val="ctr"/>
        <c:lblOffset val="100"/>
        <c:noMultiLvlLbl val="0"/>
      </c:catAx>
      <c:valAx>
        <c:axId val="-2107511632"/>
        <c:scaling>
          <c:orientation val="minMax"/>
        </c:scaling>
        <c:delete val="0"/>
        <c:axPos val="l"/>
        <c:majorGridlines>
          <c:spPr>
            <a:ln w="3163" cap="flat" cmpd="sng" algn="ctr">
              <a:solidFill>
                <a:srgbClr val="666699"/>
              </a:solidFill>
              <a:prstDash val="solid"/>
              <a:round/>
            </a:ln>
            <a:effectLst/>
          </c:spPr>
        </c:majorGridlines>
        <c:numFmt formatCode="_-* #,##0_-;\-* #,##0_-;_-* &quot;-&quot;??_-;_-@_-" sourceLinked="1"/>
        <c:majorTickMark val="none"/>
        <c:minorTickMark val="none"/>
        <c:tickLblPos val="nextTo"/>
        <c:spPr>
          <a:noFill/>
          <a:ln w="6327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3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-2103893120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>
          <a:solidFill>
            <a:schemeClr val="tx2"/>
          </a:solidFill>
        </a:defRPr>
      </a:pPr>
      <a:endParaRPr lang="pt-B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Janeiro</c:v>
                </c:pt>
                <c:pt idx="1">
                  <c:v>Fevereiro</c:v>
                </c:pt>
                <c:pt idx="2">
                  <c:v>Março</c:v>
                </c:pt>
                <c:pt idx="3">
                  <c:v>abril</c:v>
                </c:pt>
                <c:pt idx="4">
                  <c:v>Maio</c:v>
                </c:pt>
                <c:pt idx="5">
                  <c:v>Junho</c:v>
                </c:pt>
                <c:pt idx="6">
                  <c:v>Julho</c:v>
                </c:pt>
                <c:pt idx="7">
                  <c:v>Agosto</c:v>
                </c:pt>
                <c:pt idx="8">
                  <c:v>Setembro</c:v>
                </c:pt>
                <c:pt idx="9">
                  <c:v>Outubro</c:v>
                </c:pt>
                <c:pt idx="10">
                  <c:v>Novembro</c:v>
                </c:pt>
                <c:pt idx="11">
                  <c:v>Dezembro</c:v>
                </c:pt>
              </c:strCache>
            </c:strRef>
          </c:cat>
          <c:val>
            <c:numRef>
              <c:f>Sheet1!$B$2:$B$13</c:f>
              <c:numCache>
                <c:formatCode>0%</c:formatCode>
                <c:ptCount val="12"/>
                <c:pt idx="0">
                  <c:v>0.2</c:v>
                </c:pt>
                <c:pt idx="1">
                  <c:v>0.3</c:v>
                </c:pt>
                <c:pt idx="2">
                  <c:v>0.4</c:v>
                </c:pt>
                <c:pt idx="3">
                  <c:v>0.2</c:v>
                </c:pt>
                <c:pt idx="4">
                  <c:v>0.3</c:v>
                </c:pt>
                <c:pt idx="5">
                  <c:v>0.4</c:v>
                </c:pt>
                <c:pt idx="6">
                  <c:v>0.3</c:v>
                </c:pt>
              </c:numCache>
            </c:numRef>
          </c:val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107075552"/>
        <c:axId val="-2104199600"/>
      </c:barChart>
      <c:catAx>
        <c:axId val="-21070755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654" cap="flat" cmpd="sng" algn="ctr">
            <a:solidFill>
              <a:srgbClr val="FFFFFF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3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-2104199600"/>
        <c:crosses val="autoZero"/>
        <c:auto val="1"/>
        <c:lblAlgn val="ctr"/>
        <c:lblOffset val="100"/>
        <c:noMultiLvlLbl val="0"/>
      </c:catAx>
      <c:valAx>
        <c:axId val="-2104199600"/>
        <c:scaling>
          <c:orientation val="minMax"/>
        </c:scaling>
        <c:delete val="0"/>
        <c:axPos val="l"/>
        <c:majorGridlines>
          <c:spPr>
            <a:ln w="3163" cap="flat" cmpd="sng" algn="ctr">
              <a:solidFill>
                <a:srgbClr val="666699"/>
              </a:solidFill>
              <a:prstDash val="solid"/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 w="6327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3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-2107075552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>
          <a:solidFill>
            <a:schemeClr val="tx2"/>
          </a:solidFill>
        </a:defRPr>
      </a:pPr>
      <a:endParaRPr lang="pt-B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Volunário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Janeiro</c:v>
                </c:pt>
                <c:pt idx="1">
                  <c:v>Fevereiro</c:v>
                </c:pt>
                <c:pt idx="2">
                  <c:v>Março</c:v>
                </c:pt>
                <c:pt idx="3">
                  <c:v>abril</c:v>
                </c:pt>
                <c:pt idx="4">
                  <c:v>Maio</c:v>
                </c:pt>
                <c:pt idx="5">
                  <c:v>Junho</c:v>
                </c:pt>
                <c:pt idx="6">
                  <c:v>Julho</c:v>
                </c:pt>
                <c:pt idx="7">
                  <c:v>Agosto</c:v>
                </c:pt>
                <c:pt idx="8">
                  <c:v>Setembro</c:v>
                </c:pt>
                <c:pt idx="9">
                  <c:v>Outubro</c:v>
                </c:pt>
                <c:pt idx="10">
                  <c:v>Novembro</c:v>
                </c:pt>
                <c:pt idx="11">
                  <c:v>Dezembro</c:v>
                </c:pt>
              </c:strCache>
            </c:strRef>
          </c:cat>
          <c:val>
            <c:numRef>
              <c:f>Sheet1!$B$2:$B$13</c:f>
              <c:numCache>
                <c:formatCode>0%</c:formatCode>
                <c:ptCount val="12"/>
                <c:pt idx="0">
                  <c:v>0.2</c:v>
                </c:pt>
                <c:pt idx="1">
                  <c:v>0.3</c:v>
                </c:pt>
                <c:pt idx="2">
                  <c:v>0.4</c:v>
                </c:pt>
                <c:pt idx="3">
                  <c:v>0.2</c:v>
                </c:pt>
                <c:pt idx="4">
                  <c:v>0.3</c:v>
                </c:pt>
                <c:pt idx="5">
                  <c:v>0.4</c:v>
                </c:pt>
                <c:pt idx="6">
                  <c:v>0.3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Involuntário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Janeiro</c:v>
                </c:pt>
                <c:pt idx="1">
                  <c:v>Fevereiro</c:v>
                </c:pt>
                <c:pt idx="2">
                  <c:v>Março</c:v>
                </c:pt>
                <c:pt idx="3">
                  <c:v>abril</c:v>
                </c:pt>
                <c:pt idx="4">
                  <c:v>Maio</c:v>
                </c:pt>
                <c:pt idx="5">
                  <c:v>Junho</c:v>
                </c:pt>
                <c:pt idx="6">
                  <c:v>Julho</c:v>
                </c:pt>
                <c:pt idx="7">
                  <c:v>Agosto</c:v>
                </c:pt>
                <c:pt idx="8">
                  <c:v>Setembro</c:v>
                </c:pt>
                <c:pt idx="9">
                  <c:v>Outubro</c:v>
                </c:pt>
                <c:pt idx="10">
                  <c:v>Novembro</c:v>
                </c:pt>
                <c:pt idx="11">
                  <c:v>Dezembro</c:v>
                </c:pt>
              </c:strCache>
            </c:strRef>
          </c:cat>
          <c:val>
            <c:numRef>
              <c:f>Sheet1!$C$2:$C$13</c:f>
              <c:numCache>
                <c:formatCode>0%</c:formatCode>
                <c:ptCount val="12"/>
                <c:pt idx="0">
                  <c:v>0.15</c:v>
                </c:pt>
                <c:pt idx="1">
                  <c:v>0.1</c:v>
                </c:pt>
                <c:pt idx="2">
                  <c:v>0.05</c:v>
                </c:pt>
                <c:pt idx="3">
                  <c:v>0.15</c:v>
                </c:pt>
                <c:pt idx="4">
                  <c:v>0.1</c:v>
                </c:pt>
                <c:pt idx="5">
                  <c:v>0.05</c:v>
                </c:pt>
                <c:pt idx="6">
                  <c:v>0.1</c:v>
                </c:pt>
              </c:numCache>
            </c:numRef>
          </c:val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-2102054448"/>
        <c:axId val="-2144381712"/>
      </c:barChart>
      <c:catAx>
        <c:axId val="-21020544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654" cap="flat" cmpd="sng" algn="ctr">
            <a:solidFill>
              <a:srgbClr val="FFFFFF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3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-2144381712"/>
        <c:crosses val="autoZero"/>
        <c:auto val="1"/>
        <c:lblAlgn val="ctr"/>
        <c:lblOffset val="100"/>
        <c:noMultiLvlLbl val="0"/>
      </c:catAx>
      <c:valAx>
        <c:axId val="-2144381712"/>
        <c:scaling>
          <c:orientation val="minMax"/>
        </c:scaling>
        <c:delete val="0"/>
        <c:axPos val="l"/>
        <c:majorGridlines>
          <c:spPr>
            <a:ln w="3163" cap="flat" cmpd="sng" algn="ctr">
              <a:solidFill>
                <a:srgbClr val="666699"/>
              </a:solidFill>
              <a:prstDash val="solid"/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 w="6327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3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-2102054448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>
          <a:solidFill>
            <a:schemeClr val="tx2"/>
          </a:solidFill>
        </a:defRPr>
      </a:pPr>
      <a:endParaRPr lang="pt-B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Volunário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Arial Hebrew" charset="-79"/>
                    <a:ea typeface="Arial Hebrew" charset="-79"/>
                    <a:cs typeface="Arial Hebrew" charset="-79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Janeiro</c:v>
                </c:pt>
                <c:pt idx="1">
                  <c:v>Fevereiro</c:v>
                </c:pt>
                <c:pt idx="2">
                  <c:v>Março</c:v>
                </c:pt>
                <c:pt idx="3">
                  <c:v>abril</c:v>
                </c:pt>
                <c:pt idx="4">
                  <c:v>Maio</c:v>
                </c:pt>
                <c:pt idx="5">
                  <c:v>Junho</c:v>
                </c:pt>
                <c:pt idx="6">
                  <c:v>Julho</c:v>
                </c:pt>
                <c:pt idx="7">
                  <c:v>Agosto</c:v>
                </c:pt>
                <c:pt idx="8">
                  <c:v>Setembro</c:v>
                </c:pt>
                <c:pt idx="9">
                  <c:v>Outubro</c:v>
                </c:pt>
                <c:pt idx="10">
                  <c:v>Novembro</c:v>
                </c:pt>
                <c:pt idx="11">
                  <c:v>Dezembro</c:v>
                </c:pt>
              </c:strCache>
            </c:strRef>
          </c:cat>
          <c:val>
            <c:numRef>
              <c:f>Sheet1!$B$2:$B$13</c:f>
              <c:numCache>
                <c:formatCode>0%</c:formatCode>
                <c:ptCount val="12"/>
                <c:pt idx="0">
                  <c:v>0.2</c:v>
                </c:pt>
                <c:pt idx="1">
                  <c:v>0.3</c:v>
                </c:pt>
                <c:pt idx="2">
                  <c:v>0.4</c:v>
                </c:pt>
                <c:pt idx="3">
                  <c:v>0.2</c:v>
                </c:pt>
                <c:pt idx="4">
                  <c:v>0.3</c:v>
                </c:pt>
                <c:pt idx="5">
                  <c:v>0.4</c:v>
                </c:pt>
                <c:pt idx="6">
                  <c:v>0.3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Involuntário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Janeiro</c:v>
                </c:pt>
                <c:pt idx="1">
                  <c:v>Fevereiro</c:v>
                </c:pt>
                <c:pt idx="2">
                  <c:v>Março</c:v>
                </c:pt>
                <c:pt idx="3">
                  <c:v>abril</c:v>
                </c:pt>
                <c:pt idx="4">
                  <c:v>Maio</c:v>
                </c:pt>
                <c:pt idx="5">
                  <c:v>Junho</c:v>
                </c:pt>
                <c:pt idx="6">
                  <c:v>Julho</c:v>
                </c:pt>
                <c:pt idx="7">
                  <c:v>Agosto</c:v>
                </c:pt>
                <c:pt idx="8">
                  <c:v>Setembro</c:v>
                </c:pt>
                <c:pt idx="9">
                  <c:v>Outubro</c:v>
                </c:pt>
                <c:pt idx="10">
                  <c:v>Novembro</c:v>
                </c:pt>
                <c:pt idx="11">
                  <c:v>Dezembro</c:v>
                </c:pt>
              </c:strCache>
            </c:strRef>
          </c:cat>
          <c:val>
            <c:numRef>
              <c:f>Sheet1!$C$2:$C$13</c:f>
              <c:numCache>
                <c:formatCode>0%</c:formatCode>
                <c:ptCount val="12"/>
                <c:pt idx="0">
                  <c:v>0.15</c:v>
                </c:pt>
                <c:pt idx="1">
                  <c:v>0.1</c:v>
                </c:pt>
                <c:pt idx="2">
                  <c:v>0.05</c:v>
                </c:pt>
                <c:pt idx="3">
                  <c:v>0.15</c:v>
                </c:pt>
                <c:pt idx="4">
                  <c:v>0.1</c:v>
                </c:pt>
                <c:pt idx="5">
                  <c:v>0.05</c:v>
                </c:pt>
                <c:pt idx="6">
                  <c:v>0.1</c:v>
                </c:pt>
              </c:numCache>
            </c:numRef>
          </c:val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-2108528176"/>
        <c:axId val="-2108542960"/>
      </c:barChart>
      <c:catAx>
        <c:axId val="-21085281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654" cap="flat" cmpd="sng" algn="ctr">
            <a:solidFill>
              <a:srgbClr val="FFFFFF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3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-2108542960"/>
        <c:crosses val="autoZero"/>
        <c:auto val="1"/>
        <c:lblAlgn val="ctr"/>
        <c:lblOffset val="100"/>
        <c:noMultiLvlLbl val="0"/>
      </c:catAx>
      <c:valAx>
        <c:axId val="-2108542960"/>
        <c:scaling>
          <c:orientation val="minMax"/>
        </c:scaling>
        <c:delete val="0"/>
        <c:axPos val="l"/>
        <c:majorGridlines>
          <c:spPr>
            <a:ln w="3163" cap="flat" cmpd="sng" algn="ctr">
              <a:solidFill>
                <a:srgbClr val="666699"/>
              </a:solidFill>
              <a:prstDash val="solid"/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 w="6327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3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-2108528176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>
          <a:solidFill>
            <a:schemeClr val="tx2"/>
          </a:solidFill>
        </a:defRPr>
      </a:pPr>
      <a:endParaRPr lang="pt-B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Arial Hebrew" charset="-79"/>
                    <a:ea typeface="Arial Hebrew" charset="-79"/>
                    <a:cs typeface="Arial Hebrew" charset="-79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Janeiro</c:v>
                </c:pt>
                <c:pt idx="1">
                  <c:v>Fevereiro</c:v>
                </c:pt>
                <c:pt idx="2">
                  <c:v>Março</c:v>
                </c:pt>
                <c:pt idx="3">
                  <c:v>abril</c:v>
                </c:pt>
                <c:pt idx="4">
                  <c:v>Maio</c:v>
                </c:pt>
                <c:pt idx="5">
                  <c:v>Junho</c:v>
                </c:pt>
                <c:pt idx="6">
                  <c:v>Julho</c:v>
                </c:pt>
                <c:pt idx="7">
                  <c:v>Agosto</c:v>
                </c:pt>
                <c:pt idx="8">
                  <c:v>Setembro</c:v>
                </c:pt>
                <c:pt idx="9">
                  <c:v>Outubro</c:v>
                </c:pt>
                <c:pt idx="10">
                  <c:v>Novembro</c:v>
                </c:pt>
                <c:pt idx="11">
                  <c:v>Dezembro</c:v>
                </c:pt>
              </c:strCache>
            </c:strRef>
          </c:cat>
          <c:val>
            <c:numRef>
              <c:f>Sheet1!$B$2:$B$13</c:f>
              <c:numCache>
                <c:formatCode>0%</c:formatCode>
                <c:ptCount val="12"/>
                <c:pt idx="0">
                  <c:v>0.2</c:v>
                </c:pt>
                <c:pt idx="1">
                  <c:v>0.3</c:v>
                </c:pt>
                <c:pt idx="2">
                  <c:v>0.4</c:v>
                </c:pt>
                <c:pt idx="3">
                  <c:v>0.2</c:v>
                </c:pt>
                <c:pt idx="4">
                  <c:v>0.3</c:v>
                </c:pt>
                <c:pt idx="5">
                  <c:v>0.4</c:v>
                </c:pt>
                <c:pt idx="6">
                  <c:v>0.3</c:v>
                </c:pt>
              </c:numCache>
            </c:numRef>
          </c:val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108632480"/>
        <c:axId val="-2108652960"/>
      </c:barChart>
      <c:catAx>
        <c:axId val="-21086324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654" cap="flat" cmpd="sng" algn="ctr">
            <a:solidFill>
              <a:srgbClr val="FFFFFF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3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-2108652960"/>
        <c:crosses val="autoZero"/>
        <c:auto val="1"/>
        <c:lblAlgn val="ctr"/>
        <c:lblOffset val="100"/>
        <c:noMultiLvlLbl val="0"/>
      </c:catAx>
      <c:valAx>
        <c:axId val="-2108652960"/>
        <c:scaling>
          <c:orientation val="minMax"/>
        </c:scaling>
        <c:delete val="0"/>
        <c:axPos val="l"/>
        <c:majorGridlines>
          <c:spPr>
            <a:ln w="3163" cap="flat" cmpd="sng" algn="ctr">
              <a:solidFill>
                <a:srgbClr val="666699"/>
              </a:solidFill>
              <a:prstDash val="solid"/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 w="6327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3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-2108632480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>
          <a:solidFill>
            <a:schemeClr val="tx2"/>
          </a:solidFill>
        </a:defRPr>
      </a:pPr>
      <a:endParaRPr lang="pt-B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Arial Hebrew" charset="-79"/>
                    <a:ea typeface="Arial Hebrew" charset="-79"/>
                    <a:cs typeface="Arial Hebrew" charset="-79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Janeiro</c:v>
                </c:pt>
                <c:pt idx="1">
                  <c:v>Fevereiro</c:v>
                </c:pt>
                <c:pt idx="2">
                  <c:v>Março</c:v>
                </c:pt>
                <c:pt idx="3">
                  <c:v>abril</c:v>
                </c:pt>
                <c:pt idx="4">
                  <c:v>Maio</c:v>
                </c:pt>
                <c:pt idx="5">
                  <c:v>Junho</c:v>
                </c:pt>
                <c:pt idx="6">
                  <c:v>Julho</c:v>
                </c:pt>
                <c:pt idx="7">
                  <c:v>Agosto</c:v>
                </c:pt>
                <c:pt idx="8">
                  <c:v>Setembro</c:v>
                </c:pt>
                <c:pt idx="9">
                  <c:v>Outubro</c:v>
                </c:pt>
                <c:pt idx="10">
                  <c:v>Novembro</c:v>
                </c:pt>
                <c:pt idx="11">
                  <c:v>Dezembro</c:v>
                </c:pt>
              </c:strCache>
            </c:strRef>
          </c:cat>
          <c:val>
            <c:numRef>
              <c:f>Sheet1!$B$2:$B$13</c:f>
              <c:numCache>
                <c:formatCode>0%</c:formatCode>
                <c:ptCount val="12"/>
                <c:pt idx="0">
                  <c:v>0.2</c:v>
                </c:pt>
                <c:pt idx="1">
                  <c:v>0.3</c:v>
                </c:pt>
                <c:pt idx="2">
                  <c:v>0.4</c:v>
                </c:pt>
                <c:pt idx="3">
                  <c:v>0.2</c:v>
                </c:pt>
                <c:pt idx="4">
                  <c:v>0.3</c:v>
                </c:pt>
                <c:pt idx="5">
                  <c:v>0.4</c:v>
                </c:pt>
                <c:pt idx="6">
                  <c:v>0.3</c:v>
                </c:pt>
              </c:numCache>
            </c:numRef>
          </c:val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103085008"/>
        <c:axId val="-2103064608"/>
      </c:barChart>
      <c:catAx>
        <c:axId val="-21030850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654" cap="flat" cmpd="sng" algn="ctr">
            <a:solidFill>
              <a:srgbClr val="FFFFFF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3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-2103064608"/>
        <c:crosses val="autoZero"/>
        <c:auto val="1"/>
        <c:lblAlgn val="ctr"/>
        <c:lblOffset val="100"/>
        <c:noMultiLvlLbl val="0"/>
      </c:catAx>
      <c:valAx>
        <c:axId val="-2103064608"/>
        <c:scaling>
          <c:orientation val="minMax"/>
        </c:scaling>
        <c:delete val="0"/>
        <c:axPos val="l"/>
        <c:majorGridlines>
          <c:spPr>
            <a:ln w="3163" cap="flat" cmpd="sng" algn="ctr">
              <a:solidFill>
                <a:srgbClr val="666699"/>
              </a:solidFill>
              <a:prstDash val="solid"/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 w="6327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3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-2103085008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>
          <a:solidFill>
            <a:schemeClr val="tx2"/>
          </a:solidFill>
        </a:defRPr>
      </a:pPr>
      <a:endParaRPr lang="pt-BR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Janeiro</c:v>
                </c:pt>
                <c:pt idx="1">
                  <c:v>Fevereiro</c:v>
                </c:pt>
                <c:pt idx="2">
                  <c:v>Março</c:v>
                </c:pt>
                <c:pt idx="3">
                  <c:v>abril</c:v>
                </c:pt>
                <c:pt idx="4">
                  <c:v>Maio</c:v>
                </c:pt>
                <c:pt idx="5">
                  <c:v>Junho</c:v>
                </c:pt>
                <c:pt idx="6">
                  <c:v>Julho</c:v>
                </c:pt>
                <c:pt idx="7">
                  <c:v>Agosto</c:v>
                </c:pt>
                <c:pt idx="8">
                  <c:v>Setembro</c:v>
                </c:pt>
                <c:pt idx="9">
                  <c:v>Outubro</c:v>
                </c:pt>
                <c:pt idx="10">
                  <c:v>Novembro</c:v>
                </c:pt>
                <c:pt idx="11">
                  <c:v>Dezembro</c:v>
                </c:pt>
              </c:strCache>
            </c:strRef>
          </c:cat>
          <c:val>
            <c:numRef>
              <c:f>Sheet1!$B$2:$B$13</c:f>
              <c:numCache>
                <c:formatCode>0%</c:formatCode>
                <c:ptCount val="12"/>
                <c:pt idx="0">
                  <c:v>0.2</c:v>
                </c:pt>
                <c:pt idx="1">
                  <c:v>0.3</c:v>
                </c:pt>
                <c:pt idx="2">
                  <c:v>0.4</c:v>
                </c:pt>
                <c:pt idx="3">
                  <c:v>0.2</c:v>
                </c:pt>
                <c:pt idx="4">
                  <c:v>0.3</c:v>
                </c:pt>
                <c:pt idx="5">
                  <c:v>0.4</c:v>
                </c:pt>
                <c:pt idx="6">
                  <c:v>0.3</c:v>
                </c:pt>
              </c:numCache>
            </c:numRef>
          </c:val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109503088"/>
        <c:axId val="-2109513136"/>
      </c:barChart>
      <c:catAx>
        <c:axId val="-21095030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654" cap="flat" cmpd="sng" algn="ctr">
            <a:solidFill>
              <a:srgbClr val="FFFFFF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3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-2109513136"/>
        <c:crosses val="autoZero"/>
        <c:auto val="1"/>
        <c:lblAlgn val="ctr"/>
        <c:lblOffset val="100"/>
        <c:noMultiLvlLbl val="0"/>
      </c:catAx>
      <c:valAx>
        <c:axId val="-2109513136"/>
        <c:scaling>
          <c:orientation val="minMax"/>
        </c:scaling>
        <c:delete val="0"/>
        <c:axPos val="l"/>
        <c:majorGridlines>
          <c:spPr>
            <a:ln w="3163" cap="flat" cmpd="sng" algn="ctr">
              <a:solidFill>
                <a:srgbClr val="666699"/>
              </a:solidFill>
              <a:prstDash val="solid"/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 w="6327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3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-2109503088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>
          <a:solidFill>
            <a:schemeClr val="tx2"/>
          </a:solidFill>
        </a:defRPr>
      </a:pPr>
      <a:endParaRPr lang="pt-BR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Janeiro</c:v>
                </c:pt>
                <c:pt idx="1">
                  <c:v>Fevereiro</c:v>
                </c:pt>
                <c:pt idx="2">
                  <c:v>Março</c:v>
                </c:pt>
                <c:pt idx="3">
                  <c:v>abril</c:v>
                </c:pt>
                <c:pt idx="4">
                  <c:v>Maio</c:v>
                </c:pt>
                <c:pt idx="5">
                  <c:v>Junho</c:v>
                </c:pt>
                <c:pt idx="6">
                  <c:v>Julho</c:v>
                </c:pt>
                <c:pt idx="7">
                  <c:v>Agosto</c:v>
                </c:pt>
                <c:pt idx="8">
                  <c:v>Setembro</c:v>
                </c:pt>
                <c:pt idx="9">
                  <c:v>Outubro</c:v>
                </c:pt>
                <c:pt idx="10">
                  <c:v>Novembro</c:v>
                </c:pt>
                <c:pt idx="11">
                  <c:v>Dezembro</c:v>
                </c:pt>
              </c:strCache>
            </c:strRef>
          </c:cat>
          <c:val>
            <c:numRef>
              <c:f>Sheet1!$B$2:$B$13</c:f>
              <c:numCache>
                <c:formatCode>0%</c:formatCode>
                <c:ptCount val="12"/>
                <c:pt idx="0">
                  <c:v>0.2</c:v>
                </c:pt>
                <c:pt idx="1">
                  <c:v>0.3</c:v>
                </c:pt>
                <c:pt idx="2">
                  <c:v>0.4</c:v>
                </c:pt>
                <c:pt idx="3">
                  <c:v>0.2</c:v>
                </c:pt>
                <c:pt idx="4">
                  <c:v>0.3</c:v>
                </c:pt>
                <c:pt idx="5">
                  <c:v>0.4</c:v>
                </c:pt>
                <c:pt idx="6">
                  <c:v>0.3</c:v>
                </c:pt>
              </c:numCache>
            </c:numRef>
          </c:val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106198288"/>
        <c:axId val="-2106194576"/>
      </c:barChart>
      <c:catAx>
        <c:axId val="-21061982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654" cap="flat" cmpd="sng" algn="ctr">
            <a:solidFill>
              <a:srgbClr val="FFFFFF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3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-2106194576"/>
        <c:crosses val="autoZero"/>
        <c:auto val="1"/>
        <c:lblAlgn val="ctr"/>
        <c:lblOffset val="100"/>
        <c:noMultiLvlLbl val="0"/>
      </c:catAx>
      <c:valAx>
        <c:axId val="-2106194576"/>
        <c:scaling>
          <c:orientation val="minMax"/>
        </c:scaling>
        <c:delete val="0"/>
        <c:axPos val="l"/>
        <c:majorGridlines>
          <c:spPr>
            <a:ln w="3163" cap="flat" cmpd="sng" algn="ctr">
              <a:solidFill>
                <a:srgbClr val="666699"/>
              </a:solidFill>
              <a:prstDash val="solid"/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 w="6327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3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-2106198288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>
          <a:solidFill>
            <a:schemeClr val="tx2"/>
          </a:solidFill>
        </a:defRPr>
      </a:pPr>
      <a:endParaRPr lang="pt-BR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Janeiro</c:v>
                </c:pt>
                <c:pt idx="1">
                  <c:v>Fevereiro</c:v>
                </c:pt>
                <c:pt idx="2">
                  <c:v>Março</c:v>
                </c:pt>
                <c:pt idx="3">
                  <c:v>abril</c:v>
                </c:pt>
                <c:pt idx="4">
                  <c:v>Maio</c:v>
                </c:pt>
                <c:pt idx="5">
                  <c:v>Junho</c:v>
                </c:pt>
                <c:pt idx="6">
                  <c:v>Julho</c:v>
                </c:pt>
                <c:pt idx="7">
                  <c:v>Agosto</c:v>
                </c:pt>
                <c:pt idx="8">
                  <c:v>Setembro</c:v>
                </c:pt>
                <c:pt idx="9">
                  <c:v>Outubro</c:v>
                </c:pt>
                <c:pt idx="10">
                  <c:v>Novembro</c:v>
                </c:pt>
                <c:pt idx="11">
                  <c:v>Dezembro</c:v>
                </c:pt>
              </c:strCache>
            </c:strRef>
          </c:cat>
          <c:val>
            <c:numRef>
              <c:f>Sheet1!$B$2:$B$13</c:f>
              <c:numCache>
                <c:formatCode>0%</c:formatCode>
                <c:ptCount val="12"/>
                <c:pt idx="0">
                  <c:v>0.2</c:v>
                </c:pt>
                <c:pt idx="1">
                  <c:v>0.3</c:v>
                </c:pt>
                <c:pt idx="2">
                  <c:v>0.4</c:v>
                </c:pt>
                <c:pt idx="3">
                  <c:v>0.2</c:v>
                </c:pt>
                <c:pt idx="4">
                  <c:v>0.3</c:v>
                </c:pt>
                <c:pt idx="5">
                  <c:v>0.4</c:v>
                </c:pt>
                <c:pt idx="6">
                  <c:v>0.3</c:v>
                </c:pt>
              </c:numCache>
            </c:numRef>
          </c:val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109589744"/>
        <c:axId val="-2109599840"/>
      </c:barChart>
      <c:catAx>
        <c:axId val="-21095897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654" cap="flat" cmpd="sng" algn="ctr">
            <a:solidFill>
              <a:srgbClr val="FFFFFF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3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-2109599840"/>
        <c:crosses val="autoZero"/>
        <c:auto val="1"/>
        <c:lblAlgn val="ctr"/>
        <c:lblOffset val="100"/>
        <c:noMultiLvlLbl val="0"/>
      </c:catAx>
      <c:valAx>
        <c:axId val="-2109599840"/>
        <c:scaling>
          <c:orientation val="minMax"/>
        </c:scaling>
        <c:delete val="0"/>
        <c:axPos val="l"/>
        <c:majorGridlines>
          <c:spPr>
            <a:ln w="3163" cap="flat" cmpd="sng" algn="ctr">
              <a:solidFill>
                <a:srgbClr val="666699"/>
              </a:solidFill>
              <a:prstDash val="solid"/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 w="6327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3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-210958974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>
          <a:solidFill>
            <a:schemeClr val="tx2"/>
          </a:solidFill>
        </a:defRPr>
      </a:pPr>
      <a:endParaRPr lang="pt-BR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Headcount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accen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Janeiro</c:v>
                </c:pt>
                <c:pt idx="1">
                  <c:v>Fevereiro</c:v>
                </c:pt>
                <c:pt idx="2">
                  <c:v>Março</c:v>
                </c:pt>
                <c:pt idx="3">
                  <c:v>abril</c:v>
                </c:pt>
                <c:pt idx="4">
                  <c:v>Maio</c:v>
                </c:pt>
                <c:pt idx="5">
                  <c:v>Junho</c:v>
                </c:pt>
                <c:pt idx="6">
                  <c:v>Julho</c:v>
                </c:pt>
                <c:pt idx="7">
                  <c:v>Agosto</c:v>
                </c:pt>
                <c:pt idx="8">
                  <c:v>Setembro</c:v>
                </c:pt>
                <c:pt idx="9">
                  <c:v>Outubro</c:v>
                </c:pt>
                <c:pt idx="10">
                  <c:v>Novembro</c:v>
                </c:pt>
                <c:pt idx="11">
                  <c:v>Dezembro</c:v>
                </c:pt>
              </c:strCache>
            </c:strRef>
          </c:cat>
          <c:val>
            <c:numRef>
              <c:f>Sheet1!$B$2:$B$13</c:f>
              <c:numCache>
                <c:formatCode>_-* #,##0_-;\-* #,##0_-;_-* "-"??_-;_-@_-</c:formatCode>
                <c:ptCount val="12"/>
                <c:pt idx="0">
                  <c:v>10.0</c:v>
                </c:pt>
                <c:pt idx="1">
                  <c:v>12.0</c:v>
                </c:pt>
                <c:pt idx="2">
                  <c:v>17.0</c:v>
                </c:pt>
                <c:pt idx="3">
                  <c:v>13.0</c:v>
                </c:pt>
                <c:pt idx="4">
                  <c:v>14.0</c:v>
                </c:pt>
                <c:pt idx="5">
                  <c:v>10.0</c:v>
                </c:pt>
                <c:pt idx="6">
                  <c:v>9.0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FTE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accen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Janeiro</c:v>
                </c:pt>
                <c:pt idx="1">
                  <c:v>Fevereiro</c:v>
                </c:pt>
                <c:pt idx="2">
                  <c:v>Março</c:v>
                </c:pt>
                <c:pt idx="3">
                  <c:v>abril</c:v>
                </c:pt>
                <c:pt idx="4">
                  <c:v>Maio</c:v>
                </c:pt>
                <c:pt idx="5">
                  <c:v>Junho</c:v>
                </c:pt>
                <c:pt idx="6">
                  <c:v>Julho</c:v>
                </c:pt>
                <c:pt idx="7">
                  <c:v>Agosto</c:v>
                </c:pt>
                <c:pt idx="8">
                  <c:v>Setembro</c:v>
                </c:pt>
                <c:pt idx="9">
                  <c:v>Outubro</c:v>
                </c:pt>
                <c:pt idx="10">
                  <c:v>Novembro</c:v>
                </c:pt>
                <c:pt idx="11">
                  <c:v>Dezembro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9.0</c:v>
                </c:pt>
                <c:pt idx="1">
                  <c:v>7.0</c:v>
                </c:pt>
                <c:pt idx="2">
                  <c:v>8.0</c:v>
                </c:pt>
                <c:pt idx="3">
                  <c:v>10.0</c:v>
                </c:pt>
                <c:pt idx="4">
                  <c:v>6.0</c:v>
                </c:pt>
                <c:pt idx="5">
                  <c:v>11.0</c:v>
                </c:pt>
                <c:pt idx="6">
                  <c:v>7.0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106022992"/>
        <c:axId val="-2106019584"/>
      </c:barChart>
      <c:catAx>
        <c:axId val="-21060229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654" cap="flat" cmpd="sng" algn="ctr">
            <a:solidFill>
              <a:srgbClr val="FFFFFF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3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-2106019584"/>
        <c:crosses val="autoZero"/>
        <c:auto val="1"/>
        <c:lblAlgn val="ctr"/>
        <c:lblOffset val="100"/>
        <c:noMultiLvlLbl val="0"/>
      </c:catAx>
      <c:valAx>
        <c:axId val="-2106019584"/>
        <c:scaling>
          <c:orientation val="minMax"/>
        </c:scaling>
        <c:delete val="0"/>
        <c:axPos val="l"/>
        <c:majorGridlines>
          <c:spPr>
            <a:ln w="3163" cap="flat" cmpd="sng" algn="ctr">
              <a:solidFill>
                <a:srgbClr val="666699"/>
              </a:solidFill>
              <a:prstDash val="solid"/>
              <a:round/>
            </a:ln>
            <a:effectLst/>
          </c:spPr>
        </c:majorGridlines>
        <c:numFmt formatCode="_-* #,##0_-;\-* #,##0_-;_-* &quot;-&quot;??_-;_-@_-" sourceLinked="1"/>
        <c:majorTickMark val="none"/>
        <c:minorTickMark val="none"/>
        <c:tickLblPos val="nextTo"/>
        <c:spPr>
          <a:noFill/>
          <a:ln w="6327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3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-2106022992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>
          <a:solidFill>
            <a:schemeClr val="tx2"/>
          </a:solidFill>
        </a:defRPr>
      </a:pPr>
      <a:endParaRPr lang="pt-BR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Janeiro</c:v>
                </c:pt>
                <c:pt idx="1">
                  <c:v>Fevereiro</c:v>
                </c:pt>
                <c:pt idx="2">
                  <c:v>Março</c:v>
                </c:pt>
                <c:pt idx="3">
                  <c:v>abril</c:v>
                </c:pt>
                <c:pt idx="4">
                  <c:v>Maio</c:v>
                </c:pt>
                <c:pt idx="5">
                  <c:v>Junho</c:v>
                </c:pt>
                <c:pt idx="6">
                  <c:v>Julho</c:v>
                </c:pt>
                <c:pt idx="7">
                  <c:v>Agosto</c:v>
                </c:pt>
                <c:pt idx="8">
                  <c:v>Setembro</c:v>
                </c:pt>
                <c:pt idx="9">
                  <c:v>Outubro</c:v>
                </c:pt>
                <c:pt idx="10">
                  <c:v>Novembro</c:v>
                </c:pt>
                <c:pt idx="11">
                  <c:v>Dezembro</c:v>
                </c:pt>
              </c:strCache>
            </c:strRef>
          </c:cat>
          <c:val>
            <c:numRef>
              <c:f>Sheet1!$B$2:$B$13</c:f>
              <c:numCache>
                <c:formatCode>_-"R$"* #,##0.00_-;\-"R$"* #,##0.00_-;_-"R$"* "-"??_-;_-@_-</c:formatCode>
                <c:ptCount val="12"/>
                <c:pt idx="0">
                  <c:v>3000.0</c:v>
                </c:pt>
                <c:pt idx="1">
                  <c:v>2900.0</c:v>
                </c:pt>
                <c:pt idx="2">
                  <c:v>4200.0</c:v>
                </c:pt>
                <c:pt idx="3">
                  <c:v>2700.0</c:v>
                </c:pt>
                <c:pt idx="4">
                  <c:v>3200.0</c:v>
                </c:pt>
                <c:pt idx="5">
                  <c:v>3100.0</c:v>
                </c:pt>
                <c:pt idx="6">
                  <c:v>4050.0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103415456"/>
        <c:axId val="-2103418912"/>
      </c:barChart>
      <c:catAx>
        <c:axId val="-21034154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654" cap="flat" cmpd="sng" algn="ctr">
            <a:solidFill>
              <a:srgbClr val="FFFFFF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3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-2103418912"/>
        <c:crosses val="autoZero"/>
        <c:auto val="1"/>
        <c:lblAlgn val="ctr"/>
        <c:lblOffset val="100"/>
        <c:noMultiLvlLbl val="0"/>
      </c:catAx>
      <c:valAx>
        <c:axId val="-2103418912"/>
        <c:scaling>
          <c:orientation val="minMax"/>
        </c:scaling>
        <c:delete val="0"/>
        <c:axPos val="l"/>
        <c:majorGridlines>
          <c:spPr>
            <a:ln w="3163" cap="flat" cmpd="sng" algn="ctr">
              <a:solidFill>
                <a:srgbClr val="666699"/>
              </a:solidFill>
              <a:prstDash val="solid"/>
              <a:round/>
            </a:ln>
            <a:effectLst/>
          </c:spPr>
        </c:majorGridlines>
        <c:numFmt formatCode="_-&quot;R$&quot;* #,##0.00_-;\-&quot;R$&quot;* #,##0.00_-;_-&quot;R$&quot;* &quot;-&quot;??_-;_-@_-" sourceLinked="1"/>
        <c:majorTickMark val="none"/>
        <c:minorTickMark val="none"/>
        <c:tickLblPos val="nextTo"/>
        <c:spPr>
          <a:noFill/>
          <a:ln w="6327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3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-2103415456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>
          <a:solidFill>
            <a:schemeClr val="tx2"/>
          </a:solidFill>
        </a:defRPr>
      </a:pPr>
      <a:endParaRPr lang="pt-BR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0" tIns="18000" rIns="720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Janeiro</c:v>
                </c:pt>
                <c:pt idx="1">
                  <c:v>Fevereiro</c:v>
                </c:pt>
                <c:pt idx="2">
                  <c:v>Março</c:v>
                </c:pt>
                <c:pt idx="3">
                  <c:v>abril</c:v>
                </c:pt>
                <c:pt idx="4">
                  <c:v>Maio</c:v>
                </c:pt>
                <c:pt idx="5">
                  <c:v>Junho</c:v>
                </c:pt>
                <c:pt idx="6">
                  <c:v>Julho</c:v>
                </c:pt>
                <c:pt idx="7">
                  <c:v>Agosto</c:v>
                </c:pt>
                <c:pt idx="8">
                  <c:v>Setembro</c:v>
                </c:pt>
                <c:pt idx="9">
                  <c:v>Outubro</c:v>
                </c:pt>
                <c:pt idx="10">
                  <c:v>Novembro</c:v>
                </c:pt>
                <c:pt idx="11">
                  <c:v>Dezembro</c:v>
                </c:pt>
              </c:strCache>
            </c:strRef>
          </c:cat>
          <c:val>
            <c:numRef>
              <c:f>Sheet1!$B$2:$B$13</c:f>
              <c:numCache>
                <c:formatCode>_-* #,##0_-;\-* #,##0_-;_-* "-"??_-;_-@_-</c:formatCode>
                <c:ptCount val="12"/>
                <c:pt idx="0">
                  <c:v>10.0</c:v>
                </c:pt>
                <c:pt idx="1">
                  <c:v>12.0</c:v>
                </c:pt>
                <c:pt idx="2">
                  <c:v>17.0</c:v>
                </c:pt>
                <c:pt idx="3">
                  <c:v>13.0</c:v>
                </c:pt>
                <c:pt idx="4">
                  <c:v>14.0</c:v>
                </c:pt>
                <c:pt idx="5">
                  <c:v>10.0</c:v>
                </c:pt>
                <c:pt idx="6">
                  <c:v>9.0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98898816"/>
        <c:axId val="-2107510768"/>
      </c:barChart>
      <c:catAx>
        <c:axId val="-20988988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654" cap="flat" cmpd="sng" algn="ctr">
            <a:solidFill>
              <a:srgbClr val="FFFFFF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3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-2107510768"/>
        <c:crosses val="autoZero"/>
        <c:auto val="1"/>
        <c:lblAlgn val="ctr"/>
        <c:lblOffset val="100"/>
        <c:noMultiLvlLbl val="0"/>
      </c:catAx>
      <c:valAx>
        <c:axId val="-2107510768"/>
        <c:scaling>
          <c:orientation val="minMax"/>
        </c:scaling>
        <c:delete val="0"/>
        <c:axPos val="l"/>
        <c:majorGridlines>
          <c:spPr>
            <a:ln w="3163" cap="flat" cmpd="sng" algn="ctr">
              <a:solidFill>
                <a:srgbClr val="666699"/>
              </a:solidFill>
              <a:prstDash val="solid"/>
              <a:round/>
            </a:ln>
            <a:effectLst/>
          </c:spPr>
        </c:majorGridlines>
        <c:numFmt formatCode="_-* #,##0_-;\-* #,##0_-;_-* &quot;-&quot;??_-;_-@_-" sourceLinked="1"/>
        <c:majorTickMark val="none"/>
        <c:minorTickMark val="none"/>
        <c:tickLblPos val="nextTo"/>
        <c:spPr>
          <a:noFill/>
          <a:ln w="6327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3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-2098898816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>
          <a:solidFill>
            <a:schemeClr val="tx2"/>
          </a:solidFill>
        </a:defRPr>
      </a:pPr>
      <a:endParaRPr lang="pt-BR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Arial Hebrew" charset="-79"/>
                    <a:ea typeface="Arial Hebrew" charset="-79"/>
                    <a:cs typeface="Arial Hebrew" charset="-79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Janeiro</c:v>
                </c:pt>
                <c:pt idx="1">
                  <c:v>Fevereiro</c:v>
                </c:pt>
                <c:pt idx="2">
                  <c:v>Março</c:v>
                </c:pt>
                <c:pt idx="3">
                  <c:v>abril</c:v>
                </c:pt>
                <c:pt idx="4">
                  <c:v>Maio</c:v>
                </c:pt>
                <c:pt idx="5">
                  <c:v>Junho</c:v>
                </c:pt>
                <c:pt idx="6">
                  <c:v>Julho</c:v>
                </c:pt>
                <c:pt idx="7">
                  <c:v>Agosto</c:v>
                </c:pt>
                <c:pt idx="8">
                  <c:v>Setembro</c:v>
                </c:pt>
                <c:pt idx="9">
                  <c:v>Outubro</c:v>
                </c:pt>
                <c:pt idx="10">
                  <c:v>Novembro</c:v>
                </c:pt>
                <c:pt idx="11">
                  <c:v>Dezembro</c:v>
                </c:pt>
              </c:strCache>
            </c:strRef>
          </c:cat>
          <c:val>
            <c:numRef>
              <c:f>Sheet1!$B$2:$B$13</c:f>
              <c:numCache>
                <c:formatCode>0%</c:formatCode>
                <c:ptCount val="12"/>
                <c:pt idx="0">
                  <c:v>0.2</c:v>
                </c:pt>
                <c:pt idx="1">
                  <c:v>0.3</c:v>
                </c:pt>
                <c:pt idx="2">
                  <c:v>0.4</c:v>
                </c:pt>
                <c:pt idx="3">
                  <c:v>0.2</c:v>
                </c:pt>
                <c:pt idx="4">
                  <c:v>0.3</c:v>
                </c:pt>
                <c:pt idx="5">
                  <c:v>0.4</c:v>
                </c:pt>
                <c:pt idx="6">
                  <c:v>0.3</c:v>
                </c:pt>
              </c:numCache>
            </c:numRef>
          </c:val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104756384"/>
        <c:axId val="-2104752976"/>
      </c:barChart>
      <c:catAx>
        <c:axId val="-21047563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654" cap="flat" cmpd="sng" algn="ctr">
            <a:solidFill>
              <a:srgbClr val="FFFFFF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3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-2104752976"/>
        <c:crosses val="autoZero"/>
        <c:auto val="1"/>
        <c:lblAlgn val="ctr"/>
        <c:lblOffset val="100"/>
        <c:noMultiLvlLbl val="0"/>
      </c:catAx>
      <c:valAx>
        <c:axId val="-2104752976"/>
        <c:scaling>
          <c:orientation val="minMax"/>
        </c:scaling>
        <c:delete val="0"/>
        <c:axPos val="l"/>
        <c:majorGridlines>
          <c:spPr>
            <a:ln w="3163" cap="flat" cmpd="sng" algn="ctr">
              <a:solidFill>
                <a:srgbClr val="666699"/>
              </a:solidFill>
              <a:prstDash val="solid"/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 w="6327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3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-210475638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>
          <a:solidFill>
            <a:schemeClr val="tx2"/>
          </a:solidFill>
        </a:defRPr>
      </a:pPr>
      <a:endParaRPr lang="pt-BR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Janeiro</c:v>
                </c:pt>
                <c:pt idx="1">
                  <c:v>Fevereiro</c:v>
                </c:pt>
                <c:pt idx="2">
                  <c:v>Março</c:v>
                </c:pt>
                <c:pt idx="3">
                  <c:v>abril</c:v>
                </c:pt>
                <c:pt idx="4">
                  <c:v>Maio</c:v>
                </c:pt>
                <c:pt idx="5">
                  <c:v>Junho</c:v>
                </c:pt>
                <c:pt idx="6">
                  <c:v>Julho</c:v>
                </c:pt>
                <c:pt idx="7">
                  <c:v>Agosto</c:v>
                </c:pt>
                <c:pt idx="8">
                  <c:v>Setembro</c:v>
                </c:pt>
                <c:pt idx="9">
                  <c:v>Outubro</c:v>
                </c:pt>
                <c:pt idx="10">
                  <c:v>Novembro</c:v>
                </c:pt>
                <c:pt idx="11">
                  <c:v>Dezembro</c:v>
                </c:pt>
              </c:strCache>
            </c:strRef>
          </c:cat>
          <c:val>
            <c:numRef>
              <c:f>Sheet1!$B$2:$B$13</c:f>
              <c:numCache>
                <c:formatCode>_-"R$"* #,##0.00_-;\-"R$"* #,##0.00_-;_-"R$"* "-"??_-;_-@_-</c:formatCode>
                <c:ptCount val="12"/>
                <c:pt idx="0">
                  <c:v>3000.0</c:v>
                </c:pt>
                <c:pt idx="1">
                  <c:v>2900.0</c:v>
                </c:pt>
                <c:pt idx="2">
                  <c:v>4200.0</c:v>
                </c:pt>
                <c:pt idx="3">
                  <c:v>2700.0</c:v>
                </c:pt>
                <c:pt idx="4">
                  <c:v>3200.0</c:v>
                </c:pt>
                <c:pt idx="5">
                  <c:v>3100.0</c:v>
                </c:pt>
                <c:pt idx="6">
                  <c:v>4050.0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98713136"/>
        <c:axId val="-2098709856"/>
      </c:barChart>
      <c:catAx>
        <c:axId val="-20987131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654" cap="flat" cmpd="sng" algn="ctr">
            <a:solidFill>
              <a:srgbClr val="FFFFFF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3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-2098709856"/>
        <c:crosses val="autoZero"/>
        <c:auto val="1"/>
        <c:lblAlgn val="ctr"/>
        <c:lblOffset val="100"/>
        <c:noMultiLvlLbl val="0"/>
      </c:catAx>
      <c:valAx>
        <c:axId val="-2098709856"/>
        <c:scaling>
          <c:orientation val="minMax"/>
        </c:scaling>
        <c:delete val="0"/>
        <c:axPos val="l"/>
        <c:majorGridlines>
          <c:spPr>
            <a:ln w="3163" cap="flat" cmpd="sng" algn="ctr">
              <a:solidFill>
                <a:srgbClr val="666699"/>
              </a:solidFill>
              <a:prstDash val="solid"/>
              <a:round/>
            </a:ln>
            <a:effectLst/>
          </c:spPr>
        </c:majorGridlines>
        <c:numFmt formatCode="_-&quot;R$&quot;* #,##0.00_-;\-&quot;R$&quot;* #,##0.00_-;_-&quot;R$&quot;* &quot;-&quot;??_-;_-@_-" sourceLinked="1"/>
        <c:majorTickMark val="none"/>
        <c:minorTickMark val="none"/>
        <c:tickLblPos val="nextTo"/>
        <c:spPr>
          <a:noFill/>
          <a:ln w="6327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3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-2098713136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>
          <a:solidFill>
            <a:schemeClr val="tx2"/>
          </a:solidFill>
        </a:defRPr>
      </a:pPr>
      <a:endParaRPr lang="pt-BR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0" tIns="18000" rIns="720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layout/>
                <c15:showLeaderLines val="1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Janeiro</c:v>
                </c:pt>
                <c:pt idx="1">
                  <c:v>Fevereiro</c:v>
                </c:pt>
                <c:pt idx="2">
                  <c:v>Março</c:v>
                </c:pt>
                <c:pt idx="3">
                  <c:v>abril</c:v>
                </c:pt>
                <c:pt idx="4">
                  <c:v>Maio</c:v>
                </c:pt>
                <c:pt idx="5">
                  <c:v>Junho</c:v>
                </c:pt>
                <c:pt idx="6">
                  <c:v>Julho</c:v>
                </c:pt>
                <c:pt idx="7">
                  <c:v>Agosto</c:v>
                </c:pt>
                <c:pt idx="8">
                  <c:v>Setembro</c:v>
                </c:pt>
                <c:pt idx="9">
                  <c:v>Outubro</c:v>
                </c:pt>
                <c:pt idx="10">
                  <c:v>Novembro</c:v>
                </c:pt>
                <c:pt idx="11">
                  <c:v>Dezembro</c:v>
                </c:pt>
              </c:strCache>
            </c:strRef>
          </c:cat>
          <c:val>
            <c:numRef>
              <c:f>Sheet1!$B$2:$B$13</c:f>
              <c:numCache>
                <c:formatCode>_-* #,##0_-;\-* #,##0_-;_-* "-"??_-;_-@_-</c:formatCode>
                <c:ptCount val="12"/>
                <c:pt idx="0">
                  <c:v>10.0</c:v>
                </c:pt>
                <c:pt idx="1">
                  <c:v>12.0</c:v>
                </c:pt>
                <c:pt idx="2">
                  <c:v>17.0</c:v>
                </c:pt>
                <c:pt idx="3">
                  <c:v>13.0</c:v>
                </c:pt>
                <c:pt idx="4">
                  <c:v>14.0</c:v>
                </c:pt>
                <c:pt idx="5">
                  <c:v>10.0</c:v>
                </c:pt>
                <c:pt idx="6">
                  <c:v>9.0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109442784"/>
        <c:axId val="-2105072128"/>
      </c:barChart>
      <c:catAx>
        <c:axId val="-21094427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654" cap="flat" cmpd="sng" algn="ctr">
            <a:solidFill>
              <a:srgbClr val="FFFFFF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3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-2105072128"/>
        <c:crosses val="autoZero"/>
        <c:auto val="1"/>
        <c:lblAlgn val="ctr"/>
        <c:lblOffset val="100"/>
        <c:noMultiLvlLbl val="0"/>
      </c:catAx>
      <c:valAx>
        <c:axId val="-2105072128"/>
        <c:scaling>
          <c:orientation val="minMax"/>
        </c:scaling>
        <c:delete val="0"/>
        <c:axPos val="l"/>
        <c:majorGridlines>
          <c:spPr>
            <a:ln w="3163" cap="flat" cmpd="sng" algn="ctr">
              <a:solidFill>
                <a:srgbClr val="666699"/>
              </a:solidFill>
              <a:prstDash val="solid"/>
              <a:round/>
            </a:ln>
            <a:effectLst/>
          </c:spPr>
        </c:majorGridlines>
        <c:numFmt formatCode="_-* #,##0_-;\-* #,##0_-;_-* &quot;-&quot;??_-;_-@_-" sourceLinked="1"/>
        <c:majorTickMark val="none"/>
        <c:minorTickMark val="none"/>
        <c:tickLblPos val="nextTo"/>
        <c:spPr>
          <a:noFill/>
          <a:ln w="6327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3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-210944278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>
          <a:solidFill>
            <a:schemeClr val="tx2"/>
          </a:solidFill>
        </a:defRPr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10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11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12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13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14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15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16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17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18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19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20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21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22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23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056F4372-6A7F-624A-A834-CB1C6BA472E1}" type="datetimeFigureOut">
              <a:rPr lang="en-US"/>
              <a:pPr>
                <a:defRPr/>
              </a:pPr>
              <a:t>7/25/17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AC8785B7-41FB-DB4C-AA96-C611F8DAEC2E}" type="slidenum">
              <a:rPr lang="en-US"/>
              <a:pPr>
                <a:defRPr/>
              </a:pPr>
              <a:t>‹n.º›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2893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pt-BR"/>
              <a:t>Background placeholder: </a:t>
            </a:r>
            <a:r>
              <a:rPr lang="en-US" altLang="pt-BR" b="1"/>
              <a:t>After choosing your image, Right click on the image -&gt; Send to back -&gt; Click on send to back</a:t>
            </a:r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Open Sans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BE88910-B4E3-1340-8BAD-A9E9FA0D1CD3}" type="slidenum">
              <a:rPr lang="en-US" altLang="pt-BR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 altLang="pt-BR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58574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pt-BR"/>
              <a:t>Background placeholder: </a:t>
            </a:r>
            <a:r>
              <a:rPr lang="en-US" altLang="pt-BR" b="1"/>
              <a:t>After choosing your image, Right click on the image -&gt; Send to back -&gt; Click on send to back</a:t>
            </a:r>
          </a:p>
          <a:p>
            <a:pPr>
              <a:spcBef>
                <a:spcPct val="0"/>
              </a:spcBef>
            </a:pPr>
            <a:endParaRPr lang="en-US" altLang="pt-BR"/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Open Sans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9CFE817-4351-4A4A-9374-9B3926BB9FEA}" type="slidenum">
              <a:rPr lang="en-US" altLang="pt-BR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 altLang="pt-BR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7602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pt-BR"/>
              <a:t>Background placeholder: </a:t>
            </a:r>
            <a:r>
              <a:rPr lang="en-US" altLang="pt-BR" b="1"/>
              <a:t>After choosing your image, Right click on the image -&gt; Send to back -&gt; Click on send to back</a:t>
            </a:r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Open Sans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BE88910-B4E3-1340-8BAD-A9E9FA0D1CD3}" type="slidenum">
              <a:rPr lang="en-US" altLang="pt-BR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 altLang="pt-BR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24115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8785B7-41FB-DB4C-AA96-C611F8DAEC2E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3725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8785B7-41FB-DB4C-AA96-C611F8DAEC2E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0521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pt-BR"/>
              <a:t>Background placeholder: </a:t>
            </a:r>
            <a:r>
              <a:rPr lang="en-US" altLang="pt-BR" b="1"/>
              <a:t>After choosing your image, Right click on the image -&gt; Send to back -&gt; Click on send to back</a:t>
            </a:r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Open Sans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BE88910-B4E3-1340-8BAD-A9E9FA0D1CD3}" type="slidenum">
              <a:rPr lang="en-US" altLang="pt-BR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 altLang="pt-BR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54199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pt-BR"/>
              <a:t>Background placeholder: </a:t>
            </a:r>
            <a:r>
              <a:rPr lang="en-US" altLang="pt-BR" b="1"/>
              <a:t>After choosing your image, Right click on the image -&gt; Send to back -&gt; Click on send to back</a:t>
            </a:r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Open Sans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BE88910-B4E3-1340-8BAD-A9E9FA0D1CD3}" type="slidenum">
              <a:rPr lang="en-US" altLang="pt-BR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 altLang="pt-BR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15079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8785B7-41FB-DB4C-AA96-C611F8DAEC2E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787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pt-BR"/>
              <a:t>Background placeholder: </a:t>
            </a:r>
            <a:r>
              <a:rPr lang="en-US" altLang="pt-BR" b="1"/>
              <a:t>After choosing your image, Right click on the image -&gt; Send to back -&gt; Click on send to back</a:t>
            </a:r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Open Sans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BE88910-B4E3-1340-8BAD-A9E9FA0D1CD3}" type="slidenum">
              <a:rPr lang="en-US" altLang="pt-BR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n-US" altLang="pt-BR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3502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8785B7-41FB-DB4C-AA96-C611F8DAEC2E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6985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pt-BR"/>
              <a:t>Background placeholder: </a:t>
            </a:r>
            <a:r>
              <a:rPr lang="en-US" altLang="pt-BR" b="1"/>
              <a:t>After choosing your image, Right click on the image -&gt; Send to back -&gt; Click on send to back</a:t>
            </a:r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Open Sans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BE88910-B4E3-1340-8BAD-A9E9FA0D1CD3}" type="slidenum">
              <a:rPr lang="en-US" altLang="pt-BR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en-US" altLang="pt-BR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36786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pt-BR"/>
              <a:t>Background placeholder: </a:t>
            </a:r>
            <a:r>
              <a:rPr lang="en-US" altLang="pt-BR" b="1"/>
              <a:t>After choosing your image, Right click on the image -&gt; Send to back -&gt; Click on send to back</a:t>
            </a:r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Open Sans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BE88910-B4E3-1340-8BAD-A9E9FA0D1CD3}" type="slidenum">
              <a:rPr lang="en-US" altLang="pt-BR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en-US" altLang="pt-BR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68558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pt-BR"/>
              <a:t>Background placeholder: </a:t>
            </a:r>
            <a:r>
              <a:rPr lang="en-US" altLang="pt-BR" b="1"/>
              <a:t>After choosing your image, Right click on the image -&gt; Send to back -&gt; Click on send to back</a:t>
            </a:r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Open Sans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BE88910-B4E3-1340-8BAD-A9E9FA0D1CD3}" type="slidenum">
              <a:rPr lang="en-US" altLang="pt-BR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en-US" altLang="pt-BR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26695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pt-BR"/>
              <a:t>Background placeholder: </a:t>
            </a:r>
            <a:r>
              <a:rPr lang="en-US" altLang="pt-BR" b="1"/>
              <a:t>After choosing your image, Right click on the image -&gt; Send to back -&gt; Click on send to back</a:t>
            </a:r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Open Sans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BE88910-B4E3-1340-8BAD-A9E9FA0D1CD3}" type="slidenum">
              <a:rPr lang="en-US" altLang="pt-BR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21</a:t>
            </a:fld>
            <a:endParaRPr lang="en-US" altLang="pt-BR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07593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pt-BR"/>
              <a:t>Background placeholder: </a:t>
            </a:r>
            <a:r>
              <a:rPr lang="en-US" altLang="pt-BR" b="1"/>
              <a:t>After choosing your image, Right click on the image -&gt; Send to back -&gt; Click on send to back</a:t>
            </a:r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Open Sans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BE88910-B4E3-1340-8BAD-A9E9FA0D1CD3}" type="slidenum">
              <a:rPr lang="en-US" altLang="pt-BR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24</a:t>
            </a:fld>
            <a:endParaRPr lang="en-US" altLang="pt-BR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91576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pt-BR"/>
              <a:t>Background placeholder: </a:t>
            </a:r>
            <a:r>
              <a:rPr lang="en-US" altLang="pt-BR" b="1"/>
              <a:t>After choosing your image, Right click on the image -&gt; Send to back -&gt; Click on send to back</a:t>
            </a:r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Open Sans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BE88910-B4E3-1340-8BAD-A9E9FA0D1CD3}" type="slidenum">
              <a:rPr lang="en-US" altLang="pt-BR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en-US" altLang="pt-BR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96835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pt-BR"/>
              <a:t>Background placeholder: </a:t>
            </a:r>
            <a:r>
              <a:rPr lang="en-US" altLang="pt-BR" b="1"/>
              <a:t>After choosing your image, Right click on the image -&gt; Send to back -&gt; Click on send to back</a:t>
            </a:r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Open Sans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BE88910-B4E3-1340-8BAD-A9E9FA0D1CD3}" type="slidenum">
              <a:rPr lang="en-US" altLang="pt-BR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28</a:t>
            </a:fld>
            <a:endParaRPr lang="en-US" altLang="pt-BR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72779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pt-BR"/>
              <a:t>Background placeholder: </a:t>
            </a:r>
            <a:r>
              <a:rPr lang="en-US" altLang="pt-BR" b="1"/>
              <a:t>After choosing your image, Right click on the image -&gt; Send to back -&gt; Click on send to back</a:t>
            </a:r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Open Sans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BE88910-B4E3-1340-8BAD-A9E9FA0D1CD3}" type="slidenum">
              <a:rPr lang="en-US" altLang="pt-BR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32</a:t>
            </a:fld>
            <a:endParaRPr lang="en-US" altLang="pt-BR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175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pt-BR"/>
              <a:t>Background placeholder: </a:t>
            </a:r>
            <a:r>
              <a:rPr lang="en-US" altLang="pt-BR" b="1"/>
              <a:t>After choosing your image, Right click on the image -&gt; Send to back -&gt; Click on send to back</a:t>
            </a:r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Open Sans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BE88910-B4E3-1340-8BAD-A9E9FA0D1CD3}" type="slidenum">
              <a:rPr lang="en-US" altLang="pt-BR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34</a:t>
            </a:fld>
            <a:endParaRPr lang="en-US" altLang="pt-BR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977671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pt-BR"/>
              <a:t>Background placeholder: </a:t>
            </a:r>
            <a:r>
              <a:rPr lang="en-US" altLang="pt-BR" b="1"/>
              <a:t>After choosing your image, Right click on the image -&gt; Send to back -&gt; Click on send to back</a:t>
            </a:r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Open Sans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BE88910-B4E3-1340-8BAD-A9E9FA0D1CD3}" type="slidenum">
              <a:rPr lang="en-US" altLang="pt-BR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36</a:t>
            </a:fld>
            <a:endParaRPr lang="en-US" altLang="pt-BR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396041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pt-BR"/>
              <a:t>Background placeholder: </a:t>
            </a:r>
            <a:r>
              <a:rPr lang="en-US" altLang="pt-BR" b="1"/>
              <a:t>After choosing your image, Right click on the image -&gt; Send to back -&gt; Click on send to back</a:t>
            </a:r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Open Sans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BE88910-B4E3-1340-8BAD-A9E9FA0D1CD3}" type="slidenum">
              <a:rPr lang="en-US" altLang="pt-BR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38</a:t>
            </a:fld>
            <a:endParaRPr lang="en-US" altLang="pt-BR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306631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pt-BR"/>
              <a:t>Background placeholder: </a:t>
            </a:r>
            <a:r>
              <a:rPr lang="en-US" altLang="pt-BR" b="1"/>
              <a:t>After choosing your image, Right click on the image -&gt; Send to back -&gt; Click on send to back</a:t>
            </a:r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Open Sans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BE88910-B4E3-1340-8BAD-A9E9FA0D1CD3}" type="slidenum">
              <a:rPr lang="en-US" altLang="pt-BR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40</a:t>
            </a:fld>
            <a:endParaRPr lang="en-US" altLang="pt-BR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514740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pt-BR"/>
              <a:t>Background placeholder: </a:t>
            </a:r>
            <a:r>
              <a:rPr lang="en-US" altLang="pt-BR" b="1"/>
              <a:t>After choosing your image, Right click on the image -&gt; Send to back -&gt; Click on send to back</a:t>
            </a:r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Open Sans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BE88910-B4E3-1340-8BAD-A9E9FA0D1CD3}" type="slidenum">
              <a:rPr lang="en-US" altLang="pt-BR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42</a:t>
            </a:fld>
            <a:endParaRPr lang="en-US" altLang="pt-BR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05881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pt-BR"/>
              <a:t>Background placeholder: </a:t>
            </a:r>
            <a:r>
              <a:rPr lang="en-US" altLang="pt-BR" b="1"/>
              <a:t>After choosing your image, Right click on the image -&gt; Send to back -&gt; Click on send to back</a:t>
            </a:r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Open Sans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BE88910-B4E3-1340-8BAD-A9E9FA0D1CD3}" type="slidenum">
              <a:rPr lang="en-US" altLang="pt-BR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44</a:t>
            </a:fld>
            <a:endParaRPr lang="en-US" altLang="pt-BR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3396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pt-BR"/>
              <a:t>Background placeholder: </a:t>
            </a:r>
            <a:r>
              <a:rPr lang="en-US" altLang="pt-BR" b="1"/>
              <a:t>After choosing your image, Right click on the image -&gt; Send to back -&gt; Click on send to back</a:t>
            </a:r>
          </a:p>
          <a:p>
            <a:pPr>
              <a:spcBef>
                <a:spcPct val="0"/>
              </a:spcBef>
            </a:pPr>
            <a:endParaRPr lang="en-US" altLang="pt-BR"/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Open Sans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9CFE817-4351-4A4A-9374-9B3926BB9FEA}" type="slidenum">
              <a:rPr lang="en-US" altLang="pt-BR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45</a:t>
            </a:fld>
            <a:endParaRPr lang="en-US" altLang="pt-BR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238625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pt-BR"/>
              <a:t>Background placeholder: </a:t>
            </a:r>
            <a:r>
              <a:rPr lang="en-US" altLang="pt-BR" b="1"/>
              <a:t>After choosing your image, Right click on the image -&gt; Send to back -&gt; Click on send to back</a:t>
            </a:r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Open Sans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BE88910-B4E3-1340-8BAD-A9E9FA0D1CD3}" type="slidenum">
              <a:rPr lang="en-US" altLang="pt-BR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46</a:t>
            </a:fld>
            <a:endParaRPr lang="en-US" altLang="pt-BR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31263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2621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/>
          <p:cNvGrpSpPr>
            <a:grpSpLocks/>
          </p:cNvGrpSpPr>
          <p:nvPr userDrawn="1"/>
        </p:nvGrpSpPr>
        <p:grpSpPr bwMode="auto">
          <a:xfrm>
            <a:off x="914400" y="1457325"/>
            <a:ext cx="4491038" cy="53975"/>
            <a:chOff x="2055030" y="1463669"/>
            <a:chExt cx="2304256" cy="544908"/>
          </a:xfrm>
        </p:grpSpPr>
        <p:sp>
          <p:nvSpPr>
            <p:cNvPr id="5" name="Rectangle 8"/>
            <p:cNvSpPr/>
            <p:nvPr/>
          </p:nvSpPr>
          <p:spPr>
            <a:xfrm>
              <a:off x="2055030" y="1463669"/>
              <a:ext cx="575861" cy="5449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6" name="Rectangle 9"/>
            <p:cNvSpPr/>
            <p:nvPr/>
          </p:nvSpPr>
          <p:spPr>
            <a:xfrm>
              <a:off x="2630891" y="1463669"/>
              <a:ext cx="576675" cy="54490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7" name="Rectangle 10"/>
            <p:cNvSpPr/>
            <p:nvPr/>
          </p:nvSpPr>
          <p:spPr>
            <a:xfrm>
              <a:off x="3207565" y="1463669"/>
              <a:ext cx="575860" cy="54490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8" name="Rectangle 11"/>
            <p:cNvSpPr/>
            <p:nvPr/>
          </p:nvSpPr>
          <p:spPr>
            <a:xfrm>
              <a:off x="3783425" y="1463669"/>
              <a:ext cx="575861" cy="5449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sp>
        <p:nvSpPr>
          <p:cNvPr id="9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834190" y="685800"/>
            <a:ext cx="10363200" cy="508861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1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834190" y="1147124"/>
            <a:ext cx="10363200" cy="25314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 b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8233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7"/>
          <p:cNvGrpSpPr>
            <a:grpSpLocks/>
          </p:cNvGrpSpPr>
          <p:nvPr userDrawn="1"/>
        </p:nvGrpSpPr>
        <p:grpSpPr bwMode="auto">
          <a:xfrm>
            <a:off x="914400" y="1457325"/>
            <a:ext cx="4491038" cy="53975"/>
            <a:chOff x="2055030" y="1463669"/>
            <a:chExt cx="2304256" cy="544908"/>
          </a:xfrm>
        </p:grpSpPr>
        <p:sp>
          <p:nvSpPr>
            <p:cNvPr id="7" name="Rectangle 8"/>
            <p:cNvSpPr/>
            <p:nvPr/>
          </p:nvSpPr>
          <p:spPr>
            <a:xfrm>
              <a:off x="2055030" y="1463669"/>
              <a:ext cx="575861" cy="5449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8" name="Rectangle 9"/>
            <p:cNvSpPr/>
            <p:nvPr/>
          </p:nvSpPr>
          <p:spPr>
            <a:xfrm>
              <a:off x="2630891" y="1463669"/>
              <a:ext cx="576675" cy="54490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207565" y="1463669"/>
              <a:ext cx="575860" cy="54490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4" name="Rectangle 11"/>
            <p:cNvSpPr/>
            <p:nvPr/>
          </p:nvSpPr>
          <p:spPr>
            <a:xfrm>
              <a:off x="3783425" y="1463669"/>
              <a:ext cx="575861" cy="5449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sp>
        <p:nvSpPr>
          <p:cNvPr id="9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834190" y="685800"/>
            <a:ext cx="10363200" cy="508861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1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834190" y="1147124"/>
            <a:ext cx="10363200" cy="25314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 b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2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6191794" y="1763487"/>
            <a:ext cx="5004844" cy="1858552"/>
          </a:xfrm>
          <a:prstGeom prst="rect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1010946" y="1763486"/>
            <a:ext cx="5004844" cy="1858552"/>
          </a:xfrm>
          <a:prstGeom prst="rect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610515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7"/>
          <p:cNvGrpSpPr>
            <a:grpSpLocks/>
          </p:cNvGrpSpPr>
          <p:nvPr userDrawn="1"/>
        </p:nvGrpSpPr>
        <p:grpSpPr bwMode="auto">
          <a:xfrm>
            <a:off x="914400" y="1457325"/>
            <a:ext cx="4491038" cy="53975"/>
            <a:chOff x="2055030" y="1463669"/>
            <a:chExt cx="2304256" cy="544908"/>
          </a:xfrm>
        </p:grpSpPr>
        <p:sp>
          <p:nvSpPr>
            <p:cNvPr id="6" name="Rectangle 8"/>
            <p:cNvSpPr/>
            <p:nvPr/>
          </p:nvSpPr>
          <p:spPr>
            <a:xfrm>
              <a:off x="2055030" y="1463669"/>
              <a:ext cx="575861" cy="5449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7" name="Rectangle 9"/>
            <p:cNvSpPr/>
            <p:nvPr/>
          </p:nvSpPr>
          <p:spPr>
            <a:xfrm>
              <a:off x="2630891" y="1463669"/>
              <a:ext cx="576675" cy="54490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8" name="Rectangle 10"/>
            <p:cNvSpPr/>
            <p:nvPr/>
          </p:nvSpPr>
          <p:spPr>
            <a:xfrm>
              <a:off x="3207565" y="1463669"/>
              <a:ext cx="575860" cy="54490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783425" y="1463669"/>
              <a:ext cx="575861" cy="5449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sp>
        <p:nvSpPr>
          <p:cNvPr id="9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834190" y="685800"/>
            <a:ext cx="10363200" cy="508861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1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834190" y="1147124"/>
            <a:ext cx="10363200" cy="25314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 b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2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6191794" y="2024063"/>
            <a:ext cx="5004844" cy="3690937"/>
          </a:xfrm>
          <a:prstGeom prst="rect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585990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7"/>
          <p:cNvGrpSpPr>
            <a:grpSpLocks/>
          </p:cNvGrpSpPr>
          <p:nvPr userDrawn="1"/>
        </p:nvGrpSpPr>
        <p:grpSpPr bwMode="auto">
          <a:xfrm>
            <a:off x="914400" y="1457325"/>
            <a:ext cx="4491038" cy="53975"/>
            <a:chOff x="2055030" y="1463669"/>
            <a:chExt cx="2304256" cy="544908"/>
          </a:xfrm>
        </p:grpSpPr>
        <p:sp>
          <p:nvSpPr>
            <p:cNvPr id="6" name="Rectangle 8"/>
            <p:cNvSpPr/>
            <p:nvPr/>
          </p:nvSpPr>
          <p:spPr>
            <a:xfrm>
              <a:off x="2055030" y="1463669"/>
              <a:ext cx="575861" cy="5449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7" name="Rectangle 9"/>
            <p:cNvSpPr/>
            <p:nvPr/>
          </p:nvSpPr>
          <p:spPr>
            <a:xfrm>
              <a:off x="2630891" y="1463669"/>
              <a:ext cx="576675" cy="54490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207565" y="1463669"/>
              <a:ext cx="575860" cy="54490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783425" y="1463669"/>
              <a:ext cx="575861" cy="5449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sp>
        <p:nvSpPr>
          <p:cNvPr id="9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834190" y="685800"/>
            <a:ext cx="10363200" cy="508861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1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834190" y="1147124"/>
            <a:ext cx="10363200" cy="25314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 b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8059738" y="2024063"/>
            <a:ext cx="3136900" cy="3736975"/>
          </a:xfrm>
          <a:prstGeom prst="rect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374344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1435056" y="917286"/>
            <a:ext cx="1366838" cy="1366837"/>
          </a:xfrm>
          <a:prstGeom prst="ellipse">
            <a:avLst/>
          </a:prstGeom>
          <a:solidFill>
            <a:schemeClr val="tx1"/>
          </a:solidFill>
          <a:ln w="31750">
            <a:solidFill>
              <a:schemeClr val="bg2"/>
            </a:solidFill>
          </a:ln>
        </p:spPr>
        <p:txBody>
          <a:bodyPr/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2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1435056" y="2585412"/>
            <a:ext cx="1366838" cy="1366837"/>
          </a:xfrm>
          <a:prstGeom prst="ellipse">
            <a:avLst/>
          </a:prstGeom>
          <a:solidFill>
            <a:schemeClr val="tx1"/>
          </a:solidFill>
          <a:ln w="31750">
            <a:solidFill>
              <a:schemeClr val="bg2"/>
            </a:solidFill>
          </a:ln>
        </p:spPr>
        <p:txBody>
          <a:bodyPr/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3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9389490" y="1919437"/>
            <a:ext cx="1366838" cy="1366837"/>
          </a:xfrm>
          <a:prstGeom prst="ellipse">
            <a:avLst/>
          </a:prstGeom>
          <a:solidFill>
            <a:schemeClr val="tx1"/>
          </a:solidFill>
          <a:ln w="31750">
            <a:solidFill>
              <a:schemeClr val="bg2"/>
            </a:solidFill>
          </a:ln>
        </p:spPr>
        <p:txBody>
          <a:bodyPr/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00661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icture Placeholder 28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3044952" cy="2286000"/>
          </a:xfrm>
          <a:prstGeom prst="rect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30" name="Picture Placeholder 28"/>
          <p:cNvSpPr>
            <a:spLocks noGrp="1"/>
          </p:cNvSpPr>
          <p:nvPr>
            <p:ph type="pic" sz="quarter" idx="11"/>
          </p:nvPr>
        </p:nvSpPr>
        <p:spPr>
          <a:xfrm>
            <a:off x="0" y="4572000"/>
            <a:ext cx="3044952" cy="2286000"/>
          </a:xfrm>
          <a:prstGeom prst="rect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31" name="Picture Placeholder 28"/>
          <p:cNvSpPr>
            <a:spLocks noGrp="1"/>
          </p:cNvSpPr>
          <p:nvPr>
            <p:ph type="pic" sz="quarter" idx="12"/>
          </p:nvPr>
        </p:nvSpPr>
        <p:spPr>
          <a:xfrm>
            <a:off x="6089904" y="0"/>
            <a:ext cx="3057144" cy="2286000"/>
          </a:xfrm>
          <a:prstGeom prst="rect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36" name="Picture Placeholder 28"/>
          <p:cNvSpPr>
            <a:spLocks noGrp="1"/>
          </p:cNvSpPr>
          <p:nvPr>
            <p:ph type="pic" sz="quarter" idx="13"/>
          </p:nvPr>
        </p:nvSpPr>
        <p:spPr>
          <a:xfrm>
            <a:off x="3044081" y="2286000"/>
            <a:ext cx="3044952" cy="2286000"/>
          </a:xfrm>
          <a:prstGeom prst="rect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37" name="Picture Placeholder 28"/>
          <p:cNvSpPr>
            <a:spLocks noGrp="1"/>
          </p:cNvSpPr>
          <p:nvPr>
            <p:ph type="pic" sz="quarter" idx="14"/>
          </p:nvPr>
        </p:nvSpPr>
        <p:spPr>
          <a:xfrm>
            <a:off x="9146177" y="2286000"/>
            <a:ext cx="3044952" cy="2286000"/>
          </a:xfrm>
          <a:prstGeom prst="rect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40" name="Picture Placeholder 28"/>
          <p:cNvSpPr>
            <a:spLocks noGrp="1"/>
          </p:cNvSpPr>
          <p:nvPr>
            <p:ph type="pic" sz="quarter" idx="15"/>
          </p:nvPr>
        </p:nvSpPr>
        <p:spPr>
          <a:xfrm>
            <a:off x="6089033" y="4572000"/>
            <a:ext cx="3058451" cy="2286000"/>
          </a:xfrm>
          <a:prstGeom prst="rect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33925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>
            <a:grpSpLocks/>
          </p:cNvGrpSpPr>
          <p:nvPr userDrawn="1"/>
        </p:nvGrpSpPr>
        <p:grpSpPr bwMode="auto">
          <a:xfrm>
            <a:off x="914400" y="1457325"/>
            <a:ext cx="4491038" cy="53975"/>
            <a:chOff x="2055030" y="1463669"/>
            <a:chExt cx="2304256" cy="544908"/>
          </a:xfrm>
        </p:grpSpPr>
        <p:sp>
          <p:nvSpPr>
            <p:cNvPr id="11" name="Rectangle 8"/>
            <p:cNvSpPr/>
            <p:nvPr/>
          </p:nvSpPr>
          <p:spPr>
            <a:xfrm>
              <a:off x="2055030" y="1463669"/>
              <a:ext cx="575861" cy="5449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2" name="Rectangle 9"/>
            <p:cNvSpPr/>
            <p:nvPr/>
          </p:nvSpPr>
          <p:spPr>
            <a:xfrm>
              <a:off x="2630891" y="1463669"/>
              <a:ext cx="576675" cy="54490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3" name="Rectangle 10"/>
            <p:cNvSpPr/>
            <p:nvPr/>
          </p:nvSpPr>
          <p:spPr>
            <a:xfrm>
              <a:off x="3207565" y="1463669"/>
              <a:ext cx="575860" cy="54490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4" name="Rectangle 11"/>
            <p:cNvSpPr/>
            <p:nvPr/>
          </p:nvSpPr>
          <p:spPr>
            <a:xfrm>
              <a:off x="3783425" y="1463669"/>
              <a:ext cx="575861" cy="5449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sp>
        <p:nvSpPr>
          <p:cNvPr id="9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834190" y="685800"/>
            <a:ext cx="10363200" cy="508861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1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834190" y="1147124"/>
            <a:ext cx="10363200" cy="25314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 b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1435056" y="2913063"/>
            <a:ext cx="1366838" cy="1366837"/>
          </a:xfrm>
          <a:prstGeom prst="ellipse">
            <a:avLst/>
          </a:prstGeom>
          <a:solidFill>
            <a:schemeClr val="tx1"/>
          </a:solidFill>
          <a:ln w="31750">
            <a:solidFill>
              <a:schemeClr val="bg2"/>
            </a:solidFill>
          </a:ln>
        </p:spPr>
        <p:txBody>
          <a:bodyPr/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29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1435056" y="4581189"/>
            <a:ext cx="1366838" cy="1366837"/>
          </a:xfrm>
          <a:prstGeom prst="ellipse">
            <a:avLst/>
          </a:prstGeom>
          <a:solidFill>
            <a:schemeClr val="tx1"/>
          </a:solidFill>
          <a:ln w="31750">
            <a:solidFill>
              <a:schemeClr val="bg2"/>
            </a:solidFill>
          </a:ln>
        </p:spPr>
        <p:txBody>
          <a:bodyPr/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30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9389490" y="3582923"/>
            <a:ext cx="1366838" cy="1366837"/>
          </a:xfrm>
          <a:prstGeom prst="ellipse">
            <a:avLst/>
          </a:prstGeom>
          <a:solidFill>
            <a:schemeClr val="tx1"/>
          </a:solidFill>
          <a:ln w="31750">
            <a:solidFill>
              <a:schemeClr val="bg2"/>
            </a:solidFill>
          </a:ln>
        </p:spPr>
        <p:txBody>
          <a:bodyPr/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60313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7"/>
          <p:cNvGrpSpPr>
            <a:grpSpLocks/>
          </p:cNvGrpSpPr>
          <p:nvPr userDrawn="1"/>
        </p:nvGrpSpPr>
        <p:grpSpPr bwMode="auto">
          <a:xfrm>
            <a:off x="914400" y="1457325"/>
            <a:ext cx="4491038" cy="53975"/>
            <a:chOff x="2055030" y="1463669"/>
            <a:chExt cx="2304256" cy="544908"/>
          </a:xfrm>
        </p:grpSpPr>
        <p:sp>
          <p:nvSpPr>
            <p:cNvPr id="7" name="Rectangle 8"/>
            <p:cNvSpPr/>
            <p:nvPr/>
          </p:nvSpPr>
          <p:spPr>
            <a:xfrm>
              <a:off x="2055030" y="1463669"/>
              <a:ext cx="575861" cy="5449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1" name="Rectangle 9"/>
            <p:cNvSpPr/>
            <p:nvPr/>
          </p:nvSpPr>
          <p:spPr>
            <a:xfrm>
              <a:off x="2630891" y="1463669"/>
              <a:ext cx="576675" cy="54490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2" name="Rectangle 10"/>
            <p:cNvSpPr/>
            <p:nvPr/>
          </p:nvSpPr>
          <p:spPr>
            <a:xfrm>
              <a:off x="3207565" y="1463669"/>
              <a:ext cx="575860" cy="54490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3" name="Rectangle 11"/>
            <p:cNvSpPr/>
            <p:nvPr/>
          </p:nvSpPr>
          <p:spPr>
            <a:xfrm>
              <a:off x="3783425" y="1463669"/>
              <a:ext cx="575861" cy="5449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sp>
        <p:nvSpPr>
          <p:cNvPr id="9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834190" y="685800"/>
            <a:ext cx="10363200" cy="508861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1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834190" y="1147124"/>
            <a:ext cx="10363200" cy="25314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 b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1961357" y="2076315"/>
            <a:ext cx="3994544" cy="2839525"/>
          </a:xfrm>
          <a:prstGeom prst="rect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5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6233506" y="2076314"/>
            <a:ext cx="3994544" cy="2839525"/>
          </a:xfrm>
          <a:prstGeom prst="rect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477171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7"/>
          <p:cNvGrpSpPr>
            <a:grpSpLocks/>
          </p:cNvGrpSpPr>
          <p:nvPr userDrawn="1"/>
        </p:nvGrpSpPr>
        <p:grpSpPr bwMode="auto">
          <a:xfrm>
            <a:off x="914400" y="1457325"/>
            <a:ext cx="4491038" cy="53975"/>
            <a:chOff x="2055030" y="1463669"/>
            <a:chExt cx="2304256" cy="544908"/>
          </a:xfrm>
        </p:grpSpPr>
        <p:sp>
          <p:nvSpPr>
            <p:cNvPr id="6" name="Rectangle 8"/>
            <p:cNvSpPr/>
            <p:nvPr/>
          </p:nvSpPr>
          <p:spPr>
            <a:xfrm>
              <a:off x="2055030" y="1463669"/>
              <a:ext cx="575861" cy="5449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7" name="Rectangle 9"/>
            <p:cNvSpPr/>
            <p:nvPr/>
          </p:nvSpPr>
          <p:spPr>
            <a:xfrm>
              <a:off x="2630891" y="1463669"/>
              <a:ext cx="576675" cy="54490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207565" y="1463669"/>
              <a:ext cx="575860" cy="54490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783425" y="1463669"/>
              <a:ext cx="575861" cy="5449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sp>
        <p:nvSpPr>
          <p:cNvPr id="9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834190" y="685800"/>
            <a:ext cx="10363200" cy="508861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1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834190" y="1147124"/>
            <a:ext cx="10363200" cy="25314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 b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1267097" y="2076315"/>
            <a:ext cx="4414484" cy="3606028"/>
          </a:xfrm>
          <a:prstGeom prst="rect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56426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>
            <a:grpSpLocks/>
          </p:cNvGrpSpPr>
          <p:nvPr userDrawn="1"/>
        </p:nvGrpSpPr>
        <p:grpSpPr bwMode="auto">
          <a:xfrm>
            <a:off x="914400" y="1457325"/>
            <a:ext cx="4491038" cy="53975"/>
            <a:chOff x="2055030" y="1463669"/>
            <a:chExt cx="2304256" cy="544908"/>
          </a:xfrm>
        </p:grpSpPr>
        <p:sp>
          <p:nvSpPr>
            <p:cNvPr id="11" name="Rectangle 8"/>
            <p:cNvSpPr/>
            <p:nvPr/>
          </p:nvSpPr>
          <p:spPr>
            <a:xfrm>
              <a:off x="2055030" y="1463669"/>
              <a:ext cx="575861" cy="5449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2" name="Rectangle 9"/>
            <p:cNvSpPr/>
            <p:nvPr/>
          </p:nvSpPr>
          <p:spPr>
            <a:xfrm>
              <a:off x="2630891" y="1463669"/>
              <a:ext cx="576675" cy="54490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3" name="Rectangle 10"/>
            <p:cNvSpPr/>
            <p:nvPr/>
          </p:nvSpPr>
          <p:spPr>
            <a:xfrm>
              <a:off x="3207565" y="1463669"/>
              <a:ext cx="575860" cy="54490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4" name="Rectangle 11"/>
            <p:cNvSpPr/>
            <p:nvPr/>
          </p:nvSpPr>
          <p:spPr>
            <a:xfrm>
              <a:off x="3783425" y="1463669"/>
              <a:ext cx="575861" cy="5449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sp>
        <p:nvSpPr>
          <p:cNvPr id="9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834190" y="685800"/>
            <a:ext cx="10363200" cy="508861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1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834190" y="1147124"/>
            <a:ext cx="10363200" cy="25314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 b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5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1211133" y="2548007"/>
            <a:ext cx="2286000" cy="2212848"/>
          </a:xfrm>
          <a:prstGeom prst="rect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6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3700451" y="2548007"/>
            <a:ext cx="2286000" cy="2212848"/>
          </a:xfrm>
          <a:prstGeom prst="rect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7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6211419" y="2548007"/>
            <a:ext cx="2286000" cy="2212848"/>
          </a:xfrm>
          <a:prstGeom prst="rect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8722387" y="2548007"/>
            <a:ext cx="2286000" cy="2212848"/>
          </a:xfrm>
          <a:prstGeom prst="rect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451172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>
            <a:grpSpLocks/>
          </p:cNvGrpSpPr>
          <p:nvPr userDrawn="1"/>
        </p:nvGrpSpPr>
        <p:grpSpPr bwMode="auto">
          <a:xfrm>
            <a:off x="914400" y="1457325"/>
            <a:ext cx="4491038" cy="53975"/>
            <a:chOff x="2055030" y="1463669"/>
            <a:chExt cx="2304256" cy="544908"/>
          </a:xfrm>
        </p:grpSpPr>
        <p:sp>
          <p:nvSpPr>
            <p:cNvPr id="11" name="Rectangle 8"/>
            <p:cNvSpPr/>
            <p:nvPr/>
          </p:nvSpPr>
          <p:spPr>
            <a:xfrm>
              <a:off x="2055030" y="1463669"/>
              <a:ext cx="575861" cy="5449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2" name="Rectangle 9"/>
            <p:cNvSpPr/>
            <p:nvPr/>
          </p:nvSpPr>
          <p:spPr>
            <a:xfrm>
              <a:off x="2630891" y="1463669"/>
              <a:ext cx="576675" cy="54490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3" name="Rectangle 10"/>
            <p:cNvSpPr/>
            <p:nvPr/>
          </p:nvSpPr>
          <p:spPr>
            <a:xfrm>
              <a:off x="3207565" y="1463669"/>
              <a:ext cx="575860" cy="54490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4" name="Rectangle 11"/>
            <p:cNvSpPr/>
            <p:nvPr/>
          </p:nvSpPr>
          <p:spPr>
            <a:xfrm>
              <a:off x="3783425" y="1463669"/>
              <a:ext cx="575861" cy="5449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sp>
        <p:nvSpPr>
          <p:cNvPr id="9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834190" y="685800"/>
            <a:ext cx="10363200" cy="508861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1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834190" y="1147124"/>
            <a:ext cx="10363200" cy="25314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 b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5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1354825" y="2625632"/>
            <a:ext cx="1976397" cy="1913152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6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3844143" y="2625632"/>
            <a:ext cx="1976397" cy="1913152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7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6355111" y="2625632"/>
            <a:ext cx="1976397" cy="1913152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8866079" y="2625632"/>
            <a:ext cx="1976397" cy="1913152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8899471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>
            <a:grpSpLocks/>
          </p:cNvGrpSpPr>
          <p:nvPr userDrawn="1"/>
        </p:nvGrpSpPr>
        <p:grpSpPr bwMode="auto">
          <a:xfrm>
            <a:off x="914400" y="1457325"/>
            <a:ext cx="4491038" cy="53975"/>
            <a:chOff x="2055030" y="1463669"/>
            <a:chExt cx="2304256" cy="544908"/>
          </a:xfrm>
        </p:grpSpPr>
        <p:sp>
          <p:nvSpPr>
            <p:cNvPr id="11" name="Rectangle 8"/>
            <p:cNvSpPr/>
            <p:nvPr/>
          </p:nvSpPr>
          <p:spPr>
            <a:xfrm>
              <a:off x="2055030" y="1463669"/>
              <a:ext cx="575861" cy="5449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2" name="Rectangle 9"/>
            <p:cNvSpPr/>
            <p:nvPr/>
          </p:nvSpPr>
          <p:spPr>
            <a:xfrm>
              <a:off x="2630891" y="1463669"/>
              <a:ext cx="576675" cy="54490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3" name="Rectangle 10"/>
            <p:cNvSpPr/>
            <p:nvPr/>
          </p:nvSpPr>
          <p:spPr>
            <a:xfrm>
              <a:off x="3207565" y="1463669"/>
              <a:ext cx="575860" cy="54490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6" name="Rectangle 11"/>
            <p:cNvSpPr/>
            <p:nvPr/>
          </p:nvSpPr>
          <p:spPr>
            <a:xfrm>
              <a:off x="3783425" y="1463669"/>
              <a:ext cx="575861" cy="5449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sp>
        <p:nvSpPr>
          <p:cNvPr id="9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834190" y="685800"/>
            <a:ext cx="10363200" cy="508861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1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834190" y="1147124"/>
            <a:ext cx="10363200" cy="25314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 b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0" y="2732489"/>
            <a:ext cx="2067572" cy="2212848"/>
          </a:xfrm>
          <a:prstGeom prst="rect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4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4078884" y="2732489"/>
            <a:ext cx="2050605" cy="2212848"/>
          </a:xfrm>
          <a:prstGeom prst="rect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5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8140801" y="2732489"/>
            <a:ext cx="2036763" cy="2212848"/>
          </a:xfrm>
          <a:prstGeom prst="rect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7806957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>
            <a:grpSpLocks/>
          </p:cNvGrpSpPr>
          <p:nvPr userDrawn="1"/>
        </p:nvGrpSpPr>
        <p:grpSpPr bwMode="auto">
          <a:xfrm>
            <a:off x="914400" y="1457325"/>
            <a:ext cx="4491038" cy="53975"/>
            <a:chOff x="2055030" y="1463669"/>
            <a:chExt cx="2304256" cy="544908"/>
          </a:xfrm>
        </p:grpSpPr>
        <p:sp>
          <p:nvSpPr>
            <p:cNvPr id="11" name="Rectangle 8"/>
            <p:cNvSpPr/>
            <p:nvPr/>
          </p:nvSpPr>
          <p:spPr>
            <a:xfrm>
              <a:off x="2055030" y="1463669"/>
              <a:ext cx="575861" cy="5449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2" name="Rectangle 9"/>
            <p:cNvSpPr/>
            <p:nvPr/>
          </p:nvSpPr>
          <p:spPr>
            <a:xfrm>
              <a:off x="2630891" y="1463669"/>
              <a:ext cx="576675" cy="54490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3" name="Rectangle 10"/>
            <p:cNvSpPr/>
            <p:nvPr/>
          </p:nvSpPr>
          <p:spPr>
            <a:xfrm>
              <a:off x="3207565" y="1463669"/>
              <a:ext cx="575860" cy="54490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6" name="Rectangle 11"/>
            <p:cNvSpPr/>
            <p:nvPr/>
          </p:nvSpPr>
          <p:spPr>
            <a:xfrm>
              <a:off x="3783425" y="1463669"/>
              <a:ext cx="575861" cy="5449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sp>
        <p:nvSpPr>
          <p:cNvPr id="9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834190" y="685800"/>
            <a:ext cx="10363200" cy="508861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1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834190" y="1147124"/>
            <a:ext cx="10363200" cy="25314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 b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2191282" y="1693494"/>
            <a:ext cx="3950208" cy="4273099"/>
          </a:xfrm>
          <a:prstGeom prst="rect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4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8169769" y="1693495"/>
            <a:ext cx="2050605" cy="2134652"/>
          </a:xfrm>
          <a:prstGeom prst="rect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5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6133006" y="3828146"/>
            <a:ext cx="2036763" cy="2138447"/>
          </a:xfrm>
          <a:prstGeom prst="rect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7093935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7"/>
          <p:cNvGrpSpPr>
            <a:grpSpLocks/>
          </p:cNvGrpSpPr>
          <p:nvPr userDrawn="1"/>
        </p:nvGrpSpPr>
        <p:grpSpPr bwMode="auto">
          <a:xfrm>
            <a:off x="914400" y="1457325"/>
            <a:ext cx="4491038" cy="53975"/>
            <a:chOff x="2055030" y="1463669"/>
            <a:chExt cx="2304256" cy="544908"/>
          </a:xfrm>
        </p:grpSpPr>
        <p:sp>
          <p:nvSpPr>
            <p:cNvPr id="6" name="Rectangle 8"/>
            <p:cNvSpPr/>
            <p:nvPr/>
          </p:nvSpPr>
          <p:spPr>
            <a:xfrm>
              <a:off x="2055030" y="1463669"/>
              <a:ext cx="575861" cy="5449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7" name="Rectangle 9"/>
            <p:cNvSpPr/>
            <p:nvPr/>
          </p:nvSpPr>
          <p:spPr>
            <a:xfrm>
              <a:off x="2630891" y="1463669"/>
              <a:ext cx="576675" cy="54490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8" name="Rectangle 10"/>
            <p:cNvSpPr/>
            <p:nvPr/>
          </p:nvSpPr>
          <p:spPr>
            <a:xfrm>
              <a:off x="3207565" y="1463669"/>
              <a:ext cx="575860" cy="54490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783425" y="1463669"/>
              <a:ext cx="575861" cy="5449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sp>
        <p:nvSpPr>
          <p:cNvPr id="9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834190" y="685800"/>
            <a:ext cx="10363200" cy="508861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1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834190" y="1147124"/>
            <a:ext cx="10363200" cy="25314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 b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2" name="Picture Placeholder 14"/>
          <p:cNvSpPr>
            <a:spLocks noGrp="1"/>
          </p:cNvSpPr>
          <p:nvPr>
            <p:ph type="pic" sz="quarter" idx="15"/>
          </p:nvPr>
        </p:nvSpPr>
        <p:spPr>
          <a:xfrm>
            <a:off x="2466416" y="2367760"/>
            <a:ext cx="2178785" cy="2178785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917054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7"/>
          <p:cNvGrpSpPr>
            <a:grpSpLocks/>
          </p:cNvGrpSpPr>
          <p:nvPr userDrawn="1"/>
        </p:nvGrpSpPr>
        <p:grpSpPr bwMode="auto">
          <a:xfrm>
            <a:off x="914400" y="1457325"/>
            <a:ext cx="4491038" cy="53975"/>
            <a:chOff x="2055030" y="1463669"/>
            <a:chExt cx="2304256" cy="544908"/>
          </a:xfrm>
        </p:grpSpPr>
        <p:sp>
          <p:nvSpPr>
            <p:cNvPr id="6" name="Rectangle 8"/>
            <p:cNvSpPr/>
            <p:nvPr/>
          </p:nvSpPr>
          <p:spPr>
            <a:xfrm>
              <a:off x="2055030" y="1463669"/>
              <a:ext cx="575861" cy="5449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7" name="Rectangle 9"/>
            <p:cNvSpPr/>
            <p:nvPr/>
          </p:nvSpPr>
          <p:spPr>
            <a:xfrm>
              <a:off x="2630891" y="1463669"/>
              <a:ext cx="576675" cy="54490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8" name="Rectangle 10"/>
            <p:cNvSpPr/>
            <p:nvPr/>
          </p:nvSpPr>
          <p:spPr>
            <a:xfrm>
              <a:off x="3207565" y="1463669"/>
              <a:ext cx="575860" cy="54490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783425" y="1463669"/>
              <a:ext cx="575861" cy="5449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sp>
        <p:nvSpPr>
          <p:cNvPr id="9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834190" y="685800"/>
            <a:ext cx="10363200" cy="508861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1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834190" y="1147124"/>
            <a:ext cx="10363200" cy="25314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 b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2" name="Picture Placeholder 14"/>
          <p:cNvSpPr>
            <a:spLocks noGrp="1"/>
          </p:cNvSpPr>
          <p:nvPr>
            <p:ph type="pic" sz="quarter" idx="15"/>
          </p:nvPr>
        </p:nvSpPr>
        <p:spPr>
          <a:xfrm>
            <a:off x="1719122" y="1998618"/>
            <a:ext cx="2926079" cy="2992628"/>
          </a:xfrm>
          <a:prstGeom prst="rect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9185026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>
            <a:grpSpLocks/>
          </p:cNvGrpSpPr>
          <p:nvPr userDrawn="1"/>
        </p:nvGrpSpPr>
        <p:grpSpPr bwMode="auto">
          <a:xfrm>
            <a:off x="914400" y="1457325"/>
            <a:ext cx="4491038" cy="53975"/>
            <a:chOff x="2055030" y="1463669"/>
            <a:chExt cx="2304256" cy="544908"/>
          </a:xfrm>
        </p:grpSpPr>
        <p:sp>
          <p:nvSpPr>
            <p:cNvPr id="8" name="Rectangle 8"/>
            <p:cNvSpPr/>
            <p:nvPr/>
          </p:nvSpPr>
          <p:spPr>
            <a:xfrm>
              <a:off x="2055030" y="1463669"/>
              <a:ext cx="575861" cy="5449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1" name="Rectangle 9"/>
            <p:cNvSpPr/>
            <p:nvPr/>
          </p:nvSpPr>
          <p:spPr>
            <a:xfrm>
              <a:off x="2630891" y="1463669"/>
              <a:ext cx="576675" cy="54490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2" name="Rectangle 10"/>
            <p:cNvSpPr/>
            <p:nvPr/>
          </p:nvSpPr>
          <p:spPr>
            <a:xfrm>
              <a:off x="3207565" y="1463669"/>
              <a:ext cx="575860" cy="54490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3" name="Rectangle 11"/>
            <p:cNvSpPr/>
            <p:nvPr/>
          </p:nvSpPr>
          <p:spPr>
            <a:xfrm>
              <a:off x="3783425" y="1463669"/>
              <a:ext cx="575861" cy="5449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sp>
        <p:nvSpPr>
          <p:cNvPr id="9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834190" y="685800"/>
            <a:ext cx="10363200" cy="508861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1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834190" y="1147124"/>
            <a:ext cx="10363200" cy="25314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 b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2"/>
          </p:nvPr>
        </p:nvSpPr>
        <p:spPr>
          <a:xfrm>
            <a:off x="2454600" y="2261937"/>
            <a:ext cx="2286000" cy="2342815"/>
          </a:xfrm>
          <a:prstGeom prst="rect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6" name="Picture Placeholder 14"/>
          <p:cNvSpPr>
            <a:spLocks noGrp="1"/>
          </p:cNvSpPr>
          <p:nvPr>
            <p:ph type="pic" sz="quarter" idx="13"/>
          </p:nvPr>
        </p:nvSpPr>
        <p:spPr>
          <a:xfrm>
            <a:off x="4963339" y="2261937"/>
            <a:ext cx="2286000" cy="2342815"/>
          </a:xfrm>
          <a:prstGeom prst="rect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7" name="Picture Placeholder 14"/>
          <p:cNvSpPr>
            <a:spLocks noGrp="1"/>
          </p:cNvSpPr>
          <p:nvPr>
            <p:ph type="pic" sz="quarter" idx="14"/>
          </p:nvPr>
        </p:nvSpPr>
        <p:spPr>
          <a:xfrm>
            <a:off x="7472078" y="2261937"/>
            <a:ext cx="2286000" cy="2342815"/>
          </a:xfrm>
          <a:prstGeom prst="rect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7523927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>
            <a:grpSpLocks/>
          </p:cNvGrpSpPr>
          <p:nvPr userDrawn="1"/>
        </p:nvGrpSpPr>
        <p:grpSpPr bwMode="auto">
          <a:xfrm>
            <a:off x="914400" y="1457325"/>
            <a:ext cx="4491038" cy="53975"/>
            <a:chOff x="2055030" y="1463669"/>
            <a:chExt cx="2304256" cy="544908"/>
          </a:xfrm>
        </p:grpSpPr>
        <p:sp>
          <p:nvSpPr>
            <p:cNvPr id="11" name="Rectangle 8"/>
            <p:cNvSpPr/>
            <p:nvPr/>
          </p:nvSpPr>
          <p:spPr>
            <a:xfrm>
              <a:off x="2055030" y="1463669"/>
              <a:ext cx="575861" cy="5449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5" name="Rectangle 9"/>
            <p:cNvSpPr/>
            <p:nvPr/>
          </p:nvSpPr>
          <p:spPr>
            <a:xfrm>
              <a:off x="2630891" y="1463669"/>
              <a:ext cx="576675" cy="54490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6" name="Rectangle 10"/>
            <p:cNvSpPr/>
            <p:nvPr/>
          </p:nvSpPr>
          <p:spPr>
            <a:xfrm>
              <a:off x="3207565" y="1463669"/>
              <a:ext cx="575860" cy="54490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7" name="Rectangle 11"/>
            <p:cNvSpPr/>
            <p:nvPr/>
          </p:nvSpPr>
          <p:spPr>
            <a:xfrm>
              <a:off x="3783425" y="1463669"/>
              <a:ext cx="575861" cy="5449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sp>
        <p:nvSpPr>
          <p:cNvPr id="9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834190" y="685800"/>
            <a:ext cx="10363200" cy="508861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1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834190" y="1147124"/>
            <a:ext cx="10363200" cy="25314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 b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2" name="Picture Placeholder 14"/>
          <p:cNvSpPr>
            <a:spLocks noGrp="1"/>
          </p:cNvSpPr>
          <p:nvPr>
            <p:ph type="pic" sz="quarter" idx="15"/>
          </p:nvPr>
        </p:nvSpPr>
        <p:spPr>
          <a:xfrm>
            <a:off x="1427906" y="2626304"/>
            <a:ext cx="1828800" cy="1828800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3" name="Picture Placeholder 14"/>
          <p:cNvSpPr>
            <a:spLocks noGrp="1"/>
          </p:cNvSpPr>
          <p:nvPr>
            <p:ph type="pic" sz="quarter" idx="16"/>
          </p:nvPr>
        </p:nvSpPr>
        <p:spPr>
          <a:xfrm>
            <a:off x="3936644" y="2626304"/>
            <a:ext cx="1828800" cy="1828800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4" name="Picture Placeholder 14"/>
          <p:cNvSpPr>
            <a:spLocks noGrp="1"/>
          </p:cNvSpPr>
          <p:nvPr>
            <p:ph type="pic" sz="quarter" idx="17"/>
          </p:nvPr>
        </p:nvSpPr>
        <p:spPr>
          <a:xfrm>
            <a:off x="6445383" y="2626304"/>
            <a:ext cx="1828800" cy="1828800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8" name="Picture Placeholder 14"/>
          <p:cNvSpPr>
            <a:spLocks noGrp="1"/>
          </p:cNvSpPr>
          <p:nvPr>
            <p:ph type="pic" sz="quarter" idx="18"/>
          </p:nvPr>
        </p:nvSpPr>
        <p:spPr>
          <a:xfrm>
            <a:off x="8954122" y="2626304"/>
            <a:ext cx="1828800" cy="1828800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4746123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7"/>
          <p:cNvGrpSpPr>
            <a:grpSpLocks/>
          </p:cNvGrpSpPr>
          <p:nvPr userDrawn="1"/>
        </p:nvGrpSpPr>
        <p:grpSpPr bwMode="auto">
          <a:xfrm>
            <a:off x="914400" y="1457325"/>
            <a:ext cx="4491038" cy="53975"/>
            <a:chOff x="2055030" y="1463669"/>
            <a:chExt cx="2304256" cy="544908"/>
          </a:xfrm>
        </p:grpSpPr>
        <p:sp>
          <p:nvSpPr>
            <p:cNvPr id="6" name="Rectangle 8"/>
            <p:cNvSpPr/>
            <p:nvPr/>
          </p:nvSpPr>
          <p:spPr>
            <a:xfrm>
              <a:off x="2055030" y="1463669"/>
              <a:ext cx="575861" cy="5449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7" name="Rectangle 9"/>
            <p:cNvSpPr/>
            <p:nvPr/>
          </p:nvSpPr>
          <p:spPr>
            <a:xfrm>
              <a:off x="2630891" y="1463669"/>
              <a:ext cx="576675" cy="54490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8" name="Rectangle 10"/>
            <p:cNvSpPr/>
            <p:nvPr/>
          </p:nvSpPr>
          <p:spPr>
            <a:xfrm>
              <a:off x="3207565" y="1463669"/>
              <a:ext cx="575860" cy="54490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783425" y="1463669"/>
              <a:ext cx="575861" cy="5449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sp>
        <p:nvSpPr>
          <p:cNvPr id="9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834190" y="685800"/>
            <a:ext cx="10363200" cy="508861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1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834190" y="1147124"/>
            <a:ext cx="10363200" cy="25314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 b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1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914400" y="1861588"/>
            <a:ext cx="4267200" cy="3465094"/>
          </a:xfrm>
          <a:prstGeom prst="rect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2"/>
                </a:solidFill>
              </a:defRPr>
            </a:lvl1pPr>
          </a:lstStyle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0539999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7"/>
          <p:cNvGrpSpPr>
            <a:grpSpLocks/>
          </p:cNvGrpSpPr>
          <p:nvPr userDrawn="1"/>
        </p:nvGrpSpPr>
        <p:grpSpPr bwMode="auto">
          <a:xfrm>
            <a:off x="914400" y="1457325"/>
            <a:ext cx="4491038" cy="53975"/>
            <a:chOff x="2055030" y="1463669"/>
            <a:chExt cx="2304256" cy="544908"/>
          </a:xfrm>
        </p:grpSpPr>
        <p:sp>
          <p:nvSpPr>
            <p:cNvPr id="6" name="Rectangle 8"/>
            <p:cNvSpPr/>
            <p:nvPr/>
          </p:nvSpPr>
          <p:spPr>
            <a:xfrm>
              <a:off x="2055030" y="1463669"/>
              <a:ext cx="575861" cy="5449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7" name="Rectangle 9"/>
            <p:cNvSpPr/>
            <p:nvPr/>
          </p:nvSpPr>
          <p:spPr>
            <a:xfrm>
              <a:off x="2630891" y="1463669"/>
              <a:ext cx="576675" cy="54490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207565" y="1463669"/>
              <a:ext cx="575860" cy="54490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783425" y="1463669"/>
              <a:ext cx="575861" cy="5449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sp>
        <p:nvSpPr>
          <p:cNvPr id="9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834190" y="685800"/>
            <a:ext cx="10363200" cy="508861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1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834190" y="1147124"/>
            <a:ext cx="10363200" cy="25314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 b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0" y="2470150"/>
            <a:ext cx="12192000" cy="2855913"/>
          </a:xfrm>
          <a:prstGeom prst="rect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2"/>
                </a:solidFill>
              </a:defRPr>
            </a:lvl1pPr>
          </a:lstStyle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2640950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7"/>
          <p:cNvGrpSpPr>
            <a:grpSpLocks/>
          </p:cNvGrpSpPr>
          <p:nvPr userDrawn="1"/>
        </p:nvGrpSpPr>
        <p:grpSpPr bwMode="auto">
          <a:xfrm>
            <a:off x="914400" y="1457325"/>
            <a:ext cx="4491038" cy="53975"/>
            <a:chOff x="2055030" y="1463669"/>
            <a:chExt cx="2304256" cy="544908"/>
          </a:xfrm>
        </p:grpSpPr>
        <p:sp>
          <p:nvSpPr>
            <p:cNvPr id="6" name="Rectangle 8"/>
            <p:cNvSpPr/>
            <p:nvPr/>
          </p:nvSpPr>
          <p:spPr>
            <a:xfrm>
              <a:off x="2055030" y="1463669"/>
              <a:ext cx="575861" cy="5449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7" name="Rectangle 9"/>
            <p:cNvSpPr/>
            <p:nvPr/>
          </p:nvSpPr>
          <p:spPr>
            <a:xfrm>
              <a:off x="2630891" y="1463669"/>
              <a:ext cx="576675" cy="54490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8" name="Rectangle 10"/>
            <p:cNvSpPr/>
            <p:nvPr/>
          </p:nvSpPr>
          <p:spPr>
            <a:xfrm>
              <a:off x="3207565" y="1463669"/>
              <a:ext cx="575860" cy="54490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783425" y="1463669"/>
              <a:ext cx="575861" cy="5449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sp>
        <p:nvSpPr>
          <p:cNvPr id="9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834190" y="685800"/>
            <a:ext cx="10363200" cy="508861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1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834190" y="1147124"/>
            <a:ext cx="10363200" cy="25314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 b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1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0" y="1861588"/>
            <a:ext cx="12192000" cy="2501865"/>
          </a:xfrm>
          <a:prstGeom prst="rect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4115496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7"/>
          <p:cNvGrpSpPr>
            <a:grpSpLocks/>
          </p:cNvGrpSpPr>
          <p:nvPr userDrawn="1"/>
        </p:nvGrpSpPr>
        <p:grpSpPr bwMode="auto">
          <a:xfrm>
            <a:off x="914400" y="1457325"/>
            <a:ext cx="4491038" cy="53975"/>
            <a:chOff x="2055030" y="1463669"/>
            <a:chExt cx="2304256" cy="544908"/>
          </a:xfrm>
        </p:grpSpPr>
        <p:sp>
          <p:nvSpPr>
            <p:cNvPr id="6" name="Rectangle 8"/>
            <p:cNvSpPr/>
            <p:nvPr/>
          </p:nvSpPr>
          <p:spPr>
            <a:xfrm>
              <a:off x="2055030" y="1463669"/>
              <a:ext cx="575861" cy="5449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7" name="Rectangle 9"/>
            <p:cNvSpPr/>
            <p:nvPr/>
          </p:nvSpPr>
          <p:spPr>
            <a:xfrm>
              <a:off x="2630891" y="1463669"/>
              <a:ext cx="576675" cy="54490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207565" y="1463669"/>
              <a:ext cx="575860" cy="54490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783425" y="1463669"/>
              <a:ext cx="575861" cy="5449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sp>
        <p:nvSpPr>
          <p:cNvPr id="9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834190" y="685800"/>
            <a:ext cx="10363200" cy="508861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1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834190" y="1147124"/>
            <a:ext cx="10363200" cy="25314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 b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914400" y="2193621"/>
            <a:ext cx="5197475" cy="3364992"/>
          </a:xfrm>
          <a:prstGeom prst="rect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8439933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7"/>
          <p:cNvGrpSpPr>
            <a:grpSpLocks/>
          </p:cNvGrpSpPr>
          <p:nvPr userDrawn="1"/>
        </p:nvGrpSpPr>
        <p:grpSpPr bwMode="auto">
          <a:xfrm>
            <a:off x="914400" y="1457325"/>
            <a:ext cx="4491038" cy="53975"/>
            <a:chOff x="2055030" y="1463669"/>
            <a:chExt cx="2304256" cy="544908"/>
          </a:xfrm>
        </p:grpSpPr>
        <p:sp>
          <p:nvSpPr>
            <p:cNvPr id="6" name="Rectangle 8"/>
            <p:cNvSpPr/>
            <p:nvPr/>
          </p:nvSpPr>
          <p:spPr>
            <a:xfrm>
              <a:off x="2055030" y="1463669"/>
              <a:ext cx="575861" cy="5449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7" name="Rectangle 9"/>
            <p:cNvSpPr/>
            <p:nvPr/>
          </p:nvSpPr>
          <p:spPr>
            <a:xfrm>
              <a:off x="2630891" y="1463669"/>
              <a:ext cx="576675" cy="54490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8" name="Rectangle 10"/>
            <p:cNvSpPr/>
            <p:nvPr/>
          </p:nvSpPr>
          <p:spPr>
            <a:xfrm>
              <a:off x="3207565" y="1463669"/>
              <a:ext cx="575860" cy="54490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783425" y="1463669"/>
              <a:ext cx="575861" cy="5449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sp>
        <p:nvSpPr>
          <p:cNvPr id="9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834190" y="685800"/>
            <a:ext cx="10363200" cy="508861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1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834190" y="1147124"/>
            <a:ext cx="10363200" cy="25314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 b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2"/>
          </p:nvPr>
        </p:nvSpPr>
        <p:spPr>
          <a:xfrm flipH="1">
            <a:off x="6096000" y="0"/>
            <a:ext cx="6096000" cy="6858000"/>
          </a:xfrm>
          <a:prstGeom prst="rtTriangle">
            <a:avLst/>
          </a:prstGeom>
          <a:solidFill>
            <a:schemeClr val="tx1"/>
          </a:solidFill>
        </p:spPr>
        <p:txBody>
          <a:bodyPr/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4394773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4170363"/>
          </a:xfrm>
          <a:prstGeom prst="rect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834190" y="685800"/>
            <a:ext cx="10363200" cy="508861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834190" y="1147124"/>
            <a:ext cx="10363200" cy="25314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 b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4161612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pPr lv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435389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489545" y="2466182"/>
            <a:ext cx="1925638" cy="1925637"/>
          </a:xfrm>
          <a:prstGeom prst="roundRect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3981958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7"/>
          <p:cNvGrpSpPr>
            <a:grpSpLocks/>
          </p:cNvGrpSpPr>
          <p:nvPr userDrawn="1"/>
        </p:nvGrpSpPr>
        <p:grpSpPr bwMode="auto">
          <a:xfrm>
            <a:off x="914400" y="1457325"/>
            <a:ext cx="4491038" cy="53975"/>
            <a:chOff x="2055030" y="1463669"/>
            <a:chExt cx="2304256" cy="544908"/>
          </a:xfrm>
        </p:grpSpPr>
        <p:sp>
          <p:nvSpPr>
            <p:cNvPr id="6" name="Rectangle 8"/>
            <p:cNvSpPr/>
            <p:nvPr/>
          </p:nvSpPr>
          <p:spPr>
            <a:xfrm>
              <a:off x="2055030" y="1463669"/>
              <a:ext cx="575861" cy="5449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7" name="Rectangle 9"/>
            <p:cNvSpPr/>
            <p:nvPr/>
          </p:nvSpPr>
          <p:spPr>
            <a:xfrm>
              <a:off x="2630891" y="1463669"/>
              <a:ext cx="576675" cy="54490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8" name="Rectangle 10"/>
            <p:cNvSpPr/>
            <p:nvPr/>
          </p:nvSpPr>
          <p:spPr>
            <a:xfrm>
              <a:off x="3207565" y="1463669"/>
              <a:ext cx="575860" cy="54490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783425" y="1463669"/>
              <a:ext cx="575861" cy="5449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sp>
        <p:nvSpPr>
          <p:cNvPr id="9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834190" y="685800"/>
            <a:ext cx="10363200" cy="508861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1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834190" y="1147124"/>
            <a:ext cx="10363200" cy="25314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 b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1174047" y="2498266"/>
            <a:ext cx="1925638" cy="1925637"/>
          </a:xfrm>
          <a:prstGeom prst="roundRect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98421001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ener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7"/>
          <p:cNvGrpSpPr>
            <a:grpSpLocks/>
          </p:cNvGrpSpPr>
          <p:nvPr userDrawn="1"/>
        </p:nvGrpSpPr>
        <p:grpSpPr bwMode="auto">
          <a:xfrm>
            <a:off x="914400" y="1457325"/>
            <a:ext cx="4491038" cy="53975"/>
            <a:chOff x="2055030" y="1463669"/>
            <a:chExt cx="2304256" cy="544908"/>
          </a:xfrm>
        </p:grpSpPr>
        <p:sp>
          <p:nvSpPr>
            <p:cNvPr id="6" name="Rectangle 8"/>
            <p:cNvSpPr/>
            <p:nvPr/>
          </p:nvSpPr>
          <p:spPr>
            <a:xfrm>
              <a:off x="2055030" y="1463669"/>
              <a:ext cx="575861" cy="5449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7" name="Rectangle 9"/>
            <p:cNvSpPr/>
            <p:nvPr/>
          </p:nvSpPr>
          <p:spPr>
            <a:xfrm>
              <a:off x="2630891" y="1463669"/>
              <a:ext cx="576675" cy="54490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0" name="Rectangle 10"/>
            <p:cNvSpPr/>
            <p:nvPr/>
          </p:nvSpPr>
          <p:spPr>
            <a:xfrm>
              <a:off x="3207565" y="1463669"/>
              <a:ext cx="575860" cy="54490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783425" y="1463669"/>
              <a:ext cx="575861" cy="5449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sp>
        <p:nvSpPr>
          <p:cNvPr id="2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6095999" y="2049463"/>
            <a:ext cx="5181601" cy="3554412"/>
          </a:xfrm>
          <a:prstGeom prst="rect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834190" y="685800"/>
            <a:ext cx="10363200" cy="508861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1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834190" y="1147124"/>
            <a:ext cx="10363200" cy="25314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76710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8"/>
          <p:cNvSpPr txBox="1">
            <a:spLocks/>
          </p:cNvSpPr>
          <p:nvPr userDrawn="1"/>
        </p:nvSpPr>
        <p:spPr>
          <a:xfrm>
            <a:off x="11242675" y="6275388"/>
            <a:ext cx="725488" cy="469900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6858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93ADC42D-BD00-FA41-93FD-EAF37795D4C0}" type="slidenum">
              <a:rPr lang="en-US" sz="1050" smtClean="0">
                <a:solidFill>
                  <a:schemeClr val="tx2"/>
                </a:solidFill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‹n.º›</a:t>
            </a:fld>
            <a:endParaRPr lang="en-US" sz="1100" dirty="0">
              <a:solidFill>
                <a:schemeClr val="tx2"/>
              </a:solidFill>
            </a:endParaRPr>
          </a:p>
        </p:txBody>
      </p:sp>
      <p:sp>
        <p:nvSpPr>
          <p:cNvPr id="23" name="Oval 22">
            <a:hlinkClick r:id="" action="ppaction://hlinkshowjump?jump=previousslide"/>
          </p:cNvPr>
          <p:cNvSpPr/>
          <p:nvPr userDrawn="1"/>
        </p:nvSpPr>
        <p:spPr>
          <a:xfrm>
            <a:off x="11106150" y="6359525"/>
            <a:ext cx="303213" cy="303213"/>
          </a:xfrm>
          <a:prstGeom prst="ellipse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4" name="Oval 23">
            <a:hlinkClick r:id="" action="ppaction://hlinkshowjump?jump=nextslide"/>
          </p:cNvPr>
          <p:cNvSpPr/>
          <p:nvPr userDrawn="1"/>
        </p:nvSpPr>
        <p:spPr>
          <a:xfrm>
            <a:off x="11798300" y="6359525"/>
            <a:ext cx="303213" cy="303213"/>
          </a:xfrm>
          <a:prstGeom prst="ellipse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29" name="Freeform 6">
            <a:hlinkClick r:id="" action="ppaction://hlinkshowjump?jump=nextslide"/>
          </p:cNvPr>
          <p:cNvSpPr>
            <a:spLocks noEditPoints="1"/>
          </p:cNvSpPr>
          <p:nvPr userDrawn="1"/>
        </p:nvSpPr>
        <p:spPr bwMode="auto">
          <a:xfrm>
            <a:off x="11903075" y="6424613"/>
            <a:ext cx="93663" cy="171450"/>
          </a:xfrm>
          <a:custGeom>
            <a:avLst/>
            <a:gdLst>
              <a:gd name="T0" fmla="*/ 15536 w 91"/>
              <a:gd name="T1" fmla="*/ 4129 h 165"/>
              <a:gd name="T2" fmla="*/ 3107 w 91"/>
              <a:gd name="T3" fmla="*/ 3097 h 165"/>
              <a:gd name="T4" fmla="*/ 3107 w 91"/>
              <a:gd name="T5" fmla="*/ 15486 h 165"/>
              <a:gd name="T6" fmla="*/ 72500 w 91"/>
              <a:gd name="T7" fmla="*/ 86719 h 165"/>
              <a:gd name="T8" fmla="*/ 3107 w 91"/>
              <a:gd name="T9" fmla="*/ 155888 h 165"/>
              <a:gd name="T10" fmla="*/ 3107 w 91"/>
              <a:gd name="T11" fmla="*/ 167244 h 165"/>
              <a:gd name="T12" fmla="*/ 9321 w 91"/>
              <a:gd name="T13" fmla="*/ 170341 h 165"/>
              <a:gd name="T14" fmla="*/ 15536 w 91"/>
              <a:gd name="T15" fmla="*/ 167244 h 165"/>
              <a:gd name="T16" fmla="*/ 91143 w 91"/>
              <a:gd name="T17" fmla="*/ 92913 h 165"/>
              <a:gd name="T18" fmla="*/ 91143 w 91"/>
              <a:gd name="T19" fmla="*/ 80525 h 165"/>
              <a:gd name="T20" fmla="*/ 15536 w 91"/>
              <a:gd name="T21" fmla="*/ 4129 h 165"/>
              <a:gd name="T22" fmla="*/ 15536 w 91"/>
              <a:gd name="T23" fmla="*/ 4129 h 165"/>
              <a:gd name="T24" fmla="*/ 15536 w 91"/>
              <a:gd name="T25" fmla="*/ 4129 h 165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91" h="165">
                <a:moveTo>
                  <a:pt x="15" y="4"/>
                </a:moveTo>
                <a:cubicBezTo>
                  <a:pt x="12" y="0"/>
                  <a:pt x="6" y="0"/>
                  <a:pt x="3" y="3"/>
                </a:cubicBezTo>
                <a:cubicBezTo>
                  <a:pt x="0" y="7"/>
                  <a:pt x="0" y="12"/>
                  <a:pt x="3" y="15"/>
                </a:cubicBezTo>
                <a:cubicBezTo>
                  <a:pt x="70" y="84"/>
                  <a:pt x="70" y="84"/>
                  <a:pt x="70" y="84"/>
                </a:cubicBezTo>
                <a:cubicBezTo>
                  <a:pt x="3" y="151"/>
                  <a:pt x="3" y="151"/>
                  <a:pt x="3" y="151"/>
                </a:cubicBezTo>
                <a:cubicBezTo>
                  <a:pt x="0" y="154"/>
                  <a:pt x="0" y="159"/>
                  <a:pt x="3" y="162"/>
                </a:cubicBezTo>
                <a:cubicBezTo>
                  <a:pt x="5" y="164"/>
                  <a:pt x="7" y="165"/>
                  <a:pt x="9" y="165"/>
                </a:cubicBezTo>
                <a:cubicBezTo>
                  <a:pt x="11" y="165"/>
                  <a:pt x="13" y="164"/>
                  <a:pt x="15" y="162"/>
                </a:cubicBezTo>
                <a:cubicBezTo>
                  <a:pt x="88" y="90"/>
                  <a:pt x="88" y="90"/>
                  <a:pt x="88" y="90"/>
                </a:cubicBezTo>
                <a:cubicBezTo>
                  <a:pt x="91" y="87"/>
                  <a:pt x="91" y="81"/>
                  <a:pt x="88" y="78"/>
                </a:cubicBezTo>
                <a:lnTo>
                  <a:pt x="15" y="4"/>
                </a:lnTo>
                <a:close/>
                <a:moveTo>
                  <a:pt x="15" y="4"/>
                </a:moveTo>
                <a:cubicBezTo>
                  <a:pt x="15" y="4"/>
                  <a:pt x="15" y="4"/>
                  <a:pt x="15" y="4"/>
                </a:cubicBezTo>
              </a:path>
            </a:pathLst>
          </a:cu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030" name="Freeform 25">
            <a:hlinkClick r:id="" action="ppaction://hlinkshowjump?jump=previousslide"/>
          </p:cNvPr>
          <p:cNvSpPr>
            <a:spLocks noEditPoints="1"/>
          </p:cNvSpPr>
          <p:nvPr userDrawn="1"/>
        </p:nvSpPr>
        <p:spPr bwMode="auto">
          <a:xfrm flipH="1">
            <a:off x="11210925" y="6424613"/>
            <a:ext cx="93663" cy="171450"/>
          </a:xfrm>
          <a:custGeom>
            <a:avLst/>
            <a:gdLst>
              <a:gd name="T0" fmla="*/ 15464 w 91"/>
              <a:gd name="T1" fmla="*/ 4129 h 165"/>
              <a:gd name="T2" fmla="*/ 3093 w 91"/>
              <a:gd name="T3" fmla="*/ 3097 h 165"/>
              <a:gd name="T4" fmla="*/ 3093 w 91"/>
              <a:gd name="T5" fmla="*/ 15486 h 165"/>
              <a:gd name="T6" fmla="*/ 72167 w 91"/>
              <a:gd name="T7" fmla="*/ 86719 h 165"/>
              <a:gd name="T8" fmla="*/ 3093 w 91"/>
              <a:gd name="T9" fmla="*/ 155888 h 165"/>
              <a:gd name="T10" fmla="*/ 3093 w 91"/>
              <a:gd name="T11" fmla="*/ 167244 h 165"/>
              <a:gd name="T12" fmla="*/ 9279 w 91"/>
              <a:gd name="T13" fmla="*/ 170341 h 165"/>
              <a:gd name="T14" fmla="*/ 15464 w 91"/>
              <a:gd name="T15" fmla="*/ 167244 h 165"/>
              <a:gd name="T16" fmla="*/ 90724 w 91"/>
              <a:gd name="T17" fmla="*/ 92913 h 165"/>
              <a:gd name="T18" fmla="*/ 90724 w 91"/>
              <a:gd name="T19" fmla="*/ 80525 h 165"/>
              <a:gd name="T20" fmla="*/ 15464 w 91"/>
              <a:gd name="T21" fmla="*/ 4129 h 165"/>
              <a:gd name="T22" fmla="*/ 15464 w 91"/>
              <a:gd name="T23" fmla="*/ 4129 h 165"/>
              <a:gd name="T24" fmla="*/ 15464 w 91"/>
              <a:gd name="T25" fmla="*/ 4129 h 165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91" h="165">
                <a:moveTo>
                  <a:pt x="15" y="4"/>
                </a:moveTo>
                <a:cubicBezTo>
                  <a:pt x="12" y="0"/>
                  <a:pt x="6" y="0"/>
                  <a:pt x="3" y="3"/>
                </a:cubicBezTo>
                <a:cubicBezTo>
                  <a:pt x="0" y="7"/>
                  <a:pt x="0" y="12"/>
                  <a:pt x="3" y="15"/>
                </a:cubicBezTo>
                <a:cubicBezTo>
                  <a:pt x="70" y="84"/>
                  <a:pt x="70" y="84"/>
                  <a:pt x="70" y="84"/>
                </a:cubicBezTo>
                <a:cubicBezTo>
                  <a:pt x="3" y="151"/>
                  <a:pt x="3" y="151"/>
                  <a:pt x="3" y="151"/>
                </a:cubicBezTo>
                <a:cubicBezTo>
                  <a:pt x="0" y="154"/>
                  <a:pt x="0" y="159"/>
                  <a:pt x="3" y="162"/>
                </a:cubicBezTo>
                <a:cubicBezTo>
                  <a:pt x="5" y="164"/>
                  <a:pt x="7" y="165"/>
                  <a:pt x="9" y="165"/>
                </a:cubicBezTo>
                <a:cubicBezTo>
                  <a:pt x="11" y="165"/>
                  <a:pt x="13" y="164"/>
                  <a:pt x="15" y="162"/>
                </a:cubicBezTo>
                <a:cubicBezTo>
                  <a:pt x="88" y="90"/>
                  <a:pt x="88" y="90"/>
                  <a:pt x="88" y="90"/>
                </a:cubicBezTo>
                <a:cubicBezTo>
                  <a:pt x="91" y="87"/>
                  <a:pt x="91" y="81"/>
                  <a:pt x="88" y="78"/>
                </a:cubicBezTo>
                <a:lnTo>
                  <a:pt x="15" y="4"/>
                </a:lnTo>
                <a:close/>
                <a:moveTo>
                  <a:pt x="15" y="4"/>
                </a:moveTo>
                <a:cubicBezTo>
                  <a:pt x="15" y="4"/>
                  <a:pt x="15" y="4"/>
                  <a:pt x="15" y="4"/>
                </a:cubicBezTo>
              </a:path>
            </a:pathLst>
          </a:cu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7" name="Oval 26"/>
          <p:cNvSpPr/>
          <p:nvPr userDrawn="1"/>
        </p:nvSpPr>
        <p:spPr>
          <a:xfrm>
            <a:off x="11453813" y="6359525"/>
            <a:ext cx="303212" cy="303213"/>
          </a:xfrm>
          <a:prstGeom prst="ellipse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8" r:id="rId2"/>
    <p:sldLayoutId id="2147483769" r:id="rId3"/>
    <p:sldLayoutId id="2147483770" r:id="rId4"/>
    <p:sldLayoutId id="2147483771" r:id="rId5"/>
    <p:sldLayoutId id="2147483761" r:id="rId6"/>
    <p:sldLayoutId id="2147483762" r:id="rId7"/>
    <p:sldLayoutId id="2147483772" r:id="rId8"/>
    <p:sldLayoutId id="2147483773" r:id="rId9"/>
    <p:sldLayoutId id="2147483774" r:id="rId10"/>
    <p:sldLayoutId id="2147483775" r:id="rId11"/>
    <p:sldLayoutId id="2147483776" r:id="rId12"/>
    <p:sldLayoutId id="2147483777" r:id="rId13"/>
    <p:sldLayoutId id="2147483778" r:id="rId14"/>
    <p:sldLayoutId id="2147483779" r:id="rId15"/>
    <p:sldLayoutId id="2147483780" r:id="rId16"/>
    <p:sldLayoutId id="2147483781" r:id="rId17"/>
    <p:sldLayoutId id="2147483782" r:id="rId18"/>
    <p:sldLayoutId id="2147483783" r:id="rId19"/>
    <p:sldLayoutId id="2147483784" r:id="rId20"/>
    <p:sldLayoutId id="2147483785" r:id="rId21"/>
    <p:sldLayoutId id="2147483786" r:id="rId22"/>
    <p:sldLayoutId id="2147483787" r:id="rId23"/>
    <p:sldLayoutId id="2147483763" r:id="rId24"/>
    <p:sldLayoutId id="2147483764" r:id="rId25"/>
    <p:sldLayoutId id="2147483765" r:id="rId26"/>
    <p:sldLayoutId id="2147483788" r:id="rId27"/>
    <p:sldLayoutId id="2147483799" r:id="rId28"/>
  </p:sldLayoutIdLst>
  <p:timing>
    <p:tnLst>
      <p:par>
        <p:cTn id="1" dur="indefinite" restart="never" nodeType="tmRoot"/>
      </p:par>
    </p:tnLst>
  </p:timing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ebas Neue Bold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ebas Neue Bold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ebas Neue Bold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ebas Neue Bold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ebas Neue Bold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ebas Neue Bold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ebas Neue Bold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ebas Neue Bold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4" Type="http://schemas.openxmlformats.org/officeDocument/2006/relationships/image" Target="../media/image2.tiff"/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e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e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e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e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e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e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e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9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e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0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e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e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e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e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jpe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jpe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4" Type="http://schemas.openxmlformats.org/officeDocument/2006/relationships/hyperlink" Target="http://www.kenoby.com/" TargetMode="External"/><Relationship Id="rId5" Type="http://schemas.openxmlformats.org/officeDocument/2006/relationships/image" Target="../media/image4.png"/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ço Reservado para Imagem 6"/>
          <p:cNvPicPr>
            <a:picLocks noGrp="1" noChangeAspect="1"/>
          </p:cNvPicPr>
          <p:nvPr>
            <p:ph type="pic" sz="quarter" idx="12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5011738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</p:pic>
      <p:sp>
        <p:nvSpPr>
          <p:cNvPr id="33" name="Text Placeholder 32"/>
          <p:cNvSpPr>
            <a:spLocks noGrp="1"/>
          </p:cNvSpPr>
          <p:nvPr>
            <p:ph type="body" sz="quarter" idx="10"/>
          </p:nvPr>
        </p:nvSpPr>
        <p:spPr>
          <a:xfrm>
            <a:off x="889399" y="1246168"/>
            <a:ext cx="10363200" cy="942679"/>
          </a:xfrm>
        </p:spPr>
        <p:txBody>
          <a:bodyPr/>
          <a:lstStyle/>
          <a:p>
            <a:pPr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4400" dirty="0" smtClean="0"/>
              <a:t>RELATÓRIO MENSAL</a:t>
            </a:r>
            <a:endParaRPr lang="en-US" sz="4400" dirty="0"/>
          </a:p>
        </p:txBody>
      </p:sp>
      <p:sp>
        <p:nvSpPr>
          <p:cNvPr id="65540" name="Text Placeholder 33"/>
          <p:cNvSpPr>
            <a:spLocks noGrp="1"/>
          </p:cNvSpPr>
          <p:nvPr>
            <p:ph type="body" sz="quarter" idx="11"/>
          </p:nvPr>
        </p:nvSpPr>
        <p:spPr bwMode="auto">
          <a:xfrm>
            <a:off x="889399" y="2082846"/>
            <a:ext cx="10363200" cy="4587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pt-BR" sz="4000" dirty="0" smtClean="0"/>
              <a:t>DE RECURSOS HUMANOS</a:t>
            </a:r>
            <a:endParaRPr lang="en-US" altLang="pt-BR" sz="4000" dirty="0"/>
          </a:p>
        </p:txBody>
      </p:sp>
      <p:grpSp>
        <p:nvGrpSpPr>
          <p:cNvPr id="65550" name="Group 37"/>
          <p:cNvGrpSpPr>
            <a:grpSpLocks/>
          </p:cNvGrpSpPr>
          <p:nvPr/>
        </p:nvGrpSpPr>
        <p:grpSpPr bwMode="auto">
          <a:xfrm>
            <a:off x="2916820" y="2995694"/>
            <a:ext cx="6308202" cy="86534"/>
            <a:chOff x="2055030" y="1463669"/>
            <a:chExt cx="2304256" cy="544908"/>
          </a:xfrm>
        </p:grpSpPr>
        <p:sp>
          <p:nvSpPr>
            <p:cNvPr id="39" name="Rectangle 38"/>
            <p:cNvSpPr/>
            <p:nvPr/>
          </p:nvSpPr>
          <p:spPr>
            <a:xfrm>
              <a:off x="2055030" y="1463669"/>
              <a:ext cx="575861" cy="5449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800" dirty="0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2630891" y="1463669"/>
              <a:ext cx="576675" cy="54490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800" dirty="0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3207565" y="1463669"/>
              <a:ext cx="575860" cy="54490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800" dirty="0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3783425" y="1463669"/>
              <a:ext cx="575861" cy="5449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800" dirty="0"/>
            </a:p>
          </p:txBody>
        </p:sp>
      </p:grpSp>
      <p:sp>
        <p:nvSpPr>
          <p:cNvPr id="34" name="Text Placeholder 33"/>
          <p:cNvSpPr txBox="1">
            <a:spLocks/>
          </p:cNvSpPr>
          <p:nvPr/>
        </p:nvSpPr>
        <p:spPr bwMode="auto">
          <a:xfrm>
            <a:off x="889399" y="3435015"/>
            <a:ext cx="10363200" cy="458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None/>
              <a:defRPr sz="1200" b="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/>
            <a:r>
              <a:rPr lang="en-US" altLang="pt-BR" sz="2400" dirty="0" smtClean="0"/>
              <a:t>JULHO DE 2017</a:t>
            </a:r>
            <a:endParaRPr lang="en-US" altLang="pt-BR" sz="2400" dirty="0"/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71877" y="5645379"/>
            <a:ext cx="2048246" cy="640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007339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spaço Reservado para Imagem 1"/>
          <p:cNvPicPr>
            <a:picLocks noGrp="1" noChangeAspect="1"/>
          </p:cNvPicPr>
          <p:nvPr>
            <p:ph type="pic" sz="quarter" idx="1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38" r="20338"/>
          <a:stretch>
            <a:fillRect/>
          </a:stretch>
        </p:blipFill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</p:pic>
      <p:sp>
        <p:nvSpPr>
          <p:cNvPr id="41" name="Right Triangle 40"/>
          <p:cNvSpPr/>
          <p:nvPr/>
        </p:nvSpPr>
        <p:spPr>
          <a:xfrm rot="16200000">
            <a:off x="5715000" y="381000"/>
            <a:ext cx="6858000" cy="6096000"/>
          </a:xfrm>
          <a:prstGeom prst="rtTriangle">
            <a:avLst/>
          </a:prstGeom>
          <a:solidFill>
            <a:srgbClr val="3A3838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0"/>
          </p:nvPr>
        </p:nvSpPr>
        <p:spPr>
          <a:xfrm>
            <a:off x="833438" y="685800"/>
            <a:ext cx="10363200" cy="509588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sz="2400" dirty="0">
                <a:solidFill>
                  <a:schemeClr val="accent3"/>
                </a:solidFill>
              </a:rPr>
              <a:t>DESTAQUES DO MÊS</a:t>
            </a:r>
          </a:p>
        </p:txBody>
      </p:sp>
      <p:sp>
        <p:nvSpPr>
          <p:cNvPr id="71693" name="Text Placeholder 15"/>
          <p:cNvSpPr>
            <a:spLocks noGrp="1"/>
          </p:cNvSpPr>
          <p:nvPr>
            <p:ph type="body" sz="quarter" idx="11"/>
          </p:nvPr>
        </p:nvSpPr>
        <p:spPr bwMode="auto">
          <a:xfrm>
            <a:off x="833438" y="1113038"/>
            <a:ext cx="10363200" cy="252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pt-BR" dirty="0" err="1"/>
              <a:t>Relatório</a:t>
            </a:r>
            <a:r>
              <a:rPr lang="en-US" altLang="pt-BR" dirty="0"/>
              <a:t> de RH </a:t>
            </a:r>
            <a:r>
              <a:rPr lang="mr-IN" altLang="pt-BR" dirty="0"/>
              <a:t>–</a:t>
            </a:r>
            <a:r>
              <a:rPr lang="en-US" altLang="pt-BR" dirty="0"/>
              <a:t> </a:t>
            </a:r>
            <a:r>
              <a:rPr lang="en-US" altLang="pt-BR" dirty="0" err="1"/>
              <a:t>Julho</a:t>
            </a:r>
            <a:r>
              <a:rPr lang="en-US" altLang="pt-BR" dirty="0"/>
              <a:t>/17</a:t>
            </a: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833438" y="1993298"/>
            <a:ext cx="6723062" cy="40318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Open Sans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9pPr>
          </a:lstStyle>
          <a:p>
            <a:pPr marL="285750" indent="-285750" eaLnBrk="1" hangingPunct="1">
              <a:lnSpc>
                <a:spcPct val="200000"/>
              </a:lnSpc>
              <a:buFont typeface="Arial" charset="0"/>
              <a:buChar char="•"/>
            </a:pPr>
            <a:r>
              <a:rPr lang="en-US" altLang="pt-BR" sz="1600" dirty="0" err="1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Lorem</a:t>
            </a:r>
            <a:r>
              <a:rPr lang="en-US" altLang="pt-BR" sz="1600" dirty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pt-BR" sz="1600" dirty="0" err="1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ipsum</a:t>
            </a:r>
            <a:r>
              <a:rPr lang="en-US" altLang="pt-BR" sz="1600" dirty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 dolor sit </a:t>
            </a:r>
            <a:r>
              <a:rPr lang="en-US" altLang="pt-BR" sz="1600" dirty="0" err="1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amet</a:t>
            </a:r>
            <a:r>
              <a:rPr lang="en-US" altLang="pt-BR" sz="1600" dirty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, </a:t>
            </a:r>
            <a:r>
              <a:rPr lang="en-US" altLang="pt-BR" sz="1600" dirty="0" err="1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consectetuer</a:t>
            </a:r>
            <a:r>
              <a:rPr lang="en-US" altLang="pt-BR" sz="1600" dirty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pt-BR" sz="1600" dirty="0" err="1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adipiscing</a:t>
            </a:r>
            <a:r>
              <a:rPr lang="en-US" altLang="pt-BR" sz="1600" dirty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pt-BR" sz="1600" dirty="0" err="1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elit</a:t>
            </a:r>
            <a:r>
              <a:rPr lang="en-US" altLang="pt-BR" sz="1600" dirty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.</a:t>
            </a:r>
          </a:p>
          <a:p>
            <a:pPr marL="285750" indent="-285750" eaLnBrk="1" hangingPunct="1">
              <a:lnSpc>
                <a:spcPct val="200000"/>
              </a:lnSpc>
              <a:buFont typeface="Arial" charset="0"/>
              <a:buChar char="•"/>
            </a:pPr>
            <a:r>
              <a:rPr lang="en-US" altLang="pt-BR" sz="1600" dirty="0" err="1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Aenean</a:t>
            </a:r>
            <a:r>
              <a:rPr lang="en-US" altLang="pt-BR" sz="1600" dirty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pt-BR" sz="1600" dirty="0" err="1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commodo</a:t>
            </a:r>
            <a:r>
              <a:rPr lang="en-US" altLang="pt-BR" sz="1600" dirty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 ligula </a:t>
            </a:r>
            <a:r>
              <a:rPr lang="en-US" altLang="pt-BR" sz="1600" dirty="0" err="1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eget</a:t>
            </a:r>
            <a:r>
              <a:rPr lang="en-US" altLang="pt-BR" sz="1600" dirty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 dolor. </a:t>
            </a:r>
          </a:p>
          <a:p>
            <a:pPr marL="285750" indent="-285750" eaLnBrk="1" hangingPunct="1">
              <a:lnSpc>
                <a:spcPct val="200000"/>
              </a:lnSpc>
              <a:buFont typeface="Arial" charset="0"/>
              <a:buChar char="•"/>
            </a:pPr>
            <a:r>
              <a:rPr lang="en-US" altLang="pt-BR" sz="1600" dirty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Cum </a:t>
            </a:r>
            <a:r>
              <a:rPr lang="en-US" altLang="pt-BR" sz="1600" dirty="0" err="1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sociis</a:t>
            </a:r>
            <a:r>
              <a:rPr lang="en-US" altLang="pt-BR" sz="1600" dirty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pt-BR" sz="1600" dirty="0" err="1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natoque</a:t>
            </a:r>
            <a:r>
              <a:rPr lang="en-US" altLang="pt-BR" sz="1600" dirty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pt-BR" sz="1600" dirty="0" err="1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penatibus</a:t>
            </a:r>
            <a:r>
              <a:rPr lang="en-US" altLang="pt-BR" sz="1600" dirty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 et </a:t>
            </a:r>
            <a:r>
              <a:rPr lang="en-US" altLang="pt-BR" sz="1600" dirty="0" err="1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magnis</a:t>
            </a:r>
            <a:r>
              <a:rPr lang="en-US" altLang="pt-BR" sz="1600" dirty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 dis parturient.</a:t>
            </a:r>
          </a:p>
          <a:p>
            <a:pPr marL="285750" indent="-285750" eaLnBrk="1" hangingPunct="1">
              <a:lnSpc>
                <a:spcPct val="200000"/>
              </a:lnSpc>
              <a:buFont typeface="Arial" charset="0"/>
              <a:buChar char="•"/>
            </a:pPr>
            <a:r>
              <a:rPr lang="en-US" altLang="pt-BR" sz="1600" dirty="0" err="1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Donec</a:t>
            </a:r>
            <a:r>
              <a:rPr lang="en-US" altLang="pt-BR" sz="1600" dirty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 quam </a:t>
            </a:r>
            <a:r>
              <a:rPr lang="en-US" altLang="pt-BR" sz="1600" dirty="0" err="1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felis</a:t>
            </a:r>
            <a:r>
              <a:rPr lang="en-US" altLang="pt-BR" sz="1600" dirty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, </a:t>
            </a:r>
            <a:r>
              <a:rPr lang="en-US" altLang="pt-BR" sz="1600" dirty="0" err="1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ultricies</a:t>
            </a:r>
            <a:r>
              <a:rPr lang="en-US" altLang="pt-BR" sz="1600" dirty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pt-BR" sz="1600" dirty="0" err="1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nec</a:t>
            </a:r>
            <a:r>
              <a:rPr lang="en-US" altLang="pt-BR" sz="1600" dirty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, </a:t>
            </a:r>
            <a:r>
              <a:rPr lang="en-US" altLang="pt-BR" sz="1600" dirty="0" err="1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pellentesque</a:t>
            </a:r>
            <a:r>
              <a:rPr lang="en-US" altLang="pt-BR" sz="1600" dirty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pt-BR" sz="1600" dirty="0" err="1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eu</a:t>
            </a:r>
            <a:r>
              <a:rPr lang="en-US" altLang="pt-BR" sz="1600" dirty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, </a:t>
            </a:r>
            <a:r>
              <a:rPr lang="en-US" altLang="pt-BR" sz="1600" dirty="0" err="1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pretium</a:t>
            </a:r>
            <a:r>
              <a:rPr lang="en-US" altLang="pt-BR" sz="1600" dirty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pt-BR" sz="1600" dirty="0" err="1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quis</a:t>
            </a:r>
            <a:r>
              <a:rPr lang="en-US" altLang="pt-BR" sz="1600" dirty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, sem. </a:t>
            </a:r>
            <a:r>
              <a:rPr lang="en-US" altLang="pt-BR" sz="1600" dirty="0" err="1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Nulla</a:t>
            </a:r>
            <a:r>
              <a:rPr lang="en-US" altLang="pt-BR" sz="1600" dirty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pt-BR" sz="1600" dirty="0" err="1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consequat</a:t>
            </a:r>
            <a:r>
              <a:rPr lang="en-US" altLang="pt-BR" sz="1600" dirty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pt-BR" sz="1600" dirty="0" err="1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massa</a:t>
            </a:r>
            <a:r>
              <a:rPr lang="en-US" altLang="pt-BR" sz="1600" dirty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pt-BR" sz="1600" dirty="0" err="1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quis</a:t>
            </a:r>
            <a:r>
              <a:rPr lang="en-US" altLang="pt-BR" sz="1600" dirty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pt-BR" sz="1600" dirty="0" err="1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enim</a:t>
            </a:r>
            <a:r>
              <a:rPr lang="en-US" altLang="pt-BR" sz="1600" dirty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. </a:t>
            </a:r>
          </a:p>
          <a:p>
            <a:pPr marL="285750" indent="-285750" eaLnBrk="1" hangingPunct="1">
              <a:lnSpc>
                <a:spcPct val="200000"/>
              </a:lnSpc>
              <a:buFont typeface="Arial" charset="0"/>
              <a:buChar char="•"/>
            </a:pPr>
            <a:r>
              <a:rPr lang="en-US" altLang="pt-BR" sz="1600" dirty="0" err="1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Donec</a:t>
            </a:r>
            <a:r>
              <a:rPr lang="en-US" altLang="pt-BR" sz="1600" dirty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pt-BR" sz="1600" dirty="0" err="1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pede</a:t>
            </a:r>
            <a:r>
              <a:rPr lang="en-US" altLang="pt-BR" sz="1600" dirty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pt-BR" sz="1600" dirty="0" err="1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justo</a:t>
            </a:r>
            <a:r>
              <a:rPr lang="en-US" altLang="pt-BR" sz="1600" dirty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, </a:t>
            </a:r>
            <a:r>
              <a:rPr lang="en-US" altLang="pt-BR" sz="1600" dirty="0" err="1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fringilla</a:t>
            </a:r>
            <a:r>
              <a:rPr lang="en-US" altLang="pt-BR" sz="1600" dirty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pt-BR" sz="1600" dirty="0" err="1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vel</a:t>
            </a:r>
            <a:r>
              <a:rPr lang="en-US" altLang="pt-BR" sz="1600" dirty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, </a:t>
            </a:r>
            <a:r>
              <a:rPr lang="en-US" altLang="pt-BR" sz="1600" dirty="0" err="1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aliquet</a:t>
            </a:r>
            <a:r>
              <a:rPr lang="en-US" altLang="pt-BR" sz="1600" dirty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pt-BR" sz="1600" dirty="0" err="1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nec</a:t>
            </a:r>
            <a:r>
              <a:rPr lang="en-US" altLang="pt-BR" sz="1600" dirty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, </a:t>
            </a:r>
            <a:r>
              <a:rPr lang="en-US" altLang="pt-BR" sz="1600" dirty="0" err="1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vulputate</a:t>
            </a:r>
            <a:r>
              <a:rPr lang="en-US" altLang="pt-BR" sz="1600" dirty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pt-BR" sz="1600" dirty="0" err="1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eget</a:t>
            </a:r>
            <a:r>
              <a:rPr lang="en-US" altLang="pt-BR" sz="1600" dirty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, </a:t>
            </a:r>
            <a:r>
              <a:rPr lang="en-US" altLang="pt-BR" sz="1600" dirty="0" err="1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arcu</a:t>
            </a:r>
            <a:r>
              <a:rPr lang="en-US" altLang="pt-BR" sz="1600" dirty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pt-BR" sz="1600" dirty="0" err="1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enim</a:t>
            </a:r>
            <a:r>
              <a:rPr lang="en-US" altLang="pt-BR" sz="1600" dirty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pt-BR" sz="1600" dirty="0" err="1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justo</a:t>
            </a:r>
            <a:r>
              <a:rPr lang="en-US" altLang="pt-BR" sz="1600" dirty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, </a:t>
            </a:r>
            <a:r>
              <a:rPr lang="en-US" altLang="pt-BR" sz="1600" dirty="0" err="1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rhoncus</a:t>
            </a:r>
            <a:r>
              <a:rPr lang="en-US" altLang="pt-BR" sz="1600" dirty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pt-BR" sz="1600" dirty="0" err="1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ut</a:t>
            </a:r>
            <a:r>
              <a:rPr lang="en-US" altLang="pt-BR" sz="1600" dirty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, </a:t>
            </a:r>
            <a:r>
              <a:rPr lang="en-US" altLang="pt-BR" sz="1600" dirty="0" err="1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imperdiet</a:t>
            </a:r>
            <a:r>
              <a:rPr lang="en-US" altLang="pt-BR" sz="1600" dirty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 a, </a:t>
            </a:r>
            <a:r>
              <a:rPr lang="en-US" altLang="pt-BR" sz="1600" dirty="0" err="1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venenatis</a:t>
            </a:r>
            <a:r>
              <a:rPr lang="en-US" altLang="pt-BR" sz="1600" dirty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 vitae, </a:t>
            </a:r>
            <a:r>
              <a:rPr lang="en-US" altLang="pt-BR" sz="1600" dirty="0" err="1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justo</a:t>
            </a:r>
            <a:r>
              <a:rPr lang="en-US" altLang="pt-BR" sz="1600" dirty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.</a:t>
            </a:r>
          </a:p>
          <a:p>
            <a:pPr eaLnBrk="1" hangingPunct="1">
              <a:lnSpc>
                <a:spcPct val="200000"/>
              </a:lnSpc>
            </a:pPr>
            <a:endParaRPr lang="en-US" altLang="pt-BR" sz="1600" dirty="0">
              <a:solidFill>
                <a:schemeClr val="tx2"/>
              </a:solidFill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9400346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ço Reservado para Imagem 6"/>
          <p:cNvPicPr>
            <a:picLocks noGrp="1"/>
          </p:cNvPicPr>
          <p:nvPr>
            <p:ph type="pic" sz="quarter" idx="12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1976" b="6167"/>
          <a:stretch/>
        </p:blipFill>
        <p:spPr bwMode="auto">
          <a:xfrm>
            <a:off x="0" y="1636585"/>
            <a:ext cx="12182475" cy="3600000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</p:pic>
      <p:sp>
        <p:nvSpPr>
          <p:cNvPr id="33" name="Text Placeholder 32"/>
          <p:cNvSpPr>
            <a:spLocks noGrp="1"/>
          </p:cNvSpPr>
          <p:nvPr>
            <p:ph type="body" sz="quarter" idx="10"/>
          </p:nvPr>
        </p:nvSpPr>
        <p:spPr>
          <a:xfrm>
            <a:off x="842986" y="2773750"/>
            <a:ext cx="10363200" cy="942679"/>
          </a:xfrm>
        </p:spPr>
        <p:txBody>
          <a:bodyPr/>
          <a:lstStyle/>
          <a:p>
            <a:pPr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4400" dirty="0" smtClean="0"/>
              <a:t>ORÇAMENTO</a:t>
            </a:r>
            <a:endParaRPr lang="en-US" sz="4800" dirty="0"/>
          </a:p>
        </p:txBody>
      </p:sp>
      <p:sp>
        <p:nvSpPr>
          <p:cNvPr id="65540" name="Text Placeholder 33"/>
          <p:cNvSpPr>
            <a:spLocks noGrp="1"/>
          </p:cNvSpPr>
          <p:nvPr>
            <p:ph type="body" sz="quarter" idx="11"/>
          </p:nvPr>
        </p:nvSpPr>
        <p:spPr bwMode="auto">
          <a:xfrm>
            <a:off x="874913" y="3984714"/>
            <a:ext cx="10363200" cy="4587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pt-BR" sz="2000" dirty="0" smtClean="0"/>
              <a:t>RELATÓRIO DE RH </a:t>
            </a:r>
            <a:r>
              <a:rPr lang="mr-IN" altLang="pt-BR" sz="2000" dirty="0" smtClean="0"/>
              <a:t>–</a:t>
            </a:r>
            <a:r>
              <a:rPr lang="en-US" altLang="pt-BR" sz="2000" dirty="0" smtClean="0"/>
              <a:t> JULHO/17</a:t>
            </a:r>
            <a:endParaRPr lang="en-US" altLang="pt-BR" sz="2000" dirty="0"/>
          </a:p>
        </p:txBody>
      </p:sp>
      <p:grpSp>
        <p:nvGrpSpPr>
          <p:cNvPr id="65550" name="Group 37"/>
          <p:cNvGrpSpPr>
            <a:grpSpLocks/>
          </p:cNvGrpSpPr>
          <p:nvPr/>
        </p:nvGrpSpPr>
        <p:grpSpPr bwMode="auto">
          <a:xfrm>
            <a:off x="3611324" y="3716429"/>
            <a:ext cx="4826523" cy="65512"/>
            <a:chOff x="2055030" y="1463669"/>
            <a:chExt cx="2304256" cy="544908"/>
          </a:xfrm>
        </p:grpSpPr>
        <p:sp>
          <p:nvSpPr>
            <p:cNvPr id="39" name="Rectangle 38"/>
            <p:cNvSpPr/>
            <p:nvPr/>
          </p:nvSpPr>
          <p:spPr>
            <a:xfrm>
              <a:off x="2055030" y="1463669"/>
              <a:ext cx="575861" cy="5449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2630891" y="1463669"/>
              <a:ext cx="576675" cy="54490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3207565" y="1463669"/>
              <a:ext cx="575860" cy="54490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3783425" y="1463669"/>
              <a:ext cx="575861" cy="5449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813823381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833438" y="685800"/>
            <a:ext cx="10363200" cy="509588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accent3"/>
                </a:solidFill>
              </a:rPr>
              <a:t>POR SEGMENTO</a:t>
            </a:r>
            <a:endParaRPr lang="en-US" sz="2400" dirty="0">
              <a:solidFill>
                <a:schemeClr val="accent3"/>
              </a:solidFill>
            </a:endParaRPr>
          </a:p>
        </p:txBody>
      </p:sp>
      <p:sp>
        <p:nvSpPr>
          <p:cNvPr id="203779" name="Text Placeholder 2"/>
          <p:cNvSpPr>
            <a:spLocks noGrp="1"/>
          </p:cNvSpPr>
          <p:nvPr>
            <p:ph type="body" sz="quarter" idx="11"/>
          </p:nvPr>
        </p:nvSpPr>
        <p:spPr bwMode="auto">
          <a:xfrm>
            <a:off x="833438" y="1113038"/>
            <a:ext cx="10363200" cy="252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pt-BR" dirty="0" err="1"/>
              <a:t>Relatório</a:t>
            </a:r>
            <a:r>
              <a:rPr lang="en-US" altLang="pt-BR" dirty="0"/>
              <a:t> de RH </a:t>
            </a:r>
            <a:r>
              <a:rPr lang="mr-IN" altLang="pt-BR" dirty="0"/>
              <a:t>–</a:t>
            </a:r>
            <a:r>
              <a:rPr lang="en-US" altLang="pt-BR" dirty="0"/>
              <a:t> </a:t>
            </a:r>
            <a:r>
              <a:rPr lang="en-US" altLang="pt-BR" dirty="0" err="1"/>
              <a:t>Julho</a:t>
            </a:r>
            <a:r>
              <a:rPr lang="en-US" altLang="pt-BR" dirty="0"/>
              <a:t>/17</a:t>
            </a:r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94292538"/>
              </p:ext>
            </p:extLst>
          </p:nvPr>
        </p:nvGraphicFramePr>
        <p:xfrm>
          <a:off x="3367915" y="1610230"/>
          <a:ext cx="4871447" cy="49016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Placeholder 4"/>
          <p:cNvSpPr txBox="1">
            <a:spLocks/>
          </p:cNvSpPr>
          <p:nvPr/>
        </p:nvSpPr>
        <p:spPr>
          <a:xfrm>
            <a:off x="1359712" y="3673291"/>
            <a:ext cx="2682875" cy="36671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1" kern="120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/>
                </a:solidFill>
                <a:latin typeface="+mn-lt"/>
              </a:rPr>
              <a:t>Vale </a:t>
            </a:r>
            <a:r>
              <a:rPr lang="en-US" dirty="0" err="1" smtClean="0">
                <a:solidFill>
                  <a:schemeClr val="tx2"/>
                </a:solidFill>
                <a:latin typeface="+mn-lt"/>
              </a:rPr>
              <a:t>Refeição</a:t>
            </a:r>
            <a:endParaRPr lang="en-US" dirty="0" smtClean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6" name="Text Placeholder 4"/>
          <p:cNvSpPr txBox="1">
            <a:spLocks/>
          </p:cNvSpPr>
          <p:nvPr/>
        </p:nvSpPr>
        <p:spPr>
          <a:xfrm>
            <a:off x="1359712" y="2827153"/>
            <a:ext cx="2682875" cy="36671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1" kern="120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en-US" dirty="0" err="1" smtClean="0">
                <a:solidFill>
                  <a:schemeClr val="tx2"/>
                </a:solidFill>
                <a:latin typeface="+mn-lt"/>
              </a:rPr>
              <a:t>Planos</a:t>
            </a:r>
            <a:r>
              <a:rPr lang="en-US" dirty="0" smtClean="0">
                <a:solidFill>
                  <a:schemeClr val="tx2"/>
                </a:solidFill>
                <a:latin typeface="+mn-lt"/>
              </a:rPr>
              <a:t> de </a:t>
            </a:r>
            <a:r>
              <a:rPr lang="en-US" dirty="0" err="1" smtClean="0">
                <a:solidFill>
                  <a:schemeClr val="tx2"/>
                </a:solidFill>
                <a:latin typeface="+mn-lt"/>
              </a:rPr>
              <a:t>Saúde</a:t>
            </a:r>
            <a:endParaRPr lang="en-US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7" name="Text Placeholder 4"/>
          <p:cNvSpPr txBox="1">
            <a:spLocks/>
          </p:cNvSpPr>
          <p:nvPr/>
        </p:nvSpPr>
        <p:spPr>
          <a:xfrm>
            <a:off x="1359712" y="1981016"/>
            <a:ext cx="2682875" cy="36671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1" kern="120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en-US" dirty="0" err="1" smtClean="0">
                <a:solidFill>
                  <a:schemeClr val="tx2"/>
                </a:solidFill>
                <a:latin typeface="+mn-lt"/>
              </a:rPr>
              <a:t>Folha</a:t>
            </a:r>
            <a:r>
              <a:rPr lang="en-US" dirty="0" smtClean="0">
                <a:solidFill>
                  <a:schemeClr val="tx2"/>
                </a:solidFill>
                <a:latin typeface="+mn-lt"/>
              </a:rPr>
              <a:t> de </a:t>
            </a:r>
            <a:r>
              <a:rPr lang="en-US" dirty="0" err="1" smtClean="0">
                <a:solidFill>
                  <a:schemeClr val="tx2"/>
                </a:solidFill>
                <a:latin typeface="+mn-lt"/>
              </a:rPr>
              <a:t>Pagamento</a:t>
            </a:r>
            <a:endParaRPr lang="en-US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8" name="Text Placeholder 4"/>
          <p:cNvSpPr txBox="1">
            <a:spLocks/>
          </p:cNvSpPr>
          <p:nvPr/>
        </p:nvSpPr>
        <p:spPr>
          <a:xfrm>
            <a:off x="1359712" y="4521016"/>
            <a:ext cx="2682875" cy="36512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1" kern="120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/>
                </a:solidFill>
                <a:latin typeface="+mn-lt"/>
              </a:rPr>
              <a:t>Vale </a:t>
            </a:r>
            <a:r>
              <a:rPr lang="en-US" dirty="0" err="1" smtClean="0">
                <a:solidFill>
                  <a:schemeClr val="tx2"/>
                </a:solidFill>
                <a:latin typeface="+mn-lt"/>
              </a:rPr>
              <a:t>Transporte</a:t>
            </a:r>
            <a:endParaRPr lang="en-US" dirty="0" smtClean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1369237" y="2273116"/>
            <a:ext cx="26733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Open Sans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9pPr>
          </a:lstStyle>
          <a:p>
            <a:pPr eaLnBrk="1" hangingPunct="1"/>
            <a:r>
              <a:rPr lang="en-US" altLang="pt-BR" sz="1200" dirty="0" smtClean="0">
                <a:solidFill>
                  <a:schemeClr val="tx2"/>
                </a:solidFill>
              </a:rPr>
              <a:t>R$ 000.000,00</a:t>
            </a:r>
            <a:endParaRPr lang="en-US" altLang="pt-BR" sz="1200" b="1" dirty="0">
              <a:solidFill>
                <a:schemeClr val="tx2"/>
              </a:solidFill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1378762" y="3122428"/>
            <a:ext cx="2674938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Open Sans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9pPr>
          </a:lstStyle>
          <a:p>
            <a:pPr eaLnBrk="1" hangingPunct="1"/>
            <a:r>
              <a:rPr lang="en-US" altLang="pt-BR" sz="1200" dirty="0">
                <a:solidFill>
                  <a:schemeClr val="tx2"/>
                </a:solidFill>
              </a:rPr>
              <a:t>R$ 000.000,00</a:t>
            </a:r>
            <a:endParaRPr lang="en-US" altLang="pt-BR" sz="1200" b="1" dirty="0">
              <a:solidFill>
                <a:schemeClr val="tx2"/>
              </a:solidFill>
            </a:endParaRPr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1378762" y="3966978"/>
            <a:ext cx="2674938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Open Sans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9pPr>
          </a:lstStyle>
          <a:p>
            <a:pPr eaLnBrk="1" hangingPunct="1"/>
            <a:r>
              <a:rPr lang="en-US" altLang="pt-BR" sz="1200" dirty="0">
                <a:solidFill>
                  <a:schemeClr val="tx2"/>
                </a:solidFill>
              </a:rPr>
              <a:t>R$ 000.000,00</a:t>
            </a:r>
            <a:endParaRPr lang="en-US" altLang="pt-BR" sz="1200" b="1" dirty="0">
              <a:solidFill>
                <a:schemeClr val="tx2"/>
              </a:solidFill>
            </a:endParaRP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1378762" y="4822641"/>
            <a:ext cx="267493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Open Sans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9pPr>
          </a:lstStyle>
          <a:p>
            <a:pPr eaLnBrk="1" hangingPunct="1"/>
            <a:r>
              <a:rPr lang="en-US" altLang="pt-BR" sz="1200" dirty="0">
                <a:solidFill>
                  <a:schemeClr val="tx2"/>
                </a:solidFill>
              </a:rPr>
              <a:t>R$ 000.000,00</a:t>
            </a:r>
            <a:endParaRPr lang="en-US" altLang="pt-BR" sz="1200" b="1" dirty="0">
              <a:solidFill>
                <a:schemeClr val="tx2"/>
              </a:solidFill>
            </a:endParaRPr>
          </a:p>
        </p:txBody>
      </p:sp>
      <p:sp>
        <p:nvSpPr>
          <p:cNvPr id="3" name="Oval 2"/>
          <p:cNvSpPr/>
          <p:nvPr/>
        </p:nvSpPr>
        <p:spPr>
          <a:xfrm>
            <a:off x="999460" y="4731489"/>
            <a:ext cx="170121" cy="170121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Oval 31"/>
          <p:cNvSpPr/>
          <p:nvPr/>
        </p:nvSpPr>
        <p:spPr>
          <a:xfrm>
            <a:off x="999459" y="3890913"/>
            <a:ext cx="170121" cy="170121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Oval 32"/>
          <p:cNvSpPr/>
          <p:nvPr/>
        </p:nvSpPr>
        <p:spPr>
          <a:xfrm>
            <a:off x="999458" y="3050338"/>
            <a:ext cx="170121" cy="170121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Oval 33"/>
          <p:cNvSpPr/>
          <p:nvPr/>
        </p:nvSpPr>
        <p:spPr>
          <a:xfrm>
            <a:off x="999457" y="2209763"/>
            <a:ext cx="170121" cy="17012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Text Placeholder 4"/>
          <p:cNvSpPr txBox="1">
            <a:spLocks/>
          </p:cNvSpPr>
          <p:nvPr/>
        </p:nvSpPr>
        <p:spPr>
          <a:xfrm>
            <a:off x="1370825" y="5389500"/>
            <a:ext cx="2682875" cy="36512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1" kern="120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en-US" dirty="0" err="1" smtClean="0">
                <a:solidFill>
                  <a:schemeClr val="tx2"/>
                </a:solidFill>
                <a:latin typeface="+mn-lt"/>
              </a:rPr>
              <a:t>Planos</a:t>
            </a:r>
            <a:r>
              <a:rPr lang="en-US" dirty="0" smtClean="0">
                <a:solidFill>
                  <a:schemeClr val="tx2"/>
                </a:solidFill>
                <a:latin typeface="+mn-lt"/>
              </a:rPr>
              <a:t> </a:t>
            </a:r>
            <a:r>
              <a:rPr lang="en-US" dirty="0" err="1" smtClean="0">
                <a:solidFill>
                  <a:schemeClr val="tx2"/>
                </a:solidFill>
                <a:latin typeface="+mn-lt"/>
              </a:rPr>
              <a:t>Odontológicos</a:t>
            </a:r>
            <a:endParaRPr lang="en-US" dirty="0" smtClean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6" name="TextBox 15"/>
          <p:cNvSpPr txBox="1">
            <a:spLocks noChangeArrowheads="1"/>
          </p:cNvSpPr>
          <p:nvPr/>
        </p:nvSpPr>
        <p:spPr bwMode="auto">
          <a:xfrm>
            <a:off x="1389875" y="5691125"/>
            <a:ext cx="267493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Open Sans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9pPr>
          </a:lstStyle>
          <a:p>
            <a:pPr eaLnBrk="1" hangingPunct="1"/>
            <a:r>
              <a:rPr lang="en-US" altLang="pt-BR" sz="1200" dirty="0">
                <a:solidFill>
                  <a:schemeClr val="tx2"/>
                </a:solidFill>
              </a:rPr>
              <a:t>R$ 000.000,00</a:t>
            </a:r>
            <a:endParaRPr lang="en-US" altLang="pt-BR" sz="1200" b="1" dirty="0">
              <a:solidFill>
                <a:schemeClr val="tx2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1010573" y="5599973"/>
            <a:ext cx="170121" cy="170121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Text Placeholder 4"/>
          <p:cNvSpPr txBox="1">
            <a:spLocks/>
          </p:cNvSpPr>
          <p:nvPr/>
        </p:nvSpPr>
        <p:spPr>
          <a:xfrm>
            <a:off x="9025787" y="3617605"/>
            <a:ext cx="2682875" cy="36671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1" kern="120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/>
                </a:solidFill>
                <a:latin typeface="+mn-lt"/>
              </a:rPr>
              <a:t>Outro Item</a:t>
            </a:r>
          </a:p>
        </p:txBody>
      </p:sp>
      <p:sp>
        <p:nvSpPr>
          <p:cNvPr id="39" name="Text Placeholder 4"/>
          <p:cNvSpPr txBox="1">
            <a:spLocks/>
          </p:cNvSpPr>
          <p:nvPr/>
        </p:nvSpPr>
        <p:spPr>
          <a:xfrm>
            <a:off x="9025787" y="2771467"/>
            <a:ext cx="2682875" cy="36671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1" kern="120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/>
                </a:solidFill>
                <a:latin typeface="+mn-lt"/>
              </a:rPr>
              <a:t>Outro Item</a:t>
            </a:r>
            <a:endParaRPr lang="en-US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40" name="Text Placeholder 4"/>
          <p:cNvSpPr txBox="1">
            <a:spLocks/>
          </p:cNvSpPr>
          <p:nvPr/>
        </p:nvSpPr>
        <p:spPr>
          <a:xfrm>
            <a:off x="9025787" y="1925330"/>
            <a:ext cx="2682875" cy="36671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1" kern="120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en-US" dirty="0" err="1" smtClean="0">
                <a:solidFill>
                  <a:schemeClr val="tx2"/>
                </a:solidFill>
                <a:latin typeface="+mn-lt"/>
              </a:rPr>
              <a:t>Seguros</a:t>
            </a:r>
            <a:r>
              <a:rPr lang="en-US" dirty="0" smtClean="0">
                <a:solidFill>
                  <a:schemeClr val="tx2"/>
                </a:solidFill>
                <a:latin typeface="+mn-lt"/>
              </a:rPr>
              <a:t> de Vida</a:t>
            </a:r>
            <a:endParaRPr lang="en-US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41" name="Text Placeholder 4"/>
          <p:cNvSpPr txBox="1">
            <a:spLocks/>
          </p:cNvSpPr>
          <p:nvPr/>
        </p:nvSpPr>
        <p:spPr>
          <a:xfrm>
            <a:off x="9025787" y="4465330"/>
            <a:ext cx="2682875" cy="36512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1" kern="120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/>
                </a:solidFill>
                <a:latin typeface="+mn-lt"/>
              </a:rPr>
              <a:t>Outro Item</a:t>
            </a:r>
          </a:p>
        </p:txBody>
      </p:sp>
      <p:sp>
        <p:nvSpPr>
          <p:cNvPr id="42" name="TextBox 12"/>
          <p:cNvSpPr txBox="1">
            <a:spLocks noChangeArrowheads="1"/>
          </p:cNvSpPr>
          <p:nvPr/>
        </p:nvSpPr>
        <p:spPr bwMode="auto">
          <a:xfrm>
            <a:off x="9035312" y="2217430"/>
            <a:ext cx="26733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Open Sans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9pPr>
          </a:lstStyle>
          <a:p>
            <a:pPr eaLnBrk="1" hangingPunct="1"/>
            <a:r>
              <a:rPr lang="en-US" altLang="pt-BR" sz="1200" dirty="0">
                <a:solidFill>
                  <a:schemeClr val="tx2"/>
                </a:solidFill>
              </a:rPr>
              <a:t>R$ 000.000,00</a:t>
            </a:r>
            <a:endParaRPr lang="en-US" altLang="pt-BR" sz="1200" b="1" dirty="0">
              <a:solidFill>
                <a:schemeClr val="tx2"/>
              </a:solidFill>
            </a:endParaRPr>
          </a:p>
        </p:txBody>
      </p:sp>
      <p:sp>
        <p:nvSpPr>
          <p:cNvPr id="43" name="TextBox 13"/>
          <p:cNvSpPr txBox="1">
            <a:spLocks noChangeArrowheads="1"/>
          </p:cNvSpPr>
          <p:nvPr/>
        </p:nvSpPr>
        <p:spPr bwMode="auto">
          <a:xfrm>
            <a:off x="9044837" y="3066742"/>
            <a:ext cx="2674938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Open Sans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9pPr>
          </a:lstStyle>
          <a:p>
            <a:pPr eaLnBrk="1" hangingPunct="1"/>
            <a:r>
              <a:rPr lang="en-US" altLang="pt-BR" sz="1200" dirty="0">
                <a:solidFill>
                  <a:schemeClr val="tx2"/>
                </a:solidFill>
              </a:rPr>
              <a:t>R$ 000.000,00</a:t>
            </a:r>
            <a:endParaRPr lang="en-US" altLang="pt-BR" sz="1200" b="1" dirty="0">
              <a:solidFill>
                <a:schemeClr val="tx2"/>
              </a:solidFill>
            </a:endParaRPr>
          </a:p>
        </p:txBody>
      </p:sp>
      <p:sp>
        <p:nvSpPr>
          <p:cNvPr id="44" name="TextBox 14"/>
          <p:cNvSpPr txBox="1">
            <a:spLocks noChangeArrowheads="1"/>
          </p:cNvSpPr>
          <p:nvPr/>
        </p:nvSpPr>
        <p:spPr bwMode="auto">
          <a:xfrm>
            <a:off x="9044837" y="3911292"/>
            <a:ext cx="2674938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Open Sans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9pPr>
          </a:lstStyle>
          <a:p>
            <a:pPr eaLnBrk="1" hangingPunct="1"/>
            <a:r>
              <a:rPr lang="en-US" altLang="pt-BR" sz="1200" dirty="0">
                <a:solidFill>
                  <a:schemeClr val="tx2"/>
                </a:solidFill>
              </a:rPr>
              <a:t>R$ 000.000,00</a:t>
            </a:r>
            <a:endParaRPr lang="en-US" altLang="pt-BR" sz="1200" b="1" dirty="0">
              <a:solidFill>
                <a:schemeClr val="tx2"/>
              </a:solidFill>
            </a:endParaRPr>
          </a:p>
        </p:txBody>
      </p:sp>
      <p:sp>
        <p:nvSpPr>
          <p:cNvPr id="45" name="TextBox 15"/>
          <p:cNvSpPr txBox="1">
            <a:spLocks noChangeArrowheads="1"/>
          </p:cNvSpPr>
          <p:nvPr/>
        </p:nvSpPr>
        <p:spPr bwMode="auto">
          <a:xfrm>
            <a:off x="9044837" y="4766955"/>
            <a:ext cx="267493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Open Sans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9pPr>
          </a:lstStyle>
          <a:p>
            <a:pPr eaLnBrk="1" hangingPunct="1"/>
            <a:r>
              <a:rPr lang="en-US" altLang="pt-BR" sz="1200" dirty="0">
                <a:solidFill>
                  <a:schemeClr val="tx2"/>
                </a:solidFill>
              </a:rPr>
              <a:t>R$ 000.000,00</a:t>
            </a:r>
            <a:endParaRPr lang="en-US" altLang="pt-BR" sz="1200" b="1" dirty="0">
              <a:solidFill>
                <a:schemeClr val="tx2"/>
              </a:solidFill>
            </a:endParaRPr>
          </a:p>
        </p:txBody>
      </p:sp>
      <p:sp>
        <p:nvSpPr>
          <p:cNvPr id="46" name="Oval 45"/>
          <p:cNvSpPr/>
          <p:nvPr/>
        </p:nvSpPr>
        <p:spPr>
          <a:xfrm>
            <a:off x="8665535" y="4675803"/>
            <a:ext cx="170121" cy="17012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" name="Oval 46"/>
          <p:cNvSpPr/>
          <p:nvPr/>
        </p:nvSpPr>
        <p:spPr>
          <a:xfrm>
            <a:off x="8665534" y="3835227"/>
            <a:ext cx="170121" cy="17012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" name="Oval 47"/>
          <p:cNvSpPr/>
          <p:nvPr/>
        </p:nvSpPr>
        <p:spPr>
          <a:xfrm>
            <a:off x="8665533" y="2994652"/>
            <a:ext cx="170121" cy="17012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9" name="Oval 48"/>
          <p:cNvSpPr/>
          <p:nvPr/>
        </p:nvSpPr>
        <p:spPr>
          <a:xfrm>
            <a:off x="8665532" y="2154077"/>
            <a:ext cx="170121" cy="17012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0" name="Text Placeholder 4"/>
          <p:cNvSpPr txBox="1">
            <a:spLocks/>
          </p:cNvSpPr>
          <p:nvPr/>
        </p:nvSpPr>
        <p:spPr>
          <a:xfrm>
            <a:off x="9036900" y="5333814"/>
            <a:ext cx="2682875" cy="36512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1" kern="120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/>
                </a:solidFill>
                <a:latin typeface="+mn-lt"/>
              </a:rPr>
              <a:t>Outro Item</a:t>
            </a:r>
          </a:p>
        </p:txBody>
      </p:sp>
      <p:sp>
        <p:nvSpPr>
          <p:cNvPr id="51" name="TextBox 15"/>
          <p:cNvSpPr txBox="1">
            <a:spLocks noChangeArrowheads="1"/>
          </p:cNvSpPr>
          <p:nvPr/>
        </p:nvSpPr>
        <p:spPr bwMode="auto">
          <a:xfrm>
            <a:off x="9055950" y="5635439"/>
            <a:ext cx="267493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Open Sans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9pPr>
          </a:lstStyle>
          <a:p>
            <a:pPr eaLnBrk="1" hangingPunct="1"/>
            <a:r>
              <a:rPr lang="en-US" altLang="pt-BR" sz="1200" dirty="0">
                <a:solidFill>
                  <a:schemeClr val="tx2"/>
                </a:solidFill>
              </a:rPr>
              <a:t>R$ 000.000,00</a:t>
            </a:r>
            <a:endParaRPr lang="en-US" altLang="pt-BR" sz="1200" b="1" dirty="0">
              <a:solidFill>
                <a:schemeClr val="tx2"/>
              </a:solidFill>
            </a:endParaRPr>
          </a:p>
        </p:txBody>
      </p:sp>
      <p:sp>
        <p:nvSpPr>
          <p:cNvPr id="52" name="Oval 51"/>
          <p:cNvSpPr/>
          <p:nvPr/>
        </p:nvSpPr>
        <p:spPr>
          <a:xfrm>
            <a:off x="8676648" y="5544287"/>
            <a:ext cx="170121" cy="17012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160269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833438" y="685800"/>
            <a:ext cx="10363200" cy="509588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accent3"/>
                </a:solidFill>
              </a:rPr>
              <a:t>ACOMPANHAMENTO MENSAL</a:t>
            </a:r>
            <a:endParaRPr lang="en-US" sz="2400" dirty="0">
              <a:solidFill>
                <a:schemeClr val="accent3"/>
              </a:solidFill>
            </a:endParaRPr>
          </a:p>
        </p:txBody>
      </p:sp>
      <p:sp>
        <p:nvSpPr>
          <p:cNvPr id="193539" name="Text Placeholder 2"/>
          <p:cNvSpPr>
            <a:spLocks noGrp="1"/>
          </p:cNvSpPr>
          <p:nvPr>
            <p:ph type="body" sz="quarter" idx="11"/>
          </p:nvPr>
        </p:nvSpPr>
        <p:spPr bwMode="auto">
          <a:xfrm>
            <a:off x="833438" y="1113038"/>
            <a:ext cx="10363200" cy="252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pt-BR" dirty="0" err="1"/>
              <a:t>Relatório</a:t>
            </a:r>
            <a:r>
              <a:rPr lang="en-US" altLang="pt-BR" dirty="0"/>
              <a:t> de RH </a:t>
            </a:r>
            <a:r>
              <a:rPr lang="mr-IN" altLang="pt-BR" dirty="0"/>
              <a:t>–</a:t>
            </a:r>
            <a:r>
              <a:rPr lang="en-US" altLang="pt-BR" dirty="0"/>
              <a:t> </a:t>
            </a:r>
            <a:r>
              <a:rPr lang="en-US" altLang="pt-BR" dirty="0" err="1"/>
              <a:t>Julho</a:t>
            </a:r>
            <a:r>
              <a:rPr lang="en-US" altLang="pt-BR" dirty="0"/>
              <a:t>/17</a:t>
            </a:r>
          </a:p>
        </p:txBody>
      </p:sp>
      <p:graphicFrame>
        <p:nvGraphicFramePr>
          <p:cNvPr id="4" name="Chart Placeholder 1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06071125"/>
              </p:ext>
            </p:extLst>
          </p:nvPr>
        </p:nvGraphicFramePr>
        <p:xfrm>
          <a:off x="555585" y="1900238"/>
          <a:ext cx="11363513" cy="43304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779451238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ço Reservado para Imagem 6"/>
          <p:cNvPicPr>
            <a:picLocks noGrp="1"/>
          </p:cNvPicPr>
          <p:nvPr>
            <p:ph type="pic" sz="quarter" idx="12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1976" b="6167"/>
          <a:stretch/>
        </p:blipFill>
        <p:spPr bwMode="auto">
          <a:xfrm>
            <a:off x="0" y="1636585"/>
            <a:ext cx="12182475" cy="3600000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</p:pic>
      <p:sp>
        <p:nvSpPr>
          <p:cNvPr id="33" name="Text Placeholder 32"/>
          <p:cNvSpPr>
            <a:spLocks noGrp="1"/>
          </p:cNvSpPr>
          <p:nvPr>
            <p:ph type="body" sz="quarter" idx="10"/>
          </p:nvPr>
        </p:nvSpPr>
        <p:spPr>
          <a:xfrm>
            <a:off x="842986" y="2773750"/>
            <a:ext cx="10363200" cy="942679"/>
          </a:xfrm>
        </p:spPr>
        <p:txBody>
          <a:bodyPr/>
          <a:lstStyle/>
          <a:p>
            <a:pPr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4400" dirty="0" smtClean="0"/>
              <a:t>SALÁRIO MÉDIO</a:t>
            </a:r>
            <a:endParaRPr lang="en-US" sz="4400" dirty="0"/>
          </a:p>
        </p:txBody>
      </p:sp>
      <p:sp>
        <p:nvSpPr>
          <p:cNvPr id="65540" name="Text Placeholder 33"/>
          <p:cNvSpPr>
            <a:spLocks noGrp="1"/>
          </p:cNvSpPr>
          <p:nvPr>
            <p:ph type="body" sz="quarter" idx="11"/>
          </p:nvPr>
        </p:nvSpPr>
        <p:spPr bwMode="auto">
          <a:xfrm>
            <a:off x="874913" y="3984714"/>
            <a:ext cx="10363200" cy="4587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pt-BR" sz="2000" dirty="0" smtClean="0"/>
              <a:t>RELATÓRIO DE RH </a:t>
            </a:r>
            <a:r>
              <a:rPr lang="mr-IN" altLang="pt-BR" sz="2000" dirty="0" smtClean="0"/>
              <a:t>–</a:t>
            </a:r>
            <a:r>
              <a:rPr lang="en-US" altLang="pt-BR" sz="2000" dirty="0" smtClean="0"/>
              <a:t> JULHO/17</a:t>
            </a:r>
            <a:endParaRPr lang="en-US" altLang="pt-BR" sz="2000" dirty="0"/>
          </a:p>
        </p:txBody>
      </p:sp>
      <p:grpSp>
        <p:nvGrpSpPr>
          <p:cNvPr id="65550" name="Group 37"/>
          <p:cNvGrpSpPr>
            <a:grpSpLocks/>
          </p:cNvGrpSpPr>
          <p:nvPr/>
        </p:nvGrpSpPr>
        <p:grpSpPr bwMode="auto">
          <a:xfrm>
            <a:off x="3611324" y="3716429"/>
            <a:ext cx="4826523" cy="65512"/>
            <a:chOff x="2055030" y="1463669"/>
            <a:chExt cx="2304256" cy="544908"/>
          </a:xfrm>
        </p:grpSpPr>
        <p:sp>
          <p:nvSpPr>
            <p:cNvPr id="39" name="Rectangle 38"/>
            <p:cNvSpPr/>
            <p:nvPr/>
          </p:nvSpPr>
          <p:spPr>
            <a:xfrm>
              <a:off x="2055030" y="1463669"/>
              <a:ext cx="575861" cy="5449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2630891" y="1463669"/>
              <a:ext cx="576675" cy="54490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3207565" y="1463669"/>
              <a:ext cx="575860" cy="54490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3783425" y="1463669"/>
              <a:ext cx="575861" cy="5449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708403454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833437" y="685800"/>
            <a:ext cx="6088223" cy="509588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accent3"/>
                </a:solidFill>
              </a:rPr>
              <a:t>ACOMPANHAMENTO MENSAL</a:t>
            </a:r>
            <a:endParaRPr lang="en-US" sz="2400" dirty="0">
              <a:solidFill>
                <a:schemeClr val="accent3"/>
              </a:solidFill>
            </a:endParaRPr>
          </a:p>
        </p:txBody>
      </p:sp>
      <p:sp>
        <p:nvSpPr>
          <p:cNvPr id="193539" name="Text Placeholder 2"/>
          <p:cNvSpPr>
            <a:spLocks noGrp="1"/>
          </p:cNvSpPr>
          <p:nvPr>
            <p:ph type="body" sz="quarter" idx="11"/>
          </p:nvPr>
        </p:nvSpPr>
        <p:spPr bwMode="auto">
          <a:xfrm>
            <a:off x="833438" y="1113038"/>
            <a:ext cx="5011777" cy="202859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pt-BR" dirty="0" err="1"/>
              <a:t>Relatório</a:t>
            </a:r>
            <a:r>
              <a:rPr lang="en-US" altLang="pt-BR" dirty="0"/>
              <a:t> de RH </a:t>
            </a:r>
            <a:r>
              <a:rPr lang="mr-IN" altLang="pt-BR" dirty="0"/>
              <a:t>–</a:t>
            </a:r>
            <a:r>
              <a:rPr lang="en-US" altLang="pt-BR" dirty="0"/>
              <a:t> </a:t>
            </a:r>
            <a:r>
              <a:rPr lang="en-US" altLang="pt-BR" dirty="0" err="1"/>
              <a:t>Julho</a:t>
            </a:r>
            <a:r>
              <a:rPr lang="en-US" altLang="pt-BR" dirty="0"/>
              <a:t>/17</a:t>
            </a:r>
          </a:p>
        </p:txBody>
      </p:sp>
      <p:sp>
        <p:nvSpPr>
          <p:cNvPr id="7" name="Text Placeholder 1"/>
          <p:cNvSpPr txBox="1">
            <a:spLocks/>
          </p:cNvSpPr>
          <p:nvPr/>
        </p:nvSpPr>
        <p:spPr>
          <a:xfrm>
            <a:off x="8391645" y="971068"/>
            <a:ext cx="2957393" cy="689658"/>
          </a:xfrm>
          <a:prstGeom prst="rect">
            <a:avLst/>
          </a:prstGeom>
        </p:spPr>
        <p:txBody>
          <a:bodyPr anchor="ctr"/>
          <a:lstStyle>
            <a:lvl1pPr marL="0" indent="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None/>
              <a:defRPr sz="36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1" fontAlgn="auto" hangingPunct="1">
              <a:spcAft>
                <a:spcPts val="0"/>
              </a:spcAft>
              <a:defRPr/>
            </a:pPr>
            <a:r>
              <a:rPr lang="en-US" sz="3200" dirty="0" smtClean="0">
                <a:solidFill>
                  <a:schemeClr val="accent1"/>
                </a:solidFill>
              </a:rPr>
              <a:t>R$ 0.000,00</a:t>
            </a:r>
            <a:endParaRPr lang="en-US" sz="3200" dirty="0">
              <a:solidFill>
                <a:schemeClr val="accent1"/>
              </a:solidFill>
            </a:endParaRPr>
          </a:p>
        </p:txBody>
      </p:sp>
      <p:sp>
        <p:nvSpPr>
          <p:cNvPr id="9" name="Text Placeholder 1"/>
          <p:cNvSpPr txBox="1">
            <a:spLocks/>
          </p:cNvSpPr>
          <p:nvPr/>
        </p:nvSpPr>
        <p:spPr>
          <a:xfrm>
            <a:off x="8760167" y="638175"/>
            <a:ext cx="2588871" cy="509588"/>
          </a:xfrm>
          <a:prstGeom prst="rect">
            <a:avLst/>
          </a:prstGeom>
        </p:spPr>
        <p:txBody>
          <a:bodyPr anchor="ctr"/>
          <a:lstStyle>
            <a:lvl1pPr marL="0" indent="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None/>
              <a:defRPr sz="36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1" fontAlgn="auto" hangingPunct="1">
              <a:spcAft>
                <a:spcPts val="0"/>
              </a:spcAft>
              <a:defRPr/>
            </a:pPr>
            <a:r>
              <a:rPr lang="en-US" sz="1600" b="0" dirty="0" smtClean="0">
                <a:solidFill>
                  <a:schemeClr val="tx1"/>
                </a:solidFill>
              </a:rPr>
              <a:t>JULHO/17</a:t>
            </a:r>
            <a:endParaRPr lang="en-US" sz="1600" b="0" dirty="0">
              <a:solidFill>
                <a:schemeClr val="tx1"/>
              </a:solidFill>
            </a:endParaRPr>
          </a:p>
        </p:txBody>
      </p:sp>
      <p:graphicFrame>
        <p:nvGraphicFramePr>
          <p:cNvPr id="10" name="Chart Placeholder 1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43173172"/>
              </p:ext>
            </p:extLst>
          </p:nvPr>
        </p:nvGraphicFramePr>
        <p:xfrm>
          <a:off x="925974" y="1900238"/>
          <a:ext cx="10423063" cy="41301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9914800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ço Reservado para Imagem 6"/>
          <p:cNvPicPr>
            <a:picLocks noGrp="1"/>
          </p:cNvPicPr>
          <p:nvPr>
            <p:ph type="pic" sz="quarter" idx="12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1976" b="6167"/>
          <a:stretch/>
        </p:blipFill>
        <p:spPr bwMode="auto">
          <a:xfrm>
            <a:off x="0" y="1636585"/>
            <a:ext cx="12182475" cy="3600000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</p:pic>
      <p:sp>
        <p:nvSpPr>
          <p:cNvPr id="33" name="Text Placeholder 32"/>
          <p:cNvSpPr>
            <a:spLocks noGrp="1"/>
          </p:cNvSpPr>
          <p:nvPr>
            <p:ph type="body" sz="quarter" idx="10"/>
          </p:nvPr>
        </p:nvSpPr>
        <p:spPr>
          <a:xfrm>
            <a:off x="842986" y="2773750"/>
            <a:ext cx="10363200" cy="942679"/>
          </a:xfrm>
        </p:spPr>
        <p:txBody>
          <a:bodyPr/>
          <a:lstStyle/>
          <a:p>
            <a:pPr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4400" dirty="0" smtClean="0"/>
              <a:t>TURNOVER</a:t>
            </a:r>
            <a:endParaRPr lang="en-US" sz="4400" dirty="0"/>
          </a:p>
        </p:txBody>
      </p:sp>
      <p:sp>
        <p:nvSpPr>
          <p:cNvPr id="65540" name="Text Placeholder 33"/>
          <p:cNvSpPr>
            <a:spLocks noGrp="1"/>
          </p:cNvSpPr>
          <p:nvPr>
            <p:ph type="body" sz="quarter" idx="11"/>
          </p:nvPr>
        </p:nvSpPr>
        <p:spPr bwMode="auto">
          <a:xfrm>
            <a:off x="874913" y="3984714"/>
            <a:ext cx="10363200" cy="4587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pt-BR" sz="2000" dirty="0" smtClean="0"/>
              <a:t>RELATÓRIO DE RH </a:t>
            </a:r>
            <a:r>
              <a:rPr lang="mr-IN" altLang="pt-BR" sz="2000" dirty="0" smtClean="0"/>
              <a:t>–</a:t>
            </a:r>
            <a:r>
              <a:rPr lang="en-US" altLang="pt-BR" sz="2000" dirty="0" smtClean="0"/>
              <a:t> JULHO/17</a:t>
            </a:r>
            <a:endParaRPr lang="en-US" altLang="pt-BR" sz="2000" dirty="0"/>
          </a:p>
        </p:txBody>
      </p:sp>
      <p:grpSp>
        <p:nvGrpSpPr>
          <p:cNvPr id="65550" name="Group 37"/>
          <p:cNvGrpSpPr>
            <a:grpSpLocks/>
          </p:cNvGrpSpPr>
          <p:nvPr/>
        </p:nvGrpSpPr>
        <p:grpSpPr bwMode="auto">
          <a:xfrm>
            <a:off x="3611324" y="3716429"/>
            <a:ext cx="4826523" cy="65512"/>
            <a:chOff x="2055030" y="1463669"/>
            <a:chExt cx="2304256" cy="544908"/>
          </a:xfrm>
        </p:grpSpPr>
        <p:sp>
          <p:nvSpPr>
            <p:cNvPr id="39" name="Rectangle 38"/>
            <p:cNvSpPr/>
            <p:nvPr/>
          </p:nvSpPr>
          <p:spPr>
            <a:xfrm>
              <a:off x="2055030" y="1463669"/>
              <a:ext cx="575861" cy="5449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2630891" y="1463669"/>
              <a:ext cx="576675" cy="54490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3207565" y="1463669"/>
              <a:ext cx="575860" cy="54490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3783425" y="1463669"/>
              <a:ext cx="575861" cy="5449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69442043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833437" y="685800"/>
            <a:ext cx="6053499" cy="509588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sz="2800" dirty="0" smtClean="0">
                <a:solidFill>
                  <a:schemeClr val="accent3"/>
                </a:solidFill>
              </a:rPr>
              <a:t>ACOMPANHAMENTO MENSAL</a:t>
            </a:r>
            <a:endParaRPr lang="en-US" sz="2800" dirty="0">
              <a:solidFill>
                <a:schemeClr val="accent3"/>
              </a:solidFill>
            </a:endParaRPr>
          </a:p>
        </p:txBody>
      </p:sp>
      <p:sp>
        <p:nvSpPr>
          <p:cNvPr id="193539" name="Text Placeholder 2"/>
          <p:cNvSpPr>
            <a:spLocks noGrp="1"/>
          </p:cNvSpPr>
          <p:nvPr>
            <p:ph type="body" sz="quarter" idx="11"/>
          </p:nvPr>
        </p:nvSpPr>
        <p:spPr bwMode="auto">
          <a:xfrm>
            <a:off x="833437" y="1103333"/>
            <a:ext cx="4606664" cy="21256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pt-BR" dirty="0" err="1"/>
              <a:t>Relatório</a:t>
            </a:r>
            <a:r>
              <a:rPr lang="en-US" altLang="pt-BR" dirty="0"/>
              <a:t> de RH </a:t>
            </a:r>
            <a:r>
              <a:rPr lang="mr-IN" altLang="pt-BR" dirty="0"/>
              <a:t>–</a:t>
            </a:r>
            <a:r>
              <a:rPr lang="en-US" altLang="pt-BR" dirty="0"/>
              <a:t> </a:t>
            </a:r>
            <a:r>
              <a:rPr lang="en-US" altLang="pt-BR" dirty="0" err="1"/>
              <a:t>Julho</a:t>
            </a:r>
            <a:r>
              <a:rPr lang="en-US" altLang="pt-BR" dirty="0"/>
              <a:t>/17</a:t>
            </a:r>
          </a:p>
        </p:txBody>
      </p:sp>
      <p:sp>
        <p:nvSpPr>
          <p:cNvPr id="8" name="Text Placeholder 1"/>
          <p:cNvSpPr txBox="1">
            <a:spLocks/>
          </p:cNvSpPr>
          <p:nvPr/>
        </p:nvSpPr>
        <p:spPr>
          <a:xfrm>
            <a:off x="8391645" y="1055346"/>
            <a:ext cx="2957393" cy="689658"/>
          </a:xfrm>
          <a:prstGeom prst="rect">
            <a:avLst/>
          </a:prstGeom>
        </p:spPr>
        <p:txBody>
          <a:bodyPr anchor="ctr"/>
          <a:lstStyle>
            <a:lvl1pPr marL="0" indent="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None/>
              <a:defRPr sz="36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solidFill>
                  <a:schemeClr val="accent1"/>
                </a:solidFill>
              </a:rPr>
              <a:t>00%</a:t>
            </a:r>
            <a:endParaRPr lang="en-US" sz="4400" dirty="0">
              <a:solidFill>
                <a:schemeClr val="accent1"/>
              </a:solidFill>
            </a:endParaRPr>
          </a:p>
        </p:txBody>
      </p:sp>
      <p:sp>
        <p:nvSpPr>
          <p:cNvPr id="9" name="Text Placeholder 1"/>
          <p:cNvSpPr txBox="1">
            <a:spLocks/>
          </p:cNvSpPr>
          <p:nvPr/>
        </p:nvSpPr>
        <p:spPr>
          <a:xfrm>
            <a:off x="8760167" y="638175"/>
            <a:ext cx="2588871" cy="509588"/>
          </a:xfrm>
          <a:prstGeom prst="rect">
            <a:avLst/>
          </a:prstGeom>
        </p:spPr>
        <p:txBody>
          <a:bodyPr anchor="ctr"/>
          <a:lstStyle>
            <a:lvl1pPr marL="0" indent="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None/>
              <a:defRPr sz="36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1" fontAlgn="auto" hangingPunct="1">
              <a:spcAft>
                <a:spcPts val="0"/>
              </a:spcAft>
              <a:defRPr/>
            </a:pPr>
            <a:r>
              <a:rPr lang="en-US" sz="1800" b="0" dirty="0" smtClean="0">
                <a:solidFill>
                  <a:schemeClr val="tx1"/>
                </a:solidFill>
              </a:rPr>
              <a:t>JULHO/17</a:t>
            </a:r>
            <a:endParaRPr lang="en-US" sz="1800" b="0" dirty="0">
              <a:solidFill>
                <a:schemeClr val="tx1"/>
              </a:solidFill>
            </a:endParaRPr>
          </a:p>
        </p:txBody>
      </p:sp>
      <p:graphicFrame>
        <p:nvGraphicFramePr>
          <p:cNvPr id="10" name="Chart Placeholder 1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42217685"/>
              </p:ext>
            </p:extLst>
          </p:nvPr>
        </p:nvGraphicFramePr>
        <p:xfrm>
          <a:off x="601884" y="1900238"/>
          <a:ext cx="10625559" cy="31926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CaixaDeTexto 2"/>
          <p:cNvSpPr txBox="1"/>
          <p:nvPr/>
        </p:nvSpPr>
        <p:spPr>
          <a:xfrm>
            <a:off x="2687001" y="5597656"/>
            <a:ext cx="20283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2000" dirty="0" smtClean="0">
                <a:latin typeface="+mj-lt"/>
                <a:ea typeface="Bebas Neue" charset="0"/>
                <a:cs typeface="Bebas Neue" charset="0"/>
              </a:rPr>
              <a:t>ACUMULADO</a:t>
            </a:r>
            <a:endParaRPr lang="pt-BR" sz="3200" dirty="0">
              <a:latin typeface="+mj-lt"/>
              <a:ea typeface="Bebas Neue" charset="0"/>
              <a:cs typeface="Bebas Neue" charset="0"/>
            </a:endParaRPr>
          </a:p>
        </p:txBody>
      </p:sp>
      <p:sp>
        <p:nvSpPr>
          <p:cNvPr id="4" name="Retângulo 3"/>
          <p:cNvSpPr/>
          <p:nvPr/>
        </p:nvSpPr>
        <p:spPr>
          <a:xfrm>
            <a:off x="4861366" y="5505474"/>
            <a:ext cx="1794076" cy="6797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 dirty="0" smtClean="0">
                <a:solidFill>
                  <a:schemeClr val="bg1"/>
                </a:solidFill>
                <a:latin typeface="+mj-lt"/>
                <a:ea typeface="Bebas Neue" charset="0"/>
                <a:cs typeface="Bebas Neue" charset="0"/>
              </a:rPr>
              <a:t>00%</a:t>
            </a:r>
            <a:endParaRPr lang="pt-BR" sz="2400" b="1" dirty="0">
              <a:solidFill>
                <a:schemeClr val="bg1"/>
              </a:solidFill>
              <a:latin typeface="+mj-lt"/>
              <a:ea typeface="Bebas Neue" charset="0"/>
              <a:cs typeface="Bebas Neue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6597569" y="5505474"/>
            <a:ext cx="1794076" cy="6797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latin typeface="+mj-lt"/>
                <a:ea typeface="Bebas Neue" charset="0"/>
                <a:cs typeface="Bebas Neue" charset="0"/>
              </a:rPr>
              <a:t>00%</a:t>
            </a:r>
            <a:endParaRPr lang="pt-BR" sz="2400" dirty="0">
              <a:solidFill>
                <a:schemeClr val="bg1"/>
              </a:solidFill>
              <a:latin typeface="+mj-lt"/>
              <a:ea typeface="Bebas Neue" charset="0"/>
              <a:cs typeface="Bebas Neue" charset="0"/>
            </a:endParaRPr>
          </a:p>
        </p:txBody>
      </p:sp>
      <p:sp>
        <p:nvSpPr>
          <p:cNvPr id="14" name="CaixaDeTexto 13"/>
          <p:cNvSpPr txBox="1"/>
          <p:nvPr/>
        </p:nvSpPr>
        <p:spPr>
          <a:xfrm>
            <a:off x="5003228" y="6199430"/>
            <a:ext cx="15103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00" dirty="0" smtClean="0">
                <a:solidFill>
                  <a:schemeClr val="accent1"/>
                </a:solidFill>
                <a:latin typeface="+mj-lt"/>
                <a:ea typeface="Bebas Neue" charset="0"/>
                <a:cs typeface="Bebas Neue" charset="0"/>
              </a:rPr>
              <a:t>ANO ANTERIOR</a:t>
            </a:r>
            <a:endParaRPr lang="pt-BR" sz="1200" dirty="0">
              <a:solidFill>
                <a:schemeClr val="accent1"/>
              </a:solidFill>
              <a:latin typeface="+mj-lt"/>
              <a:ea typeface="Bebas Neue" charset="0"/>
              <a:cs typeface="Bebas Neue" charset="0"/>
            </a:endParaRPr>
          </a:p>
        </p:txBody>
      </p:sp>
      <p:sp>
        <p:nvSpPr>
          <p:cNvPr id="15" name="CaixaDeTexto 14"/>
          <p:cNvSpPr txBox="1"/>
          <p:nvPr/>
        </p:nvSpPr>
        <p:spPr>
          <a:xfrm>
            <a:off x="6906921" y="6184368"/>
            <a:ext cx="11788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00" smtClean="0">
                <a:solidFill>
                  <a:schemeClr val="accent2"/>
                </a:solidFill>
                <a:latin typeface="+mj-lt"/>
                <a:ea typeface="Bebas Neue" charset="0"/>
                <a:cs typeface="Bebas Neue" charset="0"/>
              </a:rPr>
              <a:t>ANO ATUAL</a:t>
            </a:r>
            <a:endParaRPr lang="pt-BR" sz="1200" dirty="0">
              <a:solidFill>
                <a:schemeClr val="accent2"/>
              </a:solidFill>
              <a:latin typeface="+mj-lt"/>
              <a:ea typeface="Bebas Neue" charset="0"/>
              <a:cs typeface="Bebas Neu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449299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833437" y="685800"/>
            <a:ext cx="5752557" cy="509588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accent3"/>
                </a:solidFill>
              </a:rPr>
              <a:t>VOLUNTÁRIO VS INVOLUNTÁRIO</a:t>
            </a:r>
            <a:endParaRPr lang="en-US" sz="2400" dirty="0">
              <a:solidFill>
                <a:schemeClr val="accent3"/>
              </a:solidFill>
            </a:endParaRPr>
          </a:p>
        </p:txBody>
      </p:sp>
      <p:sp>
        <p:nvSpPr>
          <p:cNvPr id="193539" name="Text Placeholder 2"/>
          <p:cNvSpPr>
            <a:spLocks noGrp="1"/>
          </p:cNvSpPr>
          <p:nvPr>
            <p:ph type="body" sz="quarter" idx="11"/>
          </p:nvPr>
        </p:nvSpPr>
        <p:spPr bwMode="auto">
          <a:xfrm>
            <a:off x="833438" y="1113038"/>
            <a:ext cx="10363200" cy="252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pt-BR" dirty="0" err="1"/>
              <a:t>Relatório</a:t>
            </a:r>
            <a:r>
              <a:rPr lang="en-US" altLang="pt-BR" dirty="0"/>
              <a:t> de RH </a:t>
            </a:r>
            <a:r>
              <a:rPr lang="mr-IN" altLang="pt-BR" dirty="0"/>
              <a:t>–</a:t>
            </a:r>
            <a:r>
              <a:rPr lang="en-US" altLang="pt-BR" dirty="0"/>
              <a:t> </a:t>
            </a:r>
            <a:r>
              <a:rPr lang="en-US" altLang="pt-BR" dirty="0" err="1"/>
              <a:t>Julho</a:t>
            </a:r>
            <a:r>
              <a:rPr lang="en-US" altLang="pt-BR" dirty="0"/>
              <a:t>/17</a:t>
            </a:r>
          </a:p>
        </p:txBody>
      </p:sp>
      <p:sp>
        <p:nvSpPr>
          <p:cNvPr id="7" name="Text Placeholder 1"/>
          <p:cNvSpPr txBox="1">
            <a:spLocks/>
          </p:cNvSpPr>
          <p:nvPr/>
        </p:nvSpPr>
        <p:spPr>
          <a:xfrm>
            <a:off x="7953315" y="666869"/>
            <a:ext cx="1481559" cy="689658"/>
          </a:xfrm>
          <a:prstGeom prst="rect">
            <a:avLst/>
          </a:prstGeom>
        </p:spPr>
        <p:txBody>
          <a:bodyPr anchor="ctr"/>
          <a:lstStyle>
            <a:lvl1pPr marL="0" indent="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None/>
              <a:defRPr sz="36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000" dirty="0" smtClean="0">
                <a:solidFill>
                  <a:schemeClr val="accent1"/>
                </a:solidFill>
              </a:rPr>
              <a:t>00%</a:t>
            </a:r>
            <a:endParaRPr lang="en-US" sz="4000" dirty="0">
              <a:solidFill>
                <a:schemeClr val="accent1"/>
              </a:solidFill>
            </a:endParaRPr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9861630" y="666869"/>
            <a:ext cx="1481559" cy="689658"/>
          </a:xfrm>
          <a:prstGeom prst="rect">
            <a:avLst/>
          </a:prstGeom>
        </p:spPr>
        <p:txBody>
          <a:bodyPr anchor="ctr"/>
          <a:lstStyle>
            <a:lvl1pPr marL="0" indent="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None/>
              <a:defRPr sz="36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000" smtClean="0">
                <a:solidFill>
                  <a:schemeClr val="accent1"/>
                </a:solidFill>
              </a:rPr>
              <a:t>00%</a:t>
            </a:r>
            <a:endParaRPr lang="en-US" sz="4000" dirty="0">
              <a:solidFill>
                <a:schemeClr val="accent1"/>
              </a:solidFill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7972898" y="1250096"/>
            <a:ext cx="13708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400" b="1" dirty="0" smtClean="0">
                <a:latin typeface="Arial" charset="0"/>
                <a:ea typeface="Arial" charset="0"/>
                <a:cs typeface="Arial" charset="0"/>
              </a:rPr>
              <a:t>VOLUNT</a:t>
            </a:r>
            <a:r>
              <a:rPr lang="en-US" sz="1400" b="1" dirty="0" smtClean="0">
                <a:latin typeface="Arial" charset="0"/>
                <a:ea typeface="Arial" charset="0"/>
                <a:cs typeface="Arial" charset="0"/>
              </a:rPr>
              <a:t>ÁRIO</a:t>
            </a:r>
            <a:endParaRPr lang="pt-BR" sz="1400" b="1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8" name="CaixaDeTexto 7"/>
          <p:cNvSpPr txBox="1"/>
          <p:nvPr/>
        </p:nvSpPr>
        <p:spPr>
          <a:xfrm>
            <a:off x="9809875" y="1261701"/>
            <a:ext cx="15504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 smtClean="0">
                <a:latin typeface="Arial" charset="0"/>
                <a:ea typeface="Arial" charset="0"/>
                <a:cs typeface="Arial" charset="0"/>
              </a:rPr>
              <a:t>INVOLUNTÁRIO</a:t>
            </a:r>
            <a:endParaRPr lang="pt-BR" sz="1400" b="1" dirty="0">
              <a:latin typeface="Arial" charset="0"/>
              <a:ea typeface="Arial" charset="0"/>
              <a:cs typeface="Arial" charset="0"/>
            </a:endParaRPr>
          </a:p>
        </p:txBody>
      </p:sp>
      <p:graphicFrame>
        <p:nvGraphicFramePr>
          <p:cNvPr id="10" name="Chart Placeholder 1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8624491"/>
              </p:ext>
            </p:extLst>
          </p:nvPr>
        </p:nvGraphicFramePr>
        <p:xfrm>
          <a:off x="601884" y="1900238"/>
          <a:ext cx="11250592" cy="41301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7312851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ço Reservado para Imagem 6"/>
          <p:cNvPicPr>
            <a:picLocks noGrp="1"/>
          </p:cNvPicPr>
          <p:nvPr>
            <p:ph type="pic" sz="quarter" idx="12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1976" b="6167"/>
          <a:stretch/>
        </p:blipFill>
        <p:spPr bwMode="auto">
          <a:xfrm>
            <a:off x="0" y="1636585"/>
            <a:ext cx="12182475" cy="3600000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</p:pic>
      <p:sp>
        <p:nvSpPr>
          <p:cNvPr id="33" name="Text Placeholder 32"/>
          <p:cNvSpPr>
            <a:spLocks noGrp="1"/>
          </p:cNvSpPr>
          <p:nvPr>
            <p:ph type="body" sz="quarter" idx="10"/>
          </p:nvPr>
        </p:nvSpPr>
        <p:spPr>
          <a:xfrm>
            <a:off x="842986" y="2773750"/>
            <a:ext cx="10363200" cy="942679"/>
          </a:xfrm>
        </p:spPr>
        <p:txBody>
          <a:bodyPr/>
          <a:lstStyle/>
          <a:p>
            <a:pPr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4400" dirty="0" smtClean="0"/>
              <a:t>ABSENTEÍSMO</a:t>
            </a:r>
            <a:endParaRPr lang="en-US" sz="4400" dirty="0"/>
          </a:p>
        </p:txBody>
      </p:sp>
      <p:sp>
        <p:nvSpPr>
          <p:cNvPr id="65540" name="Text Placeholder 33"/>
          <p:cNvSpPr>
            <a:spLocks noGrp="1"/>
          </p:cNvSpPr>
          <p:nvPr>
            <p:ph type="body" sz="quarter" idx="11"/>
          </p:nvPr>
        </p:nvSpPr>
        <p:spPr bwMode="auto">
          <a:xfrm>
            <a:off x="874913" y="3984714"/>
            <a:ext cx="10363200" cy="4587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pt-BR" sz="2000" dirty="0" smtClean="0"/>
              <a:t>RELATÓRIO DE RH </a:t>
            </a:r>
            <a:r>
              <a:rPr lang="mr-IN" altLang="pt-BR" sz="2000" dirty="0" smtClean="0"/>
              <a:t>–</a:t>
            </a:r>
            <a:r>
              <a:rPr lang="en-US" altLang="pt-BR" sz="2000" dirty="0" smtClean="0"/>
              <a:t> JULHO/17</a:t>
            </a:r>
            <a:endParaRPr lang="en-US" altLang="pt-BR" sz="2000" dirty="0"/>
          </a:p>
        </p:txBody>
      </p:sp>
      <p:grpSp>
        <p:nvGrpSpPr>
          <p:cNvPr id="65550" name="Group 37"/>
          <p:cNvGrpSpPr>
            <a:grpSpLocks/>
          </p:cNvGrpSpPr>
          <p:nvPr/>
        </p:nvGrpSpPr>
        <p:grpSpPr bwMode="auto">
          <a:xfrm>
            <a:off x="3611324" y="3716429"/>
            <a:ext cx="4826523" cy="65512"/>
            <a:chOff x="2055030" y="1463669"/>
            <a:chExt cx="2304256" cy="544908"/>
          </a:xfrm>
        </p:grpSpPr>
        <p:sp>
          <p:nvSpPr>
            <p:cNvPr id="39" name="Rectangle 38"/>
            <p:cNvSpPr/>
            <p:nvPr/>
          </p:nvSpPr>
          <p:spPr>
            <a:xfrm>
              <a:off x="2055030" y="1463669"/>
              <a:ext cx="575861" cy="5449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2630891" y="1463669"/>
              <a:ext cx="576675" cy="54490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3207565" y="1463669"/>
              <a:ext cx="575860" cy="54490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3783425" y="1463669"/>
              <a:ext cx="575861" cy="5449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000456510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833438" y="685800"/>
            <a:ext cx="5324294" cy="509588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accent3"/>
                </a:solidFill>
              </a:rPr>
              <a:t>ACOMPANHAMENTO MENSAL</a:t>
            </a:r>
            <a:endParaRPr lang="en-US" sz="2400" dirty="0">
              <a:solidFill>
                <a:schemeClr val="accent3"/>
              </a:solidFill>
            </a:endParaRPr>
          </a:p>
        </p:txBody>
      </p:sp>
      <p:sp>
        <p:nvSpPr>
          <p:cNvPr id="193539" name="Text Placeholder 2"/>
          <p:cNvSpPr>
            <a:spLocks noGrp="1"/>
          </p:cNvSpPr>
          <p:nvPr>
            <p:ph type="body" sz="quarter" idx="11"/>
          </p:nvPr>
        </p:nvSpPr>
        <p:spPr bwMode="auto">
          <a:xfrm>
            <a:off x="833438" y="1147763"/>
            <a:ext cx="10363200" cy="252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pt-BR" dirty="0" err="1"/>
              <a:t>Relatório</a:t>
            </a:r>
            <a:r>
              <a:rPr lang="en-US" altLang="pt-BR" dirty="0"/>
              <a:t> de RH </a:t>
            </a:r>
            <a:r>
              <a:rPr lang="mr-IN" altLang="pt-BR" dirty="0"/>
              <a:t>–</a:t>
            </a:r>
            <a:r>
              <a:rPr lang="en-US" altLang="pt-BR" dirty="0"/>
              <a:t> </a:t>
            </a:r>
            <a:r>
              <a:rPr lang="en-US" altLang="pt-BR" dirty="0" err="1"/>
              <a:t>Julho</a:t>
            </a:r>
            <a:r>
              <a:rPr lang="en-US" altLang="pt-BR" dirty="0"/>
              <a:t>/17</a:t>
            </a:r>
          </a:p>
        </p:txBody>
      </p:sp>
      <p:sp>
        <p:nvSpPr>
          <p:cNvPr id="7" name="Text Placeholder 1"/>
          <p:cNvSpPr txBox="1">
            <a:spLocks/>
          </p:cNvSpPr>
          <p:nvPr/>
        </p:nvSpPr>
        <p:spPr>
          <a:xfrm>
            <a:off x="8391645" y="1055346"/>
            <a:ext cx="2957393" cy="689658"/>
          </a:xfrm>
          <a:prstGeom prst="rect">
            <a:avLst/>
          </a:prstGeom>
        </p:spPr>
        <p:txBody>
          <a:bodyPr anchor="ctr"/>
          <a:lstStyle>
            <a:lvl1pPr marL="0" indent="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None/>
              <a:defRPr sz="36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solidFill>
                  <a:schemeClr val="accent1"/>
                </a:solidFill>
              </a:rPr>
              <a:t>00%</a:t>
            </a:r>
            <a:endParaRPr lang="en-US" sz="4400" dirty="0">
              <a:solidFill>
                <a:schemeClr val="accent1"/>
              </a:solidFill>
            </a:endParaRPr>
          </a:p>
        </p:txBody>
      </p:sp>
      <p:sp>
        <p:nvSpPr>
          <p:cNvPr id="9" name="Text Placeholder 1"/>
          <p:cNvSpPr txBox="1">
            <a:spLocks/>
          </p:cNvSpPr>
          <p:nvPr/>
        </p:nvSpPr>
        <p:spPr>
          <a:xfrm>
            <a:off x="8760167" y="638175"/>
            <a:ext cx="2588871" cy="509588"/>
          </a:xfrm>
          <a:prstGeom prst="rect">
            <a:avLst/>
          </a:prstGeom>
        </p:spPr>
        <p:txBody>
          <a:bodyPr anchor="ctr"/>
          <a:lstStyle>
            <a:lvl1pPr marL="0" indent="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None/>
              <a:defRPr sz="36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1" fontAlgn="auto" hangingPunct="1">
              <a:spcAft>
                <a:spcPts val="0"/>
              </a:spcAft>
              <a:defRPr/>
            </a:pPr>
            <a:r>
              <a:rPr lang="en-US" sz="1800" b="0" dirty="0" smtClean="0">
                <a:solidFill>
                  <a:schemeClr val="tx1"/>
                </a:solidFill>
              </a:rPr>
              <a:t>JULHO/17</a:t>
            </a:r>
            <a:endParaRPr lang="en-US" sz="1800" b="0" dirty="0">
              <a:solidFill>
                <a:schemeClr val="tx1"/>
              </a:solidFill>
            </a:endParaRPr>
          </a:p>
        </p:txBody>
      </p:sp>
      <p:graphicFrame>
        <p:nvGraphicFramePr>
          <p:cNvPr id="11" name="Chart Placeholder 1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75842631"/>
              </p:ext>
            </p:extLst>
          </p:nvPr>
        </p:nvGraphicFramePr>
        <p:xfrm>
          <a:off x="601884" y="1900238"/>
          <a:ext cx="11250592" cy="31926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CaixaDeTexto 11"/>
          <p:cNvSpPr txBox="1"/>
          <p:nvPr/>
        </p:nvSpPr>
        <p:spPr>
          <a:xfrm>
            <a:off x="2661315" y="5592924"/>
            <a:ext cx="20283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2000" dirty="0" smtClean="0">
                <a:latin typeface="+mj-lt"/>
                <a:ea typeface="Bebas Neue" charset="0"/>
                <a:cs typeface="Bebas Neue" charset="0"/>
              </a:rPr>
              <a:t>ACUMULADO</a:t>
            </a:r>
            <a:endParaRPr lang="pt-BR" sz="2000" dirty="0">
              <a:latin typeface="+mj-lt"/>
              <a:ea typeface="Bebas Neue" charset="0"/>
              <a:cs typeface="Bebas Neue" charset="0"/>
            </a:endParaRPr>
          </a:p>
        </p:txBody>
      </p:sp>
      <p:sp>
        <p:nvSpPr>
          <p:cNvPr id="13" name="Retângulo 12"/>
          <p:cNvSpPr/>
          <p:nvPr/>
        </p:nvSpPr>
        <p:spPr>
          <a:xfrm>
            <a:off x="4861366" y="5505474"/>
            <a:ext cx="1794076" cy="6797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 smtClean="0">
                <a:solidFill>
                  <a:schemeClr val="bg1"/>
                </a:solidFill>
                <a:latin typeface="+mj-lt"/>
                <a:ea typeface="Bebas Neue" charset="0"/>
                <a:cs typeface="Bebas Neue" charset="0"/>
              </a:rPr>
              <a:t>00%</a:t>
            </a:r>
            <a:endParaRPr lang="pt-BR" sz="2000" b="1" dirty="0">
              <a:solidFill>
                <a:schemeClr val="bg1"/>
              </a:solidFill>
              <a:latin typeface="+mj-lt"/>
              <a:ea typeface="Bebas Neue" charset="0"/>
              <a:cs typeface="Bebas Neue" charset="0"/>
            </a:endParaRPr>
          </a:p>
        </p:txBody>
      </p:sp>
      <p:sp>
        <p:nvSpPr>
          <p:cNvPr id="14" name="Retângulo 13"/>
          <p:cNvSpPr/>
          <p:nvPr/>
        </p:nvSpPr>
        <p:spPr>
          <a:xfrm>
            <a:off x="6597569" y="5505474"/>
            <a:ext cx="1794076" cy="6797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 smtClean="0">
                <a:solidFill>
                  <a:schemeClr val="bg1"/>
                </a:solidFill>
                <a:latin typeface="+mj-lt"/>
                <a:ea typeface="Bebas Neue" charset="0"/>
                <a:cs typeface="Bebas Neue" charset="0"/>
              </a:rPr>
              <a:t>00%</a:t>
            </a:r>
            <a:endParaRPr lang="pt-BR" sz="2000" dirty="0">
              <a:solidFill>
                <a:schemeClr val="bg1"/>
              </a:solidFill>
              <a:latin typeface="+mj-lt"/>
              <a:ea typeface="Bebas Neue" charset="0"/>
              <a:cs typeface="Bebas Neue" charset="0"/>
            </a:endParaRPr>
          </a:p>
        </p:txBody>
      </p:sp>
      <p:sp>
        <p:nvSpPr>
          <p:cNvPr id="15" name="CaixaDeTexto 14"/>
          <p:cNvSpPr txBox="1"/>
          <p:nvPr/>
        </p:nvSpPr>
        <p:spPr>
          <a:xfrm>
            <a:off x="5003228" y="6199430"/>
            <a:ext cx="15103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00" smtClean="0">
                <a:solidFill>
                  <a:schemeClr val="accent1"/>
                </a:solidFill>
                <a:latin typeface="+mj-lt"/>
                <a:ea typeface="Bebas Neue" charset="0"/>
                <a:cs typeface="Bebas Neue" charset="0"/>
              </a:rPr>
              <a:t>ANO ANTERIOR</a:t>
            </a:r>
            <a:endParaRPr lang="pt-BR" sz="1200" dirty="0">
              <a:solidFill>
                <a:schemeClr val="accent1"/>
              </a:solidFill>
              <a:latin typeface="+mj-lt"/>
              <a:ea typeface="Bebas Neue" charset="0"/>
              <a:cs typeface="Bebas Neue" charset="0"/>
            </a:endParaRPr>
          </a:p>
        </p:txBody>
      </p:sp>
      <p:sp>
        <p:nvSpPr>
          <p:cNvPr id="16" name="CaixaDeTexto 15"/>
          <p:cNvSpPr txBox="1"/>
          <p:nvPr/>
        </p:nvSpPr>
        <p:spPr>
          <a:xfrm>
            <a:off x="6906922" y="6184368"/>
            <a:ext cx="11788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00" smtClean="0">
                <a:solidFill>
                  <a:schemeClr val="accent2"/>
                </a:solidFill>
                <a:latin typeface="+mj-lt"/>
                <a:ea typeface="Bebas Neue" charset="0"/>
                <a:cs typeface="Bebas Neue" charset="0"/>
              </a:rPr>
              <a:t>ANO ATUAL</a:t>
            </a:r>
            <a:endParaRPr lang="pt-BR" sz="1200" dirty="0">
              <a:solidFill>
                <a:schemeClr val="accent2"/>
              </a:solidFill>
              <a:latin typeface="+mj-lt"/>
              <a:ea typeface="Bebas Neue" charset="0"/>
              <a:cs typeface="Bebas Neu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8308970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833438" y="685800"/>
            <a:ext cx="5324294" cy="509588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accent3"/>
                </a:solidFill>
              </a:rPr>
              <a:t>ABONADO VS NÃO ABONADO </a:t>
            </a:r>
            <a:endParaRPr lang="en-US" sz="2400" dirty="0">
              <a:solidFill>
                <a:schemeClr val="accent3"/>
              </a:solidFill>
            </a:endParaRPr>
          </a:p>
        </p:txBody>
      </p:sp>
      <p:sp>
        <p:nvSpPr>
          <p:cNvPr id="193539" name="Text Placeholder 2"/>
          <p:cNvSpPr>
            <a:spLocks noGrp="1"/>
          </p:cNvSpPr>
          <p:nvPr>
            <p:ph type="body" sz="quarter" idx="11"/>
          </p:nvPr>
        </p:nvSpPr>
        <p:spPr bwMode="auto">
          <a:xfrm>
            <a:off x="833438" y="1147763"/>
            <a:ext cx="10363200" cy="252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pt-BR" dirty="0" err="1"/>
              <a:t>Relatório</a:t>
            </a:r>
            <a:r>
              <a:rPr lang="en-US" altLang="pt-BR" dirty="0"/>
              <a:t> de RH </a:t>
            </a:r>
            <a:r>
              <a:rPr lang="mr-IN" altLang="pt-BR" dirty="0"/>
              <a:t>–</a:t>
            </a:r>
            <a:r>
              <a:rPr lang="en-US" altLang="pt-BR" dirty="0"/>
              <a:t> </a:t>
            </a:r>
            <a:r>
              <a:rPr lang="en-US" altLang="pt-BR" dirty="0" err="1"/>
              <a:t>Julho</a:t>
            </a:r>
            <a:r>
              <a:rPr lang="en-US" altLang="pt-BR" dirty="0"/>
              <a:t>/17</a:t>
            </a:r>
          </a:p>
        </p:txBody>
      </p:sp>
      <p:sp>
        <p:nvSpPr>
          <p:cNvPr id="7" name="Text Placeholder 1"/>
          <p:cNvSpPr txBox="1">
            <a:spLocks/>
          </p:cNvSpPr>
          <p:nvPr/>
        </p:nvSpPr>
        <p:spPr>
          <a:xfrm>
            <a:off x="7953315" y="666869"/>
            <a:ext cx="1481559" cy="689658"/>
          </a:xfrm>
          <a:prstGeom prst="rect">
            <a:avLst/>
          </a:prstGeom>
        </p:spPr>
        <p:txBody>
          <a:bodyPr anchor="ctr"/>
          <a:lstStyle>
            <a:lvl1pPr marL="0" indent="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None/>
              <a:defRPr sz="36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000" dirty="0" smtClean="0">
                <a:solidFill>
                  <a:schemeClr val="accent1"/>
                </a:solidFill>
              </a:rPr>
              <a:t>00%</a:t>
            </a:r>
            <a:endParaRPr lang="en-US" sz="4000" dirty="0">
              <a:solidFill>
                <a:schemeClr val="accent1"/>
              </a:solidFill>
            </a:endParaRPr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9861630" y="666869"/>
            <a:ext cx="1481559" cy="689658"/>
          </a:xfrm>
          <a:prstGeom prst="rect">
            <a:avLst/>
          </a:prstGeom>
        </p:spPr>
        <p:txBody>
          <a:bodyPr anchor="ctr"/>
          <a:lstStyle>
            <a:lvl1pPr marL="0" indent="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None/>
              <a:defRPr sz="36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000" smtClean="0">
                <a:solidFill>
                  <a:schemeClr val="accent1"/>
                </a:solidFill>
              </a:rPr>
              <a:t>00%</a:t>
            </a:r>
            <a:endParaRPr lang="en-US" sz="4000" dirty="0">
              <a:solidFill>
                <a:schemeClr val="accent1"/>
              </a:solidFill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8101940" y="1250096"/>
            <a:ext cx="11128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 smtClean="0">
                <a:latin typeface="Arial" charset="0"/>
                <a:ea typeface="Arial" charset="0"/>
                <a:cs typeface="Arial" charset="0"/>
              </a:rPr>
              <a:t>ABONADO</a:t>
            </a:r>
            <a:endParaRPr lang="pt-BR" sz="1400" b="1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8" name="CaixaDeTexto 7"/>
          <p:cNvSpPr txBox="1"/>
          <p:nvPr/>
        </p:nvSpPr>
        <p:spPr>
          <a:xfrm>
            <a:off x="9807601" y="1261701"/>
            <a:ext cx="15549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 smtClean="0">
                <a:latin typeface="Arial" charset="0"/>
                <a:ea typeface="Arial" charset="0"/>
                <a:cs typeface="Arial" charset="0"/>
              </a:rPr>
              <a:t>NÃO ABONADO</a:t>
            </a:r>
            <a:endParaRPr lang="pt-BR" sz="1400" b="1" dirty="0">
              <a:latin typeface="Arial" charset="0"/>
              <a:ea typeface="Arial" charset="0"/>
              <a:cs typeface="Arial" charset="0"/>
            </a:endParaRPr>
          </a:p>
        </p:txBody>
      </p:sp>
      <p:graphicFrame>
        <p:nvGraphicFramePr>
          <p:cNvPr id="10" name="Chart Placeholder 1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82075616"/>
              </p:ext>
            </p:extLst>
          </p:nvPr>
        </p:nvGraphicFramePr>
        <p:xfrm>
          <a:off x="601884" y="1900238"/>
          <a:ext cx="11250592" cy="41301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39624583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ço Reservado para Imagem 6"/>
          <p:cNvPicPr>
            <a:picLocks noGrp="1"/>
          </p:cNvPicPr>
          <p:nvPr>
            <p:ph type="pic" sz="quarter" idx="12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1976" b="6167"/>
          <a:stretch/>
        </p:blipFill>
        <p:spPr bwMode="auto">
          <a:xfrm>
            <a:off x="0" y="1636585"/>
            <a:ext cx="12182475" cy="3600000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</p:pic>
      <p:sp>
        <p:nvSpPr>
          <p:cNvPr id="33" name="Text Placeholder 32"/>
          <p:cNvSpPr>
            <a:spLocks noGrp="1"/>
          </p:cNvSpPr>
          <p:nvPr>
            <p:ph type="body" sz="quarter" idx="10"/>
          </p:nvPr>
        </p:nvSpPr>
        <p:spPr>
          <a:xfrm>
            <a:off x="842986" y="2773750"/>
            <a:ext cx="10363200" cy="942679"/>
          </a:xfrm>
        </p:spPr>
        <p:txBody>
          <a:bodyPr/>
          <a:lstStyle/>
          <a:p>
            <a:pPr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4400" dirty="0" smtClean="0"/>
              <a:t>QUANTIDADE DE CARGOS</a:t>
            </a:r>
            <a:endParaRPr lang="en-US" sz="4400" dirty="0"/>
          </a:p>
        </p:txBody>
      </p:sp>
      <p:sp>
        <p:nvSpPr>
          <p:cNvPr id="65540" name="Text Placeholder 33"/>
          <p:cNvSpPr>
            <a:spLocks noGrp="1"/>
          </p:cNvSpPr>
          <p:nvPr>
            <p:ph type="body" sz="quarter" idx="11"/>
          </p:nvPr>
        </p:nvSpPr>
        <p:spPr bwMode="auto">
          <a:xfrm>
            <a:off x="874913" y="3984714"/>
            <a:ext cx="10363200" cy="4587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pt-BR" sz="2000" dirty="0" smtClean="0"/>
              <a:t>RELATÓRIO DE RH </a:t>
            </a:r>
            <a:r>
              <a:rPr lang="mr-IN" altLang="pt-BR" sz="2000" dirty="0" smtClean="0"/>
              <a:t>–</a:t>
            </a:r>
            <a:r>
              <a:rPr lang="en-US" altLang="pt-BR" sz="2000" dirty="0" smtClean="0"/>
              <a:t> JULHO/17</a:t>
            </a:r>
            <a:endParaRPr lang="en-US" altLang="pt-BR" sz="2000" dirty="0"/>
          </a:p>
        </p:txBody>
      </p:sp>
      <p:grpSp>
        <p:nvGrpSpPr>
          <p:cNvPr id="65550" name="Group 37"/>
          <p:cNvGrpSpPr>
            <a:grpSpLocks/>
          </p:cNvGrpSpPr>
          <p:nvPr/>
        </p:nvGrpSpPr>
        <p:grpSpPr bwMode="auto">
          <a:xfrm>
            <a:off x="3611324" y="3716429"/>
            <a:ext cx="4826523" cy="65512"/>
            <a:chOff x="2055030" y="1463669"/>
            <a:chExt cx="2304256" cy="544908"/>
          </a:xfrm>
        </p:grpSpPr>
        <p:sp>
          <p:nvSpPr>
            <p:cNvPr id="39" name="Rectangle 38"/>
            <p:cNvSpPr/>
            <p:nvPr/>
          </p:nvSpPr>
          <p:spPr>
            <a:xfrm>
              <a:off x="2055030" y="1463669"/>
              <a:ext cx="575861" cy="5449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2630891" y="1463669"/>
              <a:ext cx="576675" cy="54490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3207565" y="1463669"/>
              <a:ext cx="575860" cy="54490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3783425" y="1463669"/>
              <a:ext cx="575861" cy="5449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096079422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833438" y="685800"/>
            <a:ext cx="5324294" cy="509588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accent3"/>
                </a:solidFill>
              </a:rPr>
              <a:t>ACOMPANHAMENTO MENSAL</a:t>
            </a:r>
            <a:endParaRPr lang="en-US" sz="2400" dirty="0">
              <a:solidFill>
                <a:schemeClr val="accent3"/>
              </a:solidFill>
            </a:endParaRPr>
          </a:p>
        </p:txBody>
      </p:sp>
      <p:sp>
        <p:nvSpPr>
          <p:cNvPr id="193539" name="Text Placeholder 2"/>
          <p:cNvSpPr>
            <a:spLocks noGrp="1"/>
          </p:cNvSpPr>
          <p:nvPr>
            <p:ph type="body" sz="quarter" idx="11"/>
          </p:nvPr>
        </p:nvSpPr>
        <p:spPr bwMode="auto">
          <a:xfrm>
            <a:off x="833438" y="1147763"/>
            <a:ext cx="10363200" cy="252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pt-BR" dirty="0" err="1"/>
              <a:t>Relatório</a:t>
            </a:r>
            <a:r>
              <a:rPr lang="en-US" altLang="pt-BR" dirty="0"/>
              <a:t> de RH </a:t>
            </a:r>
            <a:r>
              <a:rPr lang="mr-IN" altLang="pt-BR" dirty="0"/>
              <a:t>–</a:t>
            </a:r>
            <a:r>
              <a:rPr lang="en-US" altLang="pt-BR" dirty="0"/>
              <a:t> </a:t>
            </a:r>
            <a:r>
              <a:rPr lang="en-US" altLang="pt-BR" dirty="0" err="1"/>
              <a:t>Julho</a:t>
            </a:r>
            <a:r>
              <a:rPr lang="en-US" altLang="pt-BR" dirty="0"/>
              <a:t>/17</a:t>
            </a:r>
          </a:p>
        </p:txBody>
      </p:sp>
      <p:sp>
        <p:nvSpPr>
          <p:cNvPr id="7" name="Text Placeholder 1"/>
          <p:cNvSpPr txBox="1">
            <a:spLocks/>
          </p:cNvSpPr>
          <p:nvPr/>
        </p:nvSpPr>
        <p:spPr>
          <a:xfrm>
            <a:off x="8391645" y="1055346"/>
            <a:ext cx="2957393" cy="689658"/>
          </a:xfrm>
          <a:prstGeom prst="rect">
            <a:avLst/>
          </a:prstGeom>
        </p:spPr>
        <p:txBody>
          <a:bodyPr anchor="ctr"/>
          <a:lstStyle>
            <a:lvl1pPr marL="0" indent="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None/>
              <a:defRPr sz="36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solidFill>
                  <a:schemeClr val="accent1"/>
                </a:solidFill>
              </a:rPr>
              <a:t>000</a:t>
            </a:r>
            <a:endParaRPr lang="en-US" sz="4400" dirty="0">
              <a:solidFill>
                <a:schemeClr val="accent1"/>
              </a:solidFill>
            </a:endParaRPr>
          </a:p>
        </p:txBody>
      </p:sp>
      <p:sp>
        <p:nvSpPr>
          <p:cNvPr id="9" name="Text Placeholder 1"/>
          <p:cNvSpPr txBox="1">
            <a:spLocks/>
          </p:cNvSpPr>
          <p:nvPr/>
        </p:nvSpPr>
        <p:spPr>
          <a:xfrm>
            <a:off x="8760167" y="638175"/>
            <a:ext cx="2588871" cy="509588"/>
          </a:xfrm>
          <a:prstGeom prst="rect">
            <a:avLst/>
          </a:prstGeom>
        </p:spPr>
        <p:txBody>
          <a:bodyPr anchor="ctr"/>
          <a:lstStyle>
            <a:lvl1pPr marL="0" indent="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None/>
              <a:defRPr sz="36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1" fontAlgn="auto" hangingPunct="1">
              <a:spcAft>
                <a:spcPts val="0"/>
              </a:spcAft>
              <a:defRPr/>
            </a:pPr>
            <a:r>
              <a:rPr lang="en-US" sz="1600" b="0" smtClean="0">
                <a:solidFill>
                  <a:schemeClr val="tx1"/>
                </a:solidFill>
              </a:rPr>
              <a:t>JULHO/17</a:t>
            </a:r>
            <a:endParaRPr lang="en-US" sz="1600" b="0" dirty="0">
              <a:solidFill>
                <a:schemeClr val="tx1"/>
              </a:solidFill>
            </a:endParaRPr>
          </a:p>
        </p:txBody>
      </p:sp>
      <p:graphicFrame>
        <p:nvGraphicFramePr>
          <p:cNvPr id="8" name="Chart Placeholder 1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74625012"/>
              </p:ext>
            </p:extLst>
          </p:nvPr>
        </p:nvGraphicFramePr>
        <p:xfrm>
          <a:off x="601884" y="1900238"/>
          <a:ext cx="11250592" cy="41301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9533257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833438" y="685800"/>
            <a:ext cx="5324294" cy="509588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accent3"/>
                </a:solidFill>
              </a:rPr>
              <a:t>LÍDERES VS ESPECIALISTAS</a:t>
            </a:r>
            <a:endParaRPr lang="en-US" sz="2400" dirty="0">
              <a:solidFill>
                <a:schemeClr val="accent3"/>
              </a:solidFill>
            </a:endParaRPr>
          </a:p>
        </p:txBody>
      </p:sp>
      <p:sp>
        <p:nvSpPr>
          <p:cNvPr id="193539" name="Text Placeholder 2"/>
          <p:cNvSpPr>
            <a:spLocks noGrp="1"/>
          </p:cNvSpPr>
          <p:nvPr>
            <p:ph type="body" sz="quarter" idx="11"/>
          </p:nvPr>
        </p:nvSpPr>
        <p:spPr bwMode="auto">
          <a:xfrm>
            <a:off x="833438" y="1147763"/>
            <a:ext cx="10363200" cy="252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pt-BR" dirty="0" err="1"/>
              <a:t>Relatório</a:t>
            </a:r>
            <a:r>
              <a:rPr lang="en-US" altLang="pt-BR" dirty="0"/>
              <a:t> de RH </a:t>
            </a:r>
            <a:r>
              <a:rPr lang="mr-IN" altLang="pt-BR" dirty="0"/>
              <a:t>–</a:t>
            </a:r>
            <a:r>
              <a:rPr lang="en-US" altLang="pt-BR" dirty="0"/>
              <a:t> </a:t>
            </a:r>
            <a:r>
              <a:rPr lang="en-US" altLang="pt-BR" dirty="0" err="1"/>
              <a:t>Julho</a:t>
            </a:r>
            <a:r>
              <a:rPr lang="en-US" altLang="pt-BR" dirty="0"/>
              <a:t>/17</a:t>
            </a:r>
          </a:p>
        </p:txBody>
      </p:sp>
      <p:sp>
        <p:nvSpPr>
          <p:cNvPr id="7" name="Text Placeholder 1"/>
          <p:cNvSpPr txBox="1">
            <a:spLocks/>
          </p:cNvSpPr>
          <p:nvPr/>
        </p:nvSpPr>
        <p:spPr>
          <a:xfrm>
            <a:off x="7953315" y="666869"/>
            <a:ext cx="1481559" cy="689658"/>
          </a:xfrm>
          <a:prstGeom prst="rect">
            <a:avLst/>
          </a:prstGeom>
        </p:spPr>
        <p:txBody>
          <a:bodyPr anchor="ctr"/>
          <a:lstStyle>
            <a:lvl1pPr marL="0" indent="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None/>
              <a:defRPr sz="36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000" dirty="0" smtClean="0">
                <a:solidFill>
                  <a:schemeClr val="accent1"/>
                </a:solidFill>
              </a:rPr>
              <a:t>00%</a:t>
            </a:r>
            <a:endParaRPr lang="en-US" sz="4000" dirty="0">
              <a:solidFill>
                <a:schemeClr val="accent1"/>
              </a:solidFill>
            </a:endParaRPr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9861630" y="666869"/>
            <a:ext cx="1481559" cy="689658"/>
          </a:xfrm>
          <a:prstGeom prst="rect">
            <a:avLst/>
          </a:prstGeom>
        </p:spPr>
        <p:txBody>
          <a:bodyPr anchor="ctr"/>
          <a:lstStyle>
            <a:lvl1pPr marL="0" indent="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None/>
              <a:defRPr sz="36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000" smtClean="0">
                <a:solidFill>
                  <a:schemeClr val="accent1"/>
                </a:solidFill>
              </a:rPr>
              <a:t>00%</a:t>
            </a:r>
            <a:endParaRPr lang="en-US" sz="4000" dirty="0">
              <a:solidFill>
                <a:schemeClr val="accent1"/>
              </a:solidFill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8176484" y="1250096"/>
            <a:ext cx="9637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 smtClean="0">
                <a:latin typeface="Arial" charset="0"/>
                <a:ea typeface="Arial" charset="0"/>
                <a:cs typeface="Arial" charset="0"/>
              </a:rPr>
              <a:t>LÍDERES</a:t>
            </a:r>
            <a:endParaRPr lang="pt-BR" sz="1400" b="1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8" name="CaixaDeTexto 7"/>
          <p:cNvSpPr txBox="1"/>
          <p:nvPr/>
        </p:nvSpPr>
        <p:spPr>
          <a:xfrm>
            <a:off x="9785258" y="1261701"/>
            <a:ext cx="1599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 smtClean="0">
                <a:latin typeface="Arial" charset="0"/>
                <a:ea typeface="Arial" charset="0"/>
                <a:cs typeface="Arial" charset="0"/>
              </a:rPr>
              <a:t>ESPECIALISTAS</a:t>
            </a:r>
            <a:endParaRPr lang="pt-BR" sz="1400" b="1" dirty="0">
              <a:latin typeface="Arial" charset="0"/>
              <a:ea typeface="Arial" charset="0"/>
              <a:cs typeface="Arial" charset="0"/>
            </a:endParaRPr>
          </a:p>
        </p:txBody>
      </p:sp>
      <p:graphicFrame>
        <p:nvGraphicFramePr>
          <p:cNvPr id="10" name="Chart Placeholder 12"/>
          <p:cNvGraphicFramePr>
            <a:graphicFrameLocks/>
          </p:cNvGraphicFramePr>
          <p:nvPr/>
        </p:nvGraphicFramePr>
        <p:xfrm>
          <a:off x="601884" y="1900238"/>
          <a:ext cx="11250592" cy="41301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74424342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ço Reservado para Imagem 6"/>
          <p:cNvPicPr>
            <a:picLocks noGrp="1"/>
          </p:cNvPicPr>
          <p:nvPr>
            <p:ph type="pic" sz="quarter" idx="12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1976" b="6167"/>
          <a:stretch/>
        </p:blipFill>
        <p:spPr bwMode="auto">
          <a:xfrm>
            <a:off x="0" y="1636585"/>
            <a:ext cx="12182475" cy="3600000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</p:pic>
      <p:sp>
        <p:nvSpPr>
          <p:cNvPr id="33" name="Text Placeholder 32"/>
          <p:cNvSpPr>
            <a:spLocks noGrp="1"/>
          </p:cNvSpPr>
          <p:nvPr>
            <p:ph type="body" sz="quarter" idx="10"/>
          </p:nvPr>
        </p:nvSpPr>
        <p:spPr>
          <a:xfrm>
            <a:off x="842986" y="2773750"/>
            <a:ext cx="10363200" cy="942679"/>
          </a:xfrm>
        </p:spPr>
        <p:txBody>
          <a:bodyPr/>
          <a:lstStyle/>
          <a:p>
            <a:pPr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4000" dirty="0" smtClean="0"/>
              <a:t>ACIDENTE DE TRABALHO</a:t>
            </a:r>
            <a:endParaRPr lang="en-US" sz="4000" dirty="0"/>
          </a:p>
        </p:txBody>
      </p:sp>
      <p:sp>
        <p:nvSpPr>
          <p:cNvPr id="65540" name="Text Placeholder 33"/>
          <p:cNvSpPr>
            <a:spLocks noGrp="1"/>
          </p:cNvSpPr>
          <p:nvPr>
            <p:ph type="body" sz="quarter" idx="11"/>
          </p:nvPr>
        </p:nvSpPr>
        <p:spPr bwMode="auto">
          <a:xfrm>
            <a:off x="874913" y="3984714"/>
            <a:ext cx="10363200" cy="4587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pt-BR" sz="2000" dirty="0" smtClean="0"/>
              <a:t>RELATÓRIO DE RH </a:t>
            </a:r>
            <a:r>
              <a:rPr lang="mr-IN" altLang="pt-BR" sz="2000" dirty="0" smtClean="0"/>
              <a:t>–</a:t>
            </a:r>
            <a:r>
              <a:rPr lang="en-US" altLang="pt-BR" sz="2000" dirty="0" smtClean="0"/>
              <a:t> JULHO/17</a:t>
            </a:r>
            <a:endParaRPr lang="en-US" altLang="pt-BR" sz="2000" dirty="0"/>
          </a:p>
        </p:txBody>
      </p:sp>
      <p:grpSp>
        <p:nvGrpSpPr>
          <p:cNvPr id="65550" name="Group 37"/>
          <p:cNvGrpSpPr>
            <a:grpSpLocks/>
          </p:cNvGrpSpPr>
          <p:nvPr/>
        </p:nvGrpSpPr>
        <p:grpSpPr bwMode="auto">
          <a:xfrm>
            <a:off x="3611324" y="3716429"/>
            <a:ext cx="4826523" cy="65512"/>
            <a:chOff x="2055030" y="1463669"/>
            <a:chExt cx="2304256" cy="544908"/>
          </a:xfrm>
        </p:grpSpPr>
        <p:sp>
          <p:nvSpPr>
            <p:cNvPr id="39" name="Rectangle 38"/>
            <p:cNvSpPr/>
            <p:nvPr/>
          </p:nvSpPr>
          <p:spPr>
            <a:xfrm>
              <a:off x="2055030" y="1463669"/>
              <a:ext cx="575861" cy="5449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2630891" y="1463669"/>
              <a:ext cx="576675" cy="54490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3207565" y="1463669"/>
              <a:ext cx="575860" cy="54490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3783425" y="1463669"/>
              <a:ext cx="575861" cy="5449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092059772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833438" y="685800"/>
            <a:ext cx="5324294" cy="509588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accent3"/>
                </a:solidFill>
              </a:rPr>
              <a:t>ACOMPANHAMENTO MENSAL</a:t>
            </a:r>
            <a:endParaRPr lang="en-US" sz="2400" dirty="0">
              <a:solidFill>
                <a:schemeClr val="accent3"/>
              </a:solidFill>
            </a:endParaRPr>
          </a:p>
        </p:txBody>
      </p:sp>
      <p:sp>
        <p:nvSpPr>
          <p:cNvPr id="193539" name="Text Placeholder 2"/>
          <p:cNvSpPr>
            <a:spLocks noGrp="1"/>
          </p:cNvSpPr>
          <p:nvPr>
            <p:ph type="body" sz="quarter" idx="11"/>
          </p:nvPr>
        </p:nvSpPr>
        <p:spPr bwMode="auto">
          <a:xfrm>
            <a:off x="833438" y="1147763"/>
            <a:ext cx="10363200" cy="252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pt-BR" dirty="0" err="1"/>
              <a:t>Relatório</a:t>
            </a:r>
            <a:r>
              <a:rPr lang="en-US" altLang="pt-BR" dirty="0"/>
              <a:t> de RH </a:t>
            </a:r>
            <a:r>
              <a:rPr lang="mr-IN" altLang="pt-BR" dirty="0"/>
              <a:t>–</a:t>
            </a:r>
            <a:r>
              <a:rPr lang="en-US" altLang="pt-BR" dirty="0"/>
              <a:t> </a:t>
            </a:r>
            <a:r>
              <a:rPr lang="en-US" altLang="pt-BR" dirty="0" err="1"/>
              <a:t>Julho</a:t>
            </a:r>
            <a:r>
              <a:rPr lang="en-US" altLang="pt-BR" dirty="0"/>
              <a:t>/17</a:t>
            </a:r>
          </a:p>
        </p:txBody>
      </p:sp>
      <p:sp>
        <p:nvSpPr>
          <p:cNvPr id="7" name="Text Placeholder 1"/>
          <p:cNvSpPr txBox="1">
            <a:spLocks/>
          </p:cNvSpPr>
          <p:nvPr/>
        </p:nvSpPr>
        <p:spPr>
          <a:xfrm>
            <a:off x="8391645" y="1055346"/>
            <a:ext cx="2957393" cy="689658"/>
          </a:xfrm>
          <a:prstGeom prst="rect">
            <a:avLst/>
          </a:prstGeom>
        </p:spPr>
        <p:txBody>
          <a:bodyPr anchor="ctr"/>
          <a:lstStyle>
            <a:lvl1pPr marL="0" indent="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None/>
              <a:defRPr sz="36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solidFill>
                  <a:schemeClr val="accent1"/>
                </a:solidFill>
              </a:rPr>
              <a:t>000</a:t>
            </a:r>
            <a:endParaRPr lang="en-US" sz="4400" dirty="0">
              <a:solidFill>
                <a:schemeClr val="accent1"/>
              </a:solidFill>
            </a:endParaRPr>
          </a:p>
        </p:txBody>
      </p:sp>
      <p:sp>
        <p:nvSpPr>
          <p:cNvPr id="9" name="Text Placeholder 1"/>
          <p:cNvSpPr txBox="1">
            <a:spLocks/>
          </p:cNvSpPr>
          <p:nvPr/>
        </p:nvSpPr>
        <p:spPr>
          <a:xfrm>
            <a:off x="8760167" y="638175"/>
            <a:ext cx="2588871" cy="509588"/>
          </a:xfrm>
          <a:prstGeom prst="rect">
            <a:avLst/>
          </a:prstGeom>
        </p:spPr>
        <p:txBody>
          <a:bodyPr anchor="ctr"/>
          <a:lstStyle>
            <a:lvl1pPr marL="0" indent="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None/>
              <a:defRPr sz="36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1" fontAlgn="auto" hangingPunct="1">
              <a:spcAft>
                <a:spcPts val="0"/>
              </a:spcAft>
              <a:defRPr/>
            </a:pPr>
            <a:r>
              <a:rPr lang="en-US" sz="1600" b="0" dirty="0" smtClean="0">
                <a:solidFill>
                  <a:schemeClr val="tx1"/>
                </a:solidFill>
              </a:rPr>
              <a:t>JULHO/17</a:t>
            </a:r>
            <a:endParaRPr lang="en-US" sz="1600" b="0" dirty="0">
              <a:solidFill>
                <a:schemeClr val="tx1"/>
              </a:solidFill>
            </a:endParaRPr>
          </a:p>
        </p:txBody>
      </p:sp>
      <p:graphicFrame>
        <p:nvGraphicFramePr>
          <p:cNvPr id="10" name="Chart Placeholder 1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42613465"/>
              </p:ext>
            </p:extLst>
          </p:nvPr>
        </p:nvGraphicFramePr>
        <p:xfrm>
          <a:off x="601884" y="1900238"/>
          <a:ext cx="11250592" cy="41301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62638020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ço Reservado para Imagem 6"/>
          <p:cNvPicPr>
            <a:picLocks noGrp="1"/>
          </p:cNvPicPr>
          <p:nvPr>
            <p:ph type="pic" sz="quarter" idx="12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1976" b="6167"/>
          <a:stretch/>
        </p:blipFill>
        <p:spPr bwMode="auto">
          <a:xfrm>
            <a:off x="0" y="1636585"/>
            <a:ext cx="12182475" cy="3600000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</p:pic>
      <p:sp>
        <p:nvSpPr>
          <p:cNvPr id="33" name="Text Placeholder 32"/>
          <p:cNvSpPr>
            <a:spLocks noGrp="1"/>
          </p:cNvSpPr>
          <p:nvPr>
            <p:ph type="body" sz="quarter" idx="10"/>
          </p:nvPr>
        </p:nvSpPr>
        <p:spPr>
          <a:xfrm>
            <a:off x="842986" y="2773750"/>
            <a:ext cx="10363200" cy="942679"/>
          </a:xfrm>
        </p:spPr>
        <p:txBody>
          <a:bodyPr/>
          <a:lstStyle/>
          <a:p>
            <a:pPr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4400" dirty="0" smtClean="0"/>
              <a:t>TAXA DE VACÂNCIA</a:t>
            </a:r>
            <a:endParaRPr lang="en-US" sz="4400" dirty="0"/>
          </a:p>
        </p:txBody>
      </p:sp>
      <p:sp>
        <p:nvSpPr>
          <p:cNvPr id="65540" name="Text Placeholder 33"/>
          <p:cNvSpPr>
            <a:spLocks noGrp="1"/>
          </p:cNvSpPr>
          <p:nvPr>
            <p:ph type="body" sz="quarter" idx="11"/>
          </p:nvPr>
        </p:nvSpPr>
        <p:spPr bwMode="auto">
          <a:xfrm>
            <a:off x="874913" y="3984714"/>
            <a:ext cx="10363200" cy="4587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pt-BR" sz="2000" dirty="0" smtClean="0"/>
              <a:t>RELATÓRIO DE RH </a:t>
            </a:r>
            <a:r>
              <a:rPr lang="mr-IN" altLang="pt-BR" sz="2000" dirty="0" smtClean="0"/>
              <a:t>–</a:t>
            </a:r>
            <a:r>
              <a:rPr lang="en-US" altLang="pt-BR" sz="2000" dirty="0" smtClean="0"/>
              <a:t> JULHO/17</a:t>
            </a:r>
            <a:endParaRPr lang="en-US" altLang="pt-BR" sz="2000" dirty="0"/>
          </a:p>
        </p:txBody>
      </p:sp>
      <p:grpSp>
        <p:nvGrpSpPr>
          <p:cNvPr id="65550" name="Group 37"/>
          <p:cNvGrpSpPr>
            <a:grpSpLocks/>
          </p:cNvGrpSpPr>
          <p:nvPr/>
        </p:nvGrpSpPr>
        <p:grpSpPr bwMode="auto">
          <a:xfrm>
            <a:off x="3611324" y="3716429"/>
            <a:ext cx="4826523" cy="65512"/>
            <a:chOff x="2055030" y="1463669"/>
            <a:chExt cx="2304256" cy="544908"/>
          </a:xfrm>
        </p:grpSpPr>
        <p:sp>
          <p:nvSpPr>
            <p:cNvPr id="39" name="Rectangle 38"/>
            <p:cNvSpPr/>
            <p:nvPr/>
          </p:nvSpPr>
          <p:spPr>
            <a:xfrm>
              <a:off x="2055030" y="1463669"/>
              <a:ext cx="575861" cy="5449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2630891" y="1463669"/>
              <a:ext cx="576675" cy="54490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3207565" y="1463669"/>
              <a:ext cx="575860" cy="54490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3783425" y="1463669"/>
              <a:ext cx="575861" cy="5449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50365223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833438" y="685800"/>
            <a:ext cx="5324294" cy="509588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accent3"/>
                </a:solidFill>
              </a:rPr>
              <a:t>ACOMPANHAMENTO MENSAL</a:t>
            </a:r>
            <a:endParaRPr lang="en-US" sz="2400" dirty="0">
              <a:solidFill>
                <a:schemeClr val="accent3"/>
              </a:solidFill>
            </a:endParaRPr>
          </a:p>
        </p:txBody>
      </p:sp>
      <p:sp>
        <p:nvSpPr>
          <p:cNvPr id="193539" name="Text Placeholder 2"/>
          <p:cNvSpPr>
            <a:spLocks noGrp="1"/>
          </p:cNvSpPr>
          <p:nvPr>
            <p:ph type="body" sz="quarter" idx="11"/>
          </p:nvPr>
        </p:nvSpPr>
        <p:spPr bwMode="auto">
          <a:xfrm>
            <a:off x="833438" y="1147763"/>
            <a:ext cx="10363200" cy="252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pt-BR" dirty="0" err="1"/>
              <a:t>Relatório</a:t>
            </a:r>
            <a:r>
              <a:rPr lang="en-US" altLang="pt-BR" dirty="0"/>
              <a:t> de RH </a:t>
            </a:r>
            <a:r>
              <a:rPr lang="mr-IN" altLang="pt-BR" dirty="0"/>
              <a:t>–</a:t>
            </a:r>
            <a:r>
              <a:rPr lang="en-US" altLang="pt-BR" dirty="0"/>
              <a:t> </a:t>
            </a:r>
            <a:r>
              <a:rPr lang="en-US" altLang="pt-BR" dirty="0" err="1"/>
              <a:t>Julho</a:t>
            </a:r>
            <a:r>
              <a:rPr lang="en-US" altLang="pt-BR" dirty="0"/>
              <a:t>/17</a:t>
            </a:r>
          </a:p>
        </p:txBody>
      </p:sp>
      <p:sp>
        <p:nvSpPr>
          <p:cNvPr id="7" name="Text Placeholder 1"/>
          <p:cNvSpPr txBox="1">
            <a:spLocks/>
          </p:cNvSpPr>
          <p:nvPr/>
        </p:nvSpPr>
        <p:spPr>
          <a:xfrm>
            <a:off x="8391645" y="1055346"/>
            <a:ext cx="2957393" cy="689658"/>
          </a:xfrm>
          <a:prstGeom prst="rect">
            <a:avLst/>
          </a:prstGeom>
        </p:spPr>
        <p:txBody>
          <a:bodyPr anchor="ctr"/>
          <a:lstStyle>
            <a:lvl1pPr marL="0" indent="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None/>
              <a:defRPr sz="36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1" fontAlgn="auto" hangingPunct="1">
              <a:spcAft>
                <a:spcPts val="0"/>
              </a:spcAft>
              <a:defRPr/>
            </a:pPr>
            <a:r>
              <a:rPr lang="en-US" sz="4000" dirty="0" smtClean="0">
                <a:solidFill>
                  <a:schemeClr val="accent1"/>
                </a:solidFill>
              </a:rPr>
              <a:t>00%</a:t>
            </a:r>
            <a:endParaRPr lang="en-US" sz="4000" dirty="0">
              <a:solidFill>
                <a:schemeClr val="accent1"/>
              </a:solidFill>
            </a:endParaRPr>
          </a:p>
        </p:txBody>
      </p:sp>
      <p:sp>
        <p:nvSpPr>
          <p:cNvPr id="9" name="Text Placeholder 1"/>
          <p:cNvSpPr txBox="1">
            <a:spLocks/>
          </p:cNvSpPr>
          <p:nvPr/>
        </p:nvSpPr>
        <p:spPr>
          <a:xfrm>
            <a:off x="8760167" y="638175"/>
            <a:ext cx="2588871" cy="509588"/>
          </a:xfrm>
          <a:prstGeom prst="rect">
            <a:avLst/>
          </a:prstGeom>
        </p:spPr>
        <p:txBody>
          <a:bodyPr anchor="ctr"/>
          <a:lstStyle>
            <a:lvl1pPr marL="0" indent="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None/>
              <a:defRPr sz="36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1" fontAlgn="auto" hangingPunct="1">
              <a:spcAft>
                <a:spcPts val="0"/>
              </a:spcAft>
              <a:defRPr/>
            </a:pPr>
            <a:r>
              <a:rPr lang="en-US" sz="1600" b="0" smtClean="0">
                <a:solidFill>
                  <a:schemeClr val="tx1"/>
                </a:solidFill>
              </a:rPr>
              <a:t>JULHO/17</a:t>
            </a:r>
            <a:endParaRPr lang="en-US" sz="1600" b="0" dirty="0">
              <a:solidFill>
                <a:schemeClr val="tx1"/>
              </a:solidFill>
            </a:endParaRPr>
          </a:p>
        </p:txBody>
      </p:sp>
      <p:graphicFrame>
        <p:nvGraphicFramePr>
          <p:cNvPr id="10" name="Chart Placeholder 1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34396293"/>
              </p:ext>
            </p:extLst>
          </p:nvPr>
        </p:nvGraphicFramePr>
        <p:xfrm>
          <a:off x="601884" y="1900238"/>
          <a:ext cx="11250592" cy="41301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42254228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ço Reservado para Imagem 6"/>
          <p:cNvPicPr>
            <a:picLocks noGrp="1"/>
          </p:cNvPicPr>
          <p:nvPr>
            <p:ph type="pic" sz="quarter" idx="12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1976" b="6167"/>
          <a:stretch/>
        </p:blipFill>
        <p:spPr bwMode="auto">
          <a:xfrm>
            <a:off x="0" y="1636585"/>
            <a:ext cx="12182475" cy="3600000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</p:pic>
      <p:sp>
        <p:nvSpPr>
          <p:cNvPr id="33" name="Text Placeholder 32"/>
          <p:cNvSpPr>
            <a:spLocks noGrp="1"/>
          </p:cNvSpPr>
          <p:nvPr>
            <p:ph type="body" sz="quarter" idx="10"/>
          </p:nvPr>
        </p:nvSpPr>
        <p:spPr>
          <a:xfrm>
            <a:off x="842986" y="2773750"/>
            <a:ext cx="10363200" cy="942679"/>
          </a:xfrm>
        </p:spPr>
        <p:txBody>
          <a:bodyPr/>
          <a:lstStyle/>
          <a:p>
            <a:pPr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4400" dirty="0" smtClean="0"/>
              <a:t>DIVERSIDADE</a:t>
            </a:r>
            <a:endParaRPr lang="en-US" sz="4400" dirty="0"/>
          </a:p>
        </p:txBody>
      </p:sp>
      <p:sp>
        <p:nvSpPr>
          <p:cNvPr id="65540" name="Text Placeholder 33"/>
          <p:cNvSpPr>
            <a:spLocks noGrp="1"/>
          </p:cNvSpPr>
          <p:nvPr>
            <p:ph type="body" sz="quarter" idx="11"/>
          </p:nvPr>
        </p:nvSpPr>
        <p:spPr bwMode="auto">
          <a:xfrm>
            <a:off x="874913" y="3984714"/>
            <a:ext cx="10363200" cy="4587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pt-BR" sz="2000" dirty="0" smtClean="0"/>
              <a:t>RELATÓRIO DE RH </a:t>
            </a:r>
            <a:r>
              <a:rPr lang="mr-IN" altLang="pt-BR" sz="2000" dirty="0" smtClean="0"/>
              <a:t>–</a:t>
            </a:r>
            <a:r>
              <a:rPr lang="en-US" altLang="pt-BR" sz="2000" dirty="0" smtClean="0"/>
              <a:t> JULHO/17</a:t>
            </a:r>
            <a:endParaRPr lang="en-US" altLang="pt-BR" sz="2000" dirty="0"/>
          </a:p>
        </p:txBody>
      </p:sp>
      <p:grpSp>
        <p:nvGrpSpPr>
          <p:cNvPr id="65550" name="Group 37"/>
          <p:cNvGrpSpPr>
            <a:grpSpLocks/>
          </p:cNvGrpSpPr>
          <p:nvPr/>
        </p:nvGrpSpPr>
        <p:grpSpPr bwMode="auto">
          <a:xfrm>
            <a:off x="3611324" y="3716429"/>
            <a:ext cx="4826523" cy="65512"/>
            <a:chOff x="2055030" y="1463669"/>
            <a:chExt cx="2304256" cy="544908"/>
          </a:xfrm>
        </p:grpSpPr>
        <p:sp>
          <p:nvSpPr>
            <p:cNvPr id="39" name="Rectangle 38"/>
            <p:cNvSpPr/>
            <p:nvPr/>
          </p:nvSpPr>
          <p:spPr>
            <a:xfrm>
              <a:off x="2055030" y="1463669"/>
              <a:ext cx="575861" cy="5449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2630891" y="1463669"/>
              <a:ext cx="576675" cy="54490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3207565" y="1463669"/>
              <a:ext cx="575860" cy="54490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3783425" y="1463669"/>
              <a:ext cx="575861" cy="5449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27723200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833438" y="685800"/>
            <a:ext cx="5324294" cy="509588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sz="2800" dirty="0" smtClean="0">
                <a:solidFill>
                  <a:schemeClr val="accent3"/>
                </a:solidFill>
              </a:rPr>
              <a:t>GERAL</a:t>
            </a:r>
            <a:endParaRPr lang="en-US" sz="2800" dirty="0">
              <a:solidFill>
                <a:schemeClr val="accent3"/>
              </a:solidFill>
            </a:endParaRPr>
          </a:p>
        </p:txBody>
      </p:sp>
      <p:sp>
        <p:nvSpPr>
          <p:cNvPr id="193539" name="Text Placeholder 2"/>
          <p:cNvSpPr>
            <a:spLocks noGrp="1"/>
          </p:cNvSpPr>
          <p:nvPr>
            <p:ph type="body" sz="quarter" idx="11"/>
          </p:nvPr>
        </p:nvSpPr>
        <p:spPr bwMode="auto">
          <a:xfrm>
            <a:off x="833438" y="1147763"/>
            <a:ext cx="10363200" cy="252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pt-BR" dirty="0" err="1"/>
              <a:t>Relatório</a:t>
            </a:r>
            <a:r>
              <a:rPr lang="en-US" altLang="pt-BR" dirty="0"/>
              <a:t> de RH </a:t>
            </a:r>
            <a:r>
              <a:rPr lang="mr-IN" altLang="pt-BR" dirty="0"/>
              <a:t>–</a:t>
            </a:r>
            <a:r>
              <a:rPr lang="en-US" altLang="pt-BR" dirty="0"/>
              <a:t> </a:t>
            </a:r>
            <a:r>
              <a:rPr lang="en-US" altLang="pt-BR" dirty="0" err="1"/>
              <a:t>Julho</a:t>
            </a:r>
            <a:r>
              <a:rPr lang="en-US" altLang="pt-BR" dirty="0"/>
              <a:t>/17</a:t>
            </a:r>
          </a:p>
        </p:txBody>
      </p:sp>
      <p:sp>
        <p:nvSpPr>
          <p:cNvPr id="7" name="Text Placeholder 1"/>
          <p:cNvSpPr txBox="1">
            <a:spLocks/>
          </p:cNvSpPr>
          <p:nvPr/>
        </p:nvSpPr>
        <p:spPr>
          <a:xfrm>
            <a:off x="7953315" y="666869"/>
            <a:ext cx="1481559" cy="689658"/>
          </a:xfrm>
          <a:prstGeom prst="rect">
            <a:avLst/>
          </a:prstGeom>
        </p:spPr>
        <p:txBody>
          <a:bodyPr anchor="ctr"/>
          <a:lstStyle>
            <a:lvl1pPr marL="0" indent="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None/>
              <a:defRPr sz="36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000" dirty="0" smtClean="0">
                <a:solidFill>
                  <a:schemeClr val="accent1"/>
                </a:solidFill>
              </a:rPr>
              <a:t>00%</a:t>
            </a:r>
            <a:endParaRPr lang="en-US" sz="4000" dirty="0">
              <a:solidFill>
                <a:schemeClr val="accent1"/>
              </a:solidFill>
            </a:endParaRPr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9861630" y="666869"/>
            <a:ext cx="1481559" cy="689658"/>
          </a:xfrm>
          <a:prstGeom prst="rect">
            <a:avLst/>
          </a:prstGeom>
        </p:spPr>
        <p:txBody>
          <a:bodyPr anchor="ctr"/>
          <a:lstStyle>
            <a:lvl1pPr marL="0" indent="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None/>
              <a:defRPr sz="36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000" smtClean="0">
                <a:solidFill>
                  <a:schemeClr val="accent1"/>
                </a:solidFill>
              </a:rPr>
              <a:t>00%</a:t>
            </a:r>
            <a:endParaRPr lang="en-US" sz="4000" dirty="0">
              <a:solidFill>
                <a:schemeClr val="accent1"/>
              </a:solidFill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8066673" y="1250096"/>
            <a:ext cx="11833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400" b="1" dirty="0" smtClean="0">
                <a:latin typeface="Arial" charset="0"/>
                <a:ea typeface="Arial" charset="0"/>
                <a:cs typeface="Arial" charset="0"/>
              </a:rPr>
              <a:t>MULHERES</a:t>
            </a:r>
            <a:endParaRPr lang="pt-BR" sz="1400" b="1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8" name="CaixaDeTexto 7"/>
          <p:cNvSpPr txBox="1"/>
          <p:nvPr/>
        </p:nvSpPr>
        <p:spPr>
          <a:xfrm>
            <a:off x="10098417" y="1261701"/>
            <a:ext cx="9733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 smtClean="0">
                <a:latin typeface="Arial" charset="0"/>
                <a:ea typeface="Arial" charset="0"/>
                <a:cs typeface="Arial" charset="0"/>
              </a:rPr>
              <a:t>HOMENS</a:t>
            </a:r>
            <a:endParaRPr lang="pt-BR" sz="1400" b="1" dirty="0">
              <a:latin typeface="Arial" charset="0"/>
              <a:ea typeface="Arial" charset="0"/>
              <a:cs typeface="Arial" charset="0"/>
            </a:endParaRPr>
          </a:p>
        </p:txBody>
      </p:sp>
      <p:graphicFrame>
        <p:nvGraphicFramePr>
          <p:cNvPr id="10" name="Chart Placeholder 1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3351160"/>
              </p:ext>
            </p:extLst>
          </p:nvPr>
        </p:nvGraphicFramePr>
        <p:xfrm>
          <a:off x="601884" y="1900238"/>
          <a:ext cx="11250592" cy="41301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13594814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833438" y="685800"/>
            <a:ext cx="5324294" cy="509588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accent3"/>
                </a:solidFill>
              </a:rPr>
              <a:t>LIDERANÇA</a:t>
            </a:r>
            <a:endParaRPr lang="en-US" sz="2400" dirty="0">
              <a:solidFill>
                <a:schemeClr val="accent3"/>
              </a:solidFill>
            </a:endParaRPr>
          </a:p>
        </p:txBody>
      </p:sp>
      <p:sp>
        <p:nvSpPr>
          <p:cNvPr id="193539" name="Text Placeholder 2"/>
          <p:cNvSpPr>
            <a:spLocks noGrp="1"/>
          </p:cNvSpPr>
          <p:nvPr>
            <p:ph type="body" sz="quarter" idx="11"/>
          </p:nvPr>
        </p:nvSpPr>
        <p:spPr bwMode="auto">
          <a:xfrm>
            <a:off x="833438" y="1147763"/>
            <a:ext cx="10363200" cy="252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pt-BR" dirty="0" err="1"/>
              <a:t>Relatório</a:t>
            </a:r>
            <a:r>
              <a:rPr lang="en-US" altLang="pt-BR" dirty="0"/>
              <a:t> de RH </a:t>
            </a:r>
            <a:r>
              <a:rPr lang="mr-IN" altLang="pt-BR" dirty="0"/>
              <a:t>–</a:t>
            </a:r>
            <a:r>
              <a:rPr lang="en-US" altLang="pt-BR" dirty="0"/>
              <a:t> </a:t>
            </a:r>
            <a:r>
              <a:rPr lang="en-US" altLang="pt-BR" dirty="0" err="1"/>
              <a:t>Julho</a:t>
            </a:r>
            <a:r>
              <a:rPr lang="en-US" altLang="pt-BR" dirty="0"/>
              <a:t>/17</a:t>
            </a:r>
          </a:p>
        </p:txBody>
      </p:sp>
      <p:sp>
        <p:nvSpPr>
          <p:cNvPr id="7" name="Text Placeholder 1"/>
          <p:cNvSpPr txBox="1">
            <a:spLocks/>
          </p:cNvSpPr>
          <p:nvPr/>
        </p:nvSpPr>
        <p:spPr>
          <a:xfrm>
            <a:off x="7953315" y="666869"/>
            <a:ext cx="1481559" cy="689658"/>
          </a:xfrm>
          <a:prstGeom prst="rect">
            <a:avLst/>
          </a:prstGeom>
        </p:spPr>
        <p:txBody>
          <a:bodyPr anchor="ctr"/>
          <a:lstStyle>
            <a:lvl1pPr marL="0" indent="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None/>
              <a:defRPr sz="36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000" dirty="0" smtClean="0">
                <a:solidFill>
                  <a:schemeClr val="accent1"/>
                </a:solidFill>
              </a:rPr>
              <a:t>00%</a:t>
            </a:r>
            <a:endParaRPr lang="en-US" sz="4000" dirty="0">
              <a:solidFill>
                <a:schemeClr val="accent1"/>
              </a:solidFill>
            </a:endParaRPr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9861630" y="666869"/>
            <a:ext cx="1481559" cy="689658"/>
          </a:xfrm>
          <a:prstGeom prst="rect">
            <a:avLst/>
          </a:prstGeom>
        </p:spPr>
        <p:txBody>
          <a:bodyPr anchor="ctr"/>
          <a:lstStyle>
            <a:lvl1pPr marL="0" indent="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None/>
              <a:defRPr sz="36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000" smtClean="0">
                <a:solidFill>
                  <a:schemeClr val="accent1"/>
                </a:solidFill>
              </a:rPr>
              <a:t>00%</a:t>
            </a:r>
            <a:endParaRPr lang="en-US" sz="4000" dirty="0">
              <a:solidFill>
                <a:schemeClr val="accent1"/>
              </a:solidFill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8061865" y="1250096"/>
            <a:ext cx="11929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400" b="1" dirty="0" smtClean="0">
                <a:latin typeface="Arial" charset="0"/>
                <a:ea typeface="Arial" charset="0"/>
                <a:cs typeface="Arial" charset="0"/>
              </a:rPr>
              <a:t>MULHERES</a:t>
            </a:r>
            <a:endParaRPr lang="pt-BR" sz="1400" b="1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8" name="CaixaDeTexto 7"/>
          <p:cNvSpPr txBox="1"/>
          <p:nvPr/>
        </p:nvSpPr>
        <p:spPr>
          <a:xfrm>
            <a:off x="10098417" y="1261701"/>
            <a:ext cx="9733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 smtClean="0">
                <a:latin typeface="Arial" charset="0"/>
                <a:ea typeface="Arial" charset="0"/>
                <a:cs typeface="Arial" charset="0"/>
              </a:rPr>
              <a:t>HOMENS</a:t>
            </a:r>
            <a:endParaRPr lang="pt-BR" sz="1400" b="1" dirty="0">
              <a:latin typeface="Arial" charset="0"/>
              <a:ea typeface="Arial" charset="0"/>
              <a:cs typeface="Arial" charset="0"/>
            </a:endParaRPr>
          </a:p>
        </p:txBody>
      </p:sp>
      <p:graphicFrame>
        <p:nvGraphicFramePr>
          <p:cNvPr id="10" name="Chart Placeholder 1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80959576"/>
              </p:ext>
            </p:extLst>
          </p:nvPr>
        </p:nvGraphicFramePr>
        <p:xfrm>
          <a:off x="601884" y="1900238"/>
          <a:ext cx="11250592" cy="41301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116545772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ço Reservado para Imagem 6"/>
          <p:cNvPicPr>
            <a:picLocks noGrp="1"/>
          </p:cNvPicPr>
          <p:nvPr>
            <p:ph type="pic" sz="quarter" idx="12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1976" b="6167"/>
          <a:stretch/>
        </p:blipFill>
        <p:spPr bwMode="auto">
          <a:xfrm>
            <a:off x="0" y="1636585"/>
            <a:ext cx="12182475" cy="3600000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</p:pic>
      <p:sp>
        <p:nvSpPr>
          <p:cNvPr id="33" name="Text Placeholder 32"/>
          <p:cNvSpPr>
            <a:spLocks noGrp="1"/>
          </p:cNvSpPr>
          <p:nvPr>
            <p:ph type="body" sz="quarter" idx="10"/>
          </p:nvPr>
        </p:nvSpPr>
        <p:spPr>
          <a:xfrm>
            <a:off x="842986" y="2773750"/>
            <a:ext cx="10363200" cy="942679"/>
          </a:xfrm>
        </p:spPr>
        <p:txBody>
          <a:bodyPr/>
          <a:lstStyle/>
          <a:p>
            <a:pPr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4000" dirty="0" smtClean="0"/>
              <a:t>PCD</a:t>
            </a:r>
            <a:endParaRPr lang="en-US" sz="4000" dirty="0"/>
          </a:p>
        </p:txBody>
      </p:sp>
      <p:sp>
        <p:nvSpPr>
          <p:cNvPr id="65540" name="Text Placeholder 33"/>
          <p:cNvSpPr>
            <a:spLocks noGrp="1"/>
          </p:cNvSpPr>
          <p:nvPr>
            <p:ph type="body" sz="quarter" idx="11"/>
          </p:nvPr>
        </p:nvSpPr>
        <p:spPr bwMode="auto">
          <a:xfrm>
            <a:off x="874913" y="3984714"/>
            <a:ext cx="10363200" cy="4587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pt-BR" sz="2000" dirty="0" smtClean="0"/>
              <a:t>RELATÓRIO DE RH </a:t>
            </a:r>
            <a:r>
              <a:rPr lang="mr-IN" altLang="pt-BR" sz="2000" dirty="0" smtClean="0"/>
              <a:t>–</a:t>
            </a:r>
            <a:r>
              <a:rPr lang="en-US" altLang="pt-BR" sz="2000" dirty="0" smtClean="0"/>
              <a:t> JULHO/17</a:t>
            </a:r>
            <a:endParaRPr lang="en-US" altLang="pt-BR" sz="2000" dirty="0"/>
          </a:p>
        </p:txBody>
      </p:sp>
      <p:grpSp>
        <p:nvGrpSpPr>
          <p:cNvPr id="65550" name="Group 37"/>
          <p:cNvGrpSpPr>
            <a:grpSpLocks/>
          </p:cNvGrpSpPr>
          <p:nvPr/>
        </p:nvGrpSpPr>
        <p:grpSpPr bwMode="auto">
          <a:xfrm>
            <a:off x="3611324" y="3716429"/>
            <a:ext cx="4826523" cy="65512"/>
            <a:chOff x="2055030" y="1463669"/>
            <a:chExt cx="2304256" cy="544908"/>
          </a:xfrm>
        </p:grpSpPr>
        <p:sp>
          <p:nvSpPr>
            <p:cNvPr id="39" name="Rectangle 38"/>
            <p:cNvSpPr/>
            <p:nvPr/>
          </p:nvSpPr>
          <p:spPr>
            <a:xfrm>
              <a:off x="2055030" y="1463669"/>
              <a:ext cx="575861" cy="5449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2630891" y="1463669"/>
              <a:ext cx="576675" cy="54490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3207565" y="1463669"/>
              <a:ext cx="575860" cy="54490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3783425" y="1463669"/>
              <a:ext cx="575861" cy="5449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99874863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833438" y="685800"/>
            <a:ext cx="5324294" cy="509588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accent3"/>
                </a:solidFill>
              </a:rPr>
              <a:t>ACOMPANHAMENTO MENSAL</a:t>
            </a:r>
            <a:endParaRPr lang="en-US" sz="2400" dirty="0">
              <a:solidFill>
                <a:schemeClr val="accent3"/>
              </a:solidFill>
            </a:endParaRPr>
          </a:p>
        </p:txBody>
      </p:sp>
      <p:sp>
        <p:nvSpPr>
          <p:cNvPr id="44" name="Text Placeholder 2"/>
          <p:cNvSpPr>
            <a:spLocks noGrp="1"/>
          </p:cNvSpPr>
          <p:nvPr>
            <p:ph type="body" sz="quarter" idx="11"/>
          </p:nvPr>
        </p:nvSpPr>
        <p:spPr bwMode="auto">
          <a:xfrm>
            <a:off x="833438" y="1147763"/>
            <a:ext cx="10363200" cy="252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pt-BR" dirty="0" err="1"/>
              <a:t>Relatório</a:t>
            </a:r>
            <a:r>
              <a:rPr lang="en-US" altLang="pt-BR" dirty="0"/>
              <a:t> de RH </a:t>
            </a:r>
            <a:r>
              <a:rPr lang="mr-IN" altLang="pt-BR" dirty="0"/>
              <a:t>–</a:t>
            </a:r>
            <a:r>
              <a:rPr lang="en-US" altLang="pt-BR" dirty="0"/>
              <a:t> </a:t>
            </a:r>
            <a:r>
              <a:rPr lang="en-US" altLang="pt-BR" dirty="0" err="1"/>
              <a:t>Julho</a:t>
            </a:r>
            <a:r>
              <a:rPr lang="en-US" altLang="pt-BR" dirty="0"/>
              <a:t>/17</a:t>
            </a:r>
          </a:p>
        </p:txBody>
      </p:sp>
      <p:sp>
        <p:nvSpPr>
          <p:cNvPr id="45" name="Text Placeholder 1"/>
          <p:cNvSpPr txBox="1">
            <a:spLocks/>
          </p:cNvSpPr>
          <p:nvPr/>
        </p:nvSpPr>
        <p:spPr>
          <a:xfrm>
            <a:off x="8391645" y="1055346"/>
            <a:ext cx="2957393" cy="689658"/>
          </a:xfrm>
          <a:prstGeom prst="rect">
            <a:avLst/>
          </a:prstGeom>
        </p:spPr>
        <p:txBody>
          <a:bodyPr anchor="ctr"/>
          <a:lstStyle>
            <a:lvl1pPr marL="0" indent="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None/>
              <a:defRPr sz="36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solidFill>
                  <a:schemeClr val="accent1"/>
                </a:solidFill>
              </a:rPr>
              <a:t>00%</a:t>
            </a:r>
            <a:endParaRPr lang="en-US" sz="4400" dirty="0">
              <a:solidFill>
                <a:schemeClr val="accent1"/>
              </a:solidFill>
            </a:endParaRPr>
          </a:p>
        </p:txBody>
      </p:sp>
      <p:sp>
        <p:nvSpPr>
          <p:cNvPr id="46" name="Text Placeholder 1"/>
          <p:cNvSpPr txBox="1">
            <a:spLocks/>
          </p:cNvSpPr>
          <p:nvPr/>
        </p:nvSpPr>
        <p:spPr>
          <a:xfrm>
            <a:off x="8760167" y="638175"/>
            <a:ext cx="2588871" cy="509588"/>
          </a:xfrm>
          <a:prstGeom prst="rect">
            <a:avLst/>
          </a:prstGeom>
        </p:spPr>
        <p:txBody>
          <a:bodyPr anchor="ctr"/>
          <a:lstStyle>
            <a:lvl1pPr marL="0" indent="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None/>
              <a:defRPr sz="36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1" fontAlgn="auto" hangingPunct="1">
              <a:spcAft>
                <a:spcPts val="0"/>
              </a:spcAft>
              <a:defRPr/>
            </a:pPr>
            <a:r>
              <a:rPr lang="en-US" sz="1800" b="0" dirty="0" smtClean="0">
                <a:solidFill>
                  <a:schemeClr val="tx1"/>
                </a:solidFill>
              </a:rPr>
              <a:t>JULHO/17</a:t>
            </a:r>
            <a:endParaRPr lang="en-US" sz="1800" b="0" dirty="0">
              <a:solidFill>
                <a:schemeClr val="tx1"/>
              </a:solidFill>
            </a:endParaRPr>
          </a:p>
        </p:txBody>
      </p:sp>
      <p:graphicFrame>
        <p:nvGraphicFramePr>
          <p:cNvPr id="47" name="Chart Placeholder 1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53673882"/>
              </p:ext>
            </p:extLst>
          </p:nvPr>
        </p:nvGraphicFramePr>
        <p:xfrm>
          <a:off x="601884" y="1900238"/>
          <a:ext cx="11250592" cy="31926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8" name="CaixaDeTexto 47"/>
          <p:cNvSpPr txBox="1"/>
          <p:nvPr/>
        </p:nvSpPr>
        <p:spPr>
          <a:xfrm>
            <a:off x="1991078" y="5628434"/>
            <a:ext cx="32907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600" dirty="0" smtClean="0">
                <a:latin typeface="+mj-lt"/>
                <a:ea typeface="Bebas Neue" charset="0"/>
                <a:cs typeface="Bebas Neue" charset="0"/>
              </a:rPr>
              <a:t>PREVISTO EM LEGISLA</a:t>
            </a:r>
            <a:r>
              <a:rPr lang="en-US" sz="1600" dirty="0" smtClean="0">
                <a:latin typeface="+mj-lt"/>
                <a:ea typeface="Bebas Neue" charset="0"/>
                <a:cs typeface="Bebas Neue" charset="0"/>
              </a:rPr>
              <a:t>ÇÃO</a:t>
            </a:r>
            <a:endParaRPr lang="pt-BR" sz="1600" dirty="0">
              <a:latin typeface="+mj-lt"/>
              <a:ea typeface="Bebas Neue" charset="0"/>
              <a:cs typeface="Bebas Neue" charset="0"/>
            </a:endParaRPr>
          </a:p>
        </p:txBody>
      </p:sp>
      <p:sp>
        <p:nvSpPr>
          <p:cNvPr id="49" name="Retângulo 48"/>
          <p:cNvSpPr/>
          <p:nvPr/>
        </p:nvSpPr>
        <p:spPr>
          <a:xfrm>
            <a:off x="5451675" y="5505474"/>
            <a:ext cx="1794076" cy="6797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 dirty="0" smtClean="0">
                <a:solidFill>
                  <a:schemeClr val="bg1"/>
                </a:solidFill>
                <a:latin typeface="+mj-lt"/>
                <a:ea typeface="Bebas Neue" charset="0"/>
                <a:cs typeface="Bebas Neue" charset="0"/>
              </a:rPr>
              <a:t>00%</a:t>
            </a:r>
            <a:endParaRPr lang="pt-BR" sz="2400" b="1" dirty="0">
              <a:solidFill>
                <a:schemeClr val="bg1"/>
              </a:solidFill>
              <a:latin typeface="+mj-lt"/>
              <a:ea typeface="Bebas Neue" charset="0"/>
              <a:cs typeface="Bebas Neue" charset="0"/>
            </a:endParaRPr>
          </a:p>
        </p:txBody>
      </p:sp>
      <p:sp>
        <p:nvSpPr>
          <p:cNvPr id="50" name="Retângulo 49"/>
          <p:cNvSpPr/>
          <p:nvPr/>
        </p:nvSpPr>
        <p:spPr>
          <a:xfrm>
            <a:off x="7187878" y="5505474"/>
            <a:ext cx="1794076" cy="6797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latin typeface="+mj-lt"/>
                <a:ea typeface="Bebas Neue" charset="0"/>
                <a:cs typeface="Bebas Neue" charset="0"/>
              </a:rPr>
              <a:t>00%</a:t>
            </a:r>
            <a:endParaRPr lang="pt-BR" sz="2400" dirty="0">
              <a:solidFill>
                <a:schemeClr val="bg1"/>
              </a:solidFill>
              <a:latin typeface="+mj-lt"/>
              <a:ea typeface="Bebas Neue" charset="0"/>
              <a:cs typeface="Bebas Neue" charset="0"/>
            </a:endParaRPr>
          </a:p>
        </p:txBody>
      </p:sp>
      <p:sp>
        <p:nvSpPr>
          <p:cNvPr id="51" name="CaixaDeTexto 50"/>
          <p:cNvSpPr txBox="1"/>
          <p:nvPr/>
        </p:nvSpPr>
        <p:spPr>
          <a:xfrm>
            <a:off x="5977874" y="6199430"/>
            <a:ext cx="7416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400" dirty="0" smtClean="0">
                <a:solidFill>
                  <a:schemeClr val="accent1"/>
                </a:solidFill>
                <a:latin typeface="+mj-lt"/>
                <a:ea typeface="Bebas Neue" charset="0"/>
                <a:cs typeface="Bebas Neue" charset="0"/>
              </a:rPr>
              <a:t>META</a:t>
            </a:r>
            <a:endParaRPr lang="pt-BR" sz="1400" dirty="0">
              <a:solidFill>
                <a:schemeClr val="accent1"/>
              </a:solidFill>
              <a:latin typeface="+mj-lt"/>
              <a:ea typeface="Bebas Neue" charset="0"/>
              <a:cs typeface="Bebas Neue" charset="0"/>
            </a:endParaRPr>
          </a:p>
        </p:txBody>
      </p:sp>
      <p:sp>
        <p:nvSpPr>
          <p:cNvPr id="52" name="CaixaDeTexto 51"/>
          <p:cNvSpPr txBox="1"/>
          <p:nvPr/>
        </p:nvSpPr>
        <p:spPr>
          <a:xfrm>
            <a:off x="7415639" y="6184368"/>
            <a:ext cx="13420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400" dirty="0" smtClean="0">
                <a:solidFill>
                  <a:schemeClr val="accent2"/>
                </a:solidFill>
                <a:latin typeface="+mj-lt"/>
                <a:ea typeface="Bebas Neue" charset="0"/>
                <a:cs typeface="Bebas Neue" charset="0"/>
              </a:rPr>
              <a:t>REALIZADO</a:t>
            </a:r>
            <a:endParaRPr lang="pt-BR" sz="1400" dirty="0">
              <a:solidFill>
                <a:schemeClr val="accent2"/>
              </a:solidFill>
              <a:latin typeface="+mj-lt"/>
              <a:ea typeface="Bebas Neue" charset="0"/>
              <a:cs typeface="Bebas Neu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7524435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ço Reservado para Imagem 6"/>
          <p:cNvPicPr>
            <a:picLocks noGrp="1"/>
          </p:cNvPicPr>
          <p:nvPr>
            <p:ph type="pic" sz="quarter" idx="12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1976" b="6167"/>
          <a:stretch/>
        </p:blipFill>
        <p:spPr bwMode="auto">
          <a:xfrm>
            <a:off x="0" y="1636585"/>
            <a:ext cx="12182475" cy="3600000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</p:pic>
      <p:sp>
        <p:nvSpPr>
          <p:cNvPr id="33" name="Text Placeholder 32"/>
          <p:cNvSpPr>
            <a:spLocks noGrp="1"/>
          </p:cNvSpPr>
          <p:nvPr>
            <p:ph type="body" sz="quarter" idx="10"/>
          </p:nvPr>
        </p:nvSpPr>
        <p:spPr>
          <a:xfrm>
            <a:off x="842986" y="2773750"/>
            <a:ext cx="10363200" cy="942679"/>
          </a:xfrm>
        </p:spPr>
        <p:txBody>
          <a:bodyPr/>
          <a:lstStyle/>
          <a:p>
            <a:pPr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4000" dirty="0" smtClean="0"/>
              <a:t>APRENDIZ</a:t>
            </a:r>
            <a:endParaRPr lang="en-US" sz="4400" dirty="0"/>
          </a:p>
        </p:txBody>
      </p:sp>
      <p:sp>
        <p:nvSpPr>
          <p:cNvPr id="65540" name="Text Placeholder 33"/>
          <p:cNvSpPr>
            <a:spLocks noGrp="1"/>
          </p:cNvSpPr>
          <p:nvPr>
            <p:ph type="body" sz="quarter" idx="11"/>
          </p:nvPr>
        </p:nvSpPr>
        <p:spPr bwMode="auto">
          <a:xfrm>
            <a:off x="874913" y="3984714"/>
            <a:ext cx="10363200" cy="4587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pt-BR" sz="2000" dirty="0" smtClean="0"/>
              <a:t>RELATÓRIO DE RH </a:t>
            </a:r>
            <a:r>
              <a:rPr lang="mr-IN" altLang="pt-BR" sz="2000" dirty="0" smtClean="0"/>
              <a:t>–</a:t>
            </a:r>
            <a:r>
              <a:rPr lang="en-US" altLang="pt-BR" sz="2000" dirty="0" smtClean="0"/>
              <a:t> JULHO/17</a:t>
            </a:r>
            <a:endParaRPr lang="en-US" altLang="pt-BR" sz="2000" dirty="0"/>
          </a:p>
        </p:txBody>
      </p:sp>
      <p:grpSp>
        <p:nvGrpSpPr>
          <p:cNvPr id="65550" name="Group 37"/>
          <p:cNvGrpSpPr>
            <a:grpSpLocks/>
          </p:cNvGrpSpPr>
          <p:nvPr/>
        </p:nvGrpSpPr>
        <p:grpSpPr bwMode="auto">
          <a:xfrm>
            <a:off x="3611324" y="3716429"/>
            <a:ext cx="4826523" cy="65512"/>
            <a:chOff x="2055030" y="1463669"/>
            <a:chExt cx="2304256" cy="544908"/>
          </a:xfrm>
        </p:grpSpPr>
        <p:sp>
          <p:nvSpPr>
            <p:cNvPr id="39" name="Rectangle 38"/>
            <p:cNvSpPr/>
            <p:nvPr/>
          </p:nvSpPr>
          <p:spPr>
            <a:xfrm>
              <a:off x="2055030" y="1463669"/>
              <a:ext cx="575861" cy="5449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2630891" y="1463669"/>
              <a:ext cx="576675" cy="54490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3207565" y="1463669"/>
              <a:ext cx="575860" cy="54490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3783425" y="1463669"/>
              <a:ext cx="575861" cy="5449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28698447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833438" y="685800"/>
            <a:ext cx="5324294" cy="509588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accent3"/>
                </a:solidFill>
              </a:rPr>
              <a:t>ACOMPANHAMENTO MENSAL</a:t>
            </a:r>
            <a:endParaRPr lang="en-US" sz="2400" dirty="0">
              <a:solidFill>
                <a:schemeClr val="accent3"/>
              </a:solidFill>
            </a:endParaRPr>
          </a:p>
        </p:txBody>
      </p:sp>
      <p:sp>
        <p:nvSpPr>
          <p:cNvPr id="193539" name="Text Placeholder 2"/>
          <p:cNvSpPr>
            <a:spLocks noGrp="1"/>
          </p:cNvSpPr>
          <p:nvPr>
            <p:ph type="body" sz="quarter" idx="11"/>
          </p:nvPr>
        </p:nvSpPr>
        <p:spPr bwMode="auto">
          <a:xfrm>
            <a:off x="833438" y="1147763"/>
            <a:ext cx="10363200" cy="252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pt-BR" dirty="0" err="1"/>
              <a:t>Relatório</a:t>
            </a:r>
            <a:r>
              <a:rPr lang="en-US" altLang="pt-BR" dirty="0"/>
              <a:t> de RH </a:t>
            </a:r>
            <a:r>
              <a:rPr lang="mr-IN" altLang="pt-BR" dirty="0"/>
              <a:t>–</a:t>
            </a:r>
            <a:r>
              <a:rPr lang="en-US" altLang="pt-BR" dirty="0"/>
              <a:t> </a:t>
            </a:r>
            <a:r>
              <a:rPr lang="en-US" altLang="pt-BR" dirty="0" err="1"/>
              <a:t>Julho</a:t>
            </a:r>
            <a:r>
              <a:rPr lang="en-US" altLang="pt-BR" dirty="0"/>
              <a:t>/17</a:t>
            </a:r>
          </a:p>
        </p:txBody>
      </p:sp>
      <p:sp>
        <p:nvSpPr>
          <p:cNvPr id="7" name="Text Placeholder 1"/>
          <p:cNvSpPr txBox="1">
            <a:spLocks/>
          </p:cNvSpPr>
          <p:nvPr/>
        </p:nvSpPr>
        <p:spPr>
          <a:xfrm>
            <a:off x="8391645" y="1055346"/>
            <a:ext cx="2957393" cy="689658"/>
          </a:xfrm>
          <a:prstGeom prst="rect">
            <a:avLst/>
          </a:prstGeom>
        </p:spPr>
        <p:txBody>
          <a:bodyPr anchor="ctr"/>
          <a:lstStyle>
            <a:lvl1pPr marL="0" indent="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None/>
              <a:defRPr sz="36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solidFill>
                  <a:schemeClr val="accent1"/>
                </a:solidFill>
              </a:rPr>
              <a:t>00%</a:t>
            </a:r>
            <a:endParaRPr lang="en-US" sz="4400" dirty="0">
              <a:solidFill>
                <a:schemeClr val="accent1"/>
              </a:solidFill>
            </a:endParaRPr>
          </a:p>
        </p:txBody>
      </p:sp>
      <p:sp>
        <p:nvSpPr>
          <p:cNvPr id="9" name="Text Placeholder 1"/>
          <p:cNvSpPr txBox="1">
            <a:spLocks/>
          </p:cNvSpPr>
          <p:nvPr/>
        </p:nvSpPr>
        <p:spPr>
          <a:xfrm>
            <a:off x="8760167" y="638175"/>
            <a:ext cx="2588871" cy="509588"/>
          </a:xfrm>
          <a:prstGeom prst="rect">
            <a:avLst/>
          </a:prstGeom>
        </p:spPr>
        <p:txBody>
          <a:bodyPr anchor="ctr"/>
          <a:lstStyle>
            <a:lvl1pPr marL="0" indent="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None/>
              <a:defRPr sz="36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1" fontAlgn="auto" hangingPunct="1">
              <a:spcAft>
                <a:spcPts val="0"/>
              </a:spcAft>
              <a:defRPr/>
            </a:pPr>
            <a:r>
              <a:rPr lang="en-US" sz="1800" b="0" dirty="0" smtClean="0">
                <a:solidFill>
                  <a:schemeClr val="tx1"/>
                </a:solidFill>
              </a:rPr>
              <a:t>JULHO/17</a:t>
            </a:r>
            <a:endParaRPr lang="en-US" sz="1800" b="0" dirty="0">
              <a:solidFill>
                <a:schemeClr val="tx1"/>
              </a:solidFill>
            </a:endParaRPr>
          </a:p>
        </p:txBody>
      </p:sp>
      <p:graphicFrame>
        <p:nvGraphicFramePr>
          <p:cNvPr id="11" name="Chart Placeholder 1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1538754"/>
              </p:ext>
            </p:extLst>
          </p:nvPr>
        </p:nvGraphicFramePr>
        <p:xfrm>
          <a:off x="601884" y="1900238"/>
          <a:ext cx="11250592" cy="31926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CaixaDeTexto 11"/>
          <p:cNvSpPr txBox="1"/>
          <p:nvPr/>
        </p:nvSpPr>
        <p:spPr>
          <a:xfrm>
            <a:off x="1991078" y="5628434"/>
            <a:ext cx="32907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600" dirty="0" smtClean="0">
                <a:latin typeface="+mj-lt"/>
                <a:ea typeface="Bebas Neue" charset="0"/>
                <a:cs typeface="Bebas Neue" charset="0"/>
              </a:rPr>
              <a:t>PREVISTO EM LEGISLA</a:t>
            </a:r>
            <a:r>
              <a:rPr lang="en-US" sz="1600" dirty="0" smtClean="0">
                <a:latin typeface="+mj-lt"/>
                <a:ea typeface="Bebas Neue" charset="0"/>
                <a:cs typeface="Bebas Neue" charset="0"/>
              </a:rPr>
              <a:t>ÇÃO</a:t>
            </a:r>
            <a:endParaRPr lang="pt-BR" sz="1600" dirty="0">
              <a:latin typeface="+mj-lt"/>
              <a:ea typeface="Bebas Neue" charset="0"/>
              <a:cs typeface="Bebas Neue" charset="0"/>
            </a:endParaRPr>
          </a:p>
        </p:txBody>
      </p:sp>
      <p:sp>
        <p:nvSpPr>
          <p:cNvPr id="13" name="Retângulo 12"/>
          <p:cNvSpPr/>
          <p:nvPr/>
        </p:nvSpPr>
        <p:spPr>
          <a:xfrm>
            <a:off x="5451675" y="5505474"/>
            <a:ext cx="1794076" cy="6797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 dirty="0" smtClean="0">
                <a:solidFill>
                  <a:schemeClr val="bg1"/>
                </a:solidFill>
                <a:latin typeface="+mj-lt"/>
                <a:ea typeface="Bebas Neue" charset="0"/>
                <a:cs typeface="Bebas Neue" charset="0"/>
              </a:rPr>
              <a:t>00%</a:t>
            </a:r>
            <a:endParaRPr lang="pt-BR" sz="2400" b="1" dirty="0">
              <a:solidFill>
                <a:schemeClr val="bg1"/>
              </a:solidFill>
              <a:latin typeface="+mj-lt"/>
              <a:ea typeface="Bebas Neue" charset="0"/>
              <a:cs typeface="Bebas Neue" charset="0"/>
            </a:endParaRPr>
          </a:p>
        </p:txBody>
      </p:sp>
      <p:sp>
        <p:nvSpPr>
          <p:cNvPr id="14" name="Retângulo 13"/>
          <p:cNvSpPr/>
          <p:nvPr/>
        </p:nvSpPr>
        <p:spPr>
          <a:xfrm>
            <a:off x="7187878" y="5505474"/>
            <a:ext cx="1794076" cy="6797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latin typeface="+mj-lt"/>
                <a:ea typeface="Bebas Neue" charset="0"/>
                <a:cs typeface="Bebas Neue" charset="0"/>
              </a:rPr>
              <a:t>00%</a:t>
            </a:r>
            <a:endParaRPr lang="pt-BR" sz="2400" dirty="0">
              <a:solidFill>
                <a:schemeClr val="bg1"/>
              </a:solidFill>
              <a:latin typeface="+mj-lt"/>
              <a:ea typeface="Bebas Neue" charset="0"/>
              <a:cs typeface="Bebas Neue" charset="0"/>
            </a:endParaRPr>
          </a:p>
        </p:txBody>
      </p:sp>
      <p:sp>
        <p:nvSpPr>
          <p:cNvPr id="15" name="CaixaDeTexto 14"/>
          <p:cNvSpPr txBox="1"/>
          <p:nvPr/>
        </p:nvSpPr>
        <p:spPr>
          <a:xfrm>
            <a:off x="5977874" y="6199430"/>
            <a:ext cx="7416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400" dirty="0" smtClean="0">
                <a:solidFill>
                  <a:schemeClr val="accent1"/>
                </a:solidFill>
                <a:latin typeface="+mj-lt"/>
                <a:ea typeface="Bebas Neue" charset="0"/>
                <a:cs typeface="Bebas Neue" charset="0"/>
              </a:rPr>
              <a:t>META</a:t>
            </a:r>
            <a:endParaRPr lang="pt-BR" sz="1400" dirty="0">
              <a:solidFill>
                <a:schemeClr val="accent1"/>
              </a:solidFill>
              <a:latin typeface="+mj-lt"/>
              <a:ea typeface="Bebas Neue" charset="0"/>
              <a:cs typeface="Bebas Neue" charset="0"/>
            </a:endParaRPr>
          </a:p>
        </p:txBody>
      </p:sp>
      <p:sp>
        <p:nvSpPr>
          <p:cNvPr id="16" name="CaixaDeTexto 15"/>
          <p:cNvSpPr txBox="1"/>
          <p:nvPr/>
        </p:nvSpPr>
        <p:spPr>
          <a:xfrm>
            <a:off x="7415639" y="6184368"/>
            <a:ext cx="13420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400" dirty="0" smtClean="0">
                <a:solidFill>
                  <a:schemeClr val="accent2"/>
                </a:solidFill>
                <a:latin typeface="+mj-lt"/>
                <a:ea typeface="Bebas Neue" charset="0"/>
                <a:cs typeface="Bebas Neue" charset="0"/>
              </a:rPr>
              <a:t>REALIZADO</a:t>
            </a:r>
            <a:endParaRPr lang="pt-BR" sz="1400" dirty="0">
              <a:solidFill>
                <a:schemeClr val="accent2"/>
              </a:solidFill>
              <a:latin typeface="+mj-lt"/>
              <a:ea typeface="Bebas Neue" charset="0"/>
              <a:cs typeface="Bebas Neu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5552878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ço Reservado para Imagem 6"/>
          <p:cNvPicPr>
            <a:picLocks noGrp="1"/>
          </p:cNvPicPr>
          <p:nvPr>
            <p:ph type="pic" sz="quarter" idx="12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1976" b="6167"/>
          <a:stretch/>
        </p:blipFill>
        <p:spPr bwMode="auto">
          <a:xfrm>
            <a:off x="0" y="1636585"/>
            <a:ext cx="12182475" cy="3600000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</p:pic>
      <p:sp>
        <p:nvSpPr>
          <p:cNvPr id="33" name="Text Placeholder 32"/>
          <p:cNvSpPr>
            <a:spLocks noGrp="1"/>
          </p:cNvSpPr>
          <p:nvPr>
            <p:ph type="body" sz="quarter" idx="10"/>
          </p:nvPr>
        </p:nvSpPr>
        <p:spPr>
          <a:xfrm>
            <a:off x="842986" y="2773750"/>
            <a:ext cx="10363200" cy="942679"/>
          </a:xfrm>
        </p:spPr>
        <p:txBody>
          <a:bodyPr/>
          <a:lstStyle/>
          <a:p>
            <a:pPr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4000" dirty="0" smtClean="0"/>
              <a:t>LICENÇAS</a:t>
            </a:r>
            <a:endParaRPr lang="en-US" sz="4000" dirty="0"/>
          </a:p>
        </p:txBody>
      </p:sp>
      <p:sp>
        <p:nvSpPr>
          <p:cNvPr id="65540" name="Text Placeholder 33"/>
          <p:cNvSpPr>
            <a:spLocks noGrp="1"/>
          </p:cNvSpPr>
          <p:nvPr>
            <p:ph type="body" sz="quarter" idx="11"/>
          </p:nvPr>
        </p:nvSpPr>
        <p:spPr bwMode="auto">
          <a:xfrm>
            <a:off x="874913" y="3984714"/>
            <a:ext cx="10363200" cy="4587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pt-BR" sz="2000" dirty="0" smtClean="0"/>
              <a:t>RELATÓRIO DE RH </a:t>
            </a:r>
            <a:r>
              <a:rPr lang="mr-IN" altLang="pt-BR" sz="2000" dirty="0" smtClean="0"/>
              <a:t>–</a:t>
            </a:r>
            <a:r>
              <a:rPr lang="en-US" altLang="pt-BR" sz="2000" dirty="0" smtClean="0"/>
              <a:t> JULHO/17</a:t>
            </a:r>
            <a:endParaRPr lang="en-US" altLang="pt-BR" sz="2000" dirty="0"/>
          </a:p>
        </p:txBody>
      </p:sp>
      <p:grpSp>
        <p:nvGrpSpPr>
          <p:cNvPr id="65550" name="Group 37"/>
          <p:cNvGrpSpPr>
            <a:grpSpLocks/>
          </p:cNvGrpSpPr>
          <p:nvPr/>
        </p:nvGrpSpPr>
        <p:grpSpPr bwMode="auto">
          <a:xfrm>
            <a:off x="3611324" y="3716429"/>
            <a:ext cx="4826523" cy="65512"/>
            <a:chOff x="2055030" y="1463669"/>
            <a:chExt cx="2304256" cy="544908"/>
          </a:xfrm>
        </p:grpSpPr>
        <p:sp>
          <p:nvSpPr>
            <p:cNvPr id="39" name="Rectangle 38"/>
            <p:cNvSpPr/>
            <p:nvPr/>
          </p:nvSpPr>
          <p:spPr>
            <a:xfrm>
              <a:off x="2055030" y="1463669"/>
              <a:ext cx="575861" cy="5449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2630891" y="1463669"/>
              <a:ext cx="576675" cy="54490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3207565" y="1463669"/>
              <a:ext cx="575860" cy="54490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3783425" y="1463669"/>
              <a:ext cx="575861" cy="5449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7788837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833438" y="685800"/>
            <a:ext cx="5324294" cy="509588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sz="2800" dirty="0" smtClean="0">
                <a:solidFill>
                  <a:schemeClr val="accent3"/>
                </a:solidFill>
              </a:rPr>
              <a:t>LICENÇA MATERNIDADE</a:t>
            </a:r>
            <a:endParaRPr lang="en-US" sz="2800" dirty="0">
              <a:solidFill>
                <a:schemeClr val="accent3"/>
              </a:solidFill>
            </a:endParaRPr>
          </a:p>
        </p:txBody>
      </p:sp>
      <p:sp>
        <p:nvSpPr>
          <p:cNvPr id="193539" name="Text Placeholder 2"/>
          <p:cNvSpPr>
            <a:spLocks noGrp="1"/>
          </p:cNvSpPr>
          <p:nvPr>
            <p:ph type="body" sz="quarter" idx="11"/>
          </p:nvPr>
        </p:nvSpPr>
        <p:spPr bwMode="auto">
          <a:xfrm>
            <a:off x="833438" y="1147763"/>
            <a:ext cx="10363200" cy="252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pt-BR" dirty="0" err="1"/>
              <a:t>Relatório</a:t>
            </a:r>
            <a:r>
              <a:rPr lang="en-US" altLang="pt-BR" dirty="0"/>
              <a:t> de RH </a:t>
            </a:r>
            <a:r>
              <a:rPr lang="mr-IN" altLang="pt-BR" dirty="0"/>
              <a:t>–</a:t>
            </a:r>
            <a:r>
              <a:rPr lang="en-US" altLang="pt-BR" dirty="0"/>
              <a:t> </a:t>
            </a:r>
            <a:r>
              <a:rPr lang="en-US" altLang="pt-BR" dirty="0" err="1"/>
              <a:t>Julho</a:t>
            </a:r>
            <a:r>
              <a:rPr lang="en-US" altLang="pt-BR" dirty="0"/>
              <a:t>/17</a:t>
            </a:r>
          </a:p>
        </p:txBody>
      </p:sp>
      <p:sp>
        <p:nvSpPr>
          <p:cNvPr id="7" name="Text Placeholder 1"/>
          <p:cNvSpPr txBox="1">
            <a:spLocks/>
          </p:cNvSpPr>
          <p:nvPr/>
        </p:nvSpPr>
        <p:spPr>
          <a:xfrm>
            <a:off x="8391645" y="1055346"/>
            <a:ext cx="2957393" cy="689658"/>
          </a:xfrm>
          <a:prstGeom prst="rect">
            <a:avLst/>
          </a:prstGeom>
        </p:spPr>
        <p:txBody>
          <a:bodyPr anchor="ctr"/>
          <a:lstStyle>
            <a:lvl1pPr marL="0" indent="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None/>
              <a:defRPr sz="36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solidFill>
                  <a:schemeClr val="accent1"/>
                </a:solidFill>
              </a:rPr>
              <a:t>00%</a:t>
            </a:r>
            <a:endParaRPr lang="en-US" sz="4400" dirty="0">
              <a:solidFill>
                <a:schemeClr val="accent1"/>
              </a:solidFill>
            </a:endParaRPr>
          </a:p>
        </p:txBody>
      </p:sp>
      <p:sp>
        <p:nvSpPr>
          <p:cNvPr id="9" name="Text Placeholder 1"/>
          <p:cNvSpPr txBox="1">
            <a:spLocks/>
          </p:cNvSpPr>
          <p:nvPr/>
        </p:nvSpPr>
        <p:spPr>
          <a:xfrm>
            <a:off x="8760167" y="638175"/>
            <a:ext cx="2588871" cy="509588"/>
          </a:xfrm>
          <a:prstGeom prst="rect">
            <a:avLst/>
          </a:prstGeom>
        </p:spPr>
        <p:txBody>
          <a:bodyPr anchor="ctr"/>
          <a:lstStyle>
            <a:lvl1pPr marL="0" indent="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None/>
              <a:defRPr sz="36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1" fontAlgn="auto" hangingPunct="1">
              <a:spcAft>
                <a:spcPts val="0"/>
              </a:spcAft>
              <a:defRPr/>
            </a:pPr>
            <a:r>
              <a:rPr lang="en-US" sz="1800" b="0" dirty="0" smtClean="0">
                <a:solidFill>
                  <a:schemeClr val="tx1"/>
                </a:solidFill>
              </a:rPr>
              <a:t>JULHO/17</a:t>
            </a:r>
            <a:endParaRPr lang="en-US" sz="1800" b="0" dirty="0">
              <a:solidFill>
                <a:schemeClr val="tx1"/>
              </a:solidFill>
            </a:endParaRPr>
          </a:p>
        </p:txBody>
      </p:sp>
      <p:graphicFrame>
        <p:nvGraphicFramePr>
          <p:cNvPr id="10" name="Chart Placeholder 1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63617015"/>
              </p:ext>
            </p:extLst>
          </p:nvPr>
        </p:nvGraphicFramePr>
        <p:xfrm>
          <a:off x="601884" y="1900238"/>
          <a:ext cx="11250592" cy="41301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643520498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833438" y="685800"/>
            <a:ext cx="5324294" cy="509588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sz="2800" dirty="0" smtClean="0">
                <a:solidFill>
                  <a:schemeClr val="accent3"/>
                </a:solidFill>
              </a:rPr>
              <a:t>LICENÇA MÉDICA</a:t>
            </a:r>
            <a:endParaRPr lang="en-US" sz="2800" dirty="0">
              <a:solidFill>
                <a:schemeClr val="accent3"/>
              </a:solidFill>
            </a:endParaRPr>
          </a:p>
        </p:txBody>
      </p:sp>
      <p:sp>
        <p:nvSpPr>
          <p:cNvPr id="193539" name="Text Placeholder 2"/>
          <p:cNvSpPr>
            <a:spLocks noGrp="1"/>
          </p:cNvSpPr>
          <p:nvPr>
            <p:ph type="body" sz="quarter" idx="11"/>
          </p:nvPr>
        </p:nvSpPr>
        <p:spPr bwMode="auto">
          <a:xfrm>
            <a:off x="833438" y="1147763"/>
            <a:ext cx="10363200" cy="252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pt-BR" dirty="0" err="1"/>
              <a:t>Relatório</a:t>
            </a:r>
            <a:r>
              <a:rPr lang="en-US" altLang="pt-BR" dirty="0"/>
              <a:t> de RH </a:t>
            </a:r>
            <a:r>
              <a:rPr lang="mr-IN" altLang="pt-BR" dirty="0"/>
              <a:t>–</a:t>
            </a:r>
            <a:r>
              <a:rPr lang="en-US" altLang="pt-BR" dirty="0"/>
              <a:t> </a:t>
            </a:r>
            <a:r>
              <a:rPr lang="en-US" altLang="pt-BR" dirty="0" err="1"/>
              <a:t>Julho</a:t>
            </a:r>
            <a:r>
              <a:rPr lang="en-US" altLang="pt-BR" dirty="0"/>
              <a:t>/17</a:t>
            </a:r>
          </a:p>
        </p:txBody>
      </p:sp>
      <p:sp>
        <p:nvSpPr>
          <p:cNvPr id="7" name="Text Placeholder 1"/>
          <p:cNvSpPr txBox="1">
            <a:spLocks/>
          </p:cNvSpPr>
          <p:nvPr/>
        </p:nvSpPr>
        <p:spPr>
          <a:xfrm>
            <a:off x="8391645" y="1055346"/>
            <a:ext cx="2957393" cy="689658"/>
          </a:xfrm>
          <a:prstGeom prst="rect">
            <a:avLst/>
          </a:prstGeom>
        </p:spPr>
        <p:txBody>
          <a:bodyPr anchor="ctr"/>
          <a:lstStyle>
            <a:lvl1pPr marL="0" indent="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None/>
              <a:defRPr sz="36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solidFill>
                  <a:schemeClr val="accent1"/>
                </a:solidFill>
              </a:rPr>
              <a:t>00%</a:t>
            </a:r>
            <a:endParaRPr lang="en-US" sz="4400" dirty="0">
              <a:solidFill>
                <a:schemeClr val="accent1"/>
              </a:solidFill>
            </a:endParaRPr>
          </a:p>
        </p:txBody>
      </p:sp>
      <p:sp>
        <p:nvSpPr>
          <p:cNvPr id="9" name="Text Placeholder 1"/>
          <p:cNvSpPr txBox="1">
            <a:spLocks/>
          </p:cNvSpPr>
          <p:nvPr/>
        </p:nvSpPr>
        <p:spPr>
          <a:xfrm>
            <a:off x="8760167" y="638175"/>
            <a:ext cx="2588871" cy="509588"/>
          </a:xfrm>
          <a:prstGeom prst="rect">
            <a:avLst/>
          </a:prstGeom>
        </p:spPr>
        <p:txBody>
          <a:bodyPr anchor="ctr"/>
          <a:lstStyle>
            <a:lvl1pPr marL="0" indent="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None/>
              <a:defRPr sz="36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1" fontAlgn="auto" hangingPunct="1">
              <a:spcAft>
                <a:spcPts val="0"/>
              </a:spcAft>
              <a:defRPr/>
            </a:pPr>
            <a:r>
              <a:rPr lang="en-US" sz="1800" b="0" dirty="0" smtClean="0">
                <a:solidFill>
                  <a:schemeClr val="tx1"/>
                </a:solidFill>
              </a:rPr>
              <a:t>JULHO/17</a:t>
            </a:r>
            <a:endParaRPr lang="en-US" sz="2400" b="0" dirty="0">
              <a:solidFill>
                <a:schemeClr val="tx1"/>
              </a:solidFill>
            </a:endParaRPr>
          </a:p>
        </p:txBody>
      </p:sp>
      <p:graphicFrame>
        <p:nvGraphicFramePr>
          <p:cNvPr id="10" name="Chart Placeholder 1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8830878"/>
              </p:ext>
            </p:extLst>
          </p:nvPr>
        </p:nvGraphicFramePr>
        <p:xfrm>
          <a:off x="601884" y="1900238"/>
          <a:ext cx="11250592" cy="41301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629190168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833438" y="685800"/>
            <a:ext cx="5324294" cy="509588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sz="2800" dirty="0" smtClean="0">
                <a:solidFill>
                  <a:schemeClr val="accent3"/>
                </a:solidFill>
              </a:rPr>
              <a:t>APOSENTADORIA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93539" name="Text Placeholder 2"/>
          <p:cNvSpPr>
            <a:spLocks noGrp="1"/>
          </p:cNvSpPr>
          <p:nvPr>
            <p:ph type="body" sz="quarter" idx="11"/>
          </p:nvPr>
        </p:nvSpPr>
        <p:spPr bwMode="auto">
          <a:xfrm>
            <a:off x="833438" y="1147763"/>
            <a:ext cx="10363200" cy="252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pt-BR" dirty="0" err="1"/>
              <a:t>Relatório</a:t>
            </a:r>
            <a:r>
              <a:rPr lang="en-US" altLang="pt-BR" dirty="0"/>
              <a:t> de RH </a:t>
            </a:r>
            <a:r>
              <a:rPr lang="mr-IN" altLang="pt-BR" dirty="0"/>
              <a:t>–</a:t>
            </a:r>
            <a:r>
              <a:rPr lang="en-US" altLang="pt-BR" dirty="0"/>
              <a:t> </a:t>
            </a:r>
            <a:r>
              <a:rPr lang="en-US" altLang="pt-BR" dirty="0" err="1"/>
              <a:t>Julho</a:t>
            </a:r>
            <a:r>
              <a:rPr lang="en-US" altLang="pt-BR" dirty="0"/>
              <a:t>/17</a:t>
            </a:r>
          </a:p>
        </p:txBody>
      </p:sp>
      <p:sp>
        <p:nvSpPr>
          <p:cNvPr id="7" name="Text Placeholder 1"/>
          <p:cNvSpPr txBox="1">
            <a:spLocks/>
          </p:cNvSpPr>
          <p:nvPr/>
        </p:nvSpPr>
        <p:spPr>
          <a:xfrm>
            <a:off x="8391645" y="1055346"/>
            <a:ext cx="2957393" cy="689658"/>
          </a:xfrm>
          <a:prstGeom prst="rect">
            <a:avLst/>
          </a:prstGeom>
        </p:spPr>
        <p:txBody>
          <a:bodyPr anchor="ctr"/>
          <a:lstStyle>
            <a:lvl1pPr marL="0" indent="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None/>
              <a:defRPr sz="36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solidFill>
                  <a:schemeClr val="accent1"/>
                </a:solidFill>
              </a:rPr>
              <a:t>00%</a:t>
            </a:r>
            <a:endParaRPr lang="en-US" sz="4400" dirty="0">
              <a:solidFill>
                <a:schemeClr val="accent1"/>
              </a:solidFill>
            </a:endParaRPr>
          </a:p>
        </p:txBody>
      </p:sp>
      <p:sp>
        <p:nvSpPr>
          <p:cNvPr id="9" name="Text Placeholder 1"/>
          <p:cNvSpPr txBox="1">
            <a:spLocks/>
          </p:cNvSpPr>
          <p:nvPr/>
        </p:nvSpPr>
        <p:spPr>
          <a:xfrm>
            <a:off x="8760167" y="638175"/>
            <a:ext cx="2588871" cy="509588"/>
          </a:xfrm>
          <a:prstGeom prst="rect">
            <a:avLst/>
          </a:prstGeom>
        </p:spPr>
        <p:txBody>
          <a:bodyPr anchor="ctr"/>
          <a:lstStyle>
            <a:lvl1pPr marL="0" indent="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None/>
              <a:defRPr sz="36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1" fontAlgn="auto" hangingPunct="1">
              <a:spcAft>
                <a:spcPts val="0"/>
              </a:spcAft>
              <a:defRPr/>
            </a:pPr>
            <a:r>
              <a:rPr lang="en-US" sz="1800" b="0" dirty="0" smtClean="0">
                <a:solidFill>
                  <a:schemeClr val="tx1"/>
                </a:solidFill>
              </a:rPr>
              <a:t>JULHO/17</a:t>
            </a:r>
            <a:endParaRPr lang="en-US" sz="1800" b="0" dirty="0">
              <a:solidFill>
                <a:schemeClr val="tx1"/>
              </a:solidFill>
            </a:endParaRPr>
          </a:p>
        </p:txBody>
      </p:sp>
      <p:graphicFrame>
        <p:nvGraphicFramePr>
          <p:cNvPr id="10" name="Chart Placeholder 1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69231791"/>
              </p:ext>
            </p:extLst>
          </p:nvPr>
        </p:nvGraphicFramePr>
        <p:xfrm>
          <a:off x="601884" y="1900238"/>
          <a:ext cx="11250592" cy="41301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36208501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ço Reservado para Imagem 6"/>
          <p:cNvPicPr>
            <a:picLocks noGrp="1"/>
          </p:cNvPicPr>
          <p:nvPr>
            <p:ph type="pic" sz="quarter" idx="12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1976" b="6167"/>
          <a:stretch/>
        </p:blipFill>
        <p:spPr bwMode="auto">
          <a:xfrm>
            <a:off x="0" y="1636585"/>
            <a:ext cx="12182475" cy="3600000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</p:pic>
      <p:sp>
        <p:nvSpPr>
          <p:cNvPr id="33" name="Text Placeholder 32"/>
          <p:cNvSpPr>
            <a:spLocks noGrp="1"/>
          </p:cNvSpPr>
          <p:nvPr>
            <p:ph type="body" sz="quarter" idx="10"/>
          </p:nvPr>
        </p:nvSpPr>
        <p:spPr>
          <a:xfrm>
            <a:off x="842986" y="2773750"/>
            <a:ext cx="10363200" cy="942679"/>
          </a:xfrm>
        </p:spPr>
        <p:txBody>
          <a:bodyPr/>
          <a:lstStyle/>
          <a:p>
            <a:pPr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4400" dirty="0" smtClean="0"/>
              <a:t>HEADCOUNT / FTE</a:t>
            </a:r>
            <a:endParaRPr lang="en-US" sz="4400" dirty="0"/>
          </a:p>
        </p:txBody>
      </p:sp>
      <p:sp>
        <p:nvSpPr>
          <p:cNvPr id="65540" name="Text Placeholder 33"/>
          <p:cNvSpPr>
            <a:spLocks noGrp="1"/>
          </p:cNvSpPr>
          <p:nvPr>
            <p:ph type="body" sz="quarter" idx="11"/>
          </p:nvPr>
        </p:nvSpPr>
        <p:spPr bwMode="auto">
          <a:xfrm>
            <a:off x="874913" y="3984714"/>
            <a:ext cx="10363200" cy="4587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pt-BR" sz="2000" dirty="0" smtClean="0"/>
              <a:t>RELATÓRIO DE RH </a:t>
            </a:r>
            <a:r>
              <a:rPr lang="mr-IN" altLang="pt-BR" sz="2000" dirty="0" smtClean="0"/>
              <a:t>–</a:t>
            </a:r>
            <a:r>
              <a:rPr lang="en-US" altLang="pt-BR" sz="2000" dirty="0" smtClean="0"/>
              <a:t> JULHO/17</a:t>
            </a:r>
            <a:endParaRPr lang="en-US" altLang="pt-BR" sz="2000" dirty="0"/>
          </a:p>
        </p:txBody>
      </p:sp>
      <p:grpSp>
        <p:nvGrpSpPr>
          <p:cNvPr id="65550" name="Group 37"/>
          <p:cNvGrpSpPr>
            <a:grpSpLocks/>
          </p:cNvGrpSpPr>
          <p:nvPr/>
        </p:nvGrpSpPr>
        <p:grpSpPr bwMode="auto">
          <a:xfrm>
            <a:off x="3611324" y="3716429"/>
            <a:ext cx="4826523" cy="65512"/>
            <a:chOff x="2055030" y="1463669"/>
            <a:chExt cx="2304256" cy="544908"/>
          </a:xfrm>
        </p:grpSpPr>
        <p:sp>
          <p:nvSpPr>
            <p:cNvPr id="39" name="Rectangle 38"/>
            <p:cNvSpPr/>
            <p:nvPr/>
          </p:nvSpPr>
          <p:spPr>
            <a:xfrm>
              <a:off x="2055030" y="1463669"/>
              <a:ext cx="575861" cy="5449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2630891" y="1463669"/>
              <a:ext cx="576675" cy="54490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3207565" y="1463669"/>
              <a:ext cx="575860" cy="54490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3783425" y="1463669"/>
              <a:ext cx="575861" cy="5449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39193736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833438" y="685800"/>
            <a:ext cx="5324294" cy="509588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accent3"/>
                </a:solidFill>
              </a:rPr>
              <a:t>ACOMPANHAMENTO MENSAL</a:t>
            </a:r>
            <a:endParaRPr lang="en-US" sz="2400" dirty="0">
              <a:solidFill>
                <a:schemeClr val="accent3"/>
              </a:solidFill>
            </a:endParaRPr>
          </a:p>
        </p:txBody>
      </p:sp>
      <p:sp>
        <p:nvSpPr>
          <p:cNvPr id="193539" name="Text Placeholder 2"/>
          <p:cNvSpPr>
            <a:spLocks noGrp="1"/>
          </p:cNvSpPr>
          <p:nvPr>
            <p:ph type="body" sz="quarter" idx="11"/>
          </p:nvPr>
        </p:nvSpPr>
        <p:spPr bwMode="auto">
          <a:xfrm>
            <a:off x="833438" y="1147763"/>
            <a:ext cx="10363200" cy="252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pt-BR" dirty="0" err="1"/>
              <a:t>Relatório</a:t>
            </a:r>
            <a:r>
              <a:rPr lang="en-US" altLang="pt-BR" dirty="0"/>
              <a:t> de RH </a:t>
            </a:r>
            <a:r>
              <a:rPr lang="mr-IN" altLang="pt-BR" dirty="0"/>
              <a:t>–</a:t>
            </a:r>
            <a:r>
              <a:rPr lang="en-US" altLang="pt-BR" dirty="0"/>
              <a:t> </a:t>
            </a:r>
            <a:r>
              <a:rPr lang="en-US" altLang="pt-BR" dirty="0" err="1"/>
              <a:t>Julho</a:t>
            </a:r>
            <a:r>
              <a:rPr lang="en-US" altLang="pt-BR" dirty="0"/>
              <a:t>/17</a:t>
            </a:r>
          </a:p>
        </p:txBody>
      </p:sp>
      <p:graphicFrame>
        <p:nvGraphicFramePr>
          <p:cNvPr id="8" name="Chart Placeholder 1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16250886"/>
              </p:ext>
            </p:extLst>
          </p:nvPr>
        </p:nvGraphicFramePr>
        <p:xfrm>
          <a:off x="601884" y="1900238"/>
          <a:ext cx="11250592" cy="42574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ext Placeholder 1"/>
          <p:cNvSpPr txBox="1">
            <a:spLocks/>
          </p:cNvSpPr>
          <p:nvPr/>
        </p:nvSpPr>
        <p:spPr>
          <a:xfrm>
            <a:off x="7953315" y="666869"/>
            <a:ext cx="1481559" cy="689658"/>
          </a:xfrm>
          <a:prstGeom prst="rect">
            <a:avLst/>
          </a:prstGeom>
        </p:spPr>
        <p:txBody>
          <a:bodyPr anchor="ctr"/>
          <a:lstStyle>
            <a:lvl1pPr marL="0" indent="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None/>
              <a:defRPr sz="36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800" dirty="0" smtClean="0">
                <a:solidFill>
                  <a:schemeClr val="accent1"/>
                </a:solidFill>
              </a:rPr>
              <a:t>000</a:t>
            </a:r>
            <a:endParaRPr lang="en-US" sz="4800" dirty="0">
              <a:solidFill>
                <a:schemeClr val="accent1"/>
              </a:solidFill>
            </a:endParaRPr>
          </a:p>
        </p:txBody>
      </p:sp>
      <p:sp>
        <p:nvSpPr>
          <p:cNvPr id="11" name="Text Placeholder 1"/>
          <p:cNvSpPr txBox="1">
            <a:spLocks/>
          </p:cNvSpPr>
          <p:nvPr/>
        </p:nvSpPr>
        <p:spPr>
          <a:xfrm>
            <a:off x="9861630" y="666869"/>
            <a:ext cx="1481559" cy="689658"/>
          </a:xfrm>
          <a:prstGeom prst="rect">
            <a:avLst/>
          </a:prstGeom>
        </p:spPr>
        <p:txBody>
          <a:bodyPr anchor="ctr"/>
          <a:lstStyle>
            <a:lvl1pPr marL="0" indent="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None/>
              <a:defRPr sz="36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800" dirty="0" smtClean="0">
                <a:solidFill>
                  <a:schemeClr val="accent1"/>
                </a:solidFill>
              </a:rPr>
              <a:t>000</a:t>
            </a:r>
            <a:endParaRPr lang="en-US" sz="4800" dirty="0">
              <a:solidFill>
                <a:schemeClr val="accent1"/>
              </a:solidFill>
            </a:endParaRPr>
          </a:p>
        </p:txBody>
      </p:sp>
      <p:sp>
        <p:nvSpPr>
          <p:cNvPr id="12" name="CaixaDeTexto 11"/>
          <p:cNvSpPr txBox="1"/>
          <p:nvPr/>
        </p:nvSpPr>
        <p:spPr>
          <a:xfrm>
            <a:off x="7912785" y="1250096"/>
            <a:ext cx="14911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b="1" dirty="0" smtClean="0">
                <a:latin typeface="Arial" charset="0"/>
                <a:ea typeface="Arial" charset="0"/>
                <a:cs typeface="Arial" charset="0"/>
              </a:rPr>
              <a:t>HEADCOUNT</a:t>
            </a:r>
            <a:endParaRPr lang="pt-BR" sz="1600" b="1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3" name="CaixaDeTexto 12"/>
          <p:cNvSpPr txBox="1"/>
          <p:nvPr/>
        </p:nvSpPr>
        <p:spPr>
          <a:xfrm>
            <a:off x="10299594" y="1261701"/>
            <a:ext cx="5709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 smtClean="0">
                <a:latin typeface="Arial" charset="0"/>
                <a:ea typeface="Arial" charset="0"/>
                <a:cs typeface="Arial" charset="0"/>
              </a:rPr>
              <a:t>FTE</a:t>
            </a:r>
            <a:endParaRPr lang="pt-BR" sz="1600" b="1" dirty="0"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1455662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ço Reservado para Imagem 6"/>
          <p:cNvPicPr>
            <a:picLocks noGrp="1"/>
          </p:cNvPicPr>
          <p:nvPr>
            <p:ph type="pic" sz="quarter" idx="12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1976" b="6167"/>
          <a:stretch/>
        </p:blipFill>
        <p:spPr bwMode="auto">
          <a:xfrm>
            <a:off x="0" y="1636585"/>
            <a:ext cx="12182475" cy="3600000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</p:pic>
      <p:sp>
        <p:nvSpPr>
          <p:cNvPr id="33" name="Text Placeholder 32"/>
          <p:cNvSpPr>
            <a:spLocks noGrp="1"/>
          </p:cNvSpPr>
          <p:nvPr>
            <p:ph type="body" sz="quarter" idx="10"/>
          </p:nvPr>
        </p:nvSpPr>
        <p:spPr>
          <a:xfrm>
            <a:off x="842986" y="2773750"/>
            <a:ext cx="10363200" cy="942679"/>
          </a:xfrm>
        </p:spPr>
        <p:txBody>
          <a:bodyPr/>
          <a:lstStyle/>
          <a:p>
            <a:pPr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4000" dirty="0" smtClean="0"/>
              <a:t>CUSTO DE PESSOAL</a:t>
            </a:r>
            <a:endParaRPr lang="en-US" sz="4000" dirty="0"/>
          </a:p>
        </p:txBody>
      </p:sp>
      <p:sp>
        <p:nvSpPr>
          <p:cNvPr id="65540" name="Text Placeholder 33"/>
          <p:cNvSpPr>
            <a:spLocks noGrp="1"/>
          </p:cNvSpPr>
          <p:nvPr>
            <p:ph type="body" sz="quarter" idx="11"/>
          </p:nvPr>
        </p:nvSpPr>
        <p:spPr bwMode="auto">
          <a:xfrm>
            <a:off x="874913" y="3984714"/>
            <a:ext cx="10363200" cy="4587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pt-BR" sz="2000" dirty="0" smtClean="0"/>
              <a:t>RELATÓRIO DE RH </a:t>
            </a:r>
            <a:r>
              <a:rPr lang="mr-IN" altLang="pt-BR" sz="2000" dirty="0" smtClean="0"/>
              <a:t>–</a:t>
            </a:r>
            <a:r>
              <a:rPr lang="en-US" altLang="pt-BR" sz="2000" dirty="0" smtClean="0"/>
              <a:t> JULHO/17</a:t>
            </a:r>
            <a:endParaRPr lang="en-US" altLang="pt-BR" sz="2000" dirty="0"/>
          </a:p>
        </p:txBody>
      </p:sp>
      <p:grpSp>
        <p:nvGrpSpPr>
          <p:cNvPr id="65550" name="Group 37"/>
          <p:cNvGrpSpPr>
            <a:grpSpLocks/>
          </p:cNvGrpSpPr>
          <p:nvPr/>
        </p:nvGrpSpPr>
        <p:grpSpPr bwMode="auto">
          <a:xfrm>
            <a:off x="3611324" y="3716429"/>
            <a:ext cx="4826523" cy="65512"/>
            <a:chOff x="2055030" y="1463669"/>
            <a:chExt cx="2304256" cy="544908"/>
          </a:xfrm>
        </p:grpSpPr>
        <p:sp>
          <p:nvSpPr>
            <p:cNvPr id="39" name="Rectangle 38"/>
            <p:cNvSpPr/>
            <p:nvPr/>
          </p:nvSpPr>
          <p:spPr>
            <a:xfrm>
              <a:off x="2055030" y="1463669"/>
              <a:ext cx="575861" cy="5449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2630891" y="1463669"/>
              <a:ext cx="576675" cy="54490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3207565" y="1463669"/>
              <a:ext cx="575860" cy="54490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3783425" y="1463669"/>
              <a:ext cx="575861" cy="5449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10304183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833438" y="685800"/>
            <a:ext cx="5324294" cy="509588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accent3"/>
                </a:solidFill>
              </a:rPr>
              <a:t>ACOMPANHAMENTO MENSAL</a:t>
            </a:r>
            <a:endParaRPr lang="en-US" sz="2400" dirty="0">
              <a:solidFill>
                <a:schemeClr val="accent3"/>
              </a:solidFill>
            </a:endParaRPr>
          </a:p>
        </p:txBody>
      </p:sp>
      <p:sp>
        <p:nvSpPr>
          <p:cNvPr id="193539" name="Text Placeholder 2"/>
          <p:cNvSpPr>
            <a:spLocks noGrp="1"/>
          </p:cNvSpPr>
          <p:nvPr>
            <p:ph type="body" sz="quarter" idx="11"/>
          </p:nvPr>
        </p:nvSpPr>
        <p:spPr bwMode="auto">
          <a:xfrm>
            <a:off x="833438" y="1147763"/>
            <a:ext cx="10363200" cy="252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pt-BR" dirty="0" err="1"/>
              <a:t>Relatório</a:t>
            </a:r>
            <a:r>
              <a:rPr lang="en-US" altLang="pt-BR" dirty="0"/>
              <a:t> de RH </a:t>
            </a:r>
            <a:r>
              <a:rPr lang="mr-IN" altLang="pt-BR" dirty="0"/>
              <a:t>–</a:t>
            </a:r>
            <a:r>
              <a:rPr lang="en-US" altLang="pt-BR" dirty="0"/>
              <a:t> </a:t>
            </a:r>
            <a:r>
              <a:rPr lang="en-US" altLang="pt-BR" dirty="0" err="1"/>
              <a:t>Julho</a:t>
            </a:r>
            <a:r>
              <a:rPr lang="en-US" altLang="pt-BR" dirty="0"/>
              <a:t>/17</a:t>
            </a:r>
          </a:p>
        </p:txBody>
      </p:sp>
      <p:graphicFrame>
        <p:nvGraphicFramePr>
          <p:cNvPr id="5" name="Chart Placeholder 1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34600469"/>
              </p:ext>
            </p:extLst>
          </p:nvPr>
        </p:nvGraphicFramePr>
        <p:xfrm>
          <a:off x="601884" y="1900238"/>
          <a:ext cx="11250592" cy="41301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 Placeholder 1"/>
          <p:cNvSpPr txBox="1">
            <a:spLocks/>
          </p:cNvSpPr>
          <p:nvPr/>
        </p:nvSpPr>
        <p:spPr>
          <a:xfrm>
            <a:off x="8391645" y="960549"/>
            <a:ext cx="2957393" cy="689658"/>
          </a:xfrm>
          <a:prstGeom prst="rect">
            <a:avLst/>
          </a:prstGeom>
        </p:spPr>
        <p:txBody>
          <a:bodyPr anchor="ctr"/>
          <a:lstStyle>
            <a:lvl1pPr marL="0" indent="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None/>
              <a:defRPr sz="36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1" fontAlgn="auto" hangingPunct="1">
              <a:spcAft>
                <a:spcPts val="0"/>
              </a:spcAft>
              <a:defRPr/>
            </a:pPr>
            <a:r>
              <a:rPr lang="en-US" sz="3200" dirty="0" smtClean="0">
                <a:solidFill>
                  <a:schemeClr val="accent1"/>
                </a:solidFill>
              </a:rPr>
              <a:t>R$ 0.000,00</a:t>
            </a:r>
            <a:endParaRPr lang="en-US" sz="3200" dirty="0">
              <a:solidFill>
                <a:schemeClr val="accent1"/>
              </a:solidFill>
            </a:endParaRPr>
          </a:p>
        </p:txBody>
      </p:sp>
      <p:sp>
        <p:nvSpPr>
          <p:cNvPr id="9" name="Text Placeholder 1"/>
          <p:cNvSpPr txBox="1">
            <a:spLocks/>
          </p:cNvSpPr>
          <p:nvPr/>
        </p:nvSpPr>
        <p:spPr>
          <a:xfrm>
            <a:off x="8760167" y="638175"/>
            <a:ext cx="2588871" cy="509588"/>
          </a:xfrm>
          <a:prstGeom prst="rect">
            <a:avLst/>
          </a:prstGeom>
        </p:spPr>
        <p:txBody>
          <a:bodyPr anchor="ctr"/>
          <a:lstStyle>
            <a:lvl1pPr marL="0" indent="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None/>
              <a:defRPr sz="36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1" fontAlgn="auto" hangingPunct="1">
              <a:spcAft>
                <a:spcPts val="0"/>
              </a:spcAft>
              <a:defRPr/>
            </a:pPr>
            <a:r>
              <a:rPr lang="en-US" sz="1800" b="0" dirty="0" smtClean="0">
                <a:solidFill>
                  <a:schemeClr val="tx1"/>
                </a:solidFill>
              </a:rPr>
              <a:t>JULHO/17</a:t>
            </a:r>
            <a:endParaRPr lang="en-US" sz="18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2169370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ço Reservado para Imagem 6"/>
          <p:cNvPicPr>
            <a:picLocks noGrp="1"/>
          </p:cNvPicPr>
          <p:nvPr>
            <p:ph type="pic" sz="quarter" idx="12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1976" b="6167"/>
          <a:stretch/>
        </p:blipFill>
        <p:spPr bwMode="auto">
          <a:xfrm>
            <a:off x="0" y="1636585"/>
            <a:ext cx="12182475" cy="3600000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</p:pic>
      <p:sp>
        <p:nvSpPr>
          <p:cNvPr id="33" name="Text Placeholder 32"/>
          <p:cNvSpPr>
            <a:spLocks noGrp="1"/>
          </p:cNvSpPr>
          <p:nvPr>
            <p:ph type="body" sz="quarter" idx="10"/>
          </p:nvPr>
        </p:nvSpPr>
        <p:spPr>
          <a:xfrm>
            <a:off x="842986" y="2773750"/>
            <a:ext cx="10363200" cy="942679"/>
          </a:xfrm>
        </p:spPr>
        <p:txBody>
          <a:bodyPr/>
          <a:lstStyle/>
          <a:p>
            <a:pPr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4000" dirty="0" smtClean="0"/>
              <a:t>HORAS DE TREINAMENTO</a:t>
            </a:r>
            <a:endParaRPr lang="en-US" sz="4000" dirty="0"/>
          </a:p>
        </p:txBody>
      </p:sp>
      <p:sp>
        <p:nvSpPr>
          <p:cNvPr id="65540" name="Text Placeholder 33"/>
          <p:cNvSpPr>
            <a:spLocks noGrp="1"/>
          </p:cNvSpPr>
          <p:nvPr>
            <p:ph type="body" sz="quarter" idx="11"/>
          </p:nvPr>
        </p:nvSpPr>
        <p:spPr bwMode="auto">
          <a:xfrm>
            <a:off x="874913" y="3984714"/>
            <a:ext cx="10363200" cy="4587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pt-BR" sz="2000" dirty="0" smtClean="0"/>
              <a:t>RELATÓRIO DE RH </a:t>
            </a:r>
            <a:r>
              <a:rPr lang="mr-IN" altLang="pt-BR" sz="2000" dirty="0" smtClean="0"/>
              <a:t>–</a:t>
            </a:r>
            <a:r>
              <a:rPr lang="en-US" altLang="pt-BR" sz="2000" dirty="0" smtClean="0"/>
              <a:t> JULHO/17</a:t>
            </a:r>
            <a:endParaRPr lang="en-US" altLang="pt-BR" sz="2000" dirty="0"/>
          </a:p>
        </p:txBody>
      </p:sp>
      <p:grpSp>
        <p:nvGrpSpPr>
          <p:cNvPr id="65550" name="Group 37"/>
          <p:cNvGrpSpPr>
            <a:grpSpLocks/>
          </p:cNvGrpSpPr>
          <p:nvPr/>
        </p:nvGrpSpPr>
        <p:grpSpPr bwMode="auto">
          <a:xfrm>
            <a:off x="3611324" y="3716429"/>
            <a:ext cx="4826523" cy="65512"/>
            <a:chOff x="2055030" y="1463669"/>
            <a:chExt cx="2304256" cy="544908"/>
          </a:xfrm>
        </p:grpSpPr>
        <p:sp>
          <p:nvSpPr>
            <p:cNvPr id="39" name="Rectangle 38"/>
            <p:cNvSpPr/>
            <p:nvPr/>
          </p:nvSpPr>
          <p:spPr>
            <a:xfrm>
              <a:off x="2055030" y="1463669"/>
              <a:ext cx="575861" cy="5449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2630891" y="1463669"/>
              <a:ext cx="576675" cy="54490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3207565" y="1463669"/>
              <a:ext cx="575860" cy="54490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3783425" y="1463669"/>
              <a:ext cx="575861" cy="5449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694830070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833438" y="685800"/>
            <a:ext cx="5324294" cy="509588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accent3"/>
                </a:solidFill>
              </a:rPr>
              <a:t>ACOMPANHAMENTO MENSAL</a:t>
            </a:r>
            <a:endParaRPr lang="en-US" sz="2400" dirty="0">
              <a:solidFill>
                <a:schemeClr val="accent3"/>
              </a:solidFill>
            </a:endParaRPr>
          </a:p>
        </p:txBody>
      </p:sp>
      <p:sp>
        <p:nvSpPr>
          <p:cNvPr id="193539" name="Text Placeholder 2"/>
          <p:cNvSpPr>
            <a:spLocks noGrp="1"/>
          </p:cNvSpPr>
          <p:nvPr>
            <p:ph type="body" sz="quarter" idx="11"/>
          </p:nvPr>
        </p:nvSpPr>
        <p:spPr bwMode="auto">
          <a:xfrm>
            <a:off x="833438" y="1147763"/>
            <a:ext cx="10363200" cy="252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pt-BR" dirty="0" err="1"/>
              <a:t>Relatório</a:t>
            </a:r>
            <a:r>
              <a:rPr lang="en-US" altLang="pt-BR" dirty="0"/>
              <a:t> de RH </a:t>
            </a:r>
            <a:r>
              <a:rPr lang="mr-IN" altLang="pt-BR" dirty="0"/>
              <a:t>–</a:t>
            </a:r>
            <a:r>
              <a:rPr lang="en-US" altLang="pt-BR" dirty="0"/>
              <a:t> </a:t>
            </a:r>
            <a:r>
              <a:rPr lang="en-US" altLang="pt-BR" dirty="0" err="1"/>
              <a:t>Julho</a:t>
            </a:r>
            <a:r>
              <a:rPr lang="en-US" altLang="pt-BR" dirty="0"/>
              <a:t>/17</a:t>
            </a:r>
          </a:p>
        </p:txBody>
      </p:sp>
      <p:sp>
        <p:nvSpPr>
          <p:cNvPr id="7" name="Text Placeholder 1"/>
          <p:cNvSpPr txBox="1">
            <a:spLocks/>
          </p:cNvSpPr>
          <p:nvPr/>
        </p:nvSpPr>
        <p:spPr>
          <a:xfrm>
            <a:off x="8391645" y="1055346"/>
            <a:ext cx="2957393" cy="689658"/>
          </a:xfrm>
          <a:prstGeom prst="rect">
            <a:avLst/>
          </a:prstGeom>
        </p:spPr>
        <p:txBody>
          <a:bodyPr anchor="ctr"/>
          <a:lstStyle>
            <a:lvl1pPr marL="0" indent="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None/>
              <a:defRPr sz="36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solidFill>
                  <a:schemeClr val="accent1"/>
                </a:solidFill>
              </a:rPr>
              <a:t>000</a:t>
            </a:r>
            <a:endParaRPr lang="en-US" sz="5400" dirty="0">
              <a:solidFill>
                <a:schemeClr val="accent1"/>
              </a:solidFill>
            </a:endParaRPr>
          </a:p>
        </p:txBody>
      </p:sp>
      <p:sp>
        <p:nvSpPr>
          <p:cNvPr id="9" name="Text Placeholder 1"/>
          <p:cNvSpPr txBox="1">
            <a:spLocks/>
          </p:cNvSpPr>
          <p:nvPr/>
        </p:nvSpPr>
        <p:spPr>
          <a:xfrm>
            <a:off x="8760167" y="638175"/>
            <a:ext cx="2588871" cy="509588"/>
          </a:xfrm>
          <a:prstGeom prst="rect">
            <a:avLst/>
          </a:prstGeom>
        </p:spPr>
        <p:txBody>
          <a:bodyPr anchor="ctr"/>
          <a:lstStyle>
            <a:lvl1pPr marL="0" indent="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None/>
              <a:defRPr sz="36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1" fontAlgn="auto" hangingPunct="1">
              <a:spcAft>
                <a:spcPts val="0"/>
              </a:spcAft>
              <a:defRPr/>
            </a:pPr>
            <a:r>
              <a:rPr lang="en-US" sz="1600" b="0" dirty="0" smtClean="0">
                <a:solidFill>
                  <a:schemeClr val="tx1"/>
                </a:solidFill>
              </a:rPr>
              <a:t>JULHO/17</a:t>
            </a:r>
            <a:endParaRPr lang="en-US" sz="1600" b="0" dirty="0">
              <a:solidFill>
                <a:schemeClr val="tx1"/>
              </a:solidFill>
            </a:endParaRPr>
          </a:p>
        </p:txBody>
      </p:sp>
      <p:graphicFrame>
        <p:nvGraphicFramePr>
          <p:cNvPr id="8" name="Chart Placeholder 1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76131424"/>
              </p:ext>
            </p:extLst>
          </p:nvPr>
        </p:nvGraphicFramePr>
        <p:xfrm>
          <a:off x="601884" y="1900238"/>
          <a:ext cx="11250592" cy="41301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36135205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ço Reservado para Imagem 6"/>
          <p:cNvPicPr>
            <a:picLocks noGrp="1"/>
          </p:cNvPicPr>
          <p:nvPr>
            <p:ph type="pic" sz="quarter" idx="12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1976" b="6167"/>
          <a:stretch/>
        </p:blipFill>
        <p:spPr bwMode="auto">
          <a:xfrm>
            <a:off x="0" y="1636585"/>
            <a:ext cx="12182475" cy="3600000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</p:pic>
      <p:sp>
        <p:nvSpPr>
          <p:cNvPr id="33" name="Text Placeholder 32"/>
          <p:cNvSpPr>
            <a:spLocks noGrp="1"/>
          </p:cNvSpPr>
          <p:nvPr>
            <p:ph type="body" sz="quarter" idx="10"/>
          </p:nvPr>
        </p:nvSpPr>
        <p:spPr>
          <a:xfrm>
            <a:off x="842986" y="2773750"/>
            <a:ext cx="10363200" cy="942679"/>
          </a:xfrm>
        </p:spPr>
        <p:txBody>
          <a:bodyPr/>
          <a:lstStyle/>
          <a:p>
            <a:pPr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4000" dirty="0" smtClean="0"/>
              <a:t>RECRUTAMENTO INTERNO</a:t>
            </a:r>
            <a:endParaRPr lang="en-US" sz="4000" dirty="0"/>
          </a:p>
        </p:txBody>
      </p:sp>
      <p:sp>
        <p:nvSpPr>
          <p:cNvPr id="65540" name="Text Placeholder 33"/>
          <p:cNvSpPr>
            <a:spLocks noGrp="1"/>
          </p:cNvSpPr>
          <p:nvPr>
            <p:ph type="body" sz="quarter" idx="11"/>
          </p:nvPr>
        </p:nvSpPr>
        <p:spPr bwMode="auto">
          <a:xfrm>
            <a:off x="874913" y="3984714"/>
            <a:ext cx="10363200" cy="4587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pt-BR" sz="2000" dirty="0" smtClean="0"/>
              <a:t>RELATÓRIO DE RH </a:t>
            </a:r>
            <a:r>
              <a:rPr lang="mr-IN" altLang="pt-BR" sz="2000" dirty="0" smtClean="0"/>
              <a:t>–</a:t>
            </a:r>
            <a:r>
              <a:rPr lang="en-US" altLang="pt-BR" sz="2000" dirty="0" smtClean="0"/>
              <a:t> JULHO/17</a:t>
            </a:r>
            <a:endParaRPr lang="en-US" altLang="pt-BR" sz="2000" dirty="0"/>
          </a:p>
        </p:txBody>
      </p:sp>
      <p:grpSp>
        <p:nvGrpSpPr>
          <p:cNvPr id="65550" name="Group 37"/>
          <p:cNvGrpSpPr>
            <a:grpSpLocks/>
          </p:cNvGrpSpPr>
          <p:nvPr/>
        </p:nvGrpSpPr>
        <p:grpSpPr bwMode="auto">
          <a:xfrm>
            <a:off x="3611324" y="3716429"/>
            <a:ext cx="4826523" cy="65512"/>
            <a:chOff x="2055030" y="1463669"/>
            <a:chExt cx="2304256" cy="544908"/>
          </a:xfrm>
        </p:grpSpPr>
        <p:sp>
          <p:nvSpPr>
            <p:cNvPr id="39" name="Rectangle 38"/>
            <p:cNvSpPr/>
            <p:nvPr/>
          </p:nvSpPr>
          <p:spPr>
            <a:xfrm>
              <a:off x="2055030" y="1463669"/>
              <a:ext cx="575861" cy="5449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2630891" y="1463669"/>
              <a:ext cx="576675" cy="54490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3207565" y="1463669"/>
              <a:ext cx="575860" cy="54490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3783425" y="1463669"/>
              <a:ext cx="575861" cy="5449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08199257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833438" y="685800"/>
            <a:ext cx="5324294" cy="509588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accent3"/>
                </a:solidFill>
              </a:rPr>
              <a:t>ACOMPANHAMENTO MENSAL</a:t>
            </a:r>
            <a:endParaRPr lang="en-US" sz="2400" dirty="0">
              <a:solidFill>
                <a:schemeClr val="accent3"/>
              </a:solidFill>
            </a:endParaRPr>
          </a:p>
        </p:txBody>
      </p:sp>
      <p:sp>
        <p:nvSpPr>
          <p:cNvPr id="193539" name="Text Placeholder 2"/>
          <p:cNvSpPr>
            <a:spLocks noGrp="1"/>
          </p:cNvSpPr>
          <p:nvPr>
            <p:ph type="body" sz="quarter" idx="11"/>
          </p:nvPr>
        </p:nvSpPr>
        <p:spPr bwMode="auto">
          <a:xfrm>
            <a:off x="833438" y="1147763"/>
            <a:ext cx="10363200" cy="252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pt-BR" dirty="0" err="1"/>
              <a:t>Relatório</a:t>
            </a:r>
            <a:r>
              <a:rPr lang="en-US" altLang="pt-BR" dirty="0"/>
              <a:t> de RH </a:t>
            </a:r>
            <a:r>
              <a:rPr lang="mr-IN" altLang="pt-BR" dirty="0"/>
              <a:t>–</a:t>
            </a:r>
            <a:r>
              <a:rPr lang="en-US" altLang="pt-BR" dirty="0"/>
              <a:t> </a:t>
            </a:r>
            <a:r>
              <a:rPr lang="en-US" altLang="pt-BR" dirty="0" err="1"/>
              <a:t>Julho</a:t>
            </a:r>
            <a:r>
              <a:rPr lang="en-US" altLang="pt-BR" dirty="0"/>
              <a:t>/17</a:t>
            </a:r>
          </a:p>
        </p:txBody>
      </p:sp>
      <p:sp>
        <p:nvSpPr>
          <p:cNvPr id="7" name="Text Placeholder 1"/>
          <p:cNvSpPr txBox="1">
            <a:spLocks/>
          </p:cNvSpPr>
          <p:nvPr/>
        </p:nvSpPr>
        <p:spPr>
          <a:xfrm>
            <a:off x="8391645" y="1055346"/>
            <a:ext cx="2957393" cy="689658"/>
          </a:xfrm>
          <a:prstGeom prst="rect">
            <a:avLst/>
          </a:prstGeom>
        </p:spPr>
        <p:txBody>
          <a:bodyPr anchor="ctr"/>
          <a:lstStyle>
            <a:lvl1pPr marL="0" indent="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None/>
              <a:defRPr sz="36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solidFill>
                  <a:schemeClr val="accent1"/>
                </a:solidFill>
              </a:rPr>
              <a:t>00%</a:t>
            </a:r>
            <a:endParaRPr lang="en-US" sz="4400" dirty="0">
              <a:solidFill>
                <a:schemeClr val="accent1"/>
              </a:solidFill>
            </a:endParaRPr>
          </a:p>
        </p:txBody>
      </p:sp>
      <p:sp>
        <p:nvSpPr>
          <p:cNvPr id="9" name="Text Placeholder 1"/>
          <p:cNvSpPr txBox="1">
            <a:spLocks/>
          </p:cNvSpPr>
          <p:nvPr/>
        </p:nvSpPr>
        <p:spPr>
          <a:xfrm>
            <a:off x="8760167" y="638175"/>
            <a:ext cx="2588871" cy="509588"/>
          </a:xfrm>
          <a:prstGeom prst="rect">
            <a:avLst/>
          </a:prstGeom>
        </p:spPr>
        <p:txBody>
          <a:bodyPr anchor="ctr"/>
          <a:lstStyle>
            <a:lvl1pPr marL="0" indent="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None/>
              <a:defRPr sz="36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1" fontAlgn="auto" hangingPunct="1">
              <a:spcAft>
                <a:spcPts val="0"/>
              </a:spcAft>
              <a:defRPr/>
            </a:pPr>
            <a:r>
              <a:rPr lang="en-US" sz="1600" b="0" dirty="0" smtClean="0">
                <a:solidFill>
                  <a:schemeClr val="tx1"/>
                </a:solidFill>
              </a:rPr>
              <a:t>JULHO/17</a:t>
            </a:r>
            <a:endParaRPr lang="en-US" sz="1600" b="0" dirty="0">
              <a:solidFill>
                <a:schemeClr val="tx1"/>
              </a:solidFill>
            </a:endParaRPr>
          </a:p>
        </p:txBody>
      </p:sp>
      <p:graphicFrame>
        <p:nvGraphicFramePr>
          <p:cNvPr id="8" name="Chart Placeholder 1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74027320"/>
              </p:ext>
            </p:extLst>
          </p:nvPr>
        </p:nvGraphicFramePr>
        <p:xfrm>
          <a:off x="601884" y="1900238"/>
          <a:ext cx="11250592" cy="41301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97277486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ço Reservado para Imagem 6"/>
          <p:cNvPicPr>
            <a:picLocks noGrp="1"/>
          </p:cNvPicPr>
          <p:nvPr>
            <p:ph type="pic" sz="quarter" idx="12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1976" b="6167"/>
          <a:stretch/>
        </p:blipFill>
        <p:spPr bwMode="auto">
          <a:xfrm>
            <a:off x="0" y="1636585"/>
            <a:ext cx="12182475" cy="3600000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</p:pic>
      <p:sp>
        <p:nvSpPr>
          <p:cNvPr id="33" name="Text Placeholder 32"/>
          <p:cNvSpPr>
            <a:spLocks noGrp="1"/>
          </p:cNvSpPr>
          <p:nvPr>
            <p:ph type="body" sz="quarter" idx="10"/>
          </p:nvPr>
        </p:nvSpPr>
        <p:spPr>
          <a:xfrm>
            <a:off x="842986" y="2773750"/>
            <a:ext cx="10363200" cy="942679"/>
          </a:xfrm>
        </p:spPr>
        <p:txBody>
          <a:bodyPr/>
          <a:lstStyle/>
          <a:p>
            <a:pPr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4000" dirty="0" smtClean="0"/>
              <a:t>CUSTO DE CONTRATAÇÃO - CAC</a:t>
            </a:r>
            <a:endParaRPr lang="en-US" sz="4000" dirty="0"/>
          </a:p>
        </p:txBody>
      </p:sp>
      <p:sp>
        <p:nvSpPr>
          <p:cNvPr id="65540" name="Text Placeholder 33"/>
          <p:cNvSpPr>
            <a:spLocks noGrp="1"/>
          </p:cNvSpPr>
          <p:nvPr>
            <p:ph type="body" sz="quarter" idx="11"/>
          </p:nvPr>
        </p:nvSpPr>
        <p:spPr bwMode="auto">
          <a:xfrm>
            <a:off x="874913" y="3984714"/>
            <a:ext cx="10363200" cy="4587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pt-BR" sz="2000" dirty="0" smtClean="0"/>
              <a:t>RELATÓRIO DE RH </a:t>
            </a:r>
            <a:r>
              <a:rPr lang="mr-IN" altLang="pt-BR" sz="2000" dirty="0" smtClean="0"/>
              <a:t>–</a:t>
            </a:r>
            <a:r>
              <a:rPr lang="en-US" altLang="pt-BR" sz="2000" dirty="0" smtClean="0"/>
              <a:t> JULHO/17</a:t>
            </a:r>
            <a:endParaRPr lang="en-US" altLang="pt-BR" sz="2000" dirty="0"/>
          </a:p>
        </p:txBody>
      </p:sp>
      <p:grpSp>
        <p:nvGrpSpPr>
          <p:cNvPr id="65550" name="Group 37"/>
          <p:cNvGrpSpPr>
            <a:grpSpLocks/>
          </p:cNvGrpSpPr>
          <p:nvPr/>
        </p:nvGrpSpPr>
        <p:grpSpPr bwMode="auto">
          <a:xfrm>
            <a:off x="3611324" y="3716429"/>
            <a:ext cx="4826523" cy="65512"/>
            <a:chOff x="2055030" y="1463669"/>
            <a:chExt cx="2304256" cy="544908"/>
          </a:xfrm>
        </p:grpSpPr>
        <p:sp>
          <p:nvSpPr>
            <p:cNvPr id="39" name="Rectangle 38"/>
            <p:cNvSpPr/>
            <p:nvPr/>
          </p:nvSpPr>
          <p:spPr>
            <a:xfrm>
              <a:off x="2055030" y="1463669"/>
              <a:ext cx="575861" cy="5449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2630891" y="1463669"/>
              <a:ext cx="576675" cy="54490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3207565" y="1463669"/>
              <a:ext cx="575860" cy="54490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3783425" y="1463669"/>
              <a:ext cx="575861" cy="5449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66177207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833438" y="685800"/>
            <a:ext cx="5324294" cy="509588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accent3"/>
                </a:solidFill>
              </a:rPr>
              <a:t>ACOMPANHAMENTO MENSAL</a:t>
            </a:r>
            <a:endParaRPr lang="en-US" sz="2400" dirty="0">
              <a:solidFill>
                <a:schemeClr val="accent3"/>
              </a:solidFill>
            </a:endParaRPr>
          </a:p>
        </p:txBody>
      </p:sp>
      <p:sp>
        <p:nvSpPr>
          <p:cNvPr id="193539" name="Text Placeholder 2"/>
          <p:cNvSpPr>
            <a:spLocks noGrp="1"/>
          </p:cNvSpPr>
          <p:nvPr>
            <p:ph type="body" sz="quarter" idx="11"/>
          </p:nvPr>
        </p:nvSpPr>
        <p:spPr bwMode="auto">
          <a:xfrm>
            <a:off x="833438" y="1147763"/>
            <a:ext cx="10363200" cy="252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pt-BR" dirty="0" err="1"/>
              <a:t>Relatório</a:t>
            </a:r>
            <a:r>
              <a:rPr lang="en-US" altLang="pt-BR" dirty="0"/>
              <a:t> de RH </a:t>
            </a:r>
            <a:r>
              <a:rPr lang="mr-IN" altLang="pt-BR" dirty="0"/>
              <a:t>–</a:t>
            </a:r>
            <a:r>
              <a:rPr lang="en-US" altLang="pt-BR" dirty="0"/>
              <a:t> </a:t>
            </a:r>
            <a:r>
              <a:rPr lang="en-US" altLang="pt-BR" dirty="0" err="1"/>
              <a:t>Julho</a:t>
            </a:r>
            <a:r>
              <a:rPr lang="en-US" altLang="pt-BR" dirty="0"/>
              <a:t>/17</a:t>
            </a:r>
          </a:p>
        </p:txBody>
      </p:sp>
      <p:graphicFrame>
        <p:nvGraphicFramePr>
          <p:cNvPr id="5" name="Chart Placeholder 12"/>
          <p:cNvGraphicFramePr>
            <a:graphicFrameLocks/>
          </p:cNvGraphicFramePr>
          <p:nvPr/>
        </p:nvGraphicFramePr>
        <p:xfrm>
          <a:off x="601884" y="1900238"/>
          <a:ext cx="11250592" cy="41301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 Placeholder 1"/>
          <p:cNvSpPr txBox="1">
            <a:spLocks/>
          </p:cNvSpPr>
          <p:nvPr/>
        </p:nvSpPr>
        <p:spPr>
          <a:xfrm>
            <a:off x="8391645" y="960549"/>
            <a:ext cx="2957393" cy="689658"/>
          </a:xfrm>
          <a:prstGeom prst="rect">
            <a:avLst/>
          </a:prstGeom>
        </p:spPr>
        <p:txBody>
          <a:bodyPr anchor="ctr"/>
          <a:lstStyle>
            <a:lvl1pPr marL="0" indent="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None/>
              <a:defRPr sz="36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1" fontAlgn="auto" hangingPunct="1">
              <a:spcAft>
                <a:spcPts val="0"/>
              </a:spcAft>
              <a:defRPr/>
            </a:pPr>
            <a:r>
              <a:rPr lang="en-US" sz="3200" dirty="0" smtClean="0">
                <a:solidFill>
                  <a:schemeClr val="accent1"/>
                </a:solidFill>
              </a:rPr>
              <a:t>R$ 0.000,00</a:t>
            </a:r>
            <a:endParaRPr lang="en-US" sz="3200" dirty="0">
              <a:solidFill>
                <a:schemeClr val="accent1"/>
              </a:solidFill>
            </a:endParaRPr>
          </a:p>
        </p:txBody>
      </p:sp>
      <p:sp>
        <p:nvSpPr>
          <p:cNvPr id="9" name="Text Placeholder 1"/>
          <p:cNvSpPr txBox="1">
            <a:spLocks/>
          </p:cNvSpPr>
          <p:nvPr/>
        </p:nvSpPr>
        <p:spPr>
          <a:xfrm>
            <a:off x="8760167" y="638175"/>
            <a:ext cx="2588871" cy="509588"/>
          </a:xfrm>
          <a:prstGeom prst="rect">
            <a:avLst/>
          </a:prstGeom>
        </p:spPr>
        <p:txBody>
          <a:bodyPr anchor="ctr"/>
          <a:lstStyle>
            <a:lvl1pPr marL="0" indent="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None/>
              <a:defRPr sz="36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1" fontAlgn="auto" hangingPunct="1">
              <a:spcAft>
                <a:spcPts val="0"/>
              </a:spcAft>
              <a:defRPr/>
            </a:pPr>
            <a:r>
              <a:rPr lang="en-US" sz="1800" b="0" dirty="0" smtClean="0">
                <a:solidFill>
                  <a:schemeClr val="tx1"/>
                </a:solidFill>
              </a:rPr>
              <a:t>JULHO/17</a:t>
            </a:r>
            <a:endParaRPr lang="en-US" sz="18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4628762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ço Reservado para Imagem 6"/>
          <p:cNvPicPr>
            <a:picLocks noGrp="1"/>
          </p:cNvPicPr>
          <p:nvPr>
            <p:ph type="pic" sz="quarter" idx="12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1976" b="6167"/>
          <a:stretch/>
        </p:blipFill>
        <p:spPr bwMode="auto">
          <a:xfrm>
            <a:off x="0" y="1636585"/>
            <a:ext cx="12182475" cy="3600000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</p:pic>
      <p:sp>
        <p:nvSpPr>
          <p:cNvPr id="33" name="Text Placeholder 32"/>
          <p:cNvSpPr>
            <a:spLocks noGrp="1"/>
          </p:cNvSpPr>
          <p:nvPr>
            <p:ph type="body" sz="quarter" idx="10"/>
          </p:nvPr>
        </p:nvSpPr>
        <p:spPr>
          <a:xfrm>
            <a:off x="842986" y="2773750"/>
            <a:ext cx="10363200" cy="942679"/>
          </a:xfrm>
        </p:spPr>
        <p:txBody>
          <a:bodyPr/>
          <a:lstStyle/>
          <a:p>
            <a:pPr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4000" dirty="0" smtClean="0"/>
              <a:t>SLA </a:t>
            </a:r>
            <a:r>
              <a:rPr lang="en-US" sz="4000" dirty="0" smtClean="0"/>
              <a:t>DE FECHAMENTO DE VAGAS</a:t>
            </a:r>
            <a:endParaRPr lang="en-US" sz="4000" dirty="0"/>
          </a:p>
        </p:txBody>
      </p:sp>
      <p:sp>
        <p:nvSpPr>
          <p:cNvPr id="65540" name="Text Placeholder 33"/>
          <p:cNvSpPr>
            <a:spLocks noGrp="1"/>
          </p:cNvSpPr>
          <p:nvPr>
            <p:ph type="body" sz="quarter" idx="11"/>
          </p:nvPr>
        </p:nvSpPr>
        <p:spPr bwMode="auto">
          <a:xfrm>
            <a:off x="874913" y="3984714"/>
            <a:ext cx="10363200" cy="4587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pt-BR" sz="2000" dirty="0" smtClean="0"/>
              <a:t>RELATÓRIO DE RH </a:t>
            </a:r>
            <a:r>
              <a:rPr lang="mr-IN" altLang="pt-BR" sz="2000" dirty="0" smtClean="0"/>
              <a:t>–</a:t>
            </a:r>
            <a:r>
              <a:rPr lang="en-US" altLang="pt-BR" sz="2000" dirty="0" smtClean="0"/>
              <a:t> JULHO/17</a:t>
            </a:r>
            <a:endParaRPr lang="en-US" altLang="pt-BR" sz="2000" dirty="0"/>
          </a:p>
        </p:txBody>
      </p:sp>
      <p:grpSp>
        <p:nvGrpSpPr>
          <p:cNvPr id="65550" name="Group 37"/>
          <p:cNvGrpSpPr>
            <a:grpSpLocks/>
          </p:cNvGrpSpPr>
          <p:nvPr/>
        </p:nvGrpSpPr>
        <p:grpSpPr bwMode="auto">
          <a:xfrm>
            <a:off x="3611324" y="3716429"/>
            <a:ext cx="4826523" cy="65512"/>
            <a:chOff x="2055030" y="1463669"/>
            <a:chExt cx="2304256" cy="544908"/>
          </a:xfrm>
        </p:grpSpPr>
        <p:sp>
          <p:nvSpPr>
            <p:cNvPr id="39" name="Rectangle 38"/>
            <p:cNvSpPr/>
            <p:nvPr/>
          </p:nvSpPr>
          <p:spPr>
            <a:xfrm>
              <a:off x="2055030" y="1463669"/>
              <a:ext cx="575861" cy="5449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2630891" y="1463669"/>
              <a:ext cx="576675" cy="54490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3207565" y="1463669"/>
              <a:ext cx="575860" cy="54490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3783425" y="1463669"/>
              <a:ext cx="575861" cy="5449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589147732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833438" y="685800"/>
            <a:ext cx="5324294" cy="509588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accent3"/>
                </a:solidFill>
              </a:rPr>
              <a:t>ACOMPANHAMENTO MENSAL</a:t>
            </a:r>
            <a:endParaRPr lang="en-US" sz="2400" dirty="0">
              <a:solidFill>
                <a:schemeClr val="accent3"/>
              </a:solidFill>
            </a:endParaRPr>
          </a:p>
        </p:txBody>
      </p:sp>
      <p:sp>
        <p:nvSpPr>
          <p:cNvPr id="193539" name="Text Placeholder 2"/>
          <p:cNvSpPr>
            <a:spLocks noGrp="1"/>
          </p:cNvSpPr>
          <p:nvPr>
            <p:ph type="body" sz="quarter" idx="11"/>
          </p:nvPr>
        </p:nvSpPr>
        <p:spPr bwMode="auto">
          <a:xfrm>
            <a:off x="833438" y="1147763"/>
            <a:ext cx="10363200" cy="252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pt-BR" dirty="0" err="1"/>
              <a:t>Relatório</a:t>
            </a:r>
            <a:r>
              <a:rPr lang="en-US" altLang="pt-BR" dirty="0"/>
              <a:t> de RH </a:t>
            </a:r>
            <a:r>
              <a:rPr lang="mr-IN" altLang="pt-BR" dirty="0"/>
              <a:t>–</a:t>
            </a:r>
            <a:r>
              <a:rPr lang="en-US" altLang="pt-BR" dirty="0"/>
              <a:t> </a:t>
            </a:r>
            <a:r>
              <a:rPr lang="en-US" altLang="pt-BR" dirty="0" err="1"/>
              <a:t>Julho</a:t>
            </a:r>
            <a:r>
              <a:rPr lang="en-US" altLang="pt-BR" dirty="0"/>
              <a:t>/17</a:t>
            </a:r>
          </a:p>
        </p:txBody>
      </p:sp>
      <p:sp>
        <p:nvSpPr>
          <p:cNvPr id="7" name="Text Placeholder 1"/>
          <p:cNvSpPr txBox="1">
            <a:spLocks/>
          </p:cNvSpPr>
          <p:nvPr/>
        </p:nvSpPr>
        <p:spPr>
          <a:xfrm>
            <a:off x="8391645" y="958168"/>
            <a:ext cx="2957393" cy="689658"/>
          </a:xfrm>
          <a:prstGeom prst="rect">
            <a:avLst/>
          </a:prstGeom>
        </p:spPr>
        <p:txBody>
          <a:bodyPr anchor="ctr"/>
          <a:lstStyle>
            <a:lvl1pPr marL="0" indent="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None/>
              <a:defRPr sz="36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1" fontAlgn="auto" hangingPunct="1">
              <a:spcAft>
                <a:spcPts val="0"/>
              </a:spcAft>
              <a:defRPr/>
            </a:pPr>
            <a:r>
              <a:rPr lang="en-US" sz="3200" dirty="0" smtClean="0">
                <a:solidFill>
                  <a:schemeClr val="accent1"/>
                </a:solidFill>
              </a:rPr>
              <a:t>0 HORAS</a:t>
            </a:r>
            <a:endParaRPr lang="en-US" sz="3200" dirty="0">
              <a:solidFill>
                <a:schemeClr val="accent1"/>
              </a:solidFill>
            </a:endParaRPr>
          </a:p>
        </p:txBody>
      </p:sp>
      <p:sp>
        <p:nvSpPr>
          <p:cNvPr id="9" name="Text Placeholder 1"/>
          <p:cNvSpPr txBox="1">
            <a:spLocks/>
          </p:cNvSpPr>
          <p:nvPr/>
        </p:nvSpPr>
        <p:spPr>
          <a:xfrm>
            <a:off x="8760167" y="638175"/>
            <a:ext cx="2588871" cy="509588"/>
          </a:xfrm>
          <a:prstGeom prst="rect">
            <a:avLst/>
          </a:prstGeom>
        </p:spPr>
        <p:txBody>
          <a:bodyPr anchor="ctr"/>
          <a:lstStyle>
            <a:lvl1pPr marL="0" indent="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None/>
              <a:defRPr sz="36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None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1" fontAlgn="auto" hangingPunct="1">
              <a:spcAft>
                <a:spcPts val="0"/>
              </a:spcAft>
              <a:defRPr/>
            </a:pPr>
            <a:r>
              <a:rPr lang="en-US" sz="1800" b="0" dirty="0" smtClean="0">
                <a:solidFill>
                  <a:schemeClr val="tx1"/>
                </a:solidFill>
              </a:rPr>
              <a:t>JULHO/17</a:t>
            </a:r>
            <a:endParaRPr lang="en-US" sz="1800" b="0" dirty="0">
              <a:solidFill>
                <a:schemeClr val="tx1"/>
              </a:solidFill>
            </a:endParaRPr>
          </a:p>
        </p:txBody>
      </p:sp>
      <p:graphicFrame>
        <p:nvGraphicFramePr>
          <p:cNvPr id="8" name="Chart Placeholder 12"/>
          <p:cNvGraphicFramePr>
            <a:graphicFrameLocks/>
          </p:cNvGraphicFramePr>
          <p:nvPr/>
        </p:nvGraphicFramePr>
        <p:xfrm>
          <a:off x="601884" y="1900238"/>
          <a:ext cx="11250592" cy="41301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84583195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ço Reservado para Imagem 6"/>
          <p:cNvPicPr>
            <a:picLocks noGrp="1"/>
          </p:cNvPicPr>
          <p:nvPr>
            <p:ph type="pic" sz="quarter" idx="12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1976" b="6167"/>
          <a:stretch/>
        </p:blipFill>
        <p:spPr bwMode="auto">
          <a:xfrm>
            <a:off x="0" y="1636585"/>
            <a:ext cx="12182475" cy="3600000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</p:pic>
      <p:sp>
        <p:nvSpPr>
          <p:cNvPr id="33" name="Text Placeholder 32"/>
          <p:cNvSpPr>
            <a:spLocks noGrp="1"/>
          </p:cNvSpPr>
          <p:nvPr>
            <p:ph type="body" sz="quarter" idx="10"/>
          </p:nvPr>
        </p:nvSpPr>
        <p:spPr>
          <a:xfrm>
            <a:off x="842986" y="2773750"/>
            <a:ext cx="10363200" cy="942679"/>
          </a:xfrm>
        </p:spPr>
        <p:txBody>
          <a:bodyPr/>
          <a:lstStyle/>
          <a:p>
            <a:pPr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4000" dirty="0" smtClean="0"/>
              <a:t>PLANO DE AÇÃO</a:t>
            </a:r>
            <a:endParaRPr lang="en-US" sz="4000" dirty="0"/>
          </a:p>
        </p:txBody>
      </p:sp>
      <p:sp>
        <p:nvSpPr>
          <p:cNvPr id="65540" name="Text Placeholder 33"/>
          <p:cNvSpPr>
            <a:spLocks noGrp="1"/>
          </p:cNvSpPr>
          <p:nvPr>
            <p:ph type="body" sz="quarter" idx="11"/>
          </p:nvPr>
        </p:nvSpPr>
        <p:spPr bwMode="auto">
          <a:xfrm>
            <a:off x="874913" y="3984714"/>
            <a:ext cx="10363200" cy="4587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pt-BR" sz="2000" dirty="0" smtClean="0"/>
              <a:t>RELATÓRIO DE RH </a:t>
            </a:r>
            <a:r>
              <a:rPr lang="mr-IN" altLang="pt-BR" sz="2000" dirty="0" smtClean="0"/>
              <a:t>–</a:t>
            </a:r>
            <a:r>
              <a:rPr lang="en-US" altLang="pt-BR" sz="2000" dirty="0" smtClean="0"/>
              <a:t> JULHO/17</a:t>
            </a:r>
            <a:endParaRPr lang="en-US" altLang="pt-BR" sz="2000" dirty="0"/>
          </a:p>
        </p:txBody>
      </p:sp>
      <p:grpSp>
        <p:nvGrpSpPr>
          <p:cNvPr id="65550" name="Group 37"/>
          <p:cNvGrpSpPr>
            <a:grpSpLocks/>
          </p:cNvGrpSpPr>
          <p:nvPr/>
        </p:nvGrpSpPr>
        <p:grpSpPr bwMode="auto">
          <a:xfrm>
            <a:off x="3611324" y="3716429"/>
            <a:ext cx="4826523" cy="65512"/>
            <a:chOff x="2055030" y="1463669"/>
            <a:chExt cx="2304256" cy="544908"/>
          </a:xfrm>
        </p:grpSpPr>
        <p:sp>
          <p:nvSpPr>
            <p:cNvPr id="39" name="Rectangle 38"/>
            <p:cNvSpPr/>
            <p:nvPr/>
          </p:nvSpPr>
          <p:spPr>
            <a:xfrm>
              <a:off x="2055030" y="1463669"/>
              <a:ext cx="575861" cy="5449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2630891" y="1463669"/>
              <a:ext cx="576675" cy="54490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3207565" y="1463669"/>
              <a:ext cx="575860" cy="54490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3783425" y="1463669"/>
              <a:ext cx="575861" cy="5449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036256709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spaço Reservado para Imagem 1"/>
          <p:cNvPicPr>
            <a:picLocks noGrp="1" noChangeAspect="1"/>
          </p:cNvPicPr>
          <p:nvPr>
            <p:ph type="pic" sz="quarter" idx="1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38" r="20338"/>
          <a:stretch>
            <a:fillRect/>
          </a:stretch>
        </p:blipFill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</p:pic>
      <p:sp>
        <p:nvSpPr>
          <p:cNvPr id="41" name="Right Triangle 40"/>
          <p:cNvSpPr/>
          <p:nvPr/>
        </p:nvSpPr>
        <p:spPr>
          <a:xfrm rot="16200000">
            <a:off x="5715000" y="381000"/>
            <a:ext cx="6858000" cy="6096000"/>
          </a:xfrm>
          <a:prstGeom prst="rtTriangle">
            <a:avLst/>
          </a:prstGeom>
          <a:solidFill>
            <a:srgbClr val="3A3838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0"/>
          </p:nvPr>
        </p:nvSpPr>
        <p:spPr>
          <a:xfrm>
            <a:off x="833438" y="685800"/>
            <a:ext cx="10363200" cy="509588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sz="2800" dirty="0" smtClean="0">
                <a:solidFill>
                  <a:schemeClr val="accent3"/>
                </a:solidFill>
              </a:rPr>
              <a:t>PLANO DE AÇÃO</a:t>
            </a:r>
            <a:endParaRPr lang="en-US" sz="2800" dirty="0">
              <a:solidFill>
                <a:schemeClr val="accent3"/>
              </a:solidFill>
            </a:endParaRPr>
          </a:p>
        </p:txBody>
      </p:sp>
      <p:sp>
        <p:nvSpPr>
          <p:cNvPr id="71693" name="Text Placeholder 15"/>
          <p:cNvSpPr>
            <a:spLocks noGrp="1"/>
          </p:cNvSpPr>
          <p:nvPr>
            <p:ph type="body" sz="quarter" idx="11"/>
          </p:nvPr>
        </p:nvSpPr>
        <p:spPr bwMode="auto">
          <a:xfrm>
            <a:off x="833438" y="1113038"/>
            <a:ext cx="10363200" cy="252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pt-BR" dirty="0" err="1"/>
              <a:t>Relatório</a:t>
            </a:r>
            <a:r>
              <a:rPr lang="en-US" altLang="pt-BR" dirty="0"/>
              <a:t> de RH </a:t>
            </a:r>
            <a:r>
              <a:rPr lang="mr-IN" altLang="pt-BR" dirty="0"/>
              <a:t>–</a:t>
            </a:r>
            <a:r>
              <a:rPr lang="en-US" altLang="pt-BR" dirty="0"/>
              <a:t> </a:t>
            </a:r>
            <a:r>
              <a:rPr lang="en-US" altLang="pt-BR" dirty="0" err="1"/>
              <a:t>Julho</a:t>
            </a:r>
            <a:r>
              <a:rPr lang="en-US" altLang="pt-BR" dirty="0"/>
              <a:t>/17</a:t>
            </a: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833438" y="1993298"/>
            <a:ext cx="6723062" cy="40318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Open Sans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</a:defRPr>
            </a:lvl9pPr>
          </a:lstStyle>
          <a:p>
            <a:pPr marL="285750" indent="-285750" eaLnBrk="1" hangingPunct="1">
              <a:lnSpc>
                <a:spcPct val="200000"/>
              </a:lnSpc>
              <a:buFont typeface="Arial" charset="0"/>
              <a:buChar char="•"/>
            </a:pPr>
            <a:r>
              <a:rPr lang="en-US" altLang="pt-BR" sz="1600" dirty="0" err="1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Lorem</a:t>
            </a:r>
            <a:r>
              <a:rPr lang="en-US" altLang="pt-BR" sz="1600" dirty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pt-BR" sz="1600" dirty="0" err="1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ipsum</a:t>
            </a:r>
            <a:r>
              <a:rPr lang="en-US" altLang="pt-BR" sz="1600" dirty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 dolor sit </a:t>
            </a:r>
            <a:r>
              <a:rPr lang="en-US" altLang="pt-BR" sz="1600" dirty="0" err="1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amet</a:t>
            </a:r>
            <a:r>
              <a:rPr lang="en-US" altLang="pt-BR" sz="1600" dirty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, </a:t>
            </a:r>
            <a:r>
              <a:rPr lang="en-US" altLang="pt-BR" sz="1600" dirty="0" err="1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consectetuer</a:t>
            </a:r>
            <a:r>
              <a:rPr lang="en-US" altLang="pt-BR" sz="1600" dirty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pt-BR" sz="1600" dirty="0" err="1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adipiscing</a:t>
            </a:r>
            <a:r>
              <a:rPr lang="en-US" altLang="pt-BR" sz="1600" dirty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pt-BR" sz="1600" dirty="0" err="1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elit</a:t>
            </a:r>
            <a:r>
              <a:rPr lang="en-US" altLang="pt-BR" sz="1600" dirty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.</a:t>
            </a:r>
          </a:p>
          <a:p>
            <a:pPr marL="285750" indent="-285750" eaLnBrk="1" hangingPunct="1">
              <a:lnSpc>
                <a:spcPct val="200000"/>
              </a:lnSpc>
              <a:buFont typeface="Arial" charset="0"/>
              <a:buChar char="•"/>
            </a:pPr>
            <a:r>
              <a:rPr lang="en-US" altLang="pt-BR" sz="1600" dirty="0" err="1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Aenean</a:t>
            </a:r>
            <a:r>
              <a:rPr lang="en-US" altLang="pt-BR" sz="1600" dirty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pt-BR" sz="1600" dirty="0" err="1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commodo</a:t>
            </a:r>
            <a:r>
              <a:rPr lang="en-US" altLang="pt-BR" sz="1600" dirty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 ligula </a:t>
            </a:r>
            <a:r>
              <a:rPr lang="en-US" altLang="pt-BR" sz="1600" dirty="0" err="1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eget</a:t>
            </a:r>
            <a:r>
              <a:rPr lang="en-US" altLang="pt-BR" sz="1600" dirty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 dolor. </a:t>
            </a:r>
          </a:p>
          <a:p>
            <a:pPr marL="285750" indent="-285750" eaLnBrk="1" hangingPunct="1">
              <a:lnSpc>
                <a:spcPct val="200000"/>
              </a:lnSpc>
              <a:buFont typeface="Arial" charset="0"/>
              <a:buChar char="•"/>
            </a:pPr>
            <a:r>
              <a:rPr lang="en-US" altLang="pt-BR" sz="1600" dirty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Cum </a:t>
            </a:r>
            <a:r>
              <a:rPr lang="en-US" altLang="pt-BR" sz="1600" dirty="0" err="1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sociis</a:t>
            </a:r>
            <a:r>
              <a:rPr lang="en-US" altLang="pt-BR" sz="1600" dirty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pt-BR" sz="1600" dirty="0" err="1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natoque</a:t>
            </a:r>
            <a:r>
              <a:rPr lang="en-US" altLang="pt-BR" sz="1600" dirty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pt-BR" sz="1600" dirty="0" err="1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penatibus</a:t>
            </a:r>
            <a:r>
              <a:rPr lang="en-US" altLang="pt-BR" sz="1600" dirty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 et </a:t>
            </a:r>
            <a:r>
              <a:rPr lang="en-US" altLang="pt-BR" sz="1600" dirty="0" err="1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magnis</a:t>
            </a:r>
            <a:r>
              <a:rPr lang="en-US" altLang="pt-BR" sz="1600" dirty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 dis parturient.</a:t>
            </a:r>
          </a:p>
          <a:p>
            <a:pPr marL="285750" indent="-285750" eaLnBrk="1" hangingPunct="1">
              <a:lnSpc>
                <a:spcPct val="200000"/>
              </a:lnSpc>
              <a:buFont typeface="Arial" charset="0"/>
              <a:buChar char="•"/>
            </a:pPr>
            <a:r>
              <a:rPr lang="en-US" altLang="pt-BR" sz="1600" dirty="0" err="1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Donec</a:t>
            </a:r>
            <a:r>
              <a:rPr lang="en-US" altLang="pt-BR" sz="1600" dirty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 quam </a:t>
            </a:r>
            <a:r>
              <a:rPr lang="en-US" altLang="pt-BR" sz="1600" dirty="0" err="1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felis</a:t>
            </a:r>
            <a:r>
              <a:rPr lang="en-US" altLang="pt-BR" sz="1600" dirty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, </a:t>
            </a:r>
            <a:r>
              <a:rPr lang="en-US" altLang="pt-BR" sz="1600" dirty="0" err="1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ultricies</a:t>
            </a:r>
            <a:r>
              <a:rPr lang="en-US" altLang="pt-BR" sz="1600" dirty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pt-BR" sz="1600" dirty="0" err="1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nec</a:t>
            </a:r>
            <a:r>
              <a:rPr lang="en-US" altLang="pt-BR" sz="1600" dirty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, </a:t>
            </a:r>
            <a:r>
              <a:rPr lang="en-US" altLang="pt-BR" sz="1600" dirty="0" err="1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pellentesque</a:t>
            </a:r>
            <a:r>
              <a:rPr lang="en-US" altLang="pt-BR" sz="1600" dirty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pt-BR" sz="1600" dirty="0" err="1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eu</a:t>
            </a:r>
            <a:r>
              <a:rPr lang="en-US" altLang="pt-BR" sz="1600" dirty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, </a:t>
            </a:r>
            <a:r>
              <a:rPr lang="en-US" altLang="pt-BR" sz="1600" dirty="0" err="1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pretium</a:t>
            </a:r>
            <a:r>
              <a:rPr lang="en-US" altLang="pt-BR" sz="1600" dirty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pt-BR" sz="1600" dirty="0" err="1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quis</a:t>
            </a:r>
            <a:r>
              <a:rPr lang="en-US" altLang="pt-BR" sz="1600" dirty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, sem. </a:t>
            </a:r>
            <a:r>
              <a:rPr lang="en-US" altLang="pt-BR" sz="1600" dirty="0" err="1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Nulla</a:t>
            </a:r>
            <a:r>
              <a:rPr lang="en-US" altLang="pt-BR" sz="1600" dirty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pt-BR" sz="1600" dirty="0" err="1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consequat</a:t>
            </a:r>
            <a:r>
              <a:rPr lang="en-US" altLang="pt-BR" sz="1600" dirty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pt-BR" sz="1600" dirty="0" err="1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massa</a:t>
            </a:r>
            <a:r>
              <a:rPr lang="en-US" altLang="pt-BR" sz="1600" dirty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pt-BR" sz="1600" dirty="0" err="1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quis</a:t>
            </a:r>
            <a:r>
              <a:rPr lang="en-US" altLang="pt-BR" sz="1600" dirty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pt-BR" sz="1600" dirty="0" err="1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enim</a:t>
            </a:r>
            <a:r>
              <a:rPr lang="en-US" altLang="pt-BR" sz="1600" dirty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. </a:t>
            </a:r>
          </a:p>
          <a:p>
            <a:pPr marL="285750" indent="-285750" eaLnBrk="1" hangingPunct="1">
              <a:lnSpc>
                <a:spcPct val="200000"/>
              </a:lnSpc>
              <a:buFont typeface="Arial" charset="0"/>
              <a:buChar char="•"/>
            </a:pPr>
            <a:r>
              <a:rPr lang="en-US" altLang="pt-BR" sz="1600" dirty="0" err="1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Donec</a:t>
            </a:r>
            <a:r>
              <a:rPr lang="en-US" altLang="pt-BR" sz="1600" dirty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pt-BR" sz="1600" dirty="0" err="1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pede</a:t>
            </a:r>
            <a:r>
              <a:rPr lang="en-US" altLang="pt-BR" sz="1600" dirty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pt-BR" sz="1600" dirty="0" err="1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justo</a:t>
            </a:r>
            <a:r>
              <a:rPr lang="en-US" altLang="pt-BR" sz="1600" dirty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, </a:t>
            </a:r>
            <a:r>
              <a:rPr lang="en-US" altLang="pt-BR" sz="1600" dirty="0" err="1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fringilla</a:t>
            </a:r>
            <a:r>
              <a:rPr lang="en-US" altLang="pt-BR" sz="1600" dirty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pt-BR" sz="1600" dirty="0" err="1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vel</a:t>
            </a:r>
            <a:r>
              <a:rPr lang="en-US" altLang="pt-BR" sz="1600" dirty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, </a:t>
            </a:r>
            <a:r>
              <a:rPr lang="en-US" altLang="pt-BR" sz="1600" dirty="0" err="1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aliquet</a:t>
            </a:r>
            <a:r>
              <a:rPr lang="en-US" altLang="pt-BR" sz="1600" dirty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pt-BR" sz="1600" dirty="0" err="1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nec</a:t>
            </a:r>
            <a:r>
              <a:rPr lang="en-US" altLang="pt-BR" sz="1600" dirty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, </a:t>
            </a:r>
            <a:r>
              <a:rPr lang="en-US" altLang="pt-BR" sz="1600" dirty="0" err="1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vulputate</a:t>
            </a:r>
            <a:r>
              <a:rPr lang="en-US" altLang="pt-BR" sz="1600" dirty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pt-BR" sz="1600" dirty="0" err="1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eget</a:t>
            </a:r>
            <a:r>
              <a:rPr lang="en-US" altLang="pt-BR" sz="1600" dirty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, </a:t>
            </a:r>
            <a:r>
              <a:rPr lang="en-US" altLang="pt-BR" sz="1600" dirty="0" err="1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arcu</a:t>
            </a:r>
            <a:r>
              <a:rPr lang="en-US" altLang="pt-BR" sz="1600" dirty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pt-BR" sz="1600" dirty="0" err="1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enim</a:t>
            </a:r>
            <a:r>
              <a:rPr lang="en-US" altLang="pt-BR" sz="1600" dirty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pt-BR" sz="1600" dirty="0" err="1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justo</a:t>
            </a:r>
            <a:r>
              <a:rPr lang="en-US" altLang="pt-BR" sz="1600" dirty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, </a:t>
            </a:r>
            <a:r>
              <a:rPr lang="en-US" altLang="pt-BR" sz="1600" dirty="0" err="1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rhoncus</a:t>
            </a:r>
            <a:r>
              <a:rPr lang="en-US" altLang="pt-BR" sz="1600" dirty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en-US" altLang="pt-BR" sz="1600" dirty="0" err="1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ut</a:t>
            </a:r>
            <a:r>
              <a:rPr lang="en-US" altLang="pt-BR" sz="1600" dirty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, </a:t>
            </a:r>
            <a:r>
              <a:rPr lang="en-US" altLang="pt-BR" sz="1600" dirty="0" err="1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imperdiet</a:t>
            </a:r>
            <a:r>
              <a:rPr lang="en-US" altLang="pt-BR" sz="1600" dirty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 a, </a:t>
            </a:r>
            <a:r>
              <a:rPr lang="en-US" altLang="pt-BR" sz="1600" dirty="0" err="1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venenatis</a:t>
            </a:r>
            <a:r>
              <a:rPr lang="en-US" altLang="pt-BR" sz="1600" dirty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 vitae, </a:t>
            </a:r>
            <a:r>
              <a:rPr lang="en-US" altLang="pt-BR" sz="1600" dirty="0" err="1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justo</a:t>
            </a:r>
            <a:r>
              <a:rPr lang="en-US" altLang="pt-BR" sz="1600" dirty="0" smtClean="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rPr>
              <a:t>.</a:t>
            </a:r>
          </a:p>
          <a:p>
            <a:pPr eaLnBrk="1" hangingPunct="1">
              <a:lnSpc>
                <a:spcPct val="200000"/>
              </a:lnSpc>
            </a:pPr>
            <a:endParaRPr lang="en-US" altLang="pt-BR" sz="1600" dirty="0">
              <a:solidFill>
                <a:schemeClr val="tx2"/>
              </a:solidFill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1572601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ço Reservado para Imagem 6"/>
          <p:cNvPicPr>
            <a:picLocks noGrp="1"/>
          </p:cNvPicPr>
          <p:nvPr>
            <p:ph type="pic" sz="quarter" idx="12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1976" b="6167"/>
          <a:stretch/>
        </p:blipFill>
        <p:spPr bwMode="auto">
          <a:xfrm>
            <a:off x="9525" y="-1194717"/>
            <a:ext cx="12182475" cy="3600000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</p:pic>
      <p:sp>
        <p:nvSpPr>
          <p:cNvPr id="12" name="CaixaDeTexto 11"/>
          <p:cNvSpPr txBox="1"/>
          <p:nvPr/>
        </p:nvSpPr>
        <p:spPr>
          <a:xfrm>
            <a:off x="4688401" y="5533587"/>
            <a:ext cx="22805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b="1" dirty="0" smtClean="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Saiba mais em:</a:t>
            </a:r>
          </a:p>
          <a:p>
            <a:pPr algn="ctr"/>
            <a:r>
              <a:rPr lang="pt-BR" sz="1600" dirty="0" err="1" smtClean="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  <a:hlinkClick r:id="rId4"/>
              </a:rPr>
              <a:t>http</a:t>
            </a:r>
            <a:r>
              <a:rPr lang="pt-BR" sz="1600" dirty="0" smtClean="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  <a:hlinkClick r:id="rId4"/>
              </a:rPr>
              <a:t>://</a:t>
            </a:r>
            <a:r>
              <a:rPr lang="pt-BR" sz="1600" dirty="0" err="1" smtClean="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  <a:hlinkClick r:id="rId4"/>
              </a:rPr>
              <a:t>www.kenoby.com</a:t>
            </a:r>
            <a:endParaRPr lang="pt-BR" sz="1600" dirty="0">
              <a:solidFill>
                <a:schemeClr val="tx1">
                  <a:lumMod val="75000"/>
                </a:schemeClr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2071868" y="3032566"/>
            <a:ext cx="751197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600" b="1" dirty="0" smtClean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SOFTWARE </a:t>
            </a:r>
            <a:r>
              <a:rPr lang="en-US" sz="1600" b="1" dirty="0" smtClean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PARA </a:t>
            </a:r>
            <a:r>
              <a:rPr lang="en-US" sz="1600" b="1" dirty="0" smtClean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GESTÃO DO RECRUTAMENTO E SELEÇÃO</a:t>
            </a:r>
            <a:endParaRPr lang="en-US" sz="1600" b="1" dirty="0">
              <a:solidFill>
                <a:schemeClr val="tx1">
                  <a:lumMod val="50000"/>
                </a:schemeClr>
              </a:solidFill>
              <a:latin typeface="Arial" charset="0"/>
              <a:ea typeface="Arial" charset="0"/>
              <a:cs typeface="Arial" charset="0"/>
            </a:endParaRPr>
          </a:p>
          <a:p>
            <a:pPr algn="ctr">
              <a:lnSpc>
                <a:spcPct val="150000"/>
              </a:lnSpc>
            </a:pPr>
            <a:endParaRPr lang="pt-BR" sz="1600" b="1" dirty="0" smtClean="0">
              <a:solidFill>
                <a:schemeClr val="tx1">
                  <a:lumMod val="50000"/>
                </a:schemeClr>
              </a:solidFill>
              <a:latin typeface="Arial" charset="0"/>
              <a:ea typeface="Arial" charset="0"/>
              <a:cs typeface="Arial" charset="0"/>
            </a:endParaRPr>
          </a:p>
          <a:p>
            <a:pPr algn="ctr">
              <a:lnSpc>
                <a:spcPct val="150000"/>
              </a:lnSpc>
            </a:pPr>
            <a:r>
              <a:rPr lang="pt-BR" sz="1600" dirty="0" smtClean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O </a:t>
            </a:r>
            <a:r>
              <a:rPr lang="pt-BR" sz="1600" b="1" dirty="0" err="1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Kenoby</a:t>
            </a:r>
            <a:r>
              <a:rPr lang="pt-BR" sz="1600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 é um software </a:t>
            </a:r>
            <a:r>
              <a:rPr lang="pt-BR" sz="1600" dirty="0" err="1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SaaS</a:t>
            </a:r>
            <a:r>
              <a:rPr lang="pt-BR" sz="1600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 que atende de ponta a ponta toda a </a:t>
            </a:r>
            <a:r>
              <a:rPr lang="pt-BR" sz="1600" dirty="0" err="1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área</a:t>
            </a:r>
            <a:r>
              <a:rPr lang="pt-BR" sz="1600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 de recrutamento e </a:t>
            </a:r>
            <a:r>
              <a:rPr lang="pt-BR" sz="1600" dirty="0" err="1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seleção</a:t>
            </a:r>
            <a:r>
              <a:rPr lang="pt-BR" sz="1600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, desde uma </a:t>
            </a:r>
            <a:r>
              <a:rPr lang="pt-BR" sz="1600" dirty="0" err="1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requisição</a:t>
            </a:r>
            <a:r>
              <a:rPr lang="pt-BR" sz="1600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 de </a:t>
            </a:r>
            <a:r>
              <a:rPr lang="pt-BR" sz="1600" dirty="0" err="1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posição</a:t>
            </a:r>
            <a:r>
              <a:rPr lang="pt-BR" sz="1600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, </a:t>
            </a:r>
            <a:r>
              <a:rPr lang="pt-BR" sz="1600" dirty="0" err="1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divulgação</a:t>
            </a:r>
            <a:r>
              <a:rPr lang="pt-BR" sz="1600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 das vagas </a:t>
            </a:r>
            <a:r>
              <a:rPr lang="pt-BR" sz="1600" dirty="0" err="1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através</a:t>
            </a:r>
            <a:r>
              <a:rPr lang="pt-BR" sz="1600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 de </a:t>
            </a:r>
            <a:r>
              <a:rPr lang="pt-BR" sz="1600" dirty="0" err="1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integrações</a:t>
            </a:r>
            <a:r>
              <a:rPr lang="pt-BR" sz="1600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 e </a:t>
            </a:r>
            <a:r>
              <a:rPr lang="pt-BR" sz="1600" dirty="0" err="1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relatórios</a:t>
            </a:r>
            <a:r>
              <a:rPr lang="pt-BR" sz="1600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, eliminando 100% o uso de </a:t>
            </a:r>
            <a:r>
              <a:rPr lang="pt-BR" sz="1600" dirty="0" err="1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excel</a:t>
            </a:r>
            <a:r>
              <a:rPr lang="pt-BR" sz="1600" dirty="0">
                <a:solidFill>
                  <a:schemeClr val="tx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.</a:t>
            </a:r>
          </a:p>
          <a:p>
            <a:pPr algn="ctr">
              <a:lnSpc>
                <a:spcPct val="150000"/>
              </a:lnSpc>
            </a:pPr>
            <a:endParaRPr lang="pt-BR" sz="1600" dirty="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6100" y="742498"/>
            <a:ext cx="2812649" cy="889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122980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SpriteIT - Dark Blue">
      <a:dk1>
        <a:srgbClr val="AFAFAF"/>
      </a:dk1>
      <a:lt1>
        <a:srgbClr val="FFFFFF"/>
      </a:lt1>
      <a:dk2>
        <a:srgbClr val="3A3838"/>
      </a:dk2>
      <a:lt2>
        <a:srgbClr val="FFFFFF"/>
      </a:lt2>
      <a:accent1>
        <a:srgbClr val="2399DC"/>
      </a:accent1>
      <a:accent2>
        <a:srgbClr val="196D9F"/>
      </a:accent2>
      <a:accent3>
        <a:srgbClr val="176490"/>
      </a:accent3>
      <a:accent4>
        <a:srgbClr val="135276"/>
      </a:accent4>
      <a:accent5>
        <a:srgbClr val="0D3850"/>
      </a:accent5>
      <a:accent6>
        <a:srgbClr val="3A3838"/>
      </a:accent6>
      <a:hlink>
        <a:srgbClr val="633247"/>
      </a:hlink>
      <a:folHlink>
        <a:srgbClr val="633247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269</TotalTime>
  <Words>1247</Words>
  <Application>Microsoft Macintosh PowerPoint</Application>
  <PresentationFormat>Widescreen</PresentationFormat>
  <Paragraphs>250</Paragraphs>
  <Slides>46</Slides>
  <Notes>26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46</vt:i4>
      </vt:variant>
    </vt:vector>
  </HeadingPairs>
  <TitlesOfParts>
    <vt:vector size="54" baseType="lpstr">
      <vt:lpstr>Arial Black</vt:lpstr>
      <vt:lpstr>Bebas Neue</vt:lpstr>
      <vt:lpstr>Bebas Neue Bold</vt:lpstr>
      <vt:lpstr>Calibri</vt:lpstr>
      <vt:lpstr>Mangal</vt:lpstr>
      <vt:lpstr>Open Sans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Felipe Sobral</dc:creator>
  <cp:lastModifiedBy>Felipe Sobral</cp:lastModifiedBy>
  <cp:revision>55</cp:revision>
  <dcterms:created xsi:type="dcterms:W3CDTF">2017-07-24T18:30:20Z</dcterms:created>
  <dcterms:modified xsi:type="dcterms:W3CDTF">2017-07-25T17:33:48Z</dcterms:modified>
</cp:coreProperties>
</file>