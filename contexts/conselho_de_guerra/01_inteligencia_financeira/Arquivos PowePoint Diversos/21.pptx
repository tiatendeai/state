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fld id="{544213AF-26F6-41FA-8D85-E2C5388D6E58}" type="datetimeFigureOut">
              <a:rPr lang="en-US" smtClean="0"/>
              <a:pPr eaLnBrk="1" latinLnBrk="0" hangingPunct="1"/>
              <a:t>12/22/2020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kumimoji="0" lang="en-US">
              <a:solidFill>
                <a:schemeClr val="accent1">
                  <a:tint val="20000"/>
                </a:schemeClr>
              </a:solidFill>
            </a:endParaRPr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‹nº›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44213AF-26F6-41FA-8D85-E2C5388D6E58}" type="datetimeFigureOut">
              <a:rPr lang="en-US" smtClean="0"/>
              <a:pPr eaLnBrk="1" latinLnBrk="0" hangingPunct="1"/>
              <a:t>12/22/2020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44213AF-26F6-41FA-8D85-E2C5388D6E58}" type="datetimeFigureOut">
              <a:rPr lang="en-US" smtClean="0"/>
              <a:pPr eaLnBrk="1" latinLnBrk="0" hangingPunct="1"/>
              <a:t>12/22/2020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44213AF-26F6-41FA-8D85-E2C5388D6E58}" type="datetimeFigureOut">
              <a:rPr lang="en-US" smtClean="0"/>
              <a:pPr eaLnBrk="1" latinLnBrk="0" hangingPunct="1"/>
              <a:t>12/22/2020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44213AF-26F6-41FA-8D85-E2C5388D6E58}" type="datetimeFigureOut">
              <a:rPr lang="en-US" smtClean="0"/>
              <a:pPr eaLnBrk="1" latinLnBrk="0" hangingPunct="1"/>
              <a:t>12/22/2020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44213AF-26F6-41FA-8D85-E2C5388D6E58}" type="datetimeFigureOut">
              <a:rPr lang="en-US" smtClean="0"/>
              <a:pPr eaLnBrk="1" latinLnBrk="0" hangingPunct="1"/>
              <a:t>12/22/2020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44213AF-26F6-41FA-8D85-E2C5388D6E58}" type="datetimeFigureOut">
              <a:rPr lang="en-US" smtClean="0"/>
              <a:pPr eaLnBrk="1" latinLnBrk="0" hangingPunct="1"/>
              <a:t>12/22/2020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 eaLnBrk="1" latinLnBrk="0" hangingPunct="1"/>
            <a:fld id="{544213AF-26F6-41FA-8D85-E2C5388D6E58}" type="datetimeFigureOut">
              <a:rPr lang="en-US" smtClean="0"/>
              <a:pPr eaLnBrk="1" latinLnBrk="0" hangingPunct="1"/>
              <a:t>12/22/2020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eaLnBrk="1" latinLnBrk="0" hangingPunct="1"/>
            <a:fld id="{544213AF-26F6-41FA-8D85-E2C5388D6E58}" type="datetimeFigureOut">
              <a:rPr lang="en-US" smtClean="0"/>
              <a:pPr eaLnBrk="1" latinLnBrk="0" hangingPunct="1"/>
              <a:t>12/22/2020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kumimoji="0" lang="en-US">
              <a:solidFill>
                <a:schemeClr val="tx1"/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‹nº›</a:t>
            </a:fld>
            <a:endParaRPr kumimoji="0" lang="en-US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44213AF-26F6-41FA-8D85-E2C5388D6E58}" type="datetimeFigureOut">
              <a:rPr lang="en-US" smtClean="0"/>
              <a:pPr eaLnBrk="1" latinLnBrk="0" hangingPunct="1"/>
              <a:t>12/22/2020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44213AF-26F6-41FA-8D85-E2C5388D6E58}" type="datetimeFigureOut">
              <a:rPr lang="en-US" smtClean="0"/>
              <a:pPr eaLnBrk="1" latinLnBrk="0" hangingPunct="1"/>
              <a:t>12/22/2020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‹nº›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 eaLnBrk="1" latinLnBrk="0" hangingPunct="1"/>
            <a:fld id="{544213AF-26F6-41FA-8D85-E2C5388D6E58}" type="datetimeFigureOut">
              <a:rPr lang="en-US" smtClean="0"/>
              <a:pPr eaLnBrk="1" latinLnBrk="0" hangingPunct="1"/>
              <a:t>12/22/2020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eaLnBrk="1" latinLnBrk="0" hangingPunct="1"/>
            <a:fld id="{D5BBC35B-A44B-4119-B8DA-DE9E3DFADA20}" type="slidenum">
              <a:rPr kumimoji="0" lang="en-US" smtClean="0"/>
              <a:pPr eaLnBrk="1" latinLnBrk="0" hangingPunct="1"/>
              <a:t>‹nº›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28675"/>
            <a:ext cx="8229600" cy="1027113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pt-BR" dirty="0">
                <a:solidFill>
                  <a:schemeClr val="tx1"/>
                </a:solidFill>
                <a:effectLst/>
              </a:rPr>
              <a:t>Manual de Orientação do Leiaute 9 da ECD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492896"/>
            <a:ext cx="8229600" cy="3632411"/>
          </a:xfrm>
        </p:spPr>
        <p:txBody>
          <a:bodyPr>
            <a:normAutofit/>
          </a:bodyPr>
          <a:lstStyle/>
          <a:p>
            <a:pPr algn="just"/>
            <a:r>
              <a:rPr lang="pt-BR" sz="2400" b="0" i="0" dirty="0">
                <a:solidFill>
                  <a:srgbClr val="333333"/>
                </a:solidFill>
                <a:effectLst/>
                <a:latin typeface="+mj-lt"/>
              </a:rPr>
              <a:t>Através do Ato Declaratório Executivo </a:t>
            </a:r>
            <a:r>
              <a:rPr lang="pt-BR" sz="2400" b="0" i="0" dirty="0" err="1">
                <a:solidFill>
                  <a:srgbClr val="333333"/>
                </a:solidFill>
                <a:effectLst/>
                <a:latin typeface="+mj-lt"/>
              </a:rPr>
              <a:t>Cofis</a:t>
            </a:r>
            <a:r>
              <a:rPr lang="pt-BR" sz="2400" b="0" i="0" dirty="0">
                <a:solidFill>
                  <a:srgbClr val="333333"/>
                </a:solidFill>
                <a:effectLst/>
                <a:latin typeface="+mj-lt"/>
              </a:rPr>
              <a:t> nº 79/2020 (DOU 1 de 22.12.2020), a Secretaria da RFB aprovou o Manual de Orientação do Leiaute 9 da Escrituração Contábil Digital (ECD), cujo conteúdo está disponível para download em: http://sped.rfb.gov.br/pasta/show/1569.</a:t>
            </a:r>
          </a:p>
        </p:txBody>
      </p:sp>
      <p:sp>
        <p:nvSpPr>
          <p:cNvPr id="2" name="Retângulo 1"/>
          <p:cNvSpPr/>
          <p:nvPr/>
        </p:nvSpPr>
        <p:spPr>
          <a:xfrm>
            <a:off x="291629" y="230743"/>
            <a:ext cx="85607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accent1"/>
                </a:solidFill>
                <a:latin typeface="Arial Black" pitchFamily="34" charset="0"/>
              </a:rPr>
              <a:t>Lúcia Young (41) 99921-6033 – grupo de informações no WhatsApp</a:t>
            </a:r>
            <a:endParaRPr lang="pt-BR" dirty="0">
              <a:solidFill>
                <a:schemeClr val="accent1"/>
              </a:solidFill>
            </a:endParaRPr>
          </a:p>
        </p:txBody>
      </p:sp>
      <p:pic>
        <p:nvPicPr>
          <p:cNvPr id="5" name="Imagem 4" descr="logo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405227"/>
            <a:ext cx="1440160" cy="1440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44508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22</TotalTime>
  <Words>77</Words>
  <Application>Microsoft Office PowerPoint</Application>
  <PresentationFormat>Apresentação na tela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 Black</vt:lpstr>
      <vt:lpstr>Lucida Sans Unicode</vt:lpstr>
      <vt:lpstr>Verdana</vt:lpstr>
      <vt:lpstr>Wingdings 2</vt:lpstr>
      <vt:lpstr>Wingdings 3</vt:lpstr>
      <vt:lpstr>Concourse</vt:lpstr>
      <vt:lpstr>Manual de Orientação do Leiaute 9 da ECD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 e Reservas</dc:title>
  <dc:creator>Lúcia</dc:creator>
  <cp:lastModifiedBy>Lúcia</cp:lastModifiedBy>
  <cp:revision>16</cp:revision>
  <dcterms:created xsi:type="dcterms:W3CDTF">2018-06-06T03:59:21Z</dcterms:created>
  <dcterms:modified xsi:type="dcterms:W3CDTF">2020-12-22T17:38:49Z</dcterms:modified>
</cp:coreProperties>
</file>