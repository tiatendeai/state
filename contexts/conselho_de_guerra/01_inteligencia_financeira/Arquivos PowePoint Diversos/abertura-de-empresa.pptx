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2"/>
    <p:sldMasterId id="2147483674" r:id="rId3"/>
  </p:sldMasterIdLst>
  <p:notesMasterIdLst>
    <p:notesMasterId r:id="rId20"/>
  </p:notesMasterIdLst>
  <p:sldIdLst>
    <p:sldId id="257" r:id="rId4"/>
    <p:sldId id="258" r:id="rId5"/>
    <p:sldId id="264" r:id="rId6"/>
    <p:sldId id="259" r:id="rId7"/>
    <p:sldId id="260" r:id="rId8"/>
    <p:sldId id="261" r:id="rId9"/>
    <p:sldId id="262" r:id="rId10"/>
    <p:sldId id="263" r:id="rId11"/>
    <p:sldId id="267" r:id="rId12"/>
    <p:sldId id="268" r:id="rId13"/>
    <p:sldId id="265" r:id="rId14"/>
    <p:sldId id="266" r:id="rId15"/>
    <p:sldId id="269" r:id="rId16"/>
    <p:sldId id="270" r:id="rId17"/>
    <p:sldId id="271" r:id="rId18"/>
    <p:sldId id="272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>
      <p:cViewPr varScale="1">
        <p:scale>
          <a:sx n="66" d="100"/>
          <a:sy n="66" d="100"/>
        </p:scale>
        <p:origin x="-72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2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0F3E1A-F44A-4BDC-BFDE-3CE901F7CC0B}" type="datetimeFigureOut">
              <a:rPr lang="en-US" smtClean="0"/>
              <a:t>4/19/2017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BE1359-2DA2-4102-8E5F-3C314329F38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043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algn="r" defTabSz="914400">
              <a:buNone/>
            </a:pPr>
            <a:fld id="{81331B57-0BE5-4F82-AA58-76F53EFF3ADA}" type="datetime8">
              <a:rPr lang="en-US" sz="1200" b="0" i="0">
                <a:latin typeface="Calibri"/>
                <a:ea typeface="+mn-ea"/>
                <a:cs typeface="+mn-cs"/>
              </a:rPr>
              <a:t>4/19/2017 2:16 PM</a:t>
            </a:fld>
            <a:endParaRPr lang="en-US" sz="1200" b="0" i="0"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0" y="8685213"/>
            <a:ext cx="6172200" cy="457200"/>
          </a:xfrm>
        </p:spPr>
        <p:txBody>
          <a:bodyPr/>
          <a:lstStyle/>
          <a:p>
            <a:pPr algn="l" defTabSz="914400">
              <a:buNone/>
            </a:pPr>
            <a:r>
              <a:rPr lang="en-US" sz="5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© 2007 Microsoft Corporation. Todos os direitos reservados. Microsoft, Windows, Windows Vista e outros nomes de produtos são ou podem ser marcas registradas e/ou marcas comerciais nos Estados Unidos e/ou em outros países.</a:t>
            </a:r>
          </a:p>
          <a:p>
            <a:pPr algn="l" defTabSz="914400">
              <a:buNone/>
            </a:pPr>
            <a:r>
              <a:rPr lang="en-US" sz="5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As informações contidas neste documento têm finalidades meramente informativas e representam a visão atual da Microsoft Corporation, na data desta apresentação.  Como a Microsoft precisa responder às constantes mudanças nas condições de mercado, o conteúdo do documento não deve ser interpretado como um compromisso por parte da Microsoft, e a Microsoft não pode garantir a exatidão de qualquer informação fornecida após a data desta apresentação.  </a:t>
            </a:r>
            <a:br>
              <a:rPr lang="en-US" sz="5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</a:br>
            <a:r>
              <a:rPr lang="en-US" sz="5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A MICROSOFT NÃO OFERECE NENHUMA GARANTIA, SEJA EXPRESSA, IMPLÍCITA OU LEGAL, CONCERNENTE ÀS INFORMAÇÕES DESTA APRESENTAÇÃO.</a:t>
            </a:r>
          </a:p>
          <a:p>
            <a:pPr algn="l" defTabSz="914400">
              <a:buNone/>
            </a:pPr>
            <a:endParaRPr lang="en-US" sz="500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>
          <a:xfrm>
            <a:off x="6172199" y="8685213"/>
            <a:ext cx="684213" cy="457200"/>
          </a:xfrm>
        </p:spPr>
        <p:txBody>
          <a:bodyPr/>
          <a:lstStyle/>
          <a:p>
            <a:pPr algn="r" defTabSz="914400">
              <a:buNone/>
            </a:pPr>
            <a:fld id="{EC87E0CF-87F6-4B58-B8B8-DCAB2DAAF3CA}" type="slidenum">
              <a:rPr lang="en-US" sz="1200" b="0" i="0">
                <a:latin typeface="Calibri"/>
                <a:ea typeface="+mn-ea"/>
                <a:cs typeface="+mn-cs"/>
              </a:rPr>
              <a:t>1</a:t>
            </a:fld>
            <a:endParaRPr lang="en-US" sz="1200" b="0" i="0"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algn="r" defTabSz="914400">
              <a:buNone/>
            </a:pPr>
            <a:fld id="{81331B57-0BE5-4F82-AA58-76F53EFF3ADA}" type="datetime8">
              <a:rPr lang="en-US" sz="1200" b="0" i="0">
                <a:latin typeface="Calibri"/>
                <a:ea typeface="+mn-ea"/>
                <a:cs typeface="+mn-cs"/>
              </a:rPr>
              <a:t>4/19/2017 2:16 PM</a:t>
            </a:fld>
            <a:endParaRPr lang="en-US" sz="1200" b="0" i="0"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 defTabSz="914400"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© 2007 Microsoft Corporation. Todos os direitos reservados. Microsoft, Windows, Windows Vista e outros nomes de produtos são ou podem ser marcas registradas e/ou marcas comerciais nos Estados Unidos e/ou em outros países.</a:t>
            </a:r>
          </a:p>
          <a:p>
            <a:pPr algn="l" defTabSz="914400"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As informações contidas neste documento têm finalidades meramente informativas e representam a visão atual da Microsoft Corporation, na data desta apresentação.  Como a Microsoft precisa responder às constantes mudanças nas condições de mercado, o conteúdo do documento não deve ser interpretado como um compromisso por parte da Microsoft, e a Microsoft não pode garantir a exatidão de qualquer informação fornecida após a data desta apresentação.  </a:t>
            </a:r>
            <a:b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</a:b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A MICROSOFT NÃO OFERECE NENHUMA GARANTIA, SEJA EXPRESSA, IMPLÍCITA OU LEGAL, CONCERNENTE ÀS INFORMAÇÕES DESTA APRESENTAÇÃO.</a:t>
            </a:r>
          </a:p>
          <a:p>
            <a:pPr algn="l" defTabSz="914400">
              <a:buNone/>
            </a:pP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 defTabSz="914400">
              <a:buNone/>
            </a:pPr>
            <a:fld id="{EC87E0CF-87F6-4B58-B8B8-DCAB2DAAF3CA}" type="slidenum">
              <a:rPr lang="en-US" sz="1200" b="0" i="0">
                <a:latin typeface="Calibri"/>
                <a:ea typeface="+mn-ea"/>
                <a:cs typeface="+mn-cs"/>
              </a:rPr>
              <a:t>2</a:t>
            </a:fld>
            <a:endParaRPr lang="en-US" sz="1200" b="0" i="0"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algn="r" defTabSz="914400">
              <a:buNone/>
            </a:pPr>
            <a:fld id="{81331B57-0BE5-4F82-AA58-76F53EFF3ADA}" type="datetime8">
              <a:rPr lang="en-US" sz="1200" b="0" i="0">
                <a:latin typeface="Calibri"/>
                <a:ea typeface="+mn-ea"/>
                <a:cs typeface="+mn-cs"/>
              </a:rPr>
              <a:t>4/19/2017 2:16 PM</a:t>
            </a:fld>
            <a:endParaRPr lang="en-US" sz="1200" b="0" i="0"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 defTabSz="914400"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© 2007 Microsoft Corporation. Todos os direitos reservados. Microsoft, Windows, Windows Vista e outros nomes de produtos são ou podem ser marcas registradas e/ou marcas comerciais nos Estados Unidos e/ou em outros países.</a:t>
            </a:r>
          </a:p>
          <a:p>
            <a:pPr algn="l" defTabSz="914400"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As informações contidas neste documento têm finalidades meramente informativas e representam a visão atual da Microsoft Corporation, na data desta apresentação.  Como a Microsoft precisa responder às constantes mudanças nas condições de mercado, o conteúdo do documento não deve ser interpretado como um compromisso por parte da Microsoft, e a Microsoft não pode garantir a exatidão de qualquer informação fornecida após a data desta apresentação.  </a:t>
            </a:r>
            <a:b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</a:b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A MICROSOFT NÃO OFERECE NENHUMA GARANTIA, SEJA EXPRESSA, IMPLÍCITA OU LEGAL, CONCERNENTE ÀS INFORMAÇÕES DESTA APRESENTAÇÃO.</a:t>
            </a:r>
          </a:p>
          <a:p>
            <a:pPr algn="l" defTabSz="914400">
              <a:buNone/>
            </a:pP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 defTabSz="914400">
              <a:buNone/>
            </a:pPr>
            <a:fld id="{EC87E0CF-87F6-4B58-B8B8-DCAB2DAAF3CA}" type="slidenum">
              <a:rPr lang="en-US" sz="1200" b="0" i="0">
                <a:latin typeface="Calibri"/>
                <a:ea typeface="+mn-ea"/>
                <a:cs typeface="+mn-cs"/>
              </a:rPr>
              <a:t>3</a:t>
            </a:fld>
            <a:endParaRPr lang="en-US" sz="1200" b="0" i="0"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algn="r" defTabSz="914400">
              <a:buNone/>
            </a:pPr>
            <a:fld id="{81331B57-0BE5-4F82-AA58-76F53EFF3ADA}" type="datetime8">
              <a:rPr lang="en-US" sz="1200" b="0" i="0">
                <a:latin typeface="Calibri"/>
                <a:ea typeface="+mn-ea"/>
                <a:cs typeface="+mn-cs"/>
              </a:rPr>
              <a:t>4/19/2017 2:16 PM</a:t>
            </a:fld>
            <a:endParaRPr lang="en-US" sz="1200" b="0" i="0"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 defTabSz="914400"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© 2007 Microsoft Corporation. Todos os direitos reservados. Microsoft, Windows, Windows Vista e outros nomes de produtos são ou podem ser marcas registradas e/ou marcas comerciais nos Estados Unidos e/ou em outros países.</a:t>
            </a:r>
          </a:p>
          <a:p>
            <a:pPr algn="l" defTabSz="914400"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As informações contidas neste documento têm finalidades meramente informativas e representam a visão atual da Microsoft Corporation, na data desta apresentação.  Como a Microsoft precisa responder às constantes mudanças nas condições de mercado, o conteúdo do documento não deve ser interpretado como um compromisso por parte da Microsoft, e a Microsoft não pode garantir a exatidão de qualquer informação fornecida após a data desta apresentação.  </a:t>
            </a:r>
            <a:b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</a:b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A MICROSOFT NÃO OFERECE NENHUMA GARANTIA, SEJA EXPRESSA, IMPLÍCITA OU LEGAL, CONCERNENTE ÀS INFORMAÇÕES DESTA APRESENTAÇÃO.</a:t>
            </a:r>
          </a:p>
          <a:p>
            <a:pPr algn="l" defTabSz="914400">
              <a:buNone/>
            </a:pP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 defTabSz="914400">
              <a:buNone/>
            </a:pPr>
            <a:fld id="{EC87E0CF-87F6-4B58-B8B8-DCAB2DAAF3CA}" type="slidenum">
              <a:rPr lang="en-US" sz="1200" b="0" i="0">
                <a:latin typeface="Calibri"/>
                <a:ea typeface="+mn-ea"/>
                <a:cs typeface="+mn-cs"/>
              </a:rPr>
              <a:t>4</a:t>
            </a:fld>
            <a:endParaRPr lang="en-US" sz="1200" b="0" i="0"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algn="r" defTabSz="914400">
              <a:buNone/>
            </a:pPr>
            <a:fld id="{81331B57-0BE5-4F82-AA58-76F53EFF3ADA}" type="datetime8">
              <a:rPr lang="en-US" sz="1200" b="0" i="0">
                <a:latin typeface="Calibri"/>
                <a:ea typeface="+mn-ea"/>
                <a:cs typeface="+mn-cs"/>
              </a:rPr>
              <a:t>4/19/2017 2:16 PM</a:t>
            </a:fld>
            <a:endParaRPr lang="en-US" sz="1200" b="0" i="0"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 defTabSz="914400"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© 2007 Microsoft Corporation. Todos os direitos reservados. Microsoft, Windows, Windows Vista e outros nomes de produtos são ou podem ser marcas registradas e/ou marcas comerciais nos Estados Unidos e/ou em outros países.</a:t>
            </a:r>
          </a:p>
          <a:p>
            <a:pPr algn="l" defTabSz="914400"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As informações contidas neste documento têm finalidades meramente informativas e representam a visão atual da Microsoft Corporation, na data desta apresentação.  Como a Microsoft precisa responder às constantes mudanças nas condições de mercado, o conteúdo do documento não deve ser interpretado como um compromisso por parte da Microsoft, e a Microsoft não pode garantir a exatidão de qualquer informação fornecida após a data desta apresentação.  </a:t>
            </a:r>
            <a:b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</a:b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A MICROSOFT NÃO OFERECE NENHUMA GARANTIA, SEJA EXPRESSA, IMPLÍCITA OU LEGAL, CONCERNENTE ÀS INFORMAÇÕES DESTA APRESENTAÇÃO.</a:t>
            </a:r>
          </a:p>
          <a:p>
            <a:pPr algn="l" defTabSz="914400">
              <a:buNone/>
            </a:pP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 defTabSz="914400">
              <a:buNone/>
            </a:pPr>
            <a:fld id="{EC87E0CF-87F6-4B58-B8B8-DCAB2DAAF3CA}" type="slidenum">
              <a:rPr lang="en-US" sz="1200" b="0" i="0">
                <a:latin typeface="Calibri"/>
                <a:ea typeface="+mn-ea"/>
                <a:cs typeface="+mn-cs"/>
              </a:rPr>
              <a:t>5</a:t>
            </a:fld>
            <a:endParaRPr lang="en-US" sz="1200" b="0" i="0"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algn="r" defTabSz="914400">
              <a:buNone/>
            </a:pPr>
            <a:fld id="{81331B57-0BE5-4F82-AA58-76F53EFF3ADA}" type="datetime8">
              <a:rPr lang="en-US" sz="1200" b="0" i="0">
                <a:latin typeface="Calibri"/>
                <a:ea typeface="+mn-ea"/>
                <a:cs typeface="+mn-cs"/>
              </a:rPr>
              <a:t>4/19/2017 2:16 PM</a:t>
            </a:fld>
            <a:endParaRPr lang="en-US" sz="1200" b="0" i="0"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 defTabSz="914400"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© 2007 Microsoft Corporation. Todos os direitos reservados. Microsoft, Windows, Windows Vista e outros nomes de produtos são ou podem ser marcas registradas e/ou marcas comerciais nos Estados Unidos e/ou em outros países.</a:t>
            </a:r>
          </a:p>
          <a:p>
            <a:pPr algn="l" defTabSz="914400"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As informações contidas neste documento têm finalidades meramente informativas e representam a visão atual da Microsoft Corporation, na data desta apresentação.  Como a Microsoft precisa responder às constantes mudanças nas condições de mercado, o conteúdo do documento não deve ser interpretado como um compromisso por parte da Microsoft, e a Microsoft não pode garantir a exatidão de qualquer informação fornecida após a data desta apresentação.  </a:t>
            </a:r>
            <a:b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</a:b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A MICROSOFT NÃO OFERECE NENHUMA GARANTIA, SEJA EXPRESSA, IMPLÍCITA OU LEGAL, CONCERNENTE ÀS INFORMAÇÕES DESTA APRESENTAÇÃO.</a:t>
            </a:r>
          </a:p>
          <a:p>
            <a:pPr algn="l" defTabSz="914400">
              <a:buNone/>
            </a:pP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 defTabSz="914400">
              <a:buNone/>
            </a:pPr>
            <a:fld id="{EC87E0CF-87F6-4B58-B8B8-DCAB2DAAF3CA}" type="slidenum">
              <a:rPr lang="en-US" sz="1200" b="0" i="0">
                <a:latin typeface="Calibri"/>
                <a:ea typeface="+mn-ea"/>
                <a:cs typeface="+mn-cs"/>
              </a:rPr>
              <a:t>6</a:t>
            </a:fld>
            <a:endParaRPr lang="en-US" sz="1200" b="0" i="0"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algn="r" defTabSz="914400">
              <a:buNone/>
            </a:pPr>
            <a:fld id="{81331B57-0BE5-4F82-AA58-76F53EFF3ADA}" type="datetime8">
              <a:rPr lang="en-US" sz="1200" b="0" i="0">
                <a:latin typeface="Calibri"/>
                <a:ea typeface="+mn-ea"/>
                <a:cs typeface="+mn-cs"/>
              </a:rPr>
              <a:t>4/19/2017 2:16 PM</a:t>
            </a:fld>
            <a:endParaRPr lang="en-US" sz="1200" b="0" i="0"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 defTabSz="914400"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© 2007 Microsoft Corporation. Todos os direitos reservados. Microsoft, Windows, Windows Vista e outros nomes de produtos são ou podem ser marcas registradas e/ou marcas comerciais nos Estados Unidos e/ou em outros países.</a:t>
            </a:r>
          </a:p>
          <a:p>
            <a:pPr algn="l" defTabSz="914400"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As informações contidas neste documento têm finalidades meramente informativas e representam a visão atual da Microsoft Corporation, na data desta apresentação.  Como a Microsoft precisa responder às constantes mudanças nas condições de mercado, o conteúdo do documento não deve ser interpretado como um compromisso por parte da Microsoft, e a Microsoft não pode garantir a exatidão de qualquer informação fornecida após a data desta apresentação.  </a:t>
            </a:r>
            <a:b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</a:b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A MICROSOFT NÃO OFERECE NENHUMA GARANTIA, SEJA EXPRESSA, IMPLÍCITA OU LEGAL, CONCERNENTE ÀS INFORMAÇÕES DESTA APRESENTAÇÃO.</a:t>
            </a:r>
          </a:p>
          <a:p>
            <a:pPr algn="l" defTabSz="914400">
              <a:buNone/>
            </a:pP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 defTabSz="914400">
              <a:buNone/>
            </a:pPr>
            <a:fld id="{EC87E0CF-87F6-4B58-B8B8-DCAB2DAAF3CA}" type="slidenum">
              <a:rPr lang="en-US" sz="1200" b="0" i="0">
                <a:latin typeface="Calibri"/>
                <a:ea typeface="+mn-ea"/>
                <a:cs typeface="+mn-cs"/>
              </a:rPr>
              <a:t>7</a:t>
            </a:fld>
            <a:endParaRPr lang="en-US" sz="1200" b="0" i="0"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algn="r" defTabSz="914400">
              <a:buNone/>
            </a:pPr>
            <a:fld id="{81331B57-0BE5-4F82-AA58-76F53EFF3ADA}" type="datetime8">
              <a:rPr lang="en-US" sz="1200" b="0" i="0">
                <a:latin typeface="Calibri"/>
                <a:ea typeface="+mn-ea"/>
                <a:cs typeface="+mn-cs"/>
              </a:rPr>
              <a:t>4/19/2017 2:16 PM</a:t>
            </a:fld>
            <a:endParaRPr lang="en-US" sz="1200" b="0" i="0"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 defTabSz="914400"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© 2007 Microsoft Corporation. Todos os direitos reservados. Microsoft, Windows, Windows Vista e outros nomes de produtos são ou podem ser marcas registradas e/ou marcas comerciais nos Estados Unidos e/ou em outros países.</a:t>
            </a:r>
          </a:p>
          <a:p>
            <a:pPr algn="l" defTabSz="914400"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As informações contidas neste documento têm finalidades meramente informativas e representam a visão atual da Microsoft Corporation, na data desta apresentação.  Como a Microsoft precisa responder às constantes mudanças nas condições de mercado, o conteúdo do documento não deve ser interpretado como um compromisso por parte da Microsoft, e a Microsoft não pode garantir a exatidão de qualquer informação fornecida após a data desta apresentação.  </a:t>
            </a:r>
            <a:b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</a:b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A MICROSOFT NÃO OFERECE NENHUMA GARANTIA, SEJA EXPRESSA, IMPLÍCITA OU LEGAL, CONCERNENTE ÀS INFORMAÇÕES DESTA APRESENTAÇÃO.</a:t>
            </a:r>
          </a:p>
          <a:p>
            <a:pPr algn="l" defTabSz="914400">
              <a:buNone/>
            </a:pP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 defTabSz="914400">
              <a:buNone/>
            </a:pPr>
            <a:fld id="{EC87E0CF-87F6-4B58-B8B8-DCAB2DAAF3CA}" type="slidenum">
              <a:rPr lang="en-US" sz="1200" b="0" i="0">
                <a:latin typeface="Calibri"/>
                <a:ea typeface="+mn-ea"/>
                <a:cs typeface="+mn-cs"/>
              </a:rPr>
              <a:t>8</a:t>
            </a:fld>
            <a:endParaRPr lang="en-US" sz="1200" b="0" i="0"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algn="r" defTabSz="914400">
              <a:buNone/>
            </a:pPr>
            <a:fld id="{81331B57-0BE5-4F82-AA58-76F53EFF3ADA}" type="datetime8">
              <a:rPr lang="en-US" sz="1200" b="0" i="0">
                <a:latin typeface="Calibri"/>
                <a:ea typeface="+mn-ea"/>
                <a:cs typeface="+mn-cs"/>
              </a:rPr>
              <a:t>4/19/2017 2:16 PM</a:t>
            </a:fld>
            <a:endParaRPr lang="en-US" sz="1200" b="0" i="0"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 defTabSz="914400"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© 2007 Microsoft Corporation. Todos os direitos reservados. Microsoft, Windows, Windows Vista e outros nomes de produtos são ou podem ser marcas registradas e/ou marcas comerciais nos Estados Unidos e/ou em outros países.</a:t>
            </a:r>
          </a:p>
          <a:p>
            <a:pPr algn="l" defTabSz="914400"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As informações contidas neste documento têm finalidades meramente informativas e representam a visão atual da Microsoft Corporation, na data desta apresentação.  Como a Microsoft precisa responder às constantes mudanças nas condições de mercado, o conteúdo do documento não deve ser interpretado como um compromisso por parte da Microsoft, e a Microsoft não pode garantir a exatidão de qualquer informação fornecida após a data desta apresentação.  </a:t>
            </a:r>
            <a:b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</a:b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A MICROSOFT NÃO OFERECE NENHUMA GARANTIA, SEJA EXPRESSA, IMPLÍCITA OU LEGAL, CONCERNENTE ÀS INFORMAÇÕES DESTA APRESENTAÇÃO.</a:t>
            </a:r>
          </a:p>
          <a:p>
            <a:pPr algn="l" defTabSz="914400">
              <a:buNone/>
            </a:pP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 defTabSz="914400">
              <a:buNone/>
            </a:pPr>
            <a:fld id="{EC87E0CF-87F6-4B58-B8B8-DCAB2DAAF3CA}" type="slidenum">
              <a:rPr lang="en-US" sz="1200" b="0" i="0">
                <a:latin typeface="Calibri"/>
                <a:ea typeface="+mn-ea"/>
                <a:cs typeface="+mn-cs"/>
              </a:rPr>
              <a:t>9</a:t>
            </a:fld>
            <a:endParaRPr lang="en-US" sz="1200" b="0" i="0"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algn="r" defTabSz="914400">
              <a:buNone/>
            </a:pPr>
            <a:fld id="{81331B57-0BE5-4F82-AA58-76F53EFF3ADA}" type="datetime8">
              <a:rPr lang="en-US" sz="1200" b="0" i="0">
                <a:latin typeface="Calibri"/>
                <a:ea typeface="+mn-ea"/>
                <a:cs typeface="+mn-cs"/>
              </a:rPr>
              <a:t>4/19/2017 2:16 PM</a:t>
            </a:fld>
            <a:endParaRPr lang="en-US" sz="1200" b="0" i="0"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 defTabSz="914400"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© 2007 Microsoft Corporation. Todos os direitos reservados. Microsoft, Windows, Windows Vista e outros nomes de produtos são ou podem ser marcas registradas e/ou marcas comerciais nos Estados Unidos e/ou em outros países.</a:t>
            </a:r>
          </a:p>
          <a:p>
            <a:pPr algn="l" defTabSz="914400"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As informações contidas neste documento têm finalidades meramente informativas e representam a visão atual da Microsoft Corporation, na data desta apresentação.  Como a Microsoft precisa responder às constantes mudanças nas condições de mercado, o conteúdo do documento não deve ser interpretado como um compromisso por parte da Microsoft, e a Microsoft não pode garantir a exatidão de qualquer informação fornecida após a data desta apresentação.  </a:t>
            </a:r>
            <a:b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</a:b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A MICROSOFT NÃO OFERECE NENHUMA GARANTIA, SEJA EXPRESSA, IMPLÍCITA OU LEGAL, CONCERNENTE ÀS INFORMAÇÕES DESTA APRESENTAÇÃO.</a:t>
            </a:r>
          </a:p>
          <a:p>
            <a:pPr algn="l" defTabSz="914400">
              <a:buNone/>
            </a:pP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 defTabSz="914400">
              <a:buNone/>
            </a:pPr>
            <a:fld id="{EC87E0CF-87F6-4B58-B8B8-DCAB2DAAF3CA}" type="slidenum">
              <a:rPr lang="en-US" sz="1200" b="0" i="0">
                <a:latin typeface="Calibri"/>
                <a:ea typeface="+mn-ea"/>
                <a:cs typeface="+mn-cs"/>
              </a:rPr>
              <a:t>10</a:t>
            </a:fld>
            <a:endParaRPr lang="en-US" sz="1200" b="0" i="0"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algn="r" defTabSz="914400">
              <a:buNone/>
            </a:pPr>
            <a:fld id="{81331B57-0BE5-4F82-AA58-76F53EFF3ADA}" type="datetime8">
              <a:rPr lang="en-US" sz="1200" b="0" i="0">
                <a:latin typeface="Calibri"/>
                <a:ea typeface="+mn-ea"/>
                <a:cs typeface="+mn-cs"/>
              </a:rPr>
              <a:t>4/19/2017 2:16 PM</a:t>
            </a:fld>
            <a:endParaRPr lang="en-US" sz="1200" b="0" i="0"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 defTabSz="914400"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© 2007 Microsoft Corporation. Todos os direitos reservados. Microsoft, Windows, Windows Vista e outros nomes de produtos são ou podem ser marcas registradas e/ou marcas comerciais nos Estados Unidos e/ou em outros países.</a:t>
            </a:r>
          </a:p>
          <a:p>
            <a:pPr algn="l" defTabSz="914400"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As informações contidas neste documento têm finalidades meramente informativas e representam a visão atual da Microsoft Corporation, na data desta apresentação.  Como a Microsoft precisa responder às constantes mudanças nas condições de mercado, o conteúdo do documento não deve ser interpretado como um compromisso por parte da Microsoft, e a Microsoft não pode garantir a exatidão de qualquer informação fornecida após a data desta apresentação.  </a:t>
            </a:r>
            <a:b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</a:b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A MICROSOFT NÃO OFERECE NENHUMA GARANTIA, SEJA EXPRESSA, IMPLÍCITA OU LEGAL, CONCERNENTE ÀS INFORMAÇÕES DESTA APRESENTAÇÃO.</a:t>
            </a:r>
          </a:p>
          <a:p>
            <a:pPr algn="l" defTabSz="914400">
              <a:buNone/>
            </a:pP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 defTabSz="914400">
              <a:buNone/>
            </a:pPr>
            <a:fld id="{EC87E0CF-87F6-4B58-B8B8-DCAB2DAAF3CA}" type="slidenum">
              <a:rPr lang="en-US" sz="1200" b="0" i="0">
                <a:latin typeface="Calibri"/>
                <a:ea typeface="+mn-ea"/>
                <a:cs typeface="+mn-cs"/>
              </a:rPr>
              <a:t>11</a:t>
            </a:fld>
            <a:endParaRPr lang="en-US" sz="1200" b="0" i="0"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algn="r" defTabSz="914400">
              <a:buNone/>
            </a:pPr>
            <a:fld id="{81331B57-0BE5-4F82-AA58-76F53EFF3ADA}" type="datetime8">
              <a:rPr lang="en-US" sz="1200" b="0" i="0">
                <a:latin typeface="Calibri"/>
                <a:ea typeface="+mn-ea"/>
                <a:cs typeface="+mn-cs"/>
              </a:rPr>
              <a:t>4/19/2017 2:16 PM</a:t>
            </a:fld>
            <a:endParaRPr lang="en-US" sz="1200" b="0" i="0"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 defTabSz="914400"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© 2007 Microsoft Corporation. Todos os direitos reservados. Microsoft, Windows, Windows Vista e outros nomes de produtos são ou podem ser marcas registradas e/ou marcas comerciais nos Estados Unidos e/ou em outros países.</a:t>
            </a:r>
          </a:p>
          <a:p>
            <a:pPr algn="l" defTabSz="914400"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As informações contidas neste documento têm finalidades meramente informativas e representam a visão atual da Microsoft Corporation, na data desta apresentação.  Como a Microsoft precisa responder às constantes mudanças nas condições de mercado, o conteúdo do documento não deve ser interpretado como um compromisso por parte da Microsoft, e a Microsoft não pode garantir a exatidão de qualquer informação fornecida após a data desta apresentação.  </a:t>
            </a:r>
            <a:b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</a:b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A MICROSOFT NÃO OFERECE NENHUMA GARANTIA, SEJA EXPRESSA, IMPLÍCITA OU LEGAL, CONCERNENTE ÀS INFORMAÇÕES DESTA APRESENTAÇÃO.</a:t>
            </a:r>
          </a:p>
          <a:p>
            <a:pPr algn="l" defTabSz="914400">
              <a:buNone/>
            </a:pP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 defTabSz="914400">
              <a:buNone/>
            </a:pPr>
            <a:fld id="{EC87E0CF-87F6-4B58-B8B8-DCAB2DAAF3CA}" type="slidenum">
              <a:rPr lang="en-US" sz="1200" b="0" i="0">
                <a:latin typeface="Calibri"/>
                <a:ea typeface="+mn-ea"/>
                <a:cs typeface="+mn-cs"/>
              </a:rPr>
              <a:t>12</a:t>
            </a:fld>
            <a:endParaRPr lang="en-US" sz="1200" b="0" i="0"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algn="r" defTabSz="914400">
              <a:buNone/>
            </a:pPr>
            <a:fld id="{81331B57-0BE5-4F82-AA58-76F53EFF3ADA}" type="datetime8">
              <a:rPr lang="en-US" sz="1200" b="0" i="0">
                <a:latin typeface="Calibri"/>
                <a:ea typeface="+mn-ea"/>
                <a:cs typeface="+mn-cs"/>
              </a:rPr>
              <a:t>4/19/2017 2:16 PM</a:t>
            </a:fld>
            <a:endParaRPr lang="en-US" sz="1200" b="0" i="0"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 defTabSz="914400"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© 2007 Microsoft Corporation. Todos os direitos reservados. Microsoft, Windows, Windows Vista e outros nomes de produtos são ou podem ser marcas registradas e/ou marcas comerciais nos Estados Unidos e/ou em outros países.</a:t>
            </a:r>
          </a:p>
          <a:p>
            <a:pPr algn="l" defTabSz="914400"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As informações contidas neste documento têm finalidades meramente informativas e representam a visão atual da Microsoft Corporation, na data desta apresentação.  Como a Microsoft precisa responder às constantes mudanças nas condições de mercado, o conteúdo do documento não deve ser interpretado como um compromisso por parte da Microsoft, e a Microsoft não pode garantir a exatidão de qualquer informação fornecida após a data desta apresentação.  </a:t>
            </a:r>
            <a:b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</a:b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A MICROSOFT NÃO OFERECE NENHUMA GARANTIA, SEJA EXPRESSA, IMPLÍCITA OU LEGAL, CONCERNENTE ÀS INFORMAÇÕES DESTA APRESENTAÇÃO.</a:t>
            </a:r>
          </a:p>
          <a:p>
            <a:pPr algn="l" defTabSz="914400">
              <a:buNone/>
            </a:pP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 defTabSz="914400">
              <a:buNone/>
            </a:pPr>
            <a:fld id="{EC87E0CF-87F6-4B58-B8B8-DCAB2DAAF3CA}" type="slidenum">
              <a:rPr lang="en-US" sz="1200" b="0" i="0">
                <a:latin typeface="Calibri"/>
                <a:ea typeface="+mn-ea"/>
                <a:cs typeface="+mn-cs"/>
              </a:rPr>
              <a:t>13</a:t>
            </a:fld>
            <a:endParaRPr lang="en-US" sz="1200" b="0" i="0"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algn="r" defTabSz="914400">
              <a:buNone/>
            </a:pPr>
            <a:fld id="{81331B57-0BE5-4F82-AA58-76F53EFF3ADA}" type="datetime8">
              <a:rPr lang="en-US" sz="1200" b="0" i="0">
                <a:latin typeface="Calibri"/>
                <a:ea typeface="+mn-ea"/>
                <a:cs typeface="+mn-cs"/>
              </a:rPr>
              <a:t>4/19/2017 2:16 PM</a:t>
            </a:fld>
            <a:endParaRPr lang="en-US" sz="1200" b="0" i="0"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 defTabSz="914400"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© 2007 Microsoft Corporation. Todos os direitos reservados. Microsoft, Windows, Windows Vista e outros nomes de produtos são ou podem ser marcas registradas e/ou marcas comerciais nos Estados Unidos e/ou em outros países.</a:t>
            </a:r>
          </a:p>
          <a:p>
            <a:pPr algn="l" defTabSz="914400"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As informações contidas neste documento têm finalidades meramente informativas e representam a visão atual da Microsoft Corporation, na data desta apresentação.  Como a Microsoft precisa responder às constantes mudanças nas condições de mercado, o conteúdo do documento não deve ser interpretado como um compromisso por parte da Microsoft, e a Microsoft não pode garantir a exatidão de qualquer informação fornecida após a data desta apresentação.  </a:t>
            </a:r>
            <a:b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</a:b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A MICROSOFT NÃO OFERECE NENHUMA GARANTIA, SEJA EXPRESSA, IMPLÍCITA OU LEGAL, CONCERNENTE ÀS INFORMAÇÕES DESTA APRESENTAÇÃO.</a:t>
            </a:r>
          </a:p>
          <a:p>
            <a:pPr algn="l" defTabSz="914400">
              <a:buNone/>
            </a:pP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 defTabSz="914400">
              <a:buNone/>
            </a:pPr>
            <a:fld id="{EC87E0CF-87F6-4B58-B8B8-DCAB2DAAF3CA}" type="slidenum">
              <a:rPr lang="en-US" sz="1200" b="0" i="0">
                <a:latin typeface="Calibri"/>
                <a:ea typeface="+mn-ea"/>
                <a:cs typeface="+mn-cs"/>
              </a:rPr>
              <a:t>14</a:t>
            </a:fld>
            <a:endParaRPr lang="en-US" sz="1200" b="0" i="0"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algn="r" defTabSz="914400">
              <a:buNone/>
            </a:pPr>
            <a:fld id="{81331B57-0BE5-4F82-AA58-76F53EFF3ADA}" type="datetime8">
              <a:rPr lang="en-US" sz="1200" b="0" i="0">
                <a:latin typeface="Calibri"/>
                <a:ea typeface="+mn-ea"/>
                <a:cs typeface="+mn-cs"/>
              </a:rPr>
              <a:t>4/19/2017 2:16 PM</a:t>
            </a:fld>
            <a:endParaRPr lang="en-US" sz="1200" b="0" i="0"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 defTabSz="914400"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© 2007 Microsoft Corporation. Todos os direitos reservados. Microsoft, Windows, Windows Vista e outros nomes de produtos são ou podem ser marcas registradas e/ou marcas comerciais nos Estados Unidos e/ou em outros países.</a:t>
            </a:r>
          </a:p>
          <a:p>
            <a:pPr algn="l" defTabSz="914400"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As informações contidas neste documento têm finalidades meramente informativas e representam a visão atual da Microsoft Corporation, na data desta apresentação.  Como a Microsoft precisa responder às constantes mudanças nas condições de mercado, o conteúdo do documento não deve ser interpretado como um compromisso por parte da Microsoft, e a Microsoft não pode garantir a exatidão de qualquer informação fornecida após a data desta apresentação.  </a:t>
            </a:r>
            <a:b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</a:br>
            <a:r>
              <a:rPr lang="en-US" sz="1200" b="0" i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A MICROSOFT NÃO OFERECE NENHUMA GARANTIA, SEJA EXPRESSA, IMPLÍCITA OU LEGAL, CONCERNENTE ÀS INFORMAÇÕES DESTA APRESENTAÇÃO.</a:t>
            </a:r>
          </a:p>
          <a:p>
            <a:pPr algn="l" defTabSz="914400">
              <a:buNone/>
            </a:pP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 defTabSz="914400">
              <a:buNone/>
            </a:pPr>
            <a:fld id="{EC87E0CF-87F6-4B58-B8B8-DCAB2DAAF3CA}" type="slidenum">
              <a:rPr lang="en-US" sz="1200" b="0" i="0">
                <a:latin typeface="Calibri"/>
                <a:ea typeface="+mn-ea"/>
                <a:cs typeface="+mn-cs"/>
              </a:rPr>
              <a:t>15</a:t>
            </a:fld>
            <a:endParaRPr lang="en-US" sz="1200" b="0" i="0"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30250" y="1905000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pt-BR" noProof="0" smtClean="0"/>
              <a:t>Clique para editar o título mestre</a:t>
            </a:r>
            <a:endParaRPr lang="pt-BR" noProof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30249" y="4344988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noProof="0" smtClean="0"/>
              <a:t>Clique para editar o estilo do subtítulo mestre</a:t>
            </a:r>
            <a:endParaRPr lang="pt-BR" noProof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s &quot;especiais&quot; 1_Demo, Vídeo etc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pt-BR" noProof="0" smtClean="0"/>
              <a:t>Clique para editar o título mestre</a:t>
            </a:r>
            <a:endParaRPr lang="pt-BR" noProof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noProof="0" smtClean="0"/>
              <a:t>Clique para editar o estilo do subtítulo mestre</a:t>
            </a:r>
            <a:endParaRPr lang="pt-BR" noProof="0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0066FF"/>
                    </a:gs>
                    <a:gs pos="28000">
                      <a:srgbClr val="2E59B0"/>
                    </a:gs>
                    <a:gs pos="62000">
                      <a:srgbClr val="2B395F"/>
                    </a:gs>
                    <a:gs pos="88000">
                      <a:srgbClr val="000000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pt-BR" noProof="0" smtClean="0"/>
              <a:t>clique para…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smtClean="0"/>
              <a:t>Clique para editar o título mestre</a:t>
            </a:r>
            <a:endParaRPr lang="pt-BR" noProof="0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221086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pt-BR" noProof="0" smtClean="0"/>
              <a:t>Clique para editar o texto mestre</a:t>
            </a:r>
          </a:p>
          <a:p>
            <a:pPr lvl="1"/>
            <a:r>
              <a:rPr lang="pt-BR" noProof="0" smtClean="0"/>
              <a:t>Segundo nível</a:t>
            </a:r>
          </a:p>
          <a:p>
            <a:pPr lvl="2"/>
            <a:r>
              <a:rPr lang="pt-BR" noProof="0" smtClean="0"/>
              <a:t>Terceiro nível</a:t>
            </a:r>
          </a:p>
          <a:p>
            <a:pPr lvl="3"/>
            <a:r>
              <a:rPr lang="pt-BR" noProof="0" smtClean="0"/>
              <a:t>Quarto nível</a:t>
            </a:r>
          </a:p>
          <a:p>
            <a:pPr lvl="4"/>
            <a:r>
              <a:rPr lang="pt-BR" noProof="0" smtClean="0"/>
              <a:t>Quinto nível</a:t>
            </a:r>
            <a:endParaRPr lang="pt-BR" noProof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smtClean="0"/>
              <a:t>Clique para editar o título mestre</a:t>
            </a:r>
            <a:endParaRPr lang="pt-BR" noProof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221086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pt-BR" noProof="0" smtClean="0"/>
              <a:t>Clique para editar o texto mestre</a:t>
            </a:r>
          </a:p>
          <a:p>
            <a:pPr lvl="1"/>
            <a:r>
              <a:rPr lang="pt-BR" noProof="0" smtClean="0"/>
              <a:t>Segundo nível</a:t>
            </a:r>
          </a:p>
          <a:p>
            <a:pPr lvl="2"/>
            <a:r>
              <a:rPr lang="pt-BR" noProof="0" smtClean="0"/>
              <a:t>Terceiro nível</a:t>
            </a:r>
          </a:p>
          <a:p>
            <a:pPr lvl="3"/>
            <a:r>
              <a:rPr lang="pt-BR" noProof="0" smtClean="0"/>
              <a:t>Quarto nível</a:t>
            </a:r>
          </a:p>
          <a:p>
            <a:pPr lvl="4"/>
            <a:r>
              <a:rPr lang="pt-BR" noProof="0" smtClean="0"/>
              <a:t>Quinto nível</a:t>
            </a:r>
            <a:endParaRPr lang="pt-BR" noProof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smtClean="0"/>
              <a:t>Clique para editar o título mestre</a:t>
            </a:r>
            <a:endParaRPr lang="pt-BR" noProof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381000" y="1411553"/>
            <a:ext cx="4114800" cy="2129814"/>
          </a:xfrm>
        </p:spPr>
        <p:txBody>
          <a:bodyPr/>
          <a:lstStyle>
            <a:lvl1pPr marL="339976" indent="-339976">
              <a:lnSpc>
                <a:spcPct val="90000"/>
              </a:lnSpc>
              <a:defRPr sz="2800"/>
            </a:lvl1pPr>
            <a:lvl2pPr marL="673338" indent="-325424">
              <a:lnSpc>
                <a:spcPct val="90000"/>
              </a:lnSpc>
              <a:defRPr sz="2400"/>
            </a:lvl2pPr>
            <a:lvl3pPr marL="953785" indent="-288384">
              <a:lnSpc>
                <a:spcPct val="90000"/>
              </a:lnSpc>
              <a:defRPr sz="2000"/>
            </a:lvl3pPr>
            <a:lvl4pPr marL="1227618" indent="-273833">
              <a:lnSpc>
                <a:spcPct val="90000"/>
              </a:lnSpc>
              <a:defRPr sz="1800"/>
            </a:lvl4pPr>
            <a:lvl5pPr marL="1516002" indent="-280447">
              <a:lnSpc>
                <a:spcPct val="90000"/>
              </a:lnSpc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noProof="0" smtClean="0"/>
              <a:t>Clique para editar o texto mestre</a:t>
            </a:r>
          </a:p>
          <a:p>
            <a:pPr lvl="1"/>
            <a:r>
              <a:rPr lang="pt-BR" noProof="0" smtClean="0"/>
              <a:t>Segundo nível</a:t>
            </a:r>
          </a:p>
          <a:p>
            <a:pPr lvl="2"/>
            <a:r>
              <a:rPr lang="pt-BR" noProof="0" smtClean="0"/>
              <a:t>Terceiro nível</a:t>
            </a:r>
          </a:p>
          <a:p>
            <a:pPr lvl="3"/>
            <a:r>
              <a:rPr lang="pt-BR" noProof="0" smtClean="0"/>
              <a:t>Quarto nível</a:t>
            </a:r>
          </a:p>
          <a:p>
            <a:pPr lvl="4"/>
            <a:r>
              <a:rPr lang="pt-BR" noProof="0" smtClean="0"/>
              <a:t>Quinto nível</a:t>
            </a:r>
            <a:endParaRPr lang="pt-BR" noProof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411553"/>
            <a:ext cx="4114800" cy="2129814"/>
          </a:xfrm>
        </p:spPr>
        <p:txBody>
          <a:bodyPr/>
          <a:lstStyle>
            <a:lvl1pPr marL="347914" indent="-347914">
              <a:lnSpc>
                <a:spcPct val="90000"/>
              </a:lnSpc>
              <a:defRPr sz="2800"/>
            </a:lvl1pPr>
            <a:lvl2pPr marL="673338" indent="-339976">
              <a:lnSpc>
                <a:spcPct val="90000"/>
              </a:lnSpc>
              <a:defRPr sz="2400"/>
            </a:lvl2pPr>
            <a:lvl3pPr marL="961722" indent="-302936">
              <a:lnSpc>
                <a:spcPct val="90000"/>
              </a:lnSpc>
              <a:defRPr sz="2000"/>
            </a:lvl3pPr>
            <a:lvl4pPr marL="1227618" indent="-265896">
              <a:lnSpc>
                <a:spcPct val="90000"/>
              </a:lnSpc>
              <a:defRPr sz="1800"/>
            </a:lvl4pPr>
            <a:lvl5pPr marL="1516002" indent="-273833">
              <a:lnSpc>
                <a:spcPct val="90000"/>
              </a:lnSpc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noProof="0" smtClean="0"/>
              <a:t>Clique para editar o texto mestre</a:t>
            </a:r>
          </a:p>
          <a:p>
            <a:pPr lvl="1"/>
            <a:r>
              <a:rPr lang="pt-BR" noProof="0" smtClean="0"/>
              <a:t>Segundo nível</a:t>
            </a:r>
          </a:p>
          <a:p>
            <a:pPr lvl="2"/>
            <a:r>
              <a:rPr lang="pt-BR" noProof="0" smtClean="0"/>
              <a:t>Terceiro nível</a:t>
            </a:r>
          </a:p>
          <a:p>
            <a:pPr lvl="3"/>
            <a:r>
              <a:rPr lang="pt-BR" noProof="0" smtClean="0"/>
              <a:t>Quarto nível</a:t>
            </a:r>
          </a:p>
          <a:p>
            <a:pPr lvl="4"/>
            <a:r>
              <a:rPr lang="pt-BR" noProof="0" smtClean="0"/>
              <a:t>Quinto nível</a:t>
            </a:r>
            <a:endParaRPr lang="pt-BR" noProof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noProof="0" smtClean="0"/>
              <a:t>Clique para editar o título mestre</a:t>
            </a:r>
            <a:endParaRPr lang="pt-BR" noProof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81000" y="1411553"/>
            <a:ext cx="4114800" cy="692498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5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pt-BR" noProof="0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80999" y="2174875"/>
            <a:ext cx="4114800" cy="1855893"/>
          </a:xfrm>
        </p:spPr>
        <p:txBody>
          <a:bodyPr/>
          <a:lstStyle>
            <a:lvl1pPr marL="281770" indent="-281770">
              <a:defRPr sz="2300"/>
            </a:lvl1pPr>
            <a:lvl2pPr marL="562218" indent="-265896">
              <a:defRPr sz="2000"/>
            </a:lvl2pPr>
            <a:lvl3pPr marL="813562" indent="-243407">
              <a:defRPr sz="1800"/>
            </a:lvl3pPr>
            <a:lvl4pPr marL="1050354" indent="-228856">
              <a:defRPr sz="1700"/>
            </a:lvl4pPr>
            <a:lvl5pPr marL="1279210" indent="-206367"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noProof="0" smtClean="0"/>
              <a:t>Clique para editar o texto mestre</a:t>
            </a:r>
          </a:p>
          <a:p>
            <a:pPr lvl="1"/>
            <a:r>
              <a:rPr lang="pt-BR" noProof="0" smtClean="0"/>
              <a:t>Segundo nível</a:t>
            </a:r>
          </a:p>
          <a:p>
            <a:pPr lvl="2"/>
            <a:r>
              <a:rPr lang="pt-BR" noProof="0" smtClean="0"/>
              <a:t>Terceiro nível</a:t>
            </a:r>
          </a:p>
          <a:p>
            <a:pPr lvl="3"/>
            <a:r>
              <a:rPr lang="pt-BR" noProof="0" smtClean="0"/>
              <a:t>Quarto nível</a:t>
            </a:r>
          </a:p>
          <a:p>
            <a:pPr lvl="4"/>
            <a:r>
              <a:rPr lang="pt-BR" noProof="0" smtClean="0"/>
              <a:t>Quinto nível</a:t>
            </a:r>
            <a:endParaRPr lang="pt-BR" noProof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981" y="1411553"/>
            <a:ext cx="4117019" cy="692498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5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pt-BR" noProof="0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117974" cy="1855893"/>
          </a:xfrm>
        </p:spPr>
        <p:txBody>
          <a:bodyPr/>
          <a:lstStyle>
            <a:lvl1pPr marL="296321" indent="-296321">
              <a:defRPr sz="2300"/>
            </a:lvl1pPr>
            <a:lvl2pPr marL="570155" indent="-273833">
              <a:defRPr sz="2000"/>
            </a:lvl2pPr>
            <a:lvl3pPr marL="821499" indent="-244730">
              <a:defRPr sz="1800"/>
            </a:lvl3pPr>
            <a:lvl4pPr marL="1050354" indent="-236793">
              <a:defRPr sz="1700"/>
            </a:lvl4pPr>
            <a:lvl5pPr marL="1279210" indent="-220919"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noProof="0" smtClean="0"/>
              <a:t>Clique para editar o texto mestre</a:t>
            </a:r>
          </a:p>
          <a:p>
            <a:pPr lvl="1"/>
            <a:r>
              <a:rPr lang="pt-BR" noProof="0" smtClean="0"/>
              <a:t>Segundo nível</a:t>
            </a:r>
          </a:p>
          <a:p>
            <a:pPr lvl="2"/>
            <a:r>
              <a:rPr lang="pt-BR" noProof="0" smtClean="0"/>
              <a:t>Terceiro nível</a:t>
            </a:r>
          </a:p>
          <a:p>
            <a:pPr lvl="3"/>
            <a:r>
              <a:rPr lang="pt-BR" noProof="0" smtClean="0"/>
              <a:t>Quarto nível</a:t>
            </a:r>
          </a:p>
          <a:p>
            <a:pPr lvl="4"/>
            <a:r>
              <a:rPr lang="pt-BR" noProof="0" smtClean="0"/>
              <a:t>Quinto nível</a:t>
            </a:r>
            <a:endParaRPr lang="pt-BR" noProof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smtClean="0"/>
              <a:t>Clique para editar o título mestre</a:t>
            </a:r>
            <a:endParaRPr lang="pt-BR" noProof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LKIN - Imprime em ESCALA DE CIN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ítulo e Conteúdo">
    <p:bg bwMode="black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pt-BR" noProof="0" smtClean="0"/>
              <a:t>Clique para editar o título mestre</a:t>
            </a:r>
            <a:endParaRPr lang="pt-BR" noProof="0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0"/>
          </p:nvPr>
        </p:nvSpPr>
        <p:spPr bwMode="white">
          <a:xfrm>
            <a:off x="381000" y="1411553"/>
            <a:ext cx="8382000" cy="2200602"/>
          </a:xfrm>
        </p:spPr>
        <p:txBody>
          <a:bodyPr/>
          <a:lstStyle>
            <a:lvl1pPr>
              <a:buClr>
                <a:srgbClr val="FFFFFF"/>
              </a:buClr>
              <a:buSzPct val="70000"/>
              <a:buFont typeface="Wingdings" pitchFamily="2" charset="2"/>
              <a:buChar char="l"/>
              <a:defRPr>
                <a:solidFill>
                  <a:srgbClr val="FFFFFF"/>
                </a:solidFill>
              </a:defRPr>
            </a:lvl1pPr>
            <a:lvl2pPr>
              <a:buClr>
                <a:srgbClr val="FFFFFF"/>
              </a:buClr>
              <a:buSzPct val="70000"/>
              <a:buFont typeface="Wingdings" pitchFamily="2" charset="2"/>
              <a:buChar char="l"/>
              <a:defRPr>
                <a:solidFill>
                  <a:srgbClr val="FFFFFF"/>
                </a:solidFill>
              </a:defRPr>
            </a:lvl2pPr>
            <a:lvl3pPr>
              <a:buClr>
                <a:srgbClr val="FFFFFF"/>
              </a:buClr>
              <a:buSzPct val="70000"/>
              <a:buFont typeface="Wingdings" pitchFamily="2" charset="2"/>
              <a:buChar char="l"/>
              <a:defRPr>
                <a:solidFill>
                  <a:srgbClr val="FFFFFF"/>
                </a:solidFill>
              </a:defRPr>
            </a:lvl3pPr>
            <a:lvl4pPr>
              <a:buClr>
                <a:srgbClr val="FFFFFF"/>
              </a:buClr>
              <a:buSzPct val="70000"/>
              <a:buFont typeface="Wingdings" pitchFamily="2" charset="2"/>
              <a:buChar char="l"/>
              <a:defRPr>
                <a:solidFill>
                  <a:srgbClr val="FFFFFF"/>
                </a:solidFill>
              </a:defRPr>
            </a:lvl4pPr>
            <a:lvl5pPr>
              <a:buClr>
                <a:srgbClr val="FFFFFF"/>
              </a:buClr>
              <a:buSzPct val="70000"/>
              <a:buFont typeface="Wingdings" pitchFamily="2" charset="2"/>
              <a:buChar char="l"/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pt-BR" noProof="0" smtClean="0"/>
              <a:t>Clique para editar o texto mestre</a:t>
            </a:r>
          </a:p>
          <a:p>
            <a:pPr lvl="1"/>
            <a:r>
              <a:rPr lang="pt-BR" noProof="0" smtClean="0"/>
              <a:t>Segundo nível</a:t>
            </a:r>
          </a:p>
          <a:p>
            <a:pPr lvl="2"/>
            <a:r>
              <a:rPr lang="pt-BR" noProof="0" smtClean="0"/>
              <a:t>Terceiro nível</a:t>
            </a:r>
          </a:p>
          <a:p>
            <a:pPr lvl="3"/>
            <a:r>
              <a:rPr lang="pt-BR" noProof="0" smtClean="0"/>
              <a:t>Quarto nível</a:t>
            </a:r>
          </a:p>
          <a:p>
            <a:pPr lvl="4"/>
            <a:r>
              <a:rPr lang="pt-BR" noProof="0" smtClean="0"/>
              <a:t>Quinto nível</a:t>
            </a:r>
            <a:endParaRPr lang="pt-BR" noProof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ítulo e Conteúdo">
    <p:bg bwMode="black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pt-BR" noProof="0" smtClean="0"/>
              <a:t>Clique para editar o título mestre</a:t>
            </a:r>
            <a:endParaRPr lang="pt-BR" noProof="0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0"/>
          </p:nvPr>
        </p:nvSpPr>
        <p:spPr bwMode="white">
          <a:xfrm>
            <a:off x="381000" y="1411553"/>
            <a:ext cx="8382000" cy="2200602"/>
          </a:xfrm>
        </p:spPr>
        <p:txBody>
          <a:bodyPr/>
          <a:lstStyle>
            <a:lvl1pPr>
              <a:buClr>
                <a:srgbClr val="FFFFFF"/>
              </a:buClr>
              <a:buSzPct val="70000"/>
              <a:buFont typeface="Wingdings" pitchFamily="2" charset="2"/>
              <a:buChar char="l"/>
              <a:defRPr>
                <a:solidFill>
                  <a:srgbClr val="FFFFFF"/>
                </a:solidFill>
              </a:defRPr>
            </a:lvl1pPr>
            <a:lvl2pPr>
              <a:buClr>
                <a:srgbClr val="FFFFFF"/>
              </a:buClr>
              <a:buSzPct val="70000"/>
              <a:buFont typeface="Wingdings" pitchFamily="2" charset="2"/>
              <a:buChar char="l"/>
              <a:defRPr>
                <a:solidFill>
                  <a:srgbClr val="FFFFFF"/>
                </a:solidFill>
              </a:defRPr>
            </a:lvl2pPr>
            <a:lvl3pPr>
              <a:buClr>
                <a:srgbClr val="FFFFFF"/>
              </a:buClr>
              <a:buSzPct val="70000"/>
              <a:buFont typeface="Wingdings" pitchFamily="2" charset="2"/>
              <a:buChar char="l"/>
              <a:defRPr>
                <a:solidFill>
                  <a:srgbClr val="FFFFFF"/>
                </a:solidFill>
              </a:defRPr>
            </a:lvl3pPr>
            <a:lvl4pPr>
              <a:buClr>
                <a:srgbClr val="FFFFFF"/>
              </a:buClr>
              <a:buSzPct val="70000"/>
              <a:buFont typeface="Wingdings" pitchFamily="2" charset="2"/>
              <a:buChar char="l"/>
              <a:defRPr>
                <a:solidFill>
                  <a:srgbClr val="FFFFFF"/>
                </a:solidFill>
              </a:defRPr>
            </a:lvl4pPr>
            <a:lvl5pPr>
              <a:buClr>
                <a:srgbClr val="FFFFFF"/>
              </a:buClr>
              <a:buSzPct val="70000"/>
              <a:buFont typeface="Wingdings" pitchFamily="2" charset="2"/>
              <a:buChar char="l"/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pt-BR" noProof="0" smtClean="0"/>
              <a:t>Clique para editar o texto mestre</a:t>
            </a:r>
          </a:p>
          <a:p>
            <a:pPr lvl="1"/>
            <a:r>
              <a:rPr lang="pt-BR" noProof="0" smtClean="0"/>
              <a:t>Segundo nível</a:t>
            </a:r>
          </a:p>
          <a:p>
            <a:pPr lvl="2"/>
            <a:r>
              <a:rPr lang="pt-BR" noProof="0" smtClean="0"/>
              <a:t>Terceiro nível</a:t>
            </a:r>
          </a:p>
          <a:p>
            <a:pPr lvl="3"/>
            <a:r>
              <a:rPr lang="pt-BR" noProof="0" smtClean="0"/>
              <a:t>Quarto nível</a:t>
            </a:r>
          </a:p>
          <a:p>
            <a:pPr lvl="4"/>
            <a:r>
              <a:rPr lang="pt-BR" noProof="0" smtClean="0"/>
              <a:t>Quinto nível</a:t>
            </a:r>
            <a:endParaRPr lang="pt-BR" noProof="0" dirty="0"/>
          </a:p>
        </p:txBody>
      </p:sp>
      <p:sp>
        <p:nvSpPr>
          <p:cNvPr id="4" name="Espaço Reservado para Texto 6"/>
          <p:cNvSpPr>
            <a:spLocks noGrp="1"/>
          </p:cNvSpPr>
          <p:nvPr>
            <p:ph type="body" sz="quarter" idx="11"/>
          </p:nvPr>
        </p:nvSpPr>
        <p:spPr>
          <a:xfrm>
            <a:off x="0" y="6238875"/>
            <a:ext cx="9144001" cy="619125"/>
          </a:xfrm>
          <a:solidFill>
            <a:srgbClr val="FFFF99"/>
          </a:solidFill>
        </p:spPr>
        <p:txBody>
          <a:bodyPr wrap="square" lIns="152394" tIns="76197" rIns="152394" bIns="76197" anchor="b" anchorCtr="0">
            <a:noAutofit/>
          </a:bodyPr>
          <a:lstStyle>
            <a:lvl1pPr algn="r">
              <a:buFont typeface="Arial" pitchFamily="34" charset="0"/>
              <a:buNone/>
              <a:defRPr>
                <a:solidFill>
                  <a:srgbClr val="000000"/>
                </a:solidFill>
                <a:effectLst/>
                <a:latin typeface="+mj-lt"/>
              </a:defRPr>
            </a:lvl1pPr>
          </a:lstStyle>
          <a:p>
            <a:pPr lvl="0"/>
            <a:r>
              <a:rPr lang="pt-BR" noProof="0" smtClean="0"/>
              <a:t>Clique para editar o texto mestre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s &quot;especiais&quot; 2_Demo, Vídeo etc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pt-BR" noProof="0" smtClean="0"/>
              <a:t>Clique para editar o título mestre</a:t>
            </a:r>
            <a:endParaRPr lang="pt-BR" noProof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noProof="0" smtClean="0"/>
              <a:t>Clique para editar o estilo do subtítulo mestre</a:t>
            </a:r>
            <a:endParaRPr lang="pt-BR" noProof="0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0066FF"/>
                    </a:gs>
                    <a:gs pos="28000">
                      <a:srgbClr val="2E59B0"/>
                    </a:gs>
                    <a:gs pos="62000">
                      <a:srgbClr val="2B395F"/>
                    </a:gs>
                    <a:gs pos="88000">
                      <a:srgbClr val="000000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pt-BR" noProof="0" smtClean="0"/>
              <a:t>clique para…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sar para slides com Código de Softw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smtClean="0"/>
              <a:t>Clique para editar o estilo do título Mestre</a:t>
            </a:r>
            <a:endParaRPr lang="pt-BR" noProof="0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0"/>
          </p:nvPr>
        </p:nvSpPr>
        <p:spPr>
          <a:xfrm>
            <a:off x="722313" y="1905000"/>
            <a:ext cx="8040688" cy="2533001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pt-BR" noProof="0" smtClean="0"/>
              <a:t>Clique para editar os estilos do texto Mestre</a:t>
            </a:r>
          </a:p>
          <a:p>
            <a:pPr lvl="1"/>
            <a:r>
              <a:rPr lang="pt-BR" noProof="0" smtClean="0"/>
              <a:t>Segundo nível</a:t>
            </a:r>
          </a:p>
          <a:p>
            <a:pPr lvl="2"/>
            <a:r>
              <a:rPr lang="pt-BR" noProof="0" smtClean="0"/>
              <a:t>Terceiro nível</a:t>
            </a:r>
          </a:p>
          <a:p>
            <a:pPr lvl="3"/>
            <a:r>
              <a:rPr lang="pt-BR" noProof="0" smtClean="0"/>
              <a:t>Quarto nível</a:t>
            </a:r>
          </a:p>
          <a:p>
            <a:pPr lvl="4"/>
            <a:r>
              <a:rPr lang="pt-BR" noProof="0" smtClean="0"/>
              <a:t>Quinto nível</a:t>
            </a:r>
            <a:endParaRPr lang="pt-BR" noProof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25" descr="7-00029_BAK_v03TOP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-15875" y="6007100"/>
            <a:ext cx="9159875" cy="849313"/>
          </a:xfrm>
          <a:prstGeom prst="rect">
            <a:avLst/>
          </a:prstGeom>
          <a:noFill/>
        </p:spPr>
      </p:pic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13295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pt-BR" noProof="0" smtClean="0"/>
              <a:t>Clique para editar o estilo do título Mestre</a:t>
            </a:r>
            <a:endParaRPr lang="pt-BR" noProof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81000" y="1412875"/>
            <a:ext cx="8382000" cy="213596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pt-BR" noProof="0" smtClean="0"/>
              <a:t>Clique para editar os estilos do texto Mestre</a:t>
            </a:r>
          </a:p>
          <a:p>
            <a:pPr lvl="1"/>
            <a:r>
              <a:rPr lang="pt-BR" noProof="0" smtClean="0"/>
              <a:t>Segundo nível</a:t>
            </a:r>
          </a:p>
          <a:p>
            <a:pPr lvl="2"/>
            <a:r>
              <a:rPr lang="pt-BR" noProof="0" smtClean="0"/>
              <a:t>Terceiro nível</a:t>
            </a:r>
          </a:p>
          <a:p>
            <a:pPr lvl="3"/>
            <a:r>
              <a:rPr lang="pt-BR" noProof="0" smtClean="0"/>
              <a:t>Quarto nível</a:t>
            </a:r>
          </a:p>
          <a:p>
            <a:pPr lvl="4"/>
            <a:r>
              <a:rPr lang="pt-BR" noProof="0" smtClean="0"/>
              <a:t>Quinto nível</a:t>
            </a:r>
            <a:endParaRPr lang="pt-BR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61" r:id="rId12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l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50" dirty="0" smtClean="0">
          <a:ln w="3175">
            <a:noFill/>
          </a:ln>
          <a:gradFill>
            <a:gsLst>
              <a:gs pos="0">
                <a:srgbClr val="2E59B0"/>
              </a:gs>
              <a:gs pos="49000">
                <a:srgbClr val="161D32"/>
              </a:gs>
              <a:gs pos="100000">
                <a:srgbClr val="000000"/>
              </a:gs>
            </a:gsLst>
            <a:lin ang="5400000" scaled="0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396875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7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7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7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7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white rectangle.png"/>
          <p:cNvPicPr>
            <a:picLocks noChangeAspect="1"/>
          </p:cNvPicPr>
          <p:nvPr/>
        </p:nvPicPr>
        <p:blipFill>
          <a:blip r:embed="rId4"/>
          <a:srcRect b="10453"/>
          <a:stretch>
            <a:fillRect/>
          </a:stretch>
        </p:blipFill>
        <p:spPr>
          <a:xfrm>
            <a:off x="0" y="1299706"/>
            <a:ext cx="9144000" cy="5558294"/>
          </a:xfrm>
          <a:prstGeom prst="rect">
            <a:avLst/>
          </a:prstGeom>
        </p:spPr>
      </p:pic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13295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pt-BR" noProof="0" smtClean="0"/>
              <a:t>Clique para editar o estilo do título Mestre</a:t>
            </a:r>
            <a:endParaRPr lang="pt-BR" noProof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2" y="1905000"/>
            <a:ext cx="8040688" cy="25330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pt-BR" noProof="0" smtClean="0"/>
              <a:t>Clique para editar os estilos do texto Mestre</a:t>
            </a:r>
          </a:p>
          <a:p>
            <a:pPr lvl="1"/>
            <a:r>
              <a:rPr lang="pt-BR" noProof="0" smtClean="0"/>
              <a:t>Segundo nível</a:t>
            </a:r>
          </a:p>
          <a:p>
            <a:pPr lvl="2"/>
            <a:r>
              <a:rPr lang="pt-BR" noProof="0" smtClean="0"/>
              <a:t>Terceiro nível</a:t>
            </a:r>
          </a:p>
          <a:p>
            <a:pPr lvl="3"/>
            <a:r>
              <a:rPr lang="pt-BR" noProof="0" smtClean="0"/>
              <a:t>Quarto nível</a:t>
            </a:r>
          </a:p>
          <a:p>
            <a:pPr lvl="4"/>
            <a:r>
              <a:rPr lang="pt-BR" noProof="0" smtClean="0"/>
              <a:t>Quinto nível</a:t>
            </a:r>
            <a:endParaRPr lang="pt-BR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l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25" dirty="0" smtClean="0">
          <a:ln w="3175">
            <a:noFill/>
          </a:ln>
          <a:gradFill>
            <a:gsLst>
              <a:gs pos="0">
                <a:srgbClr val="2E59B0"/>
              </a:gs>
              <a:gs pos="49000">
                <a:srgbClr val="161D32"/>
              </a:gs>
              <a:gs pos="100000">
                <a:srgbClr val="000000"/>
              </a:gs>
            </a:gsLst>
            <a:lin ang="5400000" scaled="0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0" indent="0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30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1pPr>
      <a:lvl2pPr marL="384954" indent="-7937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28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2pPr>
      <a:lvl3pPr marL="761970" indent="-7937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24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3pPr>
      <a:lvl4pPr marL="1094009" indent="7937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24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4pPr>
      <a:lvl5pPr marL="1426047" indent="0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24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pt-BR" sz="5400" b="0" i="0" spc="-150" dirty="0" smtClean="0">
                <a:effectLst>
                  <a:outerShdw blurRad="50800" dist="38100" dir="2700000" algn="tl">
                    <a:prstClr val="black">
                      <a:alpha val="40000"/>
                    </a:prstClr>
                  </a:outerShdw>
                </a:effectLst>
                <a:latin typeface="Calibri"/>
                <a:ea typeface="+mn-ea"/>
                <a:cs typeface="Arial"/>
              </a:rPr>
              <a:t>Abertura de Empresa</a:t>
            </a:r>
            <a:endParaRPr lang="pt-BR" sz="5400" b="0" i="0" spc="-150" dirty="0">
              <a:effectLst>
                <a:outerShdw blurRad="50800" dist="38100" dir="2700000" algn="tl">
                  <a:prstClr val="black">
                    <a:alpha val="40000"/>
                  </a:prstClr>
                </a:outerShdw>
              </a:effectLst>
              <a:latin typeface="Calibri"/>
              <a:ea typeface="+mn-ea"/>
              <a:cs typeface="Arial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30249" y="4344988"/>
            <a:ext cx="7681913" cy="1293812"/>
          </a:xfrm>
        </p:spPr>
        <p:txBody>
          <a:bodyPr>
            <a:normAutofit lnSpcReduction="10000"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pt-BR" b="0" i="0" dirty="0" smtClean="0">
                <a:solidFill>
                  <a:srgbClr val="000000"/>
                </a:solidFill>
              </a:rPr>
              <a:t>Igor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pt-BR" b="0" i="0" dirty="0" smtClean="0">
                <a:solidFill>
                  <a:srgbClr val="000000"/>
                </a:solidFill>
              </a:rPr>
              <a:t>Estagiário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pt-BR" b="0" i="0" dirty="0" smtClean="0">
                <a:solidFill>
                  <a:srgbClr val="000000"/>
                </a:solidFill>
              </a:rPr>
              <a:t>Computare Brasil</a:t>
            </a:r>
            <a:endParaRPr lang="pt-BR" b="0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</p:spPr>
        <p:txBody>
          <a:bodyPr/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pt-BR" sz="4800" b="0" i="0" spc="-150" dirty="0" smtClean="0">
                <a:effectLst>
                  <a:outerShdw blurRad="50800" dist="38100" dir="2700000" algn="tl">
                    <a:prstClr val="black">
                      <a:alpha val="40000"/>
                    </a:prstClr>
                  </a:outerShdw>
                </a:effectLst>
                <a:latin typeface="Calibri"/>
                <a:ea typeface="+mn-ea"/>
                <a:cs typeface="Arial"/>
              </a:rPr>
              <a:t>O que é ?</a:t>
            </a:r>
            <a:endParaRPr lang="pt-BR" sz="4800" b="0" i="0" spc="-150" dirty="0">
              <a:effectLst>
                <a:outerShdw blurRad="50800" dist="38100" dir="2700000" algn="tl">
                  <a:prstClr val="black">
                    <a:alpha val="40000"/>
                  </a:prstClr>
                </a:outerShdw>
              </a:effectLst>
              <a:latin typeface="Calibri"/>
              <a:ea typeface="+mn-ea"/>
              <a:cs typeface="Arial"/>
            </a:endParaRP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0"/>
          </p:nvPr>
        </p:nvSpPr>
        <p:spPr>
          <a:xfrm>
            <a:off x="395536" y="2204864"/>
            <a:ext cx="8382000" cy="2761782"/>
          </a:xfrm>
        </p:spPr>
        <p:txBody>
          <a:bodyPr/>
          <a:lstStyle/>
          <a:p>
            <a:pPr marL="393192" indent="-393192" algn="l" defTabSz="914400">
              <a:lnSpc>
                <a:spcPct val="90000"/>
              </a:lnSpc>
              <a:spcBef>
                <a:spcPts val="768"/>
              </a:spcBef>
              <a:buClr>
                <a:srgbClr val="000000"/>
              </a:buClr>
              <a:buFontTx/>
            </a:pPr>
            <a:r>
              <a:rPr lang="pt-BR" sz="3200" b="0" i="0" dirty="0" smtClean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Abertura de empresa é o passo inicial para quem deseja abrir um negócio, investir em algo promissor, assumir riscos em busca de lucro...</a:t>
            </a:r>
          </a:p>
          <a:p>
            <a:pPr marL="393192" indent="-393192" algn="l" defTabSz="914400">
              <a:lnSpc>
                <a:spcPct val="90000"/>
              </a:lnSpc>
              <a:spcBef>
                <a:spcPts val="768"/>
              </a:spcBef>
              <a:buClr>
                <a:srgbClr val="000000"/>
              </a:buClr>
              <a:buFontTx/>
            </a:pPr>
            <a:r>
              <a:rPr lang="pt-BR" dirty="0" smtClean="0">
                <a:solidFill>
                  <a:srgbClr val="000000"/>
                </a:solidFill>
                <a:latin typeface="Calibri"/>
              </a:rPr>
              <a:t>Também é o processo de formalização de alguns empregos que são feitos diariamente sem o devido registro</a:t>
            </a:r>
            <a:r>
              <a:rPr lang="pt-BR" dirty="0" smtClean="0">
                <a:solidFill>
                  <a:srgbClr val="000000"/>
                </a:solidFill>
                <a:latin typeface="Calibri"/>
              </a:rPr>
              <a:t>. Um dos Exemplos são </a:t>
            </a:r>
            <a:r>
              <a:rPr lang="pt-BR" dirty="0" err="1" smtClean="0">
                <a:solidFill>
                  <a:srgbClr val="000000"/>
                </a:solidFill>
                <a:latin typeface="Calibri"/>
              </a:rPr>
              <a:t>MEIs</a:t>
            </a:r>
            <a:r>
              <a:rPr lang="pt-BR" dirty="0" smtClean="0">
                <a:solidFill>
                  <a:srgbClr val="000000"/>
                </a:solidFill>
                <a:latin typeface="Calibri"/>
              </a:rPr>
              <a:t>.</a:t>
            </a:r>
            <a:endParaRPr lang="pt-BR" sz="3200" b="0" i="0" dirty="0" smtClean="0">
              <a:solidFill>
                <a:srgbClr val="000000"/>
              </a:solidFill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</p:spPr>
        <p:txBody>
          <a:bodyPr/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pt-BR" dirty="0" smtClean="0">
                <a:effectLst>
                  <a:outerShdw blurRad="50800" dist="38100" dir="2700000" algn="tl">
                    <a:prstClr val="black">
                      <a:alpha val="40000"/>
                    </a:prstClr>
                  </a:outerShdw>
                </a:effectLst>
                <a:latin typeface="Calibri"/>
                <a:cs typeface="Arial"/>
              </a:rPr>
              <a:t>Cuidados para Abertura</a:t>
            </a:r>
            <a:endParaRPr lang="pt-BR" sz="4800" b="0" i="0" spc="-150" dirty="0">
              <a:effectLst>
                <a:outerShdw blurRad="50800" dist="38100" dir="2700000" algn="tl">
                  <a:prstClr val="black">
                    <a:alpha val="40000"/>
                  </a:prstClr>
                </a:outerShdw>
              </a:effectLst>
              <a:latin typeface="Calibri"/>
              <a:ea typeface="+mn-ea"/>
              <a:cs typeface="Arial"/>
            </a:endParaRP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0"/>
          </p:nvPr>
        </p:nvSpPr>
        <p:spPr>
          <a:xfrm>
            <a:off x="323528" y="1196752"/>
            <a:ext cx="8382000" cy="4091376"/>
          </a:xfrm>
        </p:spPr>
        <p:txBody>
          <a:bodyPr/>
          <a:lstStyle/>
          <a:p>
            <a:pPr marL="393192" indent="-393192" algn="l" defTabSz="914400">
              <a:lnSpc>
                <a:spcPct val="90000"/>
              </a:lnSpc>
              <a:spcBef>
                <a:spcPts val="768"/>
              </a:spcBef>
              <a:buClr>
                <a:srgbClr val="000000"/>
              </a:buClr>
              <a:buFontTx/>
            </a:pPr>
            <a:r>
              <a:rPr lang="pt-BR" sz="3200" b="0" i="0" dirty="0" smtClean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Uma das precauções</a:t>
            </a:r>
            <a:r>
              <a:rPr lang="pt-BR" dirty="0" smtClean="0">
                <a:solidFill>
                  <a:srgbClr val="000000"/>
                </a:solidFill>
                <a:latin typeface="Calibri"/>
              </a:rPr>
              <a:t> a tomar é escolher o nome empresarial, e que ele não esteja sendo usado por outra empresa.</a:t>
            </a:r>
          </a:p>
          <a:p>
            <a:pPr marL="393192" indent="-393192" algn="l" defTabSz="914400">
              <a:lnSpc>
                <a:spcPct val="90000"/>
              </a:lnSpc>
              <a:spcBef>
                <a:spcPts val="768"/>
              </a:spcBef>
              <a:buClr>
                <a:srgbClr val="000000"/>
              </a:buClr>
              <a:buFontTx/>
            </a:pPr>
            <a:r>
              <a:rPr lang="pt-BR" sz="3200" b="0" i="0" dirty="0" smtClean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O local onde a empresa vai ficar é de extrema importância, verificar com a prefeitura da cidade, se o zoneamento da cidade permite a atividade no local </a:t>
            </a:r>
            <a:r>
              <a:rPr lang="pt-BR" sz="3200" b="0" i="0" dirty="0" smtClean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desejado</a:t>
            </a:r>
            <a:r>
              <a:rPr lang="pt-BR" dirty="0" smtClean="0">
                <a:solidFill>
                  <a:srgbClr val="000000"/>
                </a:solidFill>
                <a:latin typeface="Calibri"/>
              </a:rPr>
              <a:t>. A consulta pode ser feita sem valor jurídico na internet, e depois formalmente pelo site do Via </a:t>
            </a:r>
            <a:r>
              <a:rPr lang="pt-BR" dirty="0" err="1">
                <a:solidFill>
                  <a:srgbClr val="000000"/>
                </a:solidFill>
                <a:latin typeface="Calibri"/>
              </a:rPr>
              <a:t>R</a:t>
            </a:r>
            <a:r>
              <a:rPr lang="pt-BR" dirty="0" err="1" smtClean="0">
                <a:solidFill>
                  <a:srgbClr val="000000"/>
                </a:solidFill>
                <a:latin typeface="Calibri"/>
              </a:rPr>
              <a:t>apida</a:t>
            </a:r>
            <a:r>
              <a:rPr lang="pt-BR" dirty="0" smtClean="0">
                <a:solidFill>
                  <a:srgbClr val="000000"/>
                </a:solidFill>
                <a:latin typeface="Calibri"/>
              </a:rPr>
              <a:t> Empresa.</a:t>
            </a:r>
            <a:endParaRPr lang="pt-BR" sz="3200" b="0" i="0" dirty="0" smtClean="0">
              <a:solidFill>
                <a:srgbClr val="000000"/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910925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382000" cy="1163395"/>
          </a:xfrm>
        </p:spPr>
        <p:txBody>
          <a:bodyPr>
            <a:normAutofit/>
          </a:bodyPr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pt-BR" sz="4800" b="0" i="0" spc="-150" dirty="0" smtClean="0">
                <a:effectLst>
                  <a:outerShdw blurRad="50800" dist="38100" dir="2700000" algn="tl">
                    <a:prstClr val="black">
                      <a:alpha val="40000"/>
                    </a:prstClr>
                  </a:outerShdw>
                </a:effectLst>
                <a:latin typeface="Calibri"/>
                <a:ea typeface="+mn-ea"/>
                <a:cs typeface="Arial"/>
              </a:rPr>
              <a:t>Como funciona?</a:t>
            </a:r>
            <a:endParaRPr lang="pt-BR" sz="3600" b="0" i="0" spc="-150" dirty="0">
              <a:solidFill>
                <a:srgbClr val="1D4775"/>
              </a:solidFill>
              <a:effectLst>
                <a:outerShdw blurRad="50800" dist="38100" dir="2700000" algn="tl">
                  <a:prstClr val="black">
                    <a:alpha val="40000"/>
                  </a:prstClr>
                </a:outerShdw>
              </a:effectLst>
              <a:latin typeface="Calibri"/>
              <a:ea typeface="+mn-ea"/>
              <a:cs typeface="Arial"/>
            </a:endParaRP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0"/>
          </p:nvPr>
        </p:nvSpPr>
        <p:spPr>
          <a:xfrm>
            <a:off x="381000" y="1905000"/>
            <a:ext cx="8382000" cy="3962400"/>
          </a:xfrm>
        </p:spPr>
        <p:txBody>
          <a:bodyPr>
            <a:normAutofit/>
          </a:bodyPr>
          <a:lstStyle/>
          <a:p>
            <a:pPr marL="393192" indent="-393192" algn="l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FontTx/>
            </a:pPr>
            <a:r>
              <a:rPr lang="pt-BR" sz="3200" b="0" i="0" dirty="0" smtClean="0">
                <a:solidFill>
                  <a:srgbClr val="000000"/>
                </a:solidFill>
                <a:latin typeface="Calibri"/>
              </a:rPr>
              <a:t>A maioria das empresas precisam ter registro em 3 repartições, são elas: </a:t>
            </a:r>
          </a:p>
          <a:p>
            <a:pPr marL="0" indent="0" algn="l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None/>
            </a:pPr>
            <a:endParaRPr lang="pt-BR" sz="3200" b="0" i="0" dirty="0" smtClean="0">
              <a:solidFill>
                <a:srgbClr val="000000"/>
              </a:solidFill>
              <a:latin typeface="Calibri"/>
            </a:endParaRPr>
          </a:p>
          <a:p>
            <a:pPr marL="910717" lvl="1" indent="-393192" defTabSz="914400">
              <a:spcBef>
                <a:spcPts val="0"/>
              </a:spcBef>
              <a:buClr>
                <a:srgbClr val="000000"/>
              </a:buClr>
            </a:pPr>
            <a:r>
              <a:rPr lang="pt-BR" dirty="0" smtClean="0">
                <a:solidFill>
                  <a:srgbClr val="000000"/>
                </a:solidFill>
                <a:latin typeface="Calibri"/>
              </a:rPr>
              <a:t>Federal - Receita Federal</a:t>
            </a:r>
          </a:p>
          <a:p>
            <a:pPr marL="910717" lvl="1" indent="-393192" defTabSz="914400">
              <a:spcBef>
                <a:spcPts val="0"/>
              </a:spcBef>
              <a:buClr>
                <a:srgbClr val="000000"/>
              </a:buClr>
            </a:pPr>
            <a:r>
              <a:rPr lang="pt-BR" sz="2800" b="0" i="0" dirty="0" smtClean="0">
                <a:solidFill>
                  <a:srgbClr val="000000"/>
                </a:solidFill>
                <a:latin typeface="Calibri"/>
              </a:rPr>
              <a:t>Estadual  - Junta comercial </a:t>
            </a:r>
          </a:p>
          <a:p>
            <a:pPr marL="910717" lvl="1" indent="-393192" defTabSz="914400">
              <a:spcBef>
                <a:spcPts val="0"/>
              </a:spcBef>
              <a:buClr>
                <a:srgbClr val="000000"/>
              </a:buClr>
            </a:pPr>
            <a:r>
              <a:rPr lang="pt-BR" dirty="0" smtClean="0">
                <a:solidFill>
                  <a:srgbClr val="000000"/>
                </a:solidFill>
                <a:latin typeface="Calibri"/>
              </a:rPr>
              <a:t>Municipal – Prefeitura</a:t>
            </a:r>
          </a:p>
          <a:p>
            <a:pPr marL="910717" lvl="1" indent="-393192" defTabSz="914400">
              <a:spcBef>
                <a:spcPts val="0"/>
              </a:spcBef>
              <a:buClr>
                <a:srgbClr val="000000"/>
              </a:buClr>
            </a:pPr>
            <a:endParaRPr lang="pt-BR" dirty="0">
              <a:solidFill>
                <a:srgbClr val="000000"/>
              </a:solidFill>
              <a:latin typeface="Calibri"/>
            </a:endParaRPr>
          </a:p>
          <a:p>
            <a:pPr marL="517525" lvl="1" indent="0" defTabSz="914400">
              <a:spcBef>
                <a:spcPts val="0"/>
              </a:spcBef>
              <a:buClr>
                <a:srgbClr val="000000"/>
              </a:buClr>
              <a:buNone/>
            </a:pPr>
            <a:r>
              <a:rPr lang="pt-BR" dirty="0" smtClean="0">
                <a:solidFill>
                  <a:srgbClr val="000000"/>
                </a:solidFill>
                <a:latin typeface="Calibri"/>
              </a:rPr>
              <a:t>A Junta é substituída por Cartório no caso das Sociedades </a:t>
            </a:r>
            <a:r>
              <a:rPr lang="pt-BR" dirty="0" smtClean="0">
                <a:solidFill>
                  <a:srgbClr val="000000"/>
                </a:solidFill>
                <a:latin typeface="Calibri"/>
              </a:rPr>
              <a:t>Simples, </a:t>
            </a:r>
            <a:r>
              <a:rPr lang="pt-BR" dirty="0" smtClean="0">
                <a:solidFill>
                  <a:srgbClr val="000000"/>
                </a:solidFill>
                <a:latin typeface="Calibri"/>
              </a:rPr>
              <a:t>e no caso de Advogados o OAB.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382000" cy="1163395"/>
          </a:xfrm>
        </p:spPr>
        <p:txBody>
          <a:bodyPr>
            <a:normAutofit/>
          </a:bodyPr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pt-BR" sz="4800" b="0" i="0" spc="-150" dirty="0" smtClean="0">
                <a:effectLst>
                  <a:outerShdw blurRad="50800" dist="38100" dir="2700000" algn="tl">
                    <a:prstClr val="black">
                      <a:alpha val="40000"/>
                    </a:prstClr>
                  </a:outerShdw>
                </a:effectLst>
                <a:latin typeface="Calibri"/>
                <a:ea typeface="+mn-ea"/>
                <a:cs typeface="Arial"/>
              </a:rPr>
              <a:t>Etapas da Abertura</a:t>
            </a:r>
            <a:endParaRPr lang="pt-BR" sz="3600" b="0" i="0" spc="-150" dirty="0">
              <a:solidFill>
                <a:srgbClr val="1D4775"/>
              </a:solidFill>
              <a:effectLst>
                <a:outerShdw blurRad="50800" dist="38100" dir="2700000" algn="tl">
                  <a:prstClr val="black">
                    <a:alpha val="40000"/>
                  </a:prstClr>
                </a:outerShdw>
              </a:effectLst>
              <a:latin typeface="Calibri"/>
              <a:ea typeface="+mn-ea"/>
              <a:cs typeface="Arial"/>
            </a:endParaRP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0"/>
          </p:nvPr>
        </p:nvSpPr>
        <p:spPr>
          <a:xfrm>
            <a:off x="539552" y="1700808"/>
            <a:ext cx="8382000" cy="4742656"/>
          </a:xfrm>
        </p:spPr>
        <p:txBody>
          <a:bodyPr>
            <a:normAutofit/>
          </a:bodyPr>
          <a:lstStyle/>
          <a:p>
            <a:pPr marL="393192" indent="-393192" algn="l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FontTx/>
            </a:pPr>
            <a:r>
              <a:rPr lang="pt-BR" dirty="0" smtClean="0">
                <a:solidFill>
                  <a:srgbClr val="000000"/>
                </a:solidFill>
                <a:latin typeface="Calibri"/>
              </a:rPr>
              <a:t>Contrato Social</a:t>
            </a:r>
          </a:p>
          <a:p>
            <a:pPr marL="393192" indent="-393192" algn="l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FontTx/>
            </a:pPr>
            <a:r>
              <a:rPr lang="pt-BR" dirty="0" smtClean="0">
                <a:solidFill>
                  <a:srgbClr val="000000"/>
                </a:solidFill>
                <a:latin typeface="Calibri"/>
              </a:rPr>
              <a:t>Cadastro Nacional de Pessoas Jurídicas</a:t>
            </a:r>
          </a:p>
          <a:p>
            <a:pPr marL="393192" indent="-393192" algn="l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FontTx/>
            </a:pPr>
            <a:r>
              <a:rPr lang="pt-BR" dirty="0" smtClean="0">
                <a:solidFill>
                  <a:srgbClr val="000000"/>
                </a:solidFill>
                <a:latin typeface="Calibri"/>
              </a:rPr>
              <a:t>Inscrição Estadual</a:t>
            </a:r>
          </a:p>
          <a:p>
            <a:pPr marL="393192" indent="-393192" algn="l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FontTx/>
            </a:pPr>
            <a:r>
              <a:rPr lang="pt-BR" dirty="0" smtClean="0">
                <a:solidFill>
                  <a:srgbClr val="000000"/>
                </a:solidFill>
                <a:latin typeface="Calibri"/>
              </a:rPr>
              <a:t>Inscrição Municipal</a:t>
            </a:r>
          </a:p>
          <a:p>
            <a:pPr marL="393192" indent="-393192" algn="l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FontTx/>
            </a:pPr>
            <a:r>
              <a:rPr lang="pt-BR" dirty="0" smtClean="0">
                <a:solidFill>
                  <a:srgbClr val="000000"/>
                </a:solidFill>
                <a:latin typeface="Calibri"/>
              </a:rPr>
              <a:t>INSS</a:t>
            </a:r>
          </a:p>
          <a:p>
            <a:pPr marL="393192" indent="-393192" algn="l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FontTx/>
            </a:pPr>
            <a:r>
              <a:rPr lang="pt-BR" dirty="0" smtClean="0">
                <a:solidFill>
                  <a:srgbClr val="000000"/>
                </a:solidFill>
                <a:latin typeface="Calibri"/>
              </a:rPr>
              <a:t>FGTS</a:t>
            </a:r>
          </a:p>
          <a:p>
            <a:pPr marL="393192" indent="-393192" algn="l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FontTx/>
            </a:pPr>
            <a:r>
              <a:rPr lang="pt-BR" dirty="0" smtClean="0">
                <a:solidFill>
                  <a:srgbClr val="000000"/>
                </a:solidFill>
                <a:latin typeface="Calibri"/>
              </a:rPr>
              <a:t>Órgão de Classe</a:t>
            </a:r>
          </a:p>
          <a:p>
            <a:pPr marL="393192" indent="-393192" algn="l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FontTx/>
            </a:pPr>
            <a:endParaRPr lang="pt-BR" dirty="0" smtClean="0">
              <a:solidFill>
                <a:srgbClr val="000000"/>
              </a:solidFill>
              <a:latin typeface="Calibri"/>
            </a:endParaRPr>
          </a:p>
          <a:p>
            <a:pPr marL="393192" indent="-393192" algn="l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FontTx/>
            </a:pPr>
            <a:endParaRPr lang="pt-BR" dirty="0" smtClean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6911415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382000" cy="1163395"/>
          </a:xfrm>
        </p:spPr>
        <p:txBody>
          <a:bodyPr>
            <a:normAutofit/>
          </a:bodyPr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pt-BR" dirty="0" smtClean="0">
                <a:effectLst>
                  <a:outerShdw blurRad="50800" dist="38100" dir="2700000" algn="tl">
                    <a:prstClr val="black">
                      <a:alpha val="40000"/>
                    </a:prstClr>
                  </a:outerShdw>
                </a:effectLst>
                <a:latin typeface="Calibri"/>
                <a:cs typeface="Arial"/>
              </a:rPr>
              <a:t>Contrato Social</a:t>
            </a:r>
            <a:endParaRPr lang="pt-BR" sz="3600" b="0" i="0" spc="-150" dirty="0">
              <a:solidFill>
                <a:srgbClr val="1D4775"/>
              </a:solidFill>
              <a:effectLst>
                <a:outerShdw blurRad="50800" dist="38100" dir="2700000" algn="tl">
                  <a:prstClr val="black">
                    <a:alpha val="40000"/>
                  </a:prstClr>
                </a:outerShdw>
              </a:effectLst>
              <a:latin typeface="Calibri"/>
              <a:ea typeface="+mn-ea"/>
              <a:cs typeface="Arial"/>
            </a:endParaRP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0"/>
          </p:nvPr>
        </p:nvSpPr>
        <p:spPr>
          <a:xfrm>
            <a:off x="323528" y="1484784"/>
            <a:ext cx="8382000" cy="4742656"/>
          </a:xfrm>
        </p:spPr>
        <p:txBody>
          <a:bodyPr>
            <a:normAutofit/>
          </a:bodyPr>
          <a:lstStyle/>
          <a:p>
            <a:pPr marL="393192" indent="-393192" algn="l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FontTx/>
            </a:pPr>
            <a:r>
              <a:rPr lang="pt-BR" dirty="0" smtClean="0">
                <a:solidFill>
                  <a:srgbClr val="000000"/>
                </a:solidFill>
                <a:latin typeface="Calibri"/>
              </a:rPr>
              <a:t>O Contrato Social é um documento em que se encontra todas as informações da empresa e seus respectivos sócios (como a empresa foi constituída, como foi dividida, quem administra, quem são os sócios, os dados do sócio e as clausulas legais...)</a:t>
            </a:r>
          </a:p>
          <a:p>
            <a:pPr marL="0" indent="0" algn="l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None/>
            </a:pPr>
            <a:endParaRPr lang="pt-BR" dirty="0" smtClean="0">
              <a:solidFill>
                <a:srgbClr val="000000"/>
              </a:solidFill>
              <a:latin typeface="Calibri"/>
            </a:endParaRPr>
          </a:p>
          <a:p>
            <a:pPr marL="393192" indent="-393192" algn="l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FontTx/>
            </a:pPr>
            <a:r>
              <a:rPr lang="pt-BR" dirty="0" smtClean="0">
                <a:solidFill>
                  <a:srgbClr val="000000"/>
                </a:solidFill>
                <a:latin typeface="Calibri"/>
              </a:rPr>
              <a:t>Os únicos contratos que precisam de visto de advogados são as constituições(abertura) de empresas LTDA.</a:t>
            </a:r>
          </a:p>
        </p:txBody>
      </p:sp>
    </p:spTree>
    <p:extLst>
      <p:ext uri="{BB962C8B-B14F-4D97-AF65-F5344CB8AC3E}">
        <p14:creationId xmlns:p14="http://schemas.microsoft.com/office/powerpoint/2010/main" val="1183127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382000" cy="1163395"/>
          </a:xfrm>
        </p:spPr>
        <p:txBody>
          <a:bodyPr>
            <a:normAutofit/>
          </a:bodyPr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pt-BR" dirty="0" smtClean="0">
                <a:effectLst>
                  <a:outerShdw blurRad="50800" dist="38100" dir="2700000" algn="tl">
                    <a:prstClr val="black">
                      <a:alpha val="40000"/>
                    </a:prstClr>
                  </a:outerShdw>
                </a:effectLst>
                <a:latin typeface="Calibri"/>
                <a:cs typeface="Arial"/>
              </a:rPr>
              <a:t>Contrato Social</a:t>
            </a:r>
            <a:endParaRPr lang="pt-BR" sz="3600" b="0" i="0" spc="-150" dirty="0">
              <a:solidFill>
                <a:srgbClr val="1D4775"/>
              </a:solidFill>
              <a:effectLst>
                <a:outerShdw blurRad="50800" dist="38100" dir="2700000" algn="tl">
                  <a:prstClr val="black">
                    <a:alpha val="40000"/>
                  </a:prstClr>
                </a:outerShdw>
              </a:effectLst>
              <a:latin typeface="Calibri"/>
              <a:ea typeface="+mn-ea"/>
              <a:cs typeface="Arial"/>
            </a:endParaRP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0"/>
          </p:nvPr>
        </p:nvSpPr>
        <p:spPr>
          <a:xfrm>
            <a:off x="539552" y="1700808"/>
            <a:ext cx="8352928" cy="3888432"/>
          </a:xfrm>
        </p:spPr>
        <p:txBody>
          <a:bodyPr>
            <a:normAutofit/>
          </a:bodyPr>
          <a:lstStyle/>
          <a:p>
            <a:pPr marL="393192" indent="-393192" algn="l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FontTx/>
            </a:pPr>
            <a:r>
              <a:rPr lang="pt-BR" dirty="0" smtClean="0">
                <a:solidFill>
                  <a:srgbClr val="000000"/>
                </a:solidFill>
                <a:latin typeface="Calibri"/>
              </a:rPr>
              <a:t>O contrato é feito de diversos modos, por meio de advogados, por contadores, por modelos encontrados nas Juntas Comerciais, o mais indicado é o redigido por um Advogado devidamente inscrito na OAB, pois este revisa todas as clausulas, as altera conforme a necessidade e tem mais segurança.</a:t>
            </a:r>
          </a:p>
        </p:txBody>
      </p:sp>
    </p:spTree>
    <p:extLst>
      <p:ext uri="{BB962C8B-B14F-4D97-AF65-F5344CB8AC3E}">
        <p14:creationId xmlns:p14="http://schemas.microsoft.com/office/powerpoint/2010/main" val="263399069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382000" cy="1163395"/>
          </a:xfrm>
        </p:spPr>
        <p:txBody>
          <a:bodyPr>
            <a:normAutofit/>
          </a:bodyPr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pt-BR" dirty="0" smtClean="0">
                <a:effectLst>
                  <a:outerShdw blurRad="50800" dist="38100" dir="2700000" algn="tl">
                    <a:prstClr val="black">
                      <a:alpha val="40000"/>
                    </a:prstClr>
                  </a:outerShdw>
                </a:effectLst>
                <a:latin typeface="Calibri"/>
                <a:cs typeface="Arial"/>
              </a:rPr>
              <a:t>CNPJ</a:t>
            </a:r>
            <a:endParaRPr lang="pt-BR" sz="3600" b="0" i="0" spc="-150" dirty="0">
              <a:solidFill>
                <a:srgbClr val="1D4775"/>
              </a:solidFill>
              <a:effectLst>
                <a:outerShdw blurRad="50800" dist="38100" dir="2700000" algn="tl">
                  <a:prstClr val="black">
                    <a:alpha val="40000"/>
                  </a:prstClr>
                </a:outerShdw>
              </a:effectLst>
              <a:latin typeface="Calibri"/>
              <a:ea typeface="+mn-ea"/>
              <a:cs typeface="Arial"/>
            </a:endParaRP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0"/>
          </p:nvPr>
        </p:nvSpPr>
        <p:spPr>
          <a:xfrm>
            <a:off x="539552" y="1700808"/>
            <a:ext cx="8352928" cy="3888432"/>
          </a:xfrm>
        </p:spPr>
        <p:txBody>
          <a:bodyPr>
            <a:normAutofit/>
          </a:bodyPr>
          <a:lstStyle/>
          <a:p>
            <a:pPr marL="393192" indent="-393192" algn="l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FontTx/>
            </a:pPr>
            <a:r>
              <a:rPr lang="pt-BR" dirty="0" smtClean="0">
                <a:solidFill>
                  <a:srgbClr val="000000"/>
                </a:solidFill>
                <a:latin typeface="Calibri"/>
              </a:rPr>
              <a:t>O cadastro é feito a partir do site da Coleta Online – </a:t>
            </a:r>
            <a:r>
              <a:rPr lang="pt-BR" dirty="0" smtClean="0">
                <a:solidFill>
                  <a:srgbClr val="000000"/>
                </a:solidFill>
                <a:latin typeface="Calibri"/>
              </a:rPr>
              <a:t>Rede Sim, </a:t>
            </a:r>
            <a:r>
              <a:rPr lang="pt-BR" dirty="0" smtClean="0">
                <a:solidFill>
                  <a:srgbClr val="000000"/>
                </a:solidFill>
                <a:latin typeface="Calibri"/>
              </a:rPr>
              <a:t>onde informa os dados da empresa, o tipo jurídico, o nome da empresa, os dados e participações dos sócios...</a:t>
            </a:r>
          </a:p>
          <a:p>
            <a:pPr marL="393192" indent="-393192" defTabSz="914400">
              <a:spcBef>
                <a:spcPts val="0"/>
              </a:spcBef>
              <a:buClr>
                <a:srgbClr val="000000"/>
              </a:buClr>
            </a:pPr>
            <a:r>
              <a:rPr lang="pt-BR" dirty="0">
                <a:solidFill>
                  <a:srgbClr val="000000"/>
                </a:solidFill>
              </a:rPr>
              <a:t>Este gera </a:t>
            </a:r>
            <a:r>
              <a:rPr lang="pt-BR" dirty="0" smtClean="0">
                <a:solidFill>
                  <a:srgbClr val="000000"/>
                </a:solidFill>
              </a:rPr>
              <a:t>o DBE quando a empresa/empresário não tem Certificado Digital. Ou gera o FCPJ no caso de a empresa ter Certificado.</a:t>
            </a:r>
            <a:endParaRPr lang="pt-BR" dirty="0">
              <a:solidFill>
                <a:srgbClr val="000000"/>
              </a:solidFill>
            </a:endParaRPr>
          </a:p>
          <a:p>
            <a:pPr marL="0" indent="0" algn="l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None/>
            </a:pPr>
            <a:endParaRPr lang="pt-BR" dirty="0" smtClean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2856457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382000" cy="1163395"/>
          </a:xfrm>
        </p:spPr>
        <p:txBody>
          <a:bodyPr>
            <a:normAutofit/>
          </a:bodyPr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pt-BR" dirty="0" smtClean="0">
                <a:effectLst>
                  <a:outerShdw blurRad="50800" dist="38100" dir="2700000" algn="tl">
                    <a:prstClr val="black">
                      <a:alpha val="40000"/>
                    </a:prstClr>
                  </a:outerShdw>
                </a:effectLst>
                <a:latin typeface="Calibri"/>
                <a:cs typeface="Arial"/>
              </a:rPr>
              <a:t>CNPJ</a:t>
            </a:r>
            <a:endParaRPr lang="pt-BR" sz="3600" b="0" i="0" spc="-150" dirty="0">
              <a:solidFill>
                <a:srgbClr val="1D4775"/>
              </a:solidFill>
              <a:effectLst>
                <a:outerShdw blurRad="50800" dist="38100" dir="2700000" algn="tl">
                  <a:prstClr val="black">
                    <a:alpha val="40000"/>
                  </a:prstClr>
                </a:outerShdw>
              </a:effectLst>
              <a:latin typeface="Calibri"/>
              <a:ea typeface="+mn-ea"/>
              <a:cs typeface="Arial"/>
            </a:endParaRP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0"/>
          </p:nvPr>
        </p:nvSpPr>
        <p:spPr>
          <a:xfrm>
            <a:off x="539552" y="1700808"/>
            <a:ext cx="8352928" cy="3888432"/>
          </a:xfrm>
        </p:spPr>
        <p:txBody>
          <a:bodyPr>
            <a:normAutofit/>
          </a:bodyPr>
          <a:lstStyle/>
          <a:p>
            <a:pPr marL="393192" indent="-393192" algn="l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FontTx/>
            </a:pPr>
            <a:r>
              <a:rPr lang="pt-BR" dirty="0" smtClean="0">
                <a:solidFill>
                  <a:srgbClr val="000000"/>
                </a:solidFill>
                <a:latin typeface="Calibri"/>
              </a:rPr>
              <a:t>Se o órgão de registro(Junta comercial, cartório..) for conveniado com a Receita federal, basta a entrega do DBE ou Protocolo de Transmissão no órgão de registro</a:t>
            </a:r>
            <a:r>
              <a:rPr lang="pt-BR" dirty="0" smtClean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393192" indent="-393192" algn="l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FontTx/>
            </a:pPr>
            <a:r>
              <a:rPr lang="pt-BR" dirty="0" smtClean="0">
                <a:solidFill>
                  <a:srgbClr val="000000"/>
                </a:solidFill>
                <a:latin typeface="Calibri"/>
              </a:rPr>
              <a:t>Se não for, vai ter que ser protocolado na Receita Federal.</a:t>
            </a:r>
            <a:endParaRPr lang="pt-BR" dirty="0" smtClean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860651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382000" cy="1163395"/>
          </a:xfrm>
        </p:spPr>
        <p:txBody>
          <a:bodyPr>
            <a:normAutofit/>
          </a:bodyPr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pt-BR" dirty="0" smtClean="0">
                <a:effectLst>
                  <a:outerShdw blurRad="50800" dist="38100" dir="2700000" algn="tl">
                    <a:prstClr val="black">
                      <a:alpha val="40000"/>
                    </a:prstClr>
                  </a:outerShdw>
                </a:effectLst>
                <a:latin typeface="Calibri"/>
                <a:cs typeface="Arial"/>
              </a:rPr>
              <a:t>NIRE</a:t>
            </a:r>
            <a:endParaRPr lang="pt-BR" sz="3600" b="0" i="0" spc="-150" dirty="0">
              <a:solidFill>
                <a:srgbClr val="1D4775"/>
              </a:solidFill>
              <a:effectLst>
                <a:outerShdw blurRad="50800" dist="38100" dir="2700000" algn="tl">
                  <a:prstClr val="black">
                    <a:alpha val="40000"/>
                  </a:prstClr>
                </a:outerShdw>
              </a:effectLst>
              <a:latin typeface="Calibri"/>
              <a:ea typeface="+mn-ea"/>
              <a:cs typeface="Arial"/>
            </a:endParaRP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0"/>
          </p:nvPr>
        </p:nvSpPr>
        <p:spPr>
          <a:xfrm>
            <a:off x="539552" y="1700808"/>
            <a:ext cx="8352928" cy="3888432"/>
          </a:xfrm>
        </p:spPr>
        <p:txBody>
          <a:bodyPr>
            <a:normAutofit lnSpcReduction="10000"/>
          </a:bodyPr>
          <a:lstStyle/>
          <a:p>
            <a:pPr marL="393192" indent="-393192" algn="l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FontTx/>
            </a:pPr>
            <a:r>
              <a:rPr lang="pt-BR" dirty="0" smtClean="0">
                <a:solidFill>
                  <a:srgbClr val="000000"/>
                </a:solidFill>
                <a:latin typeface="Calibri"/>
              </a:rPr>
              <a:t>Para as empresas que são registradas na Junta, elas ganham um NIRE(Número de Identificação do Registro de empresas). </a:t>
            </a:r>
          </a:p>
          <a:p>
            <a:pPr marL="393192" indent="-393192" algn="l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FontTx/>
            </a:pPr>
            <a:endParaRPr lang="pt-BR" dirty="0" smtClean="0">
              <a:solidFill>
                <a:srgbClr val="000000"/>
              </a:solidFill>
              <a:latin typeface="Calibri"/>
            </a:endParaRPr>
          </a:p>
          <a:p>
            <a:pPr marL="393192" indent="-393192" algn="l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FontTx/>
            </a:pPr>
            <a:r>
              <a:rPr lang="pt-BR" dirty="0" smtClean="0">
                <a:solidFill>
                  <a:srgbClr val="000000"/>
                </a:solidFill>
                <a:latin typeface="Calibri"/>
              </a:rPr>
              <a:t>Se a Junta for conveniada com a Receita Federal, o CNPJ e a constituição são protocolados no mesmo ato.</a:t>
            </a:r>
          </a:p>
          <a:p>
            <a:pPr marL="393192" indent="-393192" algn="l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FontTx/>
            </a:pPr>
            <a:endParaRPr lang="pt-BR" dirty="0" smtClean="0">
              <a:solidFill>
                <a:srgbClr val="000000"/>
              </a:solidFill>
              <a:latin typeface="Calibri"/>
            </a:endParaRPr>
          </a:p>
          <a:p>
            <a:pPr marL="393192" indent="-393192" algn="l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FontTx/>
            </a:pPr>
            <a:r>
              <a:rPr lang="pt-BR" dirty="0" smtClean="0">
                <a:solidFill>
                  <a:srgbClr val="000000"/>
                </a:solidFill>
                <a:latin typeface="Calibri"/>
              </a:rPr>
              <a:t> É diferente da Inscrição estadual.</a:t>
            </a:r>
          </a:p>
        </p:txBody>
      </p:sp>
    </p:spTree>
    <p:extLst>
      <p:ext uri="{BB962C8B-B14F-4D97-AF65-F5344CB8AC3E}">
        <p14:creationId xmlns:p14="http://schemas.microsoft.com/office/powerpoint/2010/main" val="169037140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382000" cy="1163395"/>
          </a:xfrm>
        </p:spPr>
        <p:txBody>
          <a:bodyPr>
            <a:normAutofit/>
          </a:bodyPr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pt-BR" dirty="0" smtClean="0">
                <a:effectLst>
                  <a:outerShdw blurRad="50800" dist="38100" dir="2700000" algn="tl">
                    <a:prstClr val="black">
                      <a:alpha val="40000"/>
                    </a:prstClr>
                  </a:outerShdw>
                </a:effectLst>
                <a:latin typeface="Calibri"/>
                <a:cs typeface="Arial"/>
              </a:rPr>
              <a:t>Inscrição estadual</a:t>
            </a:r>
            <a:endParaRPr lang="pt-BR" sz="3600" b="0" i="0" spc="-150" dirty="0">
              <a:solidFill>
                <a:srgbClr val="1D4775"/>
              </a:solidFill>
              <a:effectLst>
                <a:outerShdw blurRad="50800" dist="38100" dir="2700000" algn="tl">
                  <a:prstClr val="black">
                    <a:alpha val="40000"/>
                  </a:prstClr>
                </a:outerShdw>
              </a:effectLst>
              <a:latin typeface="Calibri"/>
              <a:ea typeface="+mn-ea"/>
              <a:cs typeface="Arial"/>
            </a:endParaRP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0"/>
          </p:nvPr>
        </p:nvSpPr>
        <p:spPr>
          <a:xfrm>
            <a:off x="467544" y="1700808"/>
            <a:ext cx="8352928" cy="3888432"/>
          </a:xfrm>
        </p:spPr>
        <p:txBody>
          <a:bodyPr>
            <a:normAutofit/>
          </a:bodyPr>
          <a:lstStyle/>
          <a:p>
            <a:pPr marL="393192" indent="-393192" algn="l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FontTx/>
            </a:pPr>
            <a:r>
              <a:rPr lang="pt-BR" dirty="0" smtClean="0">
                <a:solidFill>
                  <a:srgbClr val="000000"/>
                </a:solidFill>
                <a:latin typeface="Calibri"/>
              </a:rPr>
              <a:t>É obrigatório para a empresa que faz comercialização de produtos, ou circula com produtos e mercadorias.</a:t>
            </a:r>
          </a:p>
          <a:p>
            <a:pPr marL="393192" indent="-393192" algn="l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FontTx/>
            </a:pPr>
            <a:endParaRPr lang="pt-BR" dirty="0">
              <a:solidFill>
                <a:srgbClr val="000000"/>
              </a:solidFill>
              <a:latin typeface="Calibri"/>
            </a:endParaRPr>
          </a:p>
          <a:p>
            <a:pPr marL="393192" indent="-393192" algn="l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FontTx/>
            </a:pPr>
            <a:r>
              <a:rPr lang="pt-BR" dirty="0" smtClean="0">
                <a:solidFill>
                  <a:srgbClr val="000000"/>
                </a:solidFill>
                <a:latin typeface="Calibri"/>
              </a:rPr>
              <a:t>Ela é requerida através do Coleta Online – </a:t>
            </a:r>
            <a:r>
              <a:rPr lang="pt-BR" dirty="0" smtClean="0">
                <a:solidFill>
                  <a:srgbClr val="000000"/>
                </a:solidFill>
                <a:latin typeface="Calibri"/>
              </a:rPr>
              <a:t>Rede Sim.</a:t>
            </a:r>
            <a:endParaRPr lang="pt-BR" dirty="0" smtClean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4847647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382000" cy="1163395"/>
          </a:xfrm>
        </p:spPr>
        <p:txBody>
          <a:bodyPr>
            <a:normAutofit/>
          </a:bodyPr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pt-BR" dirty="0" smtClean="0">
                <a:effectLst>
                  <a:outerShdw blurRad="50800" dist="38100" dir="2700000" algn="tl">
                    <a:prstClr val="black">
                      <a:alpha val="40000"/>
                    </a:prstClr>
                  </a:outerShdw>
                </a:effectLst>
                <a:latin typeface="Calibri"/>
                <a:cs typeface="Arial"/>
              </a:rPr>
              <a:t>Inscrição Municipal</a:t>
            </a:r>
            <a:endParaRPr lang="pt-BR" sz="3600" b="0" i="0" spc="-150" dirty="0">
              <a:solidFill>
                <a:srgbClr val="1D4775"/>
              </a:solidFill>
              <a:effectLst>
                <a:outerShdw blurRad="50800" dist="38100" dir="2700000" algn="tl">
                  <a:prstClr val="black">
                    <a:alpha val="40000"/>
                  </a:prstClr>
                </a:outerShdw>
              </a:effectLst>
              <a:latin typeface="Calibri"/>
              <a:ea typeface="+mn-ea"/>
              <a:cs typeface="Arial"/>
            </a:endParaRP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0"/>
          </p:nvPr>
        </p:nvSpPr>
        <p:spPr>
          <a:xfrm>
            <a:off x="539552" y="1700808"/>
            <a:ext cx="8352928" cy="3888432"/>
          </a:xfrm>
        </p:spPr>
        <p:txBody>
          <a:bodyPr>
            <a:normAutofit lnSpcReduction="10000"/>
          </a:bodyPr>
          <a:lstStyle/>
          <a:p>
            <a:pPr marL="393192" indent="-393192" algn="l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FontTx/>
            </a:pPr>
            <a:r>
              <a:rPr lang="pt-BR" dirty="0" smtClean="0">
                <a:solidFill>
                  <a:srgbClr val="000000"/>
                </a:solidFill>
                <a:latin typeface="Calibri"/>
              </a:rPr>
              <a:t>É o cadastro da empresa na cidade aonde ela vai exercer suas atividades, e para conseguir a inscrição no município, a empresa vai ter mais dificuldades.</a:t>
            </a:r>
          </a:p>
          <a:p>
            <a:pPr marL="910717" lvl="1" indent="-393192" defTabSz="914400">
              <a:spcBef>
                <a:spcPts val="0"/>
              </a:spcBef>
              <a:buClr>
                <a:srgbClr val="000000"/>
              </a:buClr>
            </a:pPr>
            <a:r>
              <a:rPr lang="pt-BR" dirty="0" smtClean="0">
                <a:solidFill>
                  <a:srgbClr val="000000"/>
                </a:solidFill>
                <a:latin typeface="Calibri"/>
              </a:rPr>
              <a:t>Se a empresa tiver atividades de risco ou o local for de risco, vai precisar do AVCB(Auto de Vistoria do Corpo de Bombeiros</a:t>
            </a:r>
            <a:r>
              <a:rPr lang="pt-BR" dirty="0" smtClean="0">
                <a:solidFill>
                  <a:srgbClr val="000000"/>
                </a:solidFill>
                <a:latin typeface="Calibri"/>
              </a:rPr>
              <a:t>), licença</a:t>
            </a:r>
            <a:r>
              <a:rPr lang="pt-BR" dirty="0" smtClean="0">
                <a:solidFill>
                  <a:srgbClr val="000000"/>
                </a:solidFill>
                <a:latin typeface="Calibri"/>
              </a:rPr>
              <a:t> ambiental, licença sanitária..</a:t>
            </a:r>
            <a:r>
              <a:rPr lang="pt-BR" dirty="0" smtClean="0">
                <a:solidFill>
                  <a:srgbClr val="000000"/>
                </a:solidFill>
                <a:latin typeface="Calibri"/>
              </a:rPr>
              <a:t>.</a:t>
            </a:r>
            <a:endParaRPr lang="pt-BR" dirty="0" smtClean="0">
              <a:solidFill>
                <a:srgbClr val="000000"/>
              </a:solidFill>
              <a:latin typeface="Calibri"/>
            </a:endParaRPr>
          </a:p>
          <a:p>
            <a:pPr marL="910717" lvl="1" indent="-393192" defTabSz="914400">
              <a:spcBef>
                <a:spcPts val="0"/>
              </a:spcBef>
              <a:buClr>
                <a:srgbClr val="000000"/>
              </a:buClr>
            </a:pPr>
            <a:r>
              <a:rPr lang="pt-BR" dirty="0" smtClean="0">
                <a:solidFill>
                  <a:srgbClr val="000000"/>
                </a:solidFill>
                <a:latin typeface="Calibri"/>
              </a:rPr>
              <a:t>Todas as empresas precisam do Alvará de Funcionamento</a:t>
            </a:r>
          </a:p>
        </p:txBody>
      </p:sp>
    </p:spTree>
    <p:extLst>
      <p:ext uri="{BB962C8B-B14F-4D97-AF65-F5344CB8AC3E}">
        <p14:creationId xmlns:p14="http://schemas.microsoft.com/office/powerpoint/2010/main" val="335796444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382000" cy="1163395"/>
          </a:xfrm>
        </p:spPr>
        <p:txBody>
          <a:bodyPr>
            <a:normAutofit/>
          </a:bodyPr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pt-BR" dirty="0" smtClean="0">
                <a:effectLst>
                  <a:outerShdw blurRad="50800" dist="38100" dir="2700000" algn="tl">
                    <a:prstClr val="black">
                      <a:alpha val="40000"/>
                    </a:prstClr>
                  </a:outerShdw>
                </a:effectLst>
                <a:latin typeface="Calibri"/>
                <a:cs typeface="Arial"/>
              </a:rPr>
              <a:t>INSS</a:t>
            </a:r>
            <a:endParaRPr lang="pt-BR" sz="3600" b="0" i="0" spc="-150" dirty="0">
              <a:solidFill>
                <a:srgbClr val="1D4775"/>
              </a:solidFill>
              <a:effectLst>
                <a:outerShdw blurRad="50800" dist="38100" dir="2700000" algn="tl">
                  <a:prstClr val="black">
                    <a:alpha val="40000"/>
                  </a:prstClr>
                </a:outerShdw>
              </a:effectLst>
              <a:latin typeface="Calibri"/>
              <a:ea typeface="+mn-ea"/>
              <a:cs typeface="Arial"/>
            </a:endParaRP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0"/>
          </p:nvPr>
        </p:nvSpPr>
        <p:spPr>
          <a:xfrm>
            <a:off x="539552" y="1700808"/>
            <a:ext cx="8352928" cy="3888432"/>
          </a:xfrm>
        </p:spPr>
        <p:txBody>
          <a:bodyPr>
            <a:normAutofit fontScale="92500" lnSpcReduction="10000"/>
          </a:bodyPr>
          <a:lstStyle/>
          <a:p>
            <a:pPr marL="393192" indent="-393192" algn="l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FontTx/>
            </a:pPr>
            <a:r>
              <a:rPr lang="pt-BR" dirty="0" smtClean="0">
                <a:solidFill>
                  <a:srgbClr val="000000"/>
                </a:solidFill>
                <a:latin typeface="Calibri"/>
              </a:rPr>
              <a:t>Para estar apta a pagar seus tributos, tanto para funcionários, quanto para os sócios, ela precisa estar cadastrada na Previdência Social.</a:t>
            </a:r>
          </a:p>
          <a:p>
            <a:pPr marL="393192" indent="-393192" algn="l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FontTx/>
            </a:pPr>
            <a:endParaRPr lang="pt-BR" dirty="0">
              <a:solidFill>
                <a:srgbClr val="000000"/>
              </a:solidFill>
              <a:latin typeface="Calibri"/>
            </a:endParaRPr>
          </a:p>
          <a:p>
            <a:pPr marL="393192" indent="-393192" defTabSz="914400">
              <a:spcBef>
                <a:spcPts val="0"/>
              </a:spcBef>
              <a:buClr>
                <a:srgbClr val="000000"/>
              </a:buClr>
            </a:pPr>
            <a:r>
              <a:rPr lang="pt-BR" dirty="0" smtClean="0">
                <a:solidFill>
                  <a:srgbClr val="000000"/>
                </a:solidFill>
                <a:latin typeface="Calibri"/>
              </a:rPr>
              <a:t>A empresa quando emite o CNPJ este já </a:t>
            </a:r>
            <a:r>
              <a:rPr lang="pt-BR" dirty="0">
                <a:solidFill>
                  <a:srgbClr val="000000"/>
                </a:solidFill>
              </a:rPr>
              <a:t>consta na base de dados </a:t>
            </a:r>
            <a:r>
              <a:rPr lang="pt-BR" dirty="0" smtClean="0">
                <a:solidFill>
                  <a:srgbClr val="000000"/>
                </a:solidFill>
              </a:rPr>
              <a:t>da Previdência Social.</a:t>
            </a:r>
          </a:p>
          <a:p>
            <a:pPr marL="0" indent="0" defTabSz="914400">
              <a:spcBef>
                <a:spcPts val="0"/>
              </a:spcBef>
              <a:buClr>
                <a:srgbClr val="000000"/>
              </a:buClr>
              <a:buNone/>
            </a:pPr>
            <a:endParaRPr lang="pt-BR" dirty="0" smtClean="0">
              <a:solidFill>
                <a:srgbClr val="000000"/>
              </a:solidFill>
            </a:endParaRPr>
          </a:p>
          <a:p>
            <a:pPr marL="393192" indent="-393192" defTabSz="914400">
              <a:spcBef>
                <a:spcPts val="0"/>
              </a:spcBef>
              <a:buClr>
                <a:srgbClr val="000000"/>
              </a:buClr>
            </a:pPr>
            <a:r>
              <a:rPr lang="pt-BR" dirty="0" smtClean="0">
                <a:solidFill>
                  <a:srgbClr val="000000"/>
                </a:solidFill>
                <a:latin typeface="Calibri"/>
              </a:rPr>
              <a:t>E a empresa fica obrigada a emitir SEFIP, mesmo que sem movimento, para não criar pendências com o INSS.</a:t>
            </a:r>
          </a:p>
        </p:txBody>
      </p:sp>
    </p:spTree>
    <p:extLst>
      <p:ext uri="{BB962C8B-B14F-4D97-AF65-F5344CB8AC3E}">
        <p14:creationId xmlns:p14="http://schemas.microsoft.com/office/powerpoint/2010/main" val="341951829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382000" cy="1163395"/>
          </a:xfrm>
        </p:spPr>
        <p:txBody>
          <a:bodyPr>
            <a:normAutofit/>
          </a:bodyPr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pt-BR" dirty="0" smtClean="0">
                <a:effectLst>
                  <a:outerShdw blurRad="50800" dist="38100" dir="2700000" algn="tl">
                    <a:prstClr val="black">
                      <a:alpha val="40000"/>
                    </a:prstClr>
                  </a:outerShdw>
                </a:effectLst>
                <a:latin typeface="Calibri"/>
                <a:cs typeface="Arial"/>
              </a:rPr>
              <a:t>FGTS</a:t>
            </a:r>
            <a:endParaRPr lang="pt-BR" sz="3600" b="0" i="0" spc="-150" dirty="0">
              <a:solidFill>
                <a:srgbClr val="1D4775"/>
              </a:solidFill>
              <a:effectLst>
                <a:outerShdw blurRad="50800" dist="38100" dir="2700000" algn="tl">
                  <a:prstClr val="black">
                    <a:alpha val="40000"/>
                  </a:prstClr>
                </a:outerShdw>
              </a:effectLst>
              <a:latin typeface="Calibri"/>
              <a:ea typeface="+mn-ea"/>
              <a:cs typeface="Arial"/>
            </a:endParaRP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0"/>
          </p:nvPr>
        </p:nvSpPr>
        <p:spPr>
          <a:xfrm>
            <a:off x="539552" y="1700808"/>
            <a:ext cx="8352928" cy="3888432"/>
          </a:xfrm>
        </p:spPr>
        <p:txBody>
          <a:bodyPr>
            <a:normAutofit/>
          </a:bodyPr>
          <a:lstStyle/>
          <a:p>
            <a:pPr marL="393192" indent="-393192" defTabSz="914400">
              <a:spcBef>
                <a:spcPts val="0"/>
              </a:spcBef>
              <a:buClr>
                <a:srgbClr val="000000"/>
              </a:buClr>
            </a:pPr>
            <a:r>
              <a:rPr lang="pt-BR" dirty="0">
                <a:solidFill>
                  <a:srgbClr val="000000"/>
                </a:solidFill>
              </a:rPr>
              <a:t>O processo é semelhante ao do INSS, quando a empresa envia a </a:t>
            </a:r>
            <a:r>
              <a:rPr lang="pt-BR" dirty="0" smtClean="0">
                <a:solidFill>
                  <a:srgbClr val="000000"/>
                </a:solidFill>
              </a:rPr>
              <a:t>SEFIP, </a:t>
            </a:r>
            <a:r>
              <a:rPr lang="pt-BR" dirty="0">
                <a:solidFill>
                  <a:srgbClr val="000000"/>
                </a:solidFill>
              </a:rPr>
              <a:t>a base de dados para aquela empresa é criados através do envio. Porem </a:t>
            </a:r>
            <a:r>
              <a:rPr lang="pt-BR" dirty="0" smtClean="0">
                <a:solidFill>
                  <a:srgbClr val="000000"/>
                </a:solidFill>
              </a:rPr>
              <a:t>só vai ser possível </a:t>
            </a:r>
            <a:r>
              <a:rPr lang="pt-BR" dirty="0">
                <a:solidFill>
                  <a:srgbClr val="000000"/>
                </a:solidFill>
              </a:rPr>
              <a:t>acessar os dados da empresa, pois sem funcionário e sem recolhimento de FGTS, a empresa não </a:t>
            </a:r>
            <a:r>
              <a:rPr lang="pt-BR" dirty="0" smtClean="0">
                <a:solidFill>
                  <a:srgbClr val="000000"/>
                </a:solidFill>
              </a:rPr>
              <a:t>vai ter </a:t>
            </a:r>
            <a:r>
              <a:rPr lang="pt-BR" dirty="0">
                <a:solidFill>
                  <a:srgbClr val="000000"/>
                </a:solidFill>
              </a:rPr>
              <a:t>contas de FGTS vinculada ao seu CNPJ.</a:t>
            </a:r>
            <a:endParaRPr lang="pt-BR" dirty="0" smtClean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78038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382000" cy="1163395"/>
          </a:xfrm>
        </p:spPr>
        <p:txBody>
          <a:bodyPr>
            <a:normAutofit/>
          </a:bodyPr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pt-BR" dirty="0" smtClean="0">
                <a:effectLst>
                  <a:outerShdw blurRad="50800" dist="38100" dir="2700000" algn="tl">
                    <a:prstClr val="black">
                      <a:alpha val="40000"/>
                    </a:prstClr>
                  </a:outerShdw>
                </a:effectLst>
                <a:latin typeface="Calibri"/>
                <a:cs typeface="Arial"/>
              </a:rPr>
              <a:t>Órgão </a:t>
            </a:r>
            <a:r>
              <a:rPr lang="pt-BR" dirty="0" smtClean="0">
                <a:effectLst>
                  <a:outerShdw blurRad="50800" dist="38100" dir="2700000" algn="tl">
                    <a:prstClr val="black">
                      <a:alpha val="40000"/>
                    </a:prstClr>
                  </a:outerShdw>
                </a:effectLst>
                <a:latin typeface="Calibri"/>
                <a:cs typeface="Arial"/>
              </a:rPr>
              <a:t>de Classe</a:t>
            </a:r>
            <a:endParaRPr lang="pt-BR" sz="3600" b="0" i="0" spc="-150" dirty="0">
              <a:solidFill>
                <a:srgbClr val="1D4775"/>
              </a:solidFill>
              <a:effectLst>
                <a:outerShdw blurRad="50800" dist="38100" dir="2700000" algn="tl">
                  <a:prstClr val="black">
                    <a:alpha val="40000"/>
                  </a:prstClr>
                </a:outerShdw>
              </a:effectLst>
              <a:latin typeface="Calibri"/>
              <a:ea typeface="+mn-ea"/>
              <a:cs typeface="Arial"/>
            </a:endParaRP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0"/>
          </p:nvPr>
        </p:nvSpPr>
        <p:spPr>
          <a:xfrm>
            <a:off x="539552" y="1700808"/>
            <a:ext cx="8352928" cy="3888432"/>
          </a:xfrm>
        </p:spPr>
        <p:txBody>
          <a:bodyPr>
            <a:normAutofit fontScale="92500" lnSpcReduction="10000"/>
          </a:bodyPr>
          <a:lstStyle/>
          <a:p>
            <a:pPr marL="393192" indent="-393192" defTabSz="914400">
              <a:spcBef>
                <a:spcPts val="0"/>
              </a:spcBef>
              <a:buClr>
                <a:srgbClr val="000000"/>
              </a:buClr>
            </a:pPr>
            <a:r>
              <a:rPr lang="pt-BR" dirty="0" smtClean="0">
                <a:solidFill>
                  <a:srgbClr val="000000"/>
                </a:solidFill>
                <a:latin typeface="Calibri"/>
              </a:rPr>
              <a:t>Cada empresa, tem uma atividade, e essa pode ou não ter um órgão. </a:t>
            </a:r>
          </a:p>
          <a:p>
            <a:pPr marL="393192" indent="-393192" defTabSz="914400">
              <a:spcBef>
                <a:spcPts val="0"/>
              </a:spcBef>
              <a:buClr>
                <a:srgbClr val="000000"/>
              </a:buClr>
            </a:pPr>
            <a:r>
              <a:rPr lang="pt-BR" dirty="0" smtClean="0">
                <a:solidFill>
                  <a:srgbClr val="000000"/>
                </a:solidFill>
                <a:latin typeface="Calibri"/>
              </a:rPr>
              <a:t>O órgão é quem faz o registro e fiscalização do exercício da profissão.</a:t>
            </a:r>
          </a:p>
          <a:p>
            <a:pPr marL="393192" indent="-393192" defTabSz="914400">
              <a:spcBef>
                <a:spcPts val="0"/>
              </a:spcBef>
              <a:buClr>
                <a:srgbClr val="000000"/>
              </a:buClr>
            </a:pPr>
            <a:r>
              <a:rPr lang="pt-BR" dirty="0" smtClean="0">
                <a:solidFill>
                  <a:srgbClr val="000000"/>
                </a:solidFill>
                <a:latin typeface="Calibri"/>
              </a:rPr>
              <a:t>Alguns exemplos são: contadores(CRC), advogados(OAB), corretores(CRECI), professores de educação física(CREF), engenheiros(CREA)....</a:t>
            </a:r>
          </a:p>
          <a:p>
            <a:pPr marL="393192" indent="-393192" defTabSz="914400">
              <a:spcBef>
                <a:spcPts val="0"/>
              </a:spcBef>
              <a:buClr>
                <a:srgbClr val="000000"/>
              </a:buClr>
            </a:pPr>
            <a:r>
              <a:rPr lang="pt-BR" dirty="0" smtClean="0">
                <a:solidFill>
                  <a:srgbClr val="000000"/>
                </a:solidFill>
                <a:latin typeface="Calibri"/>
              </a:rPr>
              <a:t>Todas as empresas, que estiver enquadradas em um órgão, deve ter o registro, tanto do profissional responsável, quanto da empresa.</a:t>
            </a:r>
            <a:endParaRPr lang="pt-BR" dirty="0" smtClean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299237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940152" y="5013176"/>
            <a:ext cx="8382000" cy="664797"/>
          </a:xfrm>
        </p:spPr>
        <p:txBody>
          <a:bodyPr/>
          <a:lstStyle/>
          <a:p>
            <a:r>
              <a:rPr lang="pt-BR" dirty="0" smtClean="0"/>
              <a:t>Obrigado.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7015184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White with Blue Bar Segoe Template">
  <a:themeElements>
    <a:clrScheme name="White - blue accents template template">
      <a:dk1>
        <a:srgbClr val="000000"/>
      </a:dk1>
      <a:lt1>
        <a:srgbClr val="FFFFFF"/>
      </a:lt1>
      <a:dk2>
        <a:srgbClr val="1D4775"/>
      </a:dk2>
      <a:lt2>
        <a:srgbClr val="FEF194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A061C3"/>
      </a:accent6>
      <a:hlink>
        <a:srgbClr val="1D4775"/>
      </a:hlink>
      <a:folHlink>
        <a:srgbClr val="1D477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chemeClr val="tx1"/>
            </a:solidFill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Branco com fonte Courier para slides de código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FF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09728" tIns="54864" rIns="109728" bIns="54864" numCol="1" rtlCol="0" anchor="ctr" anchorCtr="0" compatLnSpc="1">
        <a:prstTxWarp prst="textNoShape">
          <a:avLst/>
        </a:prstTxWarp>
      </a:bodyPr>
      <a:lstStyle>
        <a:defPPr marL="0" marR="0" indent="0" algn="ctr" defTabSz="10969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800" b="0" i="0" u="none" strike="noStrike" cap="none" normalizeH="0" baseline="0" dirty="0" smtClean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7EEFD162-EDAF-40F1-8DE6-8C07E9AEC85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1_White with Blue Bar Segoe Template</Template>
  <TotalTime>438</TotalTime>
  <Words>2438</Words>
  <Application>Microsoft Office PowerPoint</Application>
  <PresentationFormat>Apresentação na tela (4:3)</PresentationFormat>
  <Paragraphs>126</Paragraphs>
  <Slides>16</Slides>
  <Notes>15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16</vt:i4>
      </vt:variant>
    </vt:vector>
  </HeadingPairs>
  <TitlesOfParts>
    <vt:vector size="18" baseType="lpstr">
      <vt:lpstr>1_White with Blue Bar Segoe Template</vt:lpstr>
      <vt:lpstr>Branco com fonte Courier para slides de código</vt:lpstr>
      <vt:lpstr>Abertura de Empresa</vt:lpstr>
      <vt:lpstr>O que é ?</vt:lpstr>
      <vt:lpstr>Cuidados para Abertura</vt:lpstr>
      <vt:lpstr>Como funciona?</vt:lpstr>
      <vt:lpstr>Etapas da Abertura</vt:lpstr>
      <vt:lpstr>Contrato Social</vt:lpstr>
      <vt:lpstr>Contrato Social</vt:lpstr>
      <vt:lpstr>CNPJ</vt:lpstr>
      <vt:lpstr>CNPJ</vt:lpstr>
      <vt:lpstr>NIRE</vt:lpstr>
      <vt:lpstr>Inscrição estadual</vt:lpstr>
      <vt:lpstr>Inscrição Municipal</vt:lpstr>
      <vt:lpstr>INSS</vt:lpstr>
      <vt:lpstr>FGTS</vt:lpstr>
      <vt:lpstr>Órgão de Classe</vt:lpstr>
      <vt:lpstr>Obrigado.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Abertura de Empresa</dc:title>
  <dc:creator>Computare</dc:creator>
  <cp:lastModifiedBy>Computare</cp:lastModifiedBy>
  <cp:revision>24</cp:revision>
  <dcterms:created xsi:type="dcterms:W3CDTF">2017-04-03T13:57:23Z</dcterms:created>
  <dcterms:modified xsi:type="dcterms:W3CDTF">2017-04-19T18:31:34Z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TC102867899990</vt:lpwstr>
  </property>
</Properties>
</file>