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257" r:id="rId34"/>
    <p:sldId id="259" r:id="rId35"/>
    <p:sldId id="260" r:id="rId36"/>
    <p:sldId id="261" r:id="rId37"/>
    <p:sldId id="262" r:id="rId38"/>
    <p:sldId id="264" r:id="rId39"/>
    <p:sldId id="275" r:id="rId40"/>
    <p:sldId id="281" r:id="rId41"/>
    <p:sldId id="265" r:id="rId42"/>
    <p:sldId id="266" r:id="rId43"/>
    <p:sldId id="267" r:id="rId44"/>
    <p:sldId id="274" r:id="rId45"/>
    <p:sldId id="268" r:id="rId46"/>
    <p:sldId id="269" r:id="rId47"/>
    <p:sldId id="270" r:id="rId48"/>
    <p:sldId id="279" r:id="rId49"/>
    <p:sldId id="282" r:id="rId50"/>
    <p:sldId id="271" r:id="rId51"/>
    <p:sldId id="272" r:id="rId52"/>
    <p:sldId id="273" r:id="rId53"/>
    <p:sldId id="276" r:id="rId54"/>
    <p:sldId id="277" r:id="rId55"/>
    <p:sldId id="278" r:id="rId56"/>
    <p:sldId id="280" r:id="rId5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6B03CD-A911-40A7-97F9-069E9118930E}" type="doc">
      <dgm:prSet loTypeId="urn:microsoft.com/office/officeart/2005/8/layout/hierarchy1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5E64043E-AF78-4D7A-85C8-E791CD9869E7}">
      <dgm:prSet phldrT="[Texto]"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Judicial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83DFE33B-A746-4C44-9D2D-6383AE8C8E05}" type="parTrans" cxnId="{3C8D5128-C132-44D0-84FD-7BE83EBC0AA0}">
      <dgm:prSet/>
      <dgm:spPr/>
      <dgm:t>
        <a:bodyPr/>
        <a:lstStyle/>
        <a:p>
          <a:endParaRPr lang="pt-BR"/>
        </a:p>
      </dgm:t>
    </dgm:pt>
    <dgm:pt modelId="{CA5A9A72-EE82-4F34-A6F9-DDCD39A41B7B}" type="sibTrans" cxnId="{3C8D5128-C132-44D0-84FD-7BE83EBC0AA0}">
      <dgm:prSet/>
      <dgm:spPr/>
      <dgm:t>
        <a:bodyPr/>
        <a:lstStyle/>
        <a:p>
          <a:endParaRPr lang="pt-BR"/>
        </a:p>
      </dgm:t>
    </dgm:pt>
    <dgm:pt modelId="{61F3AADB-920C-4421-80C1-D882DCEDA860}">
      <dgm:prSet phldrT="[Texto]"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Poder Judiciário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0F3D331B-FD37-48BF-9343-74499F5B68E6}" type="parTrans" cxnId="{06A24217-0293-4C4E-8329-3141E9B3EDA4}">
      <dgm:prSet/>
      <dgm:spPr/>
      <dgm:t>
        <a:bodyPr/>
        <a:lstStyle/>
        <a:p>
          <a:endParaRPr lang="pt-BR" dirty="0"/>
        </a:p>
      </dgm:t>
    </dgm:pt>
    <dgm:pt modelId="{C8A1316E-19E7-4D04-968B-7F927223D667}" type="sibTrans" cxnId="{06A24217-0293-4C4E-8329-3141E9B3EDA4}">
      <dgm:prSet/>
      <dgm:spPr/>
      <dgm:t>
        <a:bodyPr/>
        <a:lstStyle/>
        <a:p>
          <a:endParaRPr lang="pt-BR"/>
        </a:p>
      </dgm:t>
    </dgm:pt>
    <dgm:pt modelId="{F44FE90B-8C09-44FD-BB23-6BA3938E61F9}">
      <dgm:prSet phldrT="[Texto]"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Extrajudicial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7BAC2EC6-4B11-48E6-8950-5AB70E5E7A4E}" type="parTrans" cxnId="{32F7E12D-4A25-4FA2-AC16-6D813C796CD4}">
      <dgm:prSet/>
      <dgm:spPr/>
      <dgm:t>
        <a:bodyPr/>
        <a:lstStyle/>
        <a:p>
          <a:endParaRPr lang="pt-BR"/>
        </a:p>
      </dgm:t>
    </dgm:pt>
    <dgm:pt modelId="{0C0A6BF8-5FB3-4861-8B14-A5BE11DA7A4F}" type="sibTrans" cxnId="{32F7E12D-4A25-4FA2-AC16-6D813C796CD4}">
      <dgm:prSet/>
      <dgm:spPr/>
      <dgm:t>
        <a:bodyPr/>
        <a:lstStyle/>
        <a:p>
          <a:endParaRPr lang="pt-BR"/>
        </a:p>
      </dgm:t>
    </dgm:pt>
    <dgm:pt modelId="{8B5E0805-7F4F-45DE-A4C4-8EDB48493051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Arbitral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6A308175-379C-4579-9162-3B6C43EE8911}" type="parTrans" cxnId="{DA4E2F4D-40BF-42AC-8BF0-B8228AC34A01}">
      <dgm:prSet/>
      <dgm:spPr/>
      <dgm:t>
        <a:bodyPr/>
        <a:lstStyle/>
        <a:p>
          <a:endParaRPr lang="pt-BR"/>
        </a:p>
      </dgm:t>
    </dgm:pt>
    <dgm:pt modelId="{EF6C043E-7EB1-4CC2-BC0A-ED3550289A7F}" type="sibTrans" cxnId="{DA4E2F4D-40BF-42AC-8BF0-B8228AC34A01}">
      <dgm:prSet/>
      <dgm:spPr/>
      <dgm:t>
        <a:bodyPr/>
        <a:lstStyle/>
        <a:p>
          <a:endParaRPr lang="pt-BR"/>
        </a:p>
      </dgm:t>
    </dgm:pt>
    <dgm:pt modelId="{00F6FDF6-6E32-4015-B4C3-736D75039481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Estatal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B729BA4D-F1C9-48D2-9034-D254BA0E7F80}" type="parTrans" cxnId="{AAB4E500-8347-45CA-A82F-D5EA01F9709C}">
      <dgm:prSet/>
      <dgm:spPr/>
      <dgm:t>
        <a:bodyPr/>
        <a:lstStyle/>
        <a:p>
          <a:endParaRPr lang="pt-BR"/>
        </a:p>
      </dgm:t>
    </dgm:pt>
    <dgm:pt modelId="{9614FD5F-04DE-4C2E-9478-D842C3335A5F}" type="sibTrans" cxnId="{AAB4E500-8347-45CA-A82F-D5EA01F9709C}">
      <dgm:prSet/>
      <dgm:spPr/>
      <dgm:t>
        <a:bodyPr/>
        <a:lstStyle/>
        <a:p>
          <a:endParaRPr lang="pt-BR"/>
        </a:p>
      </dgm:t>
    </dgm:pt>
    <dgm:pt modelId="{4A577E95-1389-4C25-88C6-4C351DA1A9F1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Voluntária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B19FD30A-B90B-40B6-9D50-82BA17365F4D}" type="parTrans" cxnId="{667EB68E-84BB-48D4-8531-4B2EDC8A3FE0}">
      <dgm:prSet/>
      <dgm:spPr/>
      <dgm:t>
        <a:bodyPr/>
        <a:lstStyle/>
        <a:p>
          <a:endParaRPr lang="pt-BR"/>
        </a:p>
      </dgm:t>
    </dgm:pt>
    <dgm:pt modelId="{7DDBE78D-352A-4DDB-9B1C-2C825038D41C}" type="sibTrans" cxnId="{667EB68E-84BB-48D4-8531-4B2EDC8A3FE0}">
      <dgm:prSet/>
      <dgm:spPr/>
      <dgm:t>
        <a:bodyPr/>
        <a:lstStyle/>
        <a:p>
          <a:endParaRPr lang="pt-BR"/>
        </a:p>
      </dgm:t>
    </dgm:pt>
    <dgm:pt modelId="{6BC2BD44-F0C6-4184-9CB0-3F9893D847F7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Lei da arbitragem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3DAF44D9-629D-4A17-8980-F3DD13B23959}" type="parTrans" cxnId="{AE204C08-BC1F-4076-8441-EE82CADFD6B9}">
      <dgm:prSet/>
      <dgm:spPr/>
      <dgm:t>
        <a:bodyPr/>
        <a:lstStyle/>
        <a:p>
          <a:endParaRPr lang="pt-BR"/>
        </a:p>
      </dgm:t>
    </dgm:pt>
    <dgm:pt modelId="{2D26D044-FF16-470A-AB3D-2FD227A2A489}" type="sibTrans" cxnId="{AE204C08-BC1F-4076-8441-EE82CADFD6B9}">
      <dgm:prSet/>
      <dgm:spPr/>
      <dgm:t>
        <a:bodyPr/>
        <a:lstStyle/>
        <a:p>
          <a:endParaRPr lang="pt-BR"/>
        </a:p>
      </dgm:t>
    </dgm:pt>
    <dgm:pt modelId="{5C952355-C297-4DFF-863C-C8E4B7163F59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Controle do Estado: MP – PF - CPI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CE991B6F-99D5-4954-AD07-C80482D1B88C}" type="parTrans" cxnId="{636C865C-8349-460D-945A-FA3B29774F66}">
      <dgm:prSet/>
      <dgm:spPr/>
      <dgm:t>
        <a:bodyPr/>
        <a:lstStyle/>
        <a:p>
          <a:endParaRPr lang="pt-BR"/>
        </a:p>
      </dgm:t>
    </dgm:pt>
    <dgm:pt modelId="{7BA40361-AB1B-4B51-9346-C80665AA35D5}" type="sibTrans" cxnId="{636C865C-8349-460D-945A-FA3B29774F66}">
      <dgm:prSet/>
      <dgm:spPr/>
      <dgm:t>
        <a:bodyPr/>
        <a:lstStyle/>
        <a:p>
          <a:endParaRPr lang="pt-BR"/>
        </a:p>
      </dgm:t>
    </dgm:pt>
    <dgm:pt modelId="{28719654-2139-4562-BC6A-75C9C1525CD8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Espontaneamente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6997B557-ABF8-4D1E-A19F-DCCDB43E2C64}" type="parTrans" cxnId="{0126FDBE-AF85-49D4-9954-B2CDD3269118}">
      <dgm:prSet/>
      <dgm:spPr/>
      <dgm:t>
        <a:bodyPr/>
        <a:lstStyle/>
        <a:p>
          <a:endParaRPr lang="pt-BR"/>
        </a:p>
      </dgm:t>
    </dgm:pt>
    <dgm:pt modelId="{4D9FC9A2-950F-47C7-9A88-095BDB943A06}" type="sibTrans" cxnId="{0126FDBE-AF85-49D4-9954-B2CDD3269118}">
      <dgm:prSet/>
      <dgm:spPr/>
      <dgm:t>
        <a:bodyPr/>
        <a:lstStyle/>
        <a:p>
          <a:endParaRPr lang="pt-BR"/>
        </a:p>
      </dgm:t>
    </dgm:pt>
    <dgm:pt modelId="{4E61997E-5742-4BA4-8F11-32AA9783C9D8}" type="pres">
      <dgm:prSet presAssocID="{276B03CD-A911-40A7-97F9-069E911893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1848F706-F627-4571-9C48-AA5473027CE2}" type="pres">
      <dgm:prSet presAssocID="{5E64043E-AF78-4D7A-85C8-E791CD9869E7}" presName="hierRoot1" presStyleCnt="0"/>
      <dgm:spPr/>
    </dgm:pt>
    <dgm:pt modelId="{02314F36-BD5B-4DC3-ABE1-1E63CB679AB8}" type="pres">
      <dgm:prSet presAssocID="{5E64043E-AF78-4D7A-85C8-E791CD9869E7}" presName="composite" presStyleCnt="0"/>
      <dgm:spPr/>
    </dgm:pt>
    <dgm:pt modelId="{384DC29A-3F48-48B3-8012-12D7BC554E39}" type="pres">
      <dgm:prSet presAssocID="{5E64043E-AF78-4D7A-85C8-E791CD9869E7}" presName="background" presStyleLbl="node0" presStyleIdx="0" presStyleCnt="2"/>
      <dgm:spPr/>
    </dgm:pt>
    <dgm:pt modelId="{B895DEE5-401A-4998-B1F4-023D210C0CCD}" type="pres">
      <dgm:prSet presAssocID="{5E64043E-AF78-4D7A-85C8-E791CD9869E7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30D5488-A8B4-4300-992F-DE0BBD7969CA}" type="pres">
      <dgm:prSet presAssocID="{5E64043E-AF78-4D7A-85C8-E791CD9869E7}" presName="hierChild2" presStyleCnt="0"/>
      <dgm:spPr/>
    </dgm:pt>
    <dgm:pt modelId="{5F948481-CB70-49C1-B649-08CEBF85020D}" type="pres">
      <dgm:prSet presAssocID="{0F3D331B-FD37-48BF-9343-74499F5B68E6}" presName="Name10" presStyleLbl="parChTrans1D2" presStyleIdx="0" presStyleCnt="4"/>
      <dgm:spPr/>
      <dgm:t>
        <a:bodyPr/>
        <a:lstStyle/>
        <a:p>
          <a:endParaRPr lang="pt-BR"/>
        </a:p>
      </dgm:t>
    </dgm:pt>
    <dgm:pt modelId="{F910B4F6-5003-4976-BD98-AE5759DAF247}" type="pres">
      <dgm:prSet presAssocID="{61F3AADB-920C-4421-80C1-D882DCEDA860}" presName="hierRoot2" presStyleCnt="0"/>
      <dgm:spPr/>
    </dgm:pt>
    <dgm:pt modelId="{9AD3C50F-86A1-453D-9D5A-3A9B331361E4}" type="pres">
      <dgm:prSet presAssocID="{61F3AADB-920C-4421-80C1-D882DCEDA860}" presName="composite2" presStyleCnt="0"/>
      <dgm:spPr/>
    </dgm:pt>
    <dgm:pt modelId="{3452AC10-C23B-4FB6-884C-D96EEFB27C35}" type="pres">
      <dgm:prSet presAssocID="{61F3AADB-920C-4421-80C1-D882DCEDA860}" presName="background2" presStyleLbl="node2" presStyleIdx="0" presStyleCnt="4"/>
      <dgm:spPr/>
    </dgm:pt>
    <dgm:pt modelId="{3950F774-A95E-41AA-A665-5F012082DBB1}" type="pres">
      <dgm:prSet presAssocID="{61F3AADB-920C-4421-80C1-D882DCEDA860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53C6BC1-FC4F-44C1-BE62-6C58DD47607F}" type="pres">
      <dgm:prSet presAssocID="{61F3AADB-920C-4421-80C1-D882DCEDA860}" presName="hierChild3" presStyleCnt="0"/>
      <dgm:spPr/>
    </dgm:pt>
    <dgm:pt modelId="{5F38EB0F-87E9-4DBE-8407-6C31E2C7B38A}" type="pres">
      <dgm:prSet presAssocID="{F44FE90B-8C09-44FD-BB23-6BA3938E61F9}" presName="hierRoot1" presStyleCnt="0"/>
      <dgm:spPr/>
    </dgm:pt>
    <dgm:pt modelId="{3C9A639F-B066-4C33-85B6-EE31BB47FA4D}" type="pres">
      <dgm:prSet presAssocID="{F44FE90B-8C09-44FD-BB23-6BA3938E61F9}" presName="composite" presStyleCnt="0"/>
      <dgm:spPr/>
    </dgm:pt>
    <dgm:pt modelId="{79B108EB-0399-4EA7-B9B0-59E4DAD37EEB}" type="pres">
      <dgm:prSet presAssocID="{F44FE90B-8C09-44FD-BB23-6BA3938E61F9}" presName="background" presStyleLbl="node0" presStyleIdx="1" presStyleCnt="2"/>
      <dgm:spPr/>
    </dgm:pt>
    <dgm:pt modelId="{9A31EFB2-6368-4CA2-905A-2F2F0987E376}" type="pres">
      <dgm:prSet presAssocID="{F44FE90B-8C09-44FD-BB23-6BA3938E61F9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75AE1AB-AC07-4A74-88A1-FA2BB0B984C0}" type="pres">
      <dgm:prSet presAssocID="{F44FE90B-8C09-44FD-BB23-6BA3938E61F9}" presName="hierChild2" presStyleCnt="0"/>
      <dgm:spPr/>
    </dgm:pt>
    <dgm:pt modelId="{CCE227CE-A65B-4C63-B28F-CAE325783C47}" type="pres">
      <dgm:prSet presAssocID="{6A308175-379C-4579-9162-3B6C43EE8911}" presName="Name10" presStyleLbl="parChTrans1D2" presStyleIdx="1" presStyleCnt="4"/>
      <dgm:spPr/>
      <dgm:t>
        <a:bodyPr/>
        <a:lstStyle/>
        <a:p>
          <a:endParaRPr lang="pt-BR"/>
        </a:p>
      </dgm:t>
    </dgm:pt>
    <dgm:pt modelId="{5F9FA6A6-87D8-4D25-9C74-D5CA2BAD62CB}" type="pres">
      <dgm:prSet presAssocID="{8B5E0805-7F4F-45DE-A4C4-8EDB48493051}" presName="hierRoot2" presStyleCnt="0"/>
      <dgm:spPr/>
    </dgm:pt>
    <dgm:pt modelId="{2673623A-B860-4466-BEC0-185FF63B0C0D}" type="pres">
      <dgm:prSet presAssocID="{8B5E0805-7F4F-45DE-A4C4-8EDB48493051}" presName="composite2" presStyleCnt="0"/>
      <dgm:spPr/>
    </dgm:pt>
    <dgm:pt modelId="{766AA92E-6FB5-42E7-A2C0-C548C8983A55}" type="pres">
      <dgm:prSet presAssocID="{8B5E0805-7F4F-45DE-A4C4-8EDB48493051}" presName="background2" presStyleLbl="node2" presStyleIdx="1" presStyleCnt="4"/>
      <dgm:spPr/>
    </dgm:pt>
    <dgm:pt modelId="{E3CE67BF-9512-4ED5-9995-35D16C9E71A1}" type="pres">
      <dgm:prSet presAssocID="{8B5E0805-7F4F-45DE-A4C4-8EDB48493051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0563426-D17F-4DA2-B241-185D5019A253}" type="pres">
      <dgm:prSet presAssocID="{8B5E0805-7F4F-45DE-A4C4-8EDB48493051}" presName="hierChild3" presStyleCnt="0"/>
      <dgm:spPr/>
    </dgm:pt>
    <dgm:pt modelId="{7C646AFF-CC9A-48C3-9956-D8AB4E7B9E4D}" type="pres">
      <dgm:prSet presAssocID="{3DAF44D9-629D-4A17-8980-F3DD13B23959}" presName="Name17" presStyleLbl="parChTrans1D3" presStyleIdx="0" presStyleCnt="3"/>
      <dgm:spPr/>
      <dgm:t>
        <a:bodyPr/>
        <a:lstStyle/>
        <a:p>
          <a:endParaRPr lang="pt-BR"/>
        </a:p>
      </dgm:t>
    </dgm:pt>
    <dgm:pt modelId="{409F87FA-4598-4749-8F6E-1D6E8A09358C}" type="pres">
      <dgm:prSet presAssocID="{6BC2BD44-F0C6-4184-9CB0-3F9893D847F7}" presName="hierRoot3" presStyleCnt="0"/>
      <dgm:spPr/>
    </dgm:pt>
    <dgm:pt modelId="{3983A516-0E90-4387-8E1F-4769102933D1}" type="pres">
      <dgm:prSet presAssocID="{6BC2BD44-F0C6-4184-9CB0-3F9893D847F7}" presName="composite3" presStyleCnt="0"/>
      <dgm:spPr/>
    </dgm:pt>
    <dgm:pt modelId="{4D81F684-3EC5-4E8B-B663-87C256773898}" type="pres">
      <dgm:prSet presAssocID="{6BC2BD44-F0C6-4184-9CB0-3F9893D847F7}" presName="background3" presStyleLbl="node3" presStyleIdx="0" presStyleCnt="3"/>
      <dgm:spPr/>
    </dgm:pt>
    <dgm:pt modelId="{6117D918-6D28-430F-B592-EB378AF211B5}" type="pres">
      <dgm:prSet presAssocID="{6BC2BD44-F0C6-4184-9CB0-3F9893D847F7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F451178-BB4D-4B3D-A551-02475CDBD4EB}" type="pres">
      <dgm:prSet presAssocID="{6BC2BD44-F0C6-4184-9CB0-3F9893D847F7}" presName="hierChild4" presStyleCnt="0"/>
      <dgm:spPr/>
    </dgm:pt>
    <dgm:pt modelId="{AB7A2CA3-0B2F-4681-B0F5-C5587F62ABCC}" type="pres">
      <dgm:prSet presAssocID="{B729BA4D-F1C9-48D2-9034-D254BA0E7F80}" presName="Name10" presStyleLbl="parChTrans1D2" presStyleIdx="2" presStyleCnt="4"/>
      <dgm:spPr/>
      <dgm:t>
        <a:bodyPr/>
        <a:lstStyle/>
        <a:p>
          <a:endParaRPr lang="pt-BR"/>
        </a:p>
      </dgm:t>
    </dgm:pt>
    <dgm:pt modelId="{3F0E37C8-D1C7-43A9-92E3-7A9CB79A1640}" type="pres">
      <dgm:prSet presAssocID="{00F6FDF6-6E32-4015-B4C3-736D75039481}" presName="hierRoot2" presStyleCnt="0"/>
      <dgm:spPr/>
    </dgm:pt>
    <dgm:pt modelId="{23475B3A-4F83-4544-A68D-B1C1D44F3BEA}" type="pres">
      <dgm:prSet presAssocID="{00F6FDF6-6E32-4015-B4C3-736D75039481}" presName="composite2" presStyleCnt="0"/>
      <dgm:spPr/>
    </dgm:pt>
    <dgm:pt modelId="{39E9345F-4212-4EBE-B55A-E2B868374E9D}" type="pres">
      <dgm:prSet presAssocID="{00F6FDF6-6E32-4015-B4C3-736D75039481}" presName="background2" presStyleLbl="node2" presStyleIdx="2" presStyleCnt="4"/>
      <dgm:spPr/>
    </dgm:pt>
    <dgm:pt modelId="{85537DDB-3480-4887-A916-BD01DB7A9E95}" type="pres">
      <dgm:prSet presAssocID="{00F6FDF6-6E32-4015-B4C3-736D75039481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FDF3808-E26D-4ECF-9BD6-8E4CAD8C7878}" type="pres">
      <dgm:prSet presAssocID="{00F6FDF6-6E32-4015-B4C3-736D75039481}" presName="hierChild3" presStyleCnt="0"/>
      <dgm:spPr/>
    </dgm:pt>
    <dgm:pt modelId="{DB5BEBC5-4FF7-4D5D-8395-5CD93002BA48}" type="pres">
      <dgm:prSet presAssocID="{CE991B6F-99D5-4954-AD07-C80482D1B88C}" presName="Name17" presStyleLbl="parChTrans1D3" presStyleIdx="1" presStyleCnt="3"/>
      <dgm:spPr/>
      <dgm:t>
        <a:bodyPr/>
        <a:lstStyle/>
        <a:p>
          <a:endParaRPr lang="pt-BR"/>
        </a:p>
      </dgm:t>
    </dgm:pt>
    <dgm:pt modelId="{C5865968-98FD-451E-AA4D-156A532C07E0}" type="pres">
      <dgm:prSet presAssocID="{5C952355-C297-4DFF-863C-C8E4B7163F59}" presName="hierRoot3" presStyleCnt="0"/>
      <dgm:spPr/>
    </dgm:pt>
    <dgm:pt modelId="{5F2B3BF6-B98E-4FD6-A574-EF716D4DA457}" type="pres">
      <dgm:prSet presAssocID="{5C952355-C297-4DFF-863C-C8E4B7163F59}" presName="composite3" presStyleCnt="0"/>
      <dgm:spPr/>
    </dgm:pt>
    <dgm:pt modelId="{C978C2D9-4243-405D-8D48-425EAF172200}" type="pres">
      <dgm:prSet presAssocID="{5C952355-C297-4DFF-863C-C8E4B7163F59}" presName="background3" presStyleLbl="node3" presStyleIdx="1" presStyleCnt="3"/>
      <dgm:spPr/>
    </dgm:pt>
    <dgm:pt modelId="{CA8FC033-84C3-4E0E-8201-93535AE7CC52}" type="pres">
      <dgm:prSet presAssocID="{5C952355-C297-4DFF-863C-C8E4B7163F59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097ED46-5675-4685-B25A-8315BFB5CF5E}" type="pres">
      <dgm:prSet presAssocID="{5C952355-C297-4DFF-863C-C8E4B7163F59}" presName="hierChild4" presStyleCnt="0"/>
      <dgm:spPr/>
    </dgm:pt>
    <dgm:pt modelId="{54C13BA1-6653-4CAB-8969-2B26D820453B}" type="pres">
      <dgm:prSet presAssocID="{B19FD30A-B90B-40B6-9D50-82BA17365F4D}" presName="Name10" presStyleLbl="parChTrans1D2" presStyleIdx="3" presStyleCnt="4"/>
      <dgm:spPr/>
      <dgm:t>
        <a:bodyPr/>
        <a:lstStyle/>
        <a:p>
          <a:endParaRPr lang="pt-BR"/>
        </a:p>
      </dgm:t>
    </dgm:pt>
    <dgm:pt modelId="{CF1B7866-415D-458E-BD91-FA03BB8C2F36}" type="pres">
      <dgm:prSet presAssocID="{4A577E95-1389-4C25-88C6-4C351DA1A9F1}" presName="hierRoot2" presStyleCnt="0"/>
      <dgm:spPr/>
    </dgm:pt>
    <dgm:pt modelId="{1C30D3A0-CD28-4872-8200-78C288D6C0F0}" type="pres">
      <dgm:prSet presAssocID="{4A577E95-1389-4C25-88C6-4C351DA1A9F1}" presName="composite2" presStyleCnt="0"/>
      <dgm:spPr/>
    </dgm:pt>
    <dgm:pt modelId="{49C1ACF2-08C6-4776-BA4A-D2BC0F3EA4D0}" type="pres">
      <dgm:prSet presAssocID="{4A577E95-1389-4C25-88C6-4C351DA1A9F1}" presName="background2" presStyleLbl="node2" presStyleIdx="3" presStyleCnt="4"/>
      <dgm:spPr/>
    </dgm:pt>
    <dgm:pt modelId="{0D8F9E46-6F04-488A-A722-3ED37BE03074}" type="pres">
      <dgm:prSet presAssocID="{4A577E95-1389-4C25-88C6-4C351DA1A9F1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B0F8A84-25BE-4429-99EB-E974A5F8D62D}" type="pres">
      <dgm:prSet presAssocID="{4A577E95-1389-4C25-88C6-4C351DA1A9F1}" presName="hierChild3" presStyleCnt="0"/>
      <dgm:spPr/>
    </dgm:pt>
    <dgm:pt modelId="{E9FA17BF-06C1-4500-A095-E8697DCD4D31}" type="pres">
      <dgm:prSet presAssocID="{6997B557-ABF8-4D1E-A19F-DCCDB43E2C64}" presName="Name17" presStyleLbl="parChTrans1D3" presStyleIdx="2" presStyleCnt="3"/>
      <dgm:spPr/>
      <dgm:t>
        <a:bodyPr/>
        <a:lstStyle/>
        <a:p>
          <a:endParaRPr lang="pt-BR"/>
        </a:p>
      </dgm:t>
    </dgm:pt>
    <dgm:pt modelId="{1127E8C4-4D6F-405D-977F-74260D5DBB92}" type="pres">
      <dgm:prSet presAssocID="{28719654-2139-4562-BC6A-75C9C1525CD8}" presName="hierRoot3" presStyleCnt="0"/>
      <dgm:spPr/>
    </dgm:pt>
    <dgm:pt modelId="{D6627B1D-D795-4BF4-8AF0-E9E18FBF99C2}" type="pres">
      <dgm:prSet presAssocID="{28719654-2139-4562-BC6A-75C9C1525CD8}" presName="composite3" presStyleCnt="0"/>
      <dgm:spPr/>
    </dgm:pt>
    <dgm:pt modelId="{EC5A0E0C-84BA-4E31-9CDB-C92CE679C384}" type="pres">
      <dgm:prSet presAssocID="{28719654-2139-4562-BC6A-75C9C1525CD8}" presName="background3" presStyleLbl="node3" presStyleIdx="2" presStyleCnt="3"/>
      <dgm:spPr/>
    </dgm:pt>
    <dgm:pt modelId="{6DAC2B36-62F7-485B-988C-1269399F5BEF}" type="pres">
      <dgm:prSet presAssocID="{28719654-2139-4562-BC6A-75C9C1525CD8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AB7130E-D847-41A0-AFBA-3E69F898A773}" type="pres">
      <dgm:prSet presAssocID="{28719654-2139-4562-BC6A-75C9C1525CD8}" presName="hierChild4" presStyleCnt="0"/>
      <dgm:spPr/>
    </dgm:pt>
  </dgm:ptLst>
  <dgm:cxnLst>
    <dgm:cxn modelId="{D891B7CA-4E7F-43F4-9F33-357443B3F470}" type="presOf" srcId="{4A577E95-1389-4C25-88C6-4C351DA1A9F1}" destId="{0D8F9E46-6F04-488A-A722-3ED37BE03074}" srcOrd="0" destOrd="0" presId="urn:microsoft.com/office/officeart/2005/8/layout/hierarchy1"/>
    <dgm:cxn modelId="{AE204C08-BC1F-4076-8441-EE82CADFD6B9}" srcId="{8B5E0805-7F4F-45DE-A4C4-8EDB48493051}" destId="{6BC2BD44-F0C6-4184-9CB0-3F9893D847F7}" srcOrd="0" destOrd="0" parTransId="{3DAF44D9-629D-4A17-8980-F3DD13B23959}" sibTransId="{2D26D044-FF16-470A-AB3D-2FD227A2A489}"/>
    <dgm:cxn modelId="{F474611D-BDEB-43F3-BA53-FB69C2E4BB7E}" type="presOf" srcId="{B729BA4D-F1C9-48D2-9034-D254BA0E7F80}" destId="{AB7A2CA3-0B2F-4681-B0F5-C5587F62ABCC}" srcOrd="0" destOrd="0" presId="urn:microsoft.com/office/officeart/2005/8/layout/hierarchy1"/>
    <dgm:cxn modelId="{0CFF3C4F-D292-4763-92E8-DF31C8E4426F}" type="presOf" srcId="{F44FE90B-8C09-44FD-BB23-6BA3938E61F9}" destId="{9A31EFB2-6368-4CA2-905A-2F2F0987E376}" srcOrd="0" destOrd="0" presId="urn:microsoft.com/office/officeart/2005/8/layout/hierarchy1"/>
    <dgm:cxn modelId="{2EC9474C-B3BB-4293-A814-CEF0CB7804B8}" type="presOf" srcId="{6BC2BD44-F0C6-4184-9CB0-3F9893D847F7}" destId="{6117D918-6D28-430F-B592-EB378AF211B5}" srcOrd="0" destOrd="0" presId="urn:microsoft.com/office/officeart/2005/8/layout/hierarchy1"/>
    <dgm:cxn modelId="{280CD953-113A-4AA5-BD21-3118859D20FA}" type="presOf" srcId="{00F6FDF6-6E32-4015-B4C3-736D75039481}" destId="{85537DDB-3480-4887-A916-BD01DB7A9E95}" srcOrd="0" destOrd="0" presId="urn:microsoft.com/office/officeart/2005/8/layout/hierarchy1"/>
    <dgm:cxn modelId="{18CC701E-334E-4BC0-9F15-EAF721E3185E}" type="presOf" srcId="{28719654-2139-4562-BC6A-75C9C1525CD8}" destId="{6DAC2B36-62F7-485B-988C-1269399F5BEF}" srcOrd="0" destOrd="0" presId="urn:microsoft.com/office/officeart/2005/8/layout/hierarchy1"/>
    <dgm:cxn modelId="{501BD2C2-9C64-4D8A-98DC-1BF5C9188D11}" type="presOf" srcId="{3DAF44D9-629D-4A17-8980-F3DD13B23959}" destId="{7C646AFF-CC9A-48C3-9956-D8AB4E7B9E4D}" srcOrd="0" destOrd="0" presId="urn:microsoft.com/office/officeart/2005/8/layout/hierarchy1"/>
    <dgm:cxn modelId="{AAB4E500-8347-45CA-A82F-D5EA01F9709C}" srcId="{F44FE90B-8C09-44FD-BB23-6BA3938E61F9}" destId="{00F6FDF6-6E32-4015-B4C3-736D75039481}" srcOrd="1" destOrd="0" parTransId="{B729BA4D-F1C9-48D2-9034-D254BA0E7F80}" sibTransId="{9614FD5F-04DE-4C2E-9478-D842C3335A5F}"/>
    <dgm:cxn modelId="{12F6FD6C-B4D9-47BF-9E75-40D980CF52CF}" type="presOf" srcId="{6997B557-ABF8-4D1E-A19F-DCCDB43E2C64}" destId="{E9FA17BF-06C1-4500-A095-E8697DCD4D31}" srcOrd="0" destOrd="0" presId="urn:microsoft.com/office/officeart/2005/8/layout/hierarchy1"/>
    <dgm:cxn modelId="{06A24217-0293-4C4E-8329-3141E9B3EDA4}" srcId="{5E64043E-AF78-4D7A-85C8-E791CD9869E7}" destId="{61F3AADB-920C-4421-80C1-D882DCEDA860}" srcOrd="0" destOrd="0" parTransId="{0F3D331B-FD37-48BF-9343-74499F5B68E6}" sibTransId="{C8A1316E-19E7-4D04-968B-7F927223D667}"/>
    <dgm:cxn modelId="{32F7E12D-4A25-4FA2-AC16-6D813C796CD4}" srcId="{276B03CD-A911-40A7-97F9-069E9118930E}" destId="{F44FE90B-8C09-44FD-BB23-6BA3938E61F9}" srcOrd="1" destOrd="0" parTransId="{7BAC2EC6-4B11-48E6-8950-5AB70E5E7A4E}" sibTransId="{0C0A6BF8-5FB3-4861-8B14-A5BE11DA7A4F}"/>
    <dgm:cxn modelId="{3C8D5128-C132-44D0-84FD-7BE83EBC0AA0}" srcId="{276B03CD-A911-40A7-97F9-069E9118930E}" destId="{5E64043E-AF78-4D7A-85C8-E791CD9869E7}" srcOrd="0" destOrd="0" parTransId="{83DFE33B-A746-4C44-9D2D-6383AE8C8E05}" sibTransId="{CA5A9A72-EE82-4F34-A6F9-DDCD39A41B7B}"/>
    <dgm:cxn modelId="{24ADE6F7-6B9C-4A31-8691-E4B5B786FA57}" type="presOf" srcId="{5E64043E-AF78-4D7A-85C8-E791CD9869E7}" destId="{B895DEE5-401A-4998-B1F4-023D210C0CCD}" srcOrd="0" destOrd="0" presId="urn:microsoft.com/office/officeart/2005/8/layout/hierarchy1"/>
    <dgm:cxn modelId="{229E6C8E-C14B-4186-A66B-895CB6ADB28C}" type="presOf" srcId="{0F3D331B-FD37-48BF-9343-74499F5B68E6}" destId="{5F948481-CB70-49C1-B649-08CEBF85020D}" srcOrd="0" destOrd="0" presId="urn:microsoft.com/office/officeart/2005/8/layout/hierarchy1"/>
    <dgm:cxn modelId="{DC294AE1-EE73-4299-9423-4664BEBFAEC8}" type="presOf" srcId="{276B03CD-A911-40A7-97F9-069E9118930E}" destId="{4E61997E-5742-4BA4-8F11-32AA9783C9D8}" srcOrd="0" destOrd="0" presId="urn:microsoft.com/office/officeart/2005/8/layout/hierarchy1"/>
    <dgm:cxn modelId="{C0F1C154-80FD-4952-93E1-E92FF8B7449B}" type="presOf" srcId="{B19FD30A-B90B-40B6-9D50-82BA17365F4D}" destId="{54C13BA1-6653-4CAB-8969-2B26D820453B}" srcOrd="0" destOrd="0" presId="urn:microsoft.com/office/officeart/2005/8/layout/hierarchy1"/>
    <dgm:cxn modelId="{71DD9736-A7FA-4EBE-A10D-C8A47D612A05}" type="presOf" srcId="{CE991B6F-99D5-4954-AD07-C80482D1B88C}" destId="{DB5BEBC5-4FF7-4D5D-8395-5CD93002BA48}" srcOrd="0" destOrd="0" presId="urn:microsoft.com/office/officeart/2005/8/layout/hierarchy1"/>
    <dgm:cxn modelId="{636C865C-8349-460D-945A-FA3B29774F66}" srcId="{00F6FDF6-6E32-4015-B4C3-736D75039481}" destId="{5C952355-C297-4DFF-863C-C8E4B7163F59}" srcOrd="0" destOrd="0" parTransId="{CE991B6F-99D5-4954-AD07-C80482D1B88C}" sibTransId="{7BA40361-AB1B-4B51-9346-C80665AA35D5}"/>
    <dgm:cxn modelId="{DA4E2F4D-40BF-42AC-8BF0-B8228AC34A01}" srcId="{F44FE90B-8C09-44FD-BB23-6BA3938E61F9}" destId="{8B5E0805-7F4F-45DE-A4C4-8EDB48493051}" srcOrd="0" destOrd="0" parTransId="{6A308175-379C-4579-9162-3B6C43EE8911}" sibTransId="{EF6C043E-7EB1-4CC2-BC0A-ED3550289A7F}"/>
    <dgm:cxn modelId="{C4A05ADA-4130-4D5D-B56B-588CBA8EADD7}" type="presOf" srcId="{5C952355-C297-4DFF-863C-C8E4B7163F59}" destId="{CA8FC033-84C3-4E0E-8201-93535AE7CC52}" srcOrd="0" destOrd="0" presId="urn:microsoft.com/office/officeart/2005/8/layout/hierarchy1"/>
    <dgm:cxn modelId="{AA9B0AA8-F236-4E45-9A24-98DD5E662055}" type="presOf" srcId="{61F3AADB-920C-4421-80C1-D882DCEDA860}" destId="{3950F774-A95E-41AA-A665-5F012082DBB1}" srcOrd="0" destOrd="0" presId="urn:microsoft.com/office/officeart/2005/8/layout/hierarchy1"/>
    <dgm:cxn modelId="{BFD6F2F4-EEAA-493D-B137-897447A8EA94}" type="presOf" srcId="{8B5E0805-7F4F-45DE-A4C4-8EDB48493051}" destId="{E3CE67BF-9512-4ED5-9995-35D16C9E71A1}" srcOrd="0" destOrd="0" presId="urn:microsoft.com/office/officeart/2005/8/layout/hierarchy1"/>
    <dgm:cxn modelId="{667EB68E-84BB-48D4-8531-4B2EDC8A3FE0}" srcId="{F44FE90B-8C09-44FD-BB23-6BA3938E61F9}" destId="{4A577E95-1389-4C25-88C6-4C351DA1A9F1}" srcOrd="2" destOrd="0" parTransId="{B19FD30A-B90B-40B6-9D50-82BA17365F4D}" sibTransId="{7DDBE78D-352A-4DDB-9B1C-2C825038D41C}"/>
    <dgm:cxn modelId="{0126FDBE-AF85-49D4-9954-B2CDD3269118}" srcId="{4A577E95-1389-4C25-88C6-4C351DA1A9F1}" destId="{28719654-2139-4562-BC6A-75C9C1525CD8}" srcOrd="0" destOrd="0" parTransId="{6997B557-ABF8-4D1E-A19F-DCCDB43E2C64}" sibTransId="{4D9FC9A2-950F-47C7-9A88-095BDB943A06}"/>
    <dgm:cxn modelId="{3915955A-B4E6-45F2-8474-8E1186F50712}" type="presOf" srcId="{6A308175-379C-4579-9162-3B6C43EE8911}" destId="{CCE227CE-A65B-4C63-B28F-CAE325783C47}" srcOrd="0" destOrd="0" presId="urn:microsoft.com/office/officeart/2005/8/layout/hierarchy1"/>
    <dgm:cxn modelId="{994B118A-C529-4934-931C-A9DD81DD142E}" type="presParOf" srcId="{4E61997E-5742-4BA4-8F11-32AA9783C9D8}" destId="{1848F706-F627-4571-9C48-AA5473027CE2}" srcOrd="0" destOrd="0" presId="urn:microsoft.com/office/officeart/2005/8/layout/hierarchy1"/>
    <dgm:cxn modelId="{6C9F6B1D-0EA7-40B4-B9F1-A2605F3EF65B}" type="presParOf" srcId="{1848F706-F627-4571-9C48-AA5473027CE2}" destId="{02314F36-BD5B-4DC3-ABE1-1E63CB679AB8}" srcOrd="0" destOrd="0" presId="urn:microsoft.com/office/officeart/2005/8/layout/hierarchy1"/>
    <dgm:cxn modelId="{022E6F0E-6A82-4F9B-8BD1-F789AC1F8AD0}" type="presParOf" srcId="{02314F36-BD5B-4DC3-ABE1-1E63CB679AB8}" destId="{384DC29A-3F48-48B3-8012-12D7BC554E39}" srcOrd="0" destOrd="0" presId="urn:microsoft.com/office/officeart/2005/8/layout/hierarchy1"/>
    <dgm:cxn modelId="{707DDE30-0B1F-46C8-B6B0-A79C4F2FE266}" type="presParOf" srcId="{02314F36-BD5B-4DC3-ABE1-1E63CB679AB8}" destId="{B895DEE5-401A-4998-B1F4-023D210C0CCD}" srcOrd="1" destOrd="0" presId="urn:microsoft.com/office/officeart/2005/8/layout/hierarchy1"/>
    <dgm:cxn modelId="{08D3A6B9-4BF3-4079-AC24-903A963DEB82}" type="presParOf" srcId="{1848F706-F627-4571-9C48-AA5473027CE2}" destId="{930D5488-A8B4-4300-992F-DE0BBD7969CA}" srcOrd="1" destOrd="0" presId="urn:microsoft.com/office/officeart/2005/8/layout/hierarchy1"/>
    <dgm:cxn modelId="{F6FCC95A-49A1-429A-B223-2839316D04E5}" type="presParOf" srcId="{930D5488-A8B4-4300-992F-DE0BBD7969CA}" destId="{5F948481-CB70-49C1-B649-08CEBF85020D}" srcOrd="0" destOrd="0" presId="urn:microsoft.com/office/officeart/2005/8/layout/hierarchy1"/>
    <dgm:cxn modelId="{47808704-9807-4678-89EC-A5AF97283058}" type="presParOf" srcId="{930D5488-A8B4-4300-992F-DE0BBD7969CA}" destId="{F910B4F6-5003-4976-BD98-AE5759DAF247}" srcOrd="1" destOrd="0" presId="urn:microsoft.com/office/officeart/2005/8/layout/hierarchy1"/>
    <dgm:cxn modelId="{4ADB236A-F5FE-4564-B1FA-632E451FFFB2}" type="presParOf" srcId="{F910B4F6-5003-4976-BD98-AE5759DAF247}" destId="{9AD3C50F-86A1-453D-9D5A-3A9B331361E4}" srcOrd="0" destOrd="0" presId="urn:microsoft.com/office/officeart/2005/8/layout/hierarchy1"/>
    <dgm:cxn modelId="{9D541735-3E02-4682-8DB3-3AE1B7014724}" type="presParOf" srcId="{9AD3C50F-86A1-453D-9D5A-3A9B331361E4}" destId="{3452AC10-C23B-4FB6-884C-D96EEFB27C35}" srcOrd="0" destOrd="0" presId="urn:microsoft.com/office/officeart/2005/8/layout/hierarchy1"/>
    <dgm:cxn modelId="{31EE84C2-053C-4F06-9EB9-1CE385E97064}" type="presParOf" srcId="{9AD3C50F-86A1-453D-9D5A-3A9B331361E4}" destId="{3950F774-A95E-41AA-A665-5F012082DBB1}" srcOrd="1" destOrd="0" presId="urn:microsoft.com/office/officeart/2005/8/layout/hierarchy1"/>
    <dgm:cxn modelId="{A9F8B249-DA6B-4DB8-AAA1-9C8B8F29E7E8}" type="presParOf" srcId="{F910B4F6-5003-4976-BD98-AE5759DAF247}" destId="{A53C6BC1-FC4F-44C1-BE62-6C58DD47607F}" srcOrd="1" destOrd="0" presId="urn:microsoft.com/office/officeart/2005/8/layout/hierarchy1"/>
    <dgm:cxn modelId="{7B0B2397-3DE2-43C3-A840-4D19340FD884}" type="presParOf" srcId="{4E61997E-5742-4BA4-8F11-32AA9783C9D8}" destId="{5F38EB0F-87E9-4DBE-8407-6C31E2C7B38A}" srcOrd="1" destOrd="0" presId="urn:microsoft.com/office/officeart/2005/8/layout/hierarchy1"/>
    <dgm:cxn modelId="{59E65A84-5850-4CC7-B4B4-0AC92405D925}" type="presParOf" srcId="{5F38EB0F-87E9-4DBE-8407-6C31E2C7B38A}" destId="{3C9A639F-B066-4C33-85B6-EE31BB47FA4D}" srcOrd="0" destOrd="0" presId="urn:microsoft.com/office/officeart/2005/8/layout/hierarchy1"/>
    <dgm:cxn modelId="{2D0D67B7-3EA8-40CF-A63E-50687933B9C8}" type="presParOf" srcId="{3C9A639F-B066-4C33-85B6-EE31BB47FA4D}" destId="{79B108EB-0399-4EA7-B9B0-59E4DAD37EEB}" srcOrd="0" destOrd="0" presId="urn:microsoft.com/office/officeart/2005/8/layout/hierarchy1"/>
    <dgm:cxn modelId="{0BD413A7-052F-47CF-9C23-D0F1D52B6610}" type="presParOf" srcId="{3C9A639F-B066-4C33-85B6-EE31BB47FA4D}" destId="{9A31EFB2-6368-4CA2-905A-2F2F0987E376}" srcOrd="1" destOrd="0" presId="urn:microsoft.com/office/officeart/2005/8/layout/hierarchy1"/>
    <dgm:cxn modelId="{BC84994C-9ACA-45F6-AF37-664D88166C97}" type="presParOf" srcId="{5F38EB0F-87E9-4DBE-8407-6C31E2C7B38A}" destId="{575AE1AB-AC07-4A74-88A1-FA2BB0B984C0}" srcOrd="1" destOrd="0" presId="urn:microsoft.com/office/officeart/2005/8/layout/hierarchy1"/>
    <dgm:cxn modelId="{6BEBC369-15C8-4935-8244-44126D0B9243}" type="presParOf" srcId="{575AE1AB-AC07-4A74-88A1-FA2BB0B984C0}" destId="{CCE227CE-A65B-4C63-B28F-CAE325783C47}" srcOrd="0" destOrd="0" presId="urn:microsoft.com/office/officeart/2005/8/layout/hierarchy1"/>
    <dgm:cxn modelId="{D311FA4E-1C44-44F4-982D-083EC44E1D0D}" type="presParOf" srcId="{575AE1AB-AC07-4A74-88A1-FA2BB0B984C0}" destId="{5F9FA6A6-87D8-4D25-9C74-D5CA2BAD62CB}" srcOrd="1" destOrd="0" presId="urn:microsoft.com/office/officeart/2005/8/layout/hierarchy1"/>
    <dgm:cxn modelId="{AC26EAE3-BD7A-4348-AE00-6A9FE054D8DB}" type="presParOf" srcId="{5F9FA6A6-87D8-4D25-9C74-D5CA2BAD62CB}" destId="{2673623A-B860-4466-BEC0-185FF63B0C0D}" srcOrd="0" destOrd="0" presId="urn:microsoft.com/office/officeart/2005/8/layout/hierarchy1"/>
    <dgm:cxn modelId="{995203B6-385A-49A3-BA06-F3D768C75BB3}" type="presParOf" srcId="{2673623A-B860-4466-BEC0-185FF63B0C0D}" destId="{766AA92E-6FB5-42E7-A2C0-C548C8983A55}" srcOrd="0" destOrd="0" presId="urn:microsoft.com/office/officeart/2005/8/layout/hierarchy1"/>
    <dgm:cxn modelId="{BAD699A4-651E-4354-B7D7-2E31C133D2A2}" type="presParOf" srcId="{2673623A-B860-4466-BEC0-185FF63B0C0D}" destId="{E3CE67BF-9512-4ED5-9995-35D16C9E71A1}" srcOrd="1" destOrd="0" presId="urn:microsoft.com/office/officeart/2005/8/layout/hierarchy1"/>
    <dgm:cxn modelId="{40644F6B-7203-47DD-9AC8-88B5E3A2AE4F}" type="presParOf" srcId="{5F9FA6A6-87D8-4D25-9C74-D5CA2BAD62CB}" destId="{10563426-D17F-4DA2-B241-185D5019A253}" srcOrd="1" destOrd="0" presId="urn:microsoft.com/office/officeart/2005/8/layout/hierarchy1"/>
    <dgm:cxn modelId="{0FD0B55B-FA27-4DCD-8980-90FE934F1DC2}" type="presParOf" srcId="{10563426-D17F-4DA2-B241-185D5019A253}" destId="{7C646AFF-CC9A-48C3-9956-D8AB4E7B9E4D}" srcOrd="0" destOrd="0" presId="urn:microsoft.com/office/officeart/2005/8/layout/hierarchy1"/>
    <dgm:cxn modelId="{6CAD8C7E-8588-4541-B44B-AD4D5F59693D}" type="presParOf" srcId="{10563426-D17F-4DA2-B241-185D5019A253}" destId="{409F87FA-4598-4749-8F6E-1D6E8A09358C}" srcOrd="1" destOrd="0" presId="urn:microsoft.com/office/officeart/2005/8/layout/hierarchy1"/>
    <dgm:cxn modelId="{F0590C19-57BC-489C-998B-120478257856}" type="presParOf" srcId="{409F87FA-4598-4749-8F6E-1D6E8A09358C}" destId="{3983A516-0E90-4387-8E1F-4769102933D1}" srcOrd="0" destOrd="0" presId="urn:microsoft.com/office/officeart/2005/8/layout/hierarchy1"/>
    <dgm:cxn modelId="{633D6EDA-2B75-4A9C-88D5-098EC71B6AC4}" type="presParOf" srcId="{3983A516-0E90-4387-8E1F-4769102933D1}" destId="{4D81F684-3EC5-4E8B-B663-87C256773898}" srcOrd="0" destOrd="0" presId="urn:microsoft.com/office/officeart/2005/8/layout/hierarchy1"/>
    <dgm:cxn modelId="{45B0E097-7CFA-432F-9AD4-1D52E5136129}" type="presParOf" srcId="{3983A516-0E90-4387-8E1F-4769102933D1}" destId="{6117D918-6D28-430F-B592-EB378AF211B5}" srcOrd="1" destOrd="0" presId="urn:microsoft.com/office/officeart/2005/8/layout/hierarchy1"/>
    <dgm:cxn modelId="{F6D60DFA-593C-41FC-B7EC-14F561C2C67C}" type="presParOf" srcId="{409F87FA-4598-4749-8F6E-1D6E8A09358C}" destId="{CF451178-BB4D-4B3D-A551-02475CDBD4EB}" srcOrd="1" destOrd="0" presId="urn:microsoft.com/office/officeart/2005/8/layout/hierarchy1"/>
    <dgm:cxn modelId="{1B8F2A8B-A39E-40E1-832F-4B176FF395DD}" type="presParOf" srcId="{575AE1AB-AC07-4A74-88A1-FA2BB0B984C0}" destId="{AB7A2CA3-0B2F-4681-B0F5-C5587F62ABCC}" srcOrd="2" destOrd="0" presId="urn:microsoft.com/office/officeart/2005/8/layout/hierarchy1"/>
    <dgm:cxn modelId="{1932A5FA-E888-4409-9D48-8B445D6BBBFB}" type="presParOf" srcId="{575AE1AB-AC07-4A74-88A1-FA2BB0B984C0}" destId="{3F0E37C8-D1C7-43A9-92E3-7A9CB79A1640}" srcOrd="3" destOrd="0" presId="urn:microsoft.com/office/officeart/2005/8/layout/hierarchy1"/>
    <dgm:cxn modelId="{191175BC-2AD0-4A47-8D1E-890EDC50F584}" type="presParOf" srcId="{3F0E37C8-D1C7-43A9-92E3-7A9CB79A1640}" destId="{23475B3A-4F83-4544-A68D-B1C1D44F3BEA}" srcOrd="0" destOrd="0" presId="urn:microsoft.com/office/officeart/2005/8/layout/hierarchy1"/>
    <dgm:cxn modelId="{0EFAF616-8B79-472B-9ECD-C3249E64CC18}" type="presParOf" srcId="{23475B3A-4F83-4544-A68D-B1C1D44F3BEA}" destId="{39E9345F-4212-4EBE-B55A-E2B868374E9D}" srcOrd="0" destOrd="0" presId="urn:microsoft.com/office/officeart/2005/8/layout/hierarchy1"/>
    <dgm:cxn modelId="{12DF74F6-790C-42C1-95E1-A7CCA2F8443C}" type="presParOf" srcId="{23475B3A-4F83-4544-A68D-B1C1D44F3BEA}" destId="{85537DDB-3480-4887-A916-BD01DB7A9E95}" srcOrd="1" destOrd="0" presId="urn:microsoft.com/office/officeart/2005/8/layout/hierarchy1"/>
    <dgm:cxn modelId="{FB9767C9-58D2-4A0B-B6F5-B6DFB5FEBEC4}" type="presParOf" srcId="{3F0E37C8-D1C7-43A9-92E3-7A9CB79A1640}" destId="{BFDF3808-E26D-4ECF-9BD6-8E4CAD8C7878}" srcOrd="1" destOrd="0" presId="urn:microsoft.com/office/officeart/2005/8/layout/hierarchy1"/>
    <dgm:cxn modelId="{8111713A-2E69-4324-86E2-5AE2757B3686}" type="presParOf" srcId="{BFDF3808-E26D-4ECF-9BD6-8E4CAD8C7878}" destId="{DB5BEBC5-4FF7-4D5D-8395-5CD93002BA48}" srcOrd="0" destOrd="0" presId="urn:microsoft.com/office/officeart/2005/8/layout/hierarchy1"/>
    <dgm:cxn modelId="{F7792DCE-E93E-4481-9D4F-DA9400DC4123}" type="presParOf" srcId="{BFDF3808-E26D-4ECF-9BD6-8E4CAD8C7878}" destId="{C5865968-98FD-451E-AA4D-156A532C07E0}" srcOrd="1" destOrd="0" presId="urn:microsoft.com/office/officeart/2005/8/layout/hierarchy1"/>
    <dgm:cxn modelId="{5C1F01E8-C966-4F1A-8F16-B0713DD779A6}" type="presParOf" srcId="{C5865968-98FD-451E-AA4D-156A532C07E0}" destId="{5F2B3BF6-B98E-4FD6-A574-EF716D4DA457}" srcOrd="0" destOrd="0" presId="urn:microsoft.com/office/officeart/2005/8/layout/hierarchy1"/>
    <dgm:cxn modelId="{077A957A-D1AB-41F2-B7E7-2848FC451F70}" type="presParOf" srcId="{5F2B3BF6-B98E-4FD6-A574-EF716D4DA457}" destId="{C978C2D9-4243-405D-8D48-425EAF172200}" srcOrd="0" destOrd="0" presId="urn:microsoft.com/office/officeart/2005/8/layout/hierarchy1"/>
    <dgm:cxn modelId="{83206872-3CA8-4D88-A66A-57C155AB3845}" type="presParOf" srcId="{5F2B3BF6-B98E-4FD6-A574-EF716D4DA457}" destId="{CA8FC033-84C3-4E0E-8201-93535AE7CC52}" srcOrd="1" destOrd="0" presId="urn:microsoft.com/office/officeart/2005/8/layout/hierarchy1"/>
    <dgm:cxn modelId="{C5E75F5E-CFA4-4F08-AE87-E721FEC5A17E}" type="presParOf" srcId="{C5865968-98FD-451E-AA4D-156A532C07E0}" destId="{B097ED46-5675-4685-B25A-8315BFB5CF5E}" srcOrd="1" destOrd="0" presId="urn:microsoft.com/office/officeart/2005/8/layout/hierarchy1"/>
    <dgm:cxn modelId="{B578781D-D2EA-489D-850D-AD8A32E94540}" type="presParOf" srcId="{575AE1AB-AC07-4A74-88A1-FA2BB0B984C0}" destId="{54C13BA1-6653-4CAB-8969-2B26D820453B}" srcOrd="4" destOrd="0" presId="urn:microsoft.com/office/officeart/2005/8/layout/hierarchy1"/>
    <dgm:cxn modelId="{D875B86A-B641-48BA-B9EF-2BFE750B16BF}" type="presParOf" srcId="{575AE1AB-AC07-4A74-88A1-FA2BB0B984C0}" destId="{CF1B7866-415D-458E-BD91-FA03BB8C2F36}" srcOrd="5" destOrd="0" presId="urn:microsoft.com/office/officeart/2005/8/layout/hierarchy1"/>
    <dgm:cxn modelId="{734DA9B8-BC0F-47AF-8260-646B53669A20}" type="presParOf" srcId="{CF1B7866-415D-458E-BD91-FA03BB8C2F36}" destId="{1C30D3A0-CD28-4872-8200-78C288D6C0F0}" srcOrd="0" destOrd="0" presId="urn:microsoft.com/office/officeart/2005/8/layout/hierarchy1"/>
    <dgm:cxn modelId="{8A5A711B-CB5F-4A1A-A18C-61118B894AD3}" type="presParOf" srcId="{1C30D3A0-CD28-4872-8200-78C288D6C0F0}" destId="{49C1ACF2-08C6-4776-BA4A-D2BC0F3EA4D0}" srcOrd="0" destOrd="0" presId="urn:microsoft.com/office/officeart/2005/8/layout/hierarchy1"/>
    <dgm:cxn modelId="{A297B2C5-C714-4208-81CC-4C681E70E1C9}" type="presParOf" srcId="{1C30D3A0-CD28-4872-8200-78C288D6C0F0}" destId="{0D8F9E46-6F04-488A-A722-3ED37BE03074}" srcOrd="1" destOrd="0" presId="urn:microsoft.com/office/officeart/2005/8/layout/hierarchy1"/>
    <dgm:cxn modelId="{3480D928-6D65-42AD-9727-479A242D67E8}" type="presParOf" srcId="{CF1B7866-415D-458E-BD91-FA03BB8C2F36}" destId="{1B0F8A84-25BE-4429-99EB-E974A5F8D62D}" srcOrd="1" destOrd="0" presId="urn:microsoft.com/office/officeart/2005/8/layout/hierarchy1"/>
    <dgm:cxn modelId="{3ADCEEC5-A806-4182-810B-2FE0CBC4EDFC}" type="presParOf" srcId="{1B0F8A84-25BE-4429-99EB-E974A5F8D62D}" destId="{E9FA17BF-06C1-4500-A095-E8697DCD4D31}" srcOrd="0" destOrd="0" presId="urn:microsoft.com/office/officeart/2005/8/layout/hierarchy1"/>
    <dgm:cxn modelId="{8894F762-4A18-481B-AD51-FCB12B2889BE}" type="presParOf" srcId="{1B0F8A84-25BE-4429-99EB-E974A5F8D62D}" destId="{1127E8C4-4D6F-405D-977F-74260D5DBB92}" srcOrd="1" destOrd="0" presId="urn:microsoft.com/office/officeart/2005/8/layout/hierarchy1"/>
    <dgm:cxn modelId="{4D06C91A-602A-498A-A40A-FE3B576DFB38}" type="presParOf" srcId="{1127E8C4-4D6F-405D-977F-74260D5DBB92}" destId="{D6627B1D-D795-4BF4-8AF0-E9E18FBF99C2}" srcOrd="0" destOrd="0" presId="urn:microsoft.com/office/officeart/2005/8/layout/hierarchy1"/>
    <dgm:cxn modelId="{3F8AB9F4-46A2-44FA-A230-663538E1920F}" type="presParOf" srcId="{D6627B1D-D795-4BF4-8AF0-E9E18FBF99C2}" destId="{EC5A0E0C-84BA-4E31-9CDB-C92CE679C384}" srcOrd="0" destOrd="0" presId="urn:microsoft.com/office/officeart/2005/8/layout/hierarchy1"/>
    <dgm:cxn modelId="{42754DFC-BFD6-4E88-8D6F-538BBC9B93C0}" type="presParOf" srcId="{D6627B1D-D795-4BF4-8AF0-E9E18FBF99C2}" destId="{6DAC2B36-62F7-485B-988C-1269399F5BEF}" srcOrd="1" destOrd="0" presId="urn:microsoft.com/office/officeart/2005/8/layout/hierarchy1"/>
    <dgm:cxn modelId="{FAF5EEE8-6AF8-43E9-A8B4-1B460762BBCC}" type="presParOf" srcId="{1127E8C4-4D6F-405D-977F-74260D5DBB92}" destId="{0AB7130E-D847-41A0-AFBA-3E69F898A77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DB13F8-73A9-4623-8B91-D0C13CEF83CD}" type="doc">
      <dgm:prSet loTypeId="urn:microsoft.com/office/officeart/2005/8/layout/matrix1" loCatId="matrix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67C13B5C-A8D1-47CB-92D7-25CDD37901C5}">
      <dgm:prSet phldrT="[Texto]"/>
      <dgm:spPr/>
      <dgm:t>
        <a:bodyPr/>
        <a:lstStyle/>
        <a:p>
          <a:r>
            <a:rPr lang="pt-BR" dirty="0" smtClean="0"/>
            <a:t>Peritos</a:t>
          </a:r>
          <a:endParaRPr lang="pt-BR" dirty="0"/>
        </a:p>
      </dgm:t>
    </dgm:pt>
    <dgm:pt modelId="{E171BB71-21E2-401A-B0E9-A5B7EDB7358F}" type="parTrans" cxnId="{C5B1C21B-B20C-4829-BCEB-156F75FAEE2B}">
      <dgm:prSet/>
      <dgm:spPr/>
      <dgm:t>
        <a:bodyPr/>
        <a:lstStyle/>
        <a:p>
          <a:endParaRPr lang="pt-BR"/>
        </a:p>
      </dgm:t>
    </dgm:pt>
    <dgm:pt modelId="{8EBB6337-D4C4-4B62-BEE8-9F0820EE7559}" type="sibTrans" cxnId="{C5B1C21B-B20C-4829-BCEB-156F75FAEE2B}">
      <dgm:prSet/>
      <dgm:spPr/>
      <dgm:t>
        <a:bodyPr/>
        <a:lstStyle/>
        <a:p>
          <a:endParaRPr lang="pt-BR"/>
        </a:p>
      </dgm:t>
    </dgm:pt>
    <dgm:pt modelId="{4C063B80-3523-43FB-A4CB-985E949C1954}">
      <dgm:prSet phldrT="[Texto]"/>
      <dgm:spPr/>
      <dgm:t>
        <a:bodyPr/>
        <a:lstStyle/>
        <a:p>
          <a:r>
            <a:rPr lang="pt-BR" dirty="0" smtClean="0"/>
            <a:t>Perito – assistente: contratado e indicado pela parte</a:t>
          </a:r>
          <a:endParaRPr lang="pt-BR" dirty="0"/>
        </a:p>
      </dgm:t>
    </dgm:pt>
    <dgm:pt modelId="{FE9C757D-A8E9-4AE3-AD3F-94A6DE5F967B}" type="parTrans" cxnId="{D762ACEB-8F2B-4BB5-B49C-F011F41E5308}">
      <dgm:prSet/>
      <dgm:spPr/>
      <dgm:t>
        <a:bodyPr/>
        <a:lstStyle/>
        <a:p>
          <a:endParaRPr lang="pt-BR"/>
        </a:p>
      </dgm:t>
    </dgm:pt>
    <dgm:pt modelId="{1B8E9613-49F3-497B-9579-FBF4226708CA}" type="sibTrans" cxnId="{D762ACEB-8F2B-4BB5-B49C-F011F41E5308}">
      <dgm:prSet/>
      <dgm:spPr/>
      <dgm:t>
        <a:bodyPr/>
        <a:lstStyle/>
        <a:p>
          <a:endParaRPr lang="pt-BR"/>
        </a:p>
      </dgm:t>
    </dgm:pt>
    <dgm:pt modelId="{01BDF1D2-5C9C-4D2A-B621-B0961F3C6DA8}">
      <dgm:prSet phldrT="[Texto]"/>
      <dgm:spPr/>
      <dgm:t>
        <a:bodyPr/>
        <a:lstStyle/>
        <a:p>
          <a:r>
            <a:rPr lang="pt-BR" dirty="0" smtClean="0"/>
            <a:t>Contador registrado; Exerce a atividade pericial; profundo conhecedor.</a:t>
          </a:r>
          <a:endParaRPr lang="pt-BR" dirty="0"/>
        </a:p>
      </dgm:t>
    </dgm:pt>
    <dgm:pt modelId="{19715941-77C7-40A8-B05E-66D8BD978EC1}" type="parTrans" cxnId="{079CB77D-CF8E-4B50-963D-52AF16C0D97D}">
      <dgm:prSet/>
      <dgm:spPr/>
      <dgm:t>
        <a:bodyPr/>
        <a:lstStyle/>
        <a:p>
          <a:endParaRPr lang="pt-BR"/>
        </a:p>
      </dgm:t>
    </dgm:pt>
    <dgm:pt modelId="{621E79B7-65E7-42BB-BE12-5CE1AE0C7881}" type="sibTrans" cxnId="{079CB77D-CF8E-4B50-963D-52AF16C0D97D}">
      <dgm:prSet/>
      <dgm:spPr/>
      <dgm:t>
        <a:bodyPr/>
        <a:lstStyle/>
        <a:p>
          <a:endParaRPr lang="pt-BR"/>
        </a:p>
      </dgm:t>
    </dgm:pt>
    <dgm:pt modelId="{9670C7DA-48D5-474A-B1EE-8ACD225BD276}">
      <dgm:prSet phldrT="[Texto]"/>
      <dgm:spPr/>
      <dgm:t>
        <a:bodyPr/>
        <a:lstStyle/>
        <a:p>
          <a:r>
            <a:rPr lang="pt-BR" dirty="0" smtClean="0"/>
            <a:t>Perito do Juízo: nomeado pelo juiz, árbitro ou autoridade</a:t>
          </a:r>
          <a:endParaRPr lang="pt-BR" dirty="0"/>
        </a:p>
      </dgm:t>
    </dgm:pt>
    <dgm:pt modelId="{9578AF30-5991-44D5-96F1-55B56BBE2DDF}" type="parTrans" cxnId="{BD5AB99A-37B0-4C8B-8CF7-4E140FCD202A}">
      <dgm:prSet/>
      <dgm:spPr/>
      <dgm:t>
        <a:bodyPr/>
        <a:lstStyle/>
        <a:p>
          <a:endParaRPr lang="pt-BR"/>
        </a:p>
      </dgm:t>
    </dgm:pt>
    <dgm:pt modelId="{788E4DB0-563F-4C1C-B614-2B104863559D}" type="sibTrans" cxnId="{BD5AB99A-37B0-4C8B-8CF7-4E140FCD202A}">
      <dgm:prSet/>
      <dgm:spPr/>
      <dgm:t>
        <a:bodyPr/>
        <a:lstStyle/>
        <a:p>
          <a:endParaRPr lang="pt-BR"/>
        </a:p>
      </dgm:t>
    </dgm:pt>
    <dgm:pt modelId="{01CE1461-2CBC-4FC9-BD14-DE0A0C6A0217}">
      <dgm:prSet phldrT="[Texto]"/>
      <dgm:spPr/>
      <dgm:t>
        <a:bodyPr/>
        <a:lstStyle/>
        <a:p>
          <a:r>
            <a:rPr lang="pt-BR" dirty="0" smtClean="0"/>
            <a:t>Perito Oficial: investido por lei; órgão especial (PF)</a:t>
          </a:r>
          <a:endParaRPr lang="pt-BR" dirty="0"/>
        </a:p>
      </dgm:t>
    </dgm:pt>
    <dgm:pt modelId="{88182531-5F21-4440-AD52-1FF1EEF0822E}" type="parTrans" cxnId="{EFD923AF-7132-4D09-92B7-E44EBAA725AB}">
      <dgm:prSet/>
      <dgm:spPr/>
      <dgm:t>
        <a:bodyPr/>
        <a:lstStyle/>
        <a:p>
          <a:endParaRPr lang="pt-BR"/>
        </a:p>
      </dgm:t>
    </dgm:pt>
    <dgm:pt modelId="{5553BFE0-0B2E-49D8-8C1A-DC20C47B39B2}" type="sibTrans" cxnId="{EFD923AF-7132-4D09-92B7-E44EBAA725AB}">
      <dgm:prSet/>
      <dgm:spPr/>
      <dgm:t>
        <a:bodyPr/>
        <a:lstStyle/>
        <a:p>
          <a:endParaRPr lang="pt-BR"/>
        </a:p>
      </dgm:t>
    </dgm:pt>
    <dgm:pt modelId="{4AC7272A-8E54-4F6F-A3CD-BBF7CAA022ED}" type="pres">
      <dgm:prSet presAssocID="{26DB13F8-73A9-4623-8B91-D0C13CEF83CD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B22CFEE9-24C6-4FAD-8F8F-7B9B844C9620}" type="pres">
      <dgm:prSet presAssocID="{26DB13F8-73A9-4623-8B91-D0C13CEF83CD}" presName="matrix" presStyleCnt="0"/>
      <dgm:spPr/>
    </dgm:pt>
    <dgm:pt modelId="{ECE3F849-5776-4864-8BFD-44ACF1F393D0}" type="pres">
      <dgm:prSet presAssocID="{26DB13F8-73A9-4623-8B91-D0C13CEF83CD}" presName="tile1" presStyleLbl="node1" presStyleIdx="0" presStyleCnt="4"/>
      <dgm:spPr/>
      <dgm:t>
        <a:bodyPr/>
        <a:lstStyle/>
        <a:p>
          <a:endParaRPr lang="pt-BR"/>
        </a:p>
      </dgm:t>
    </dgm:pt>
    <dgm:pt modelId="{CD3176C5-AFD1-4CE3-AF55-F2D448C7145A}" type="pres">
      <dgm:prSet presAssocID="{26DB13F8-73A9-4623-8B91-D0C13CEF83CD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51DE90B-F7BA-4A81-86B9-02619DB615DD}" type="pres">
      <dgm:prSet presAssocID="{26DB13F8-73A9-4623-8B91-D0C13CEF83CD}" presName="tile2" presStyleLbl="node1" presStyleIdx="1" presStyleCnt="4"/>
      <dgm:spPr/>
      <dgm:t>
        <a:bodyPr/>
        <a:lstStyle/>
        <a:p>
          <a:endParaRPr lang="pt-BR"/>
        </a:p>
      </dgm:t>
    </dgm:pt>
    <dgm:pt modelId="{22E6C8A3-E5F3-4091-A775-ED83663D4975}" type="pres">
      <dgm:prSet presAssocID="{26DB13F8-73A9-4623-8B91-D0C13CEF83CD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A25748B-03E9-4F25-878D-F56E6261FF09}" type="pres">
      <dgm:prSet presAssocID="{26DB13F8-73A9-4623-8B91-D0C13CEF83CD}" presName="tile3" presStyleLbl="node1" presStyleIdx="2" presStyleCnt="4"/>
      <dgm:spPr/>
      <dgm:t>
        <a:bodyPr/>
        <a:lstStyle/>
        <a:p>
          <a:endParaRPr lang="pt-BR"/>
        </a:p>
      </dgm:t>
    </dgm:pt>
    <dgm:pt modelId="{5BC596D4-CD87-4015-875A-5770BB0B93B8}" type="pres">
      <dgm:prSet presAssocID="{26DB13F8-73A9-4623-8B91-D0C13CEF83CD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98EB80-67C9-4ACD-9D48-0C1D311EA1E6}" type="pres">
      <dgm:prSet presAssocID="{26DB13F8-73A9-4623-8B91-D0C13CEF83CD}" presName="tile4" presStyleLbl="node1" presStyleIdx="3" presStyleCnt="4"/>
      <dgm:spPr/>
      <dgm:t>
        <a:bodyPr/>
        <a:lstStyle/>
        <a:p>
          <a:endParaRPr lang="pt-BR"/>
        </a:p>
      </dgm:t>
    </dgm:pt>
    <dgm:pt modelId="{458BC99F-91EF-46E0-AEDD-E20A19C39730}" type="pres">
      <dgm:prSet presAssocID="{26DB13F8-73A9-4623-8B91-D0C13CEF83CD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1523778-8E66-4727-9081-7386313B64F7}" type="pres">
      <dgm:prSet presAssocID="{26DB13F8-73A9-4623-8B91-D0C13CEF83CD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</dgm:ptLst>
  <dgm:cxnLst>
    <dgm:cxn modelId="{9012486B-84FD-41D9-82D0-AF8FCF8122A0}" type="presOf" srcId="{9670C7DA-48D5-474A-B1EE-8ACD225BD276}" destId="{FA25748B-03E9-4F25-878D-F56E6261FF09}" srcOrd="0" destOrd="0" presId="urn:microsoft.com/office/officeart/2005/8/layout/matrix1"/>
    <dgm:cxn modelId="{5B52C392-28CB-452B-91AA-032DA436E771}" type="presOf" srcId="{67C13B5C-A8D1-47CB-92D7-25CDD37901C5}" destId="{01523778-8E66-4727-9081-7386313B64F7}" srcOrd="0" destOrd="0" presId="urn:microsoft.com/office/officeart/2005/8/layout/matrix1"/>
    <dgm:cxn modelId="{7FECCF3C-9081-4AE7-B28E-A122BCE9E829}" type="presOf" srcId="{4C063B80-3523-43FB-A4CB-985E949C1954}" destId="{ECE3F849-5776-4864-8BFD-44ACF1F393D0}" srcOrd="0" destOrd="0" presId="urn:microsoft.com/office/officeart/2005/8/layout/matrix1"/>
    <dgm:cxn modelId="{E6D4A800-70C9-4E28-81D0-1F45D712BDD4}" type="presOf" srcId="{01CE1461-2CBC-4FC9-BD14-DE0A0C6A0217}" destId="{9598EB80-67C9-4ACD-9D48-0C1D311EA1E6}" srcOrd="0" destOrd="0" presId="urn:microsoft.com/office/officeart/2005/8/layout/matrix1"/>
    <dgm:cxn modelId="{EFD923AF-7132-4D09-92B7-E44EBAA725AB}" srcId="{67C13B5C-A8D1-47CB-92D7-25CDD37901C5}" destId="{01CE1461-2CBC-4FC9-BD14-DE0A0C6A0217}" srcOrd="3" destOrd="0" parTransId="{88182531-5F21-4440-AD52-1FF1EEF0822E}" sibTransId="{5553BFE0-0B2E-49D8-8C1A-DC20C47B39B2}"/>
    <dgm:cxn modelId="{BD5AB99A-37B0-4C8B-8CF7-4E140FCD202A}" srcId="{67C13B5C-A8D1-47CB-92D7-25CDD37901C5}" destId="{9670C7DA-48D5-474A-B1EE-8ACD225BD276}" srcOrd="2" destOrd="0" parTransId="{9578AF30-5991-44D5-96F1-55B56BBE2DDF}" sibTransId="{788E4DB0-563F-4C1C-B614-2B104863559D}"/>
    <dgm:cxn modelId="{305B618F-D34C-4412-BB57-2C2B32DEB5DD}" type="presOf" srcId="{01BDF1D2-5C9C-4D2A-B621-B0961F3C6DA8}" destId="{E51DE90B-F7BA-4A81-86B9-02619DB615DD}" srcOrd="0" destOrd="0" presId="urn:microsoft.com/office/officeart/2005/8/layout/matrix1"/>
    <dgm:cxn modelId="{F569784E-D476-413D-B11C-8821F770D912}" type="presOf" srcId="{01BDF1D2-5C9C-4D2A-B621-B0961F3C6DA8}" destId="{22E6C8A3-E5F3-4091-A775-ED83663D4975}" srcOrd="1" destOrd="0" presId="urn:microsoft.com/office/officeart/2005/8/layout/matrix1"/>
    <dgm:cxn modelId="{C5B1C21B-B20C-4829-BCEB-156F75FAEE2B}" srcId="{26DB13F8-73A9-4623-8B91-D0C13CEF83CD}" destId="{67C13B5C-A8D1-47CB-92D7-25CDD37901C5}" srcOrd="0" destOrd="0" parTransId="{E171BB71-21E2-401A-B0E9-A5B7EDB7358F}" sibTransId="{8EBB6337-D4C4-4B62-BEE8-9F0820EE7559}"/>
    <dgm:cxn modelId="{D762ACEB-8F2B-4BB5-B49C-F011F41E5308}" srcId="{67C13B5C-A8D1-47CB-92D7-25CDD37901C5}" destId="{4C063B80-3523-43FB-A4CB-985E949C1954}" srcOrd="0" destOrd="0" parTransId="{FE9C757D-A8E9-4AE3-AD3F-94A6DE5F967B}" sibTransId="{1B8E9613-49F3-497B-9579-FBF4226708CA}"/>
    <dgm:cxn modelId="{079CB77D-CF8E-4B50-963D-52AF16C0D97D}" srcId="{67C13B5C-A8D1-47CB-92D7-25CDD37901C5}" destId="{01BDF1D2-5C9C-4D2A-B621-B0961F3C6DA8}" srcOrd="1" destOrd="0" parTransId="{19715941-77C7-40A8-B05E-66D8BD978EC1}" sibTransId="{621E79B7-65E7-42BB-BE12-5CE1AE0C7881}"/>
    <dgm:cxn modelId="{D68AA05C-2885-442B-A3E0-527A39BD544C}" type="presOf" srcId="{01CE1461-2CBC-4FC9-BD14-DE0A0C6A0217}" destId="{458BC99F-91EF-46E0-AEDD-E20A19C39730}" srcOrd="1" destOrd="0" presId="urn:microsoft.com/office/officeart/2005/8/layout/matrix1"/>
    <dgm:cxn modelId="{FCBDC892-0AC1-4D87-874B-CA3933C95848}" type="presOf" srcId="{26DB13F8-73A9-4623-8B91-D0C13CEF83CD}" destId="{4AC7272A-8E54-4F6F-A3CD-BBF7CAA022ED}" srcOrd="0" destOrd="0" presId="urn:microsoft.com/office/officeart/2005/8/layout/matrix1"/>
    <dgm:cxn modelId="{F6466E60-D012-49FF-A584-9212D3D5F951}" type="presOf" srcId="{9670C7DA-48D5-474A-B1EE-8ACD225BD276}" destId="{5BC596D4-CD87-4015-875A-5770BB0B93B8}" srcOrd="1" destOrd="0" presId="urn:microsoft.com/office/officeart/2005/8/layout/matrix1"/>
    <dgm:cxn modelId="{B3A6F4DC-A344-4D5D-8E5E-59836951A227}" type="presOf" srcId="{4C063B80-3523-43FB-A4CB-985E949C1954}" destId="{CD3176C5-AFD1-4CE3-AF55-F2D448C7145A}" srcOrd="1" destOrd="0" presId="urn:microsoft.com/office/officeart/2005/8/layout/matrix1"/>
    <dgm:cxn modelId="{F28F0F33-9F0B-4559-AEC5-AE58D947BA44}" type="presParOf" srcId="{4AC7272A-8E54-4F6F-A3CD-BBF7CAA022ED}" destId="{B22CFEE9-24C6-4FAD-8F8F-7B9B844C9620}" srcOrd="0" destOrd="0" presId="urn:microsoft.com/office/officeart/2005/8/layout/matrix1"/>
    <dgm:cxn modelId="{76F640B2-F494-45A9-B9B5-2EFA05D92AF8}" type="presParOf" srcId="{B22CFEE9-24C6-4FAD-8F8F-7B9B844C9620}" destId="{ECE3F849-5776-4864-8BFD-44ACF1F393D0}" srcOrd="0" destOrd="0" presId="urn:microsoft.com/office/officeart/2005/8/layout/matrix1"/>
    <dgm:cxn modelId="{CDEED221-547B-4BD2-851E-51B079B47B91}" type="presParOf" srcId="{B22CFEE9-24C6-4FAD-8F8F-7B9B844C9620}" destId="{CD3176C5-AFD1-4CE3-AF55-F2D448C7145A}" srcOrd="1" destOrd="0" presId="urn:microsoft.com/office/officeart/2005/8/layout/matrix1"/>
    <dgm:cxn modelId="{851C74EF-1F6E-4A58-ADAD-7D68063A216E}" type="presParOf" srcId="{B22CFEE9-24C6-4FAD-8F8F-7B9B844C9620}" destId="{E51DE90B-F7BA-4A81-86B9-02619DB615DD}" srcOrd="2" destOrd="0" presId="urn:microsoft.com/office/officeart/2005/8/layout/matrix1"/>
    <dgm:cxn modelId="{2E2364FF-7954-40C3-B976-478D8264F988}" type="presParOf" srcId="{B22CFEE9-24C6-4FAD-8F8F-7B9B844C9620}" destId="{22E6C8A3-E5F3-4091-A775-ED83663D4975}" srcOrd="3" destOrd="0" presId="urn:microsoft.com/office/officeart/2005/8/layout/matrix1"/>
    <dgm:cxn modelId="{FE4016CD-D18B-4274-A16A-EB9A20DB0753}" type="presParOf" srcId="{B22CFEE9-24C6-4FAD-8F8F-7B9B844C9620}" destId="{FA25748B-03E9-4F25-878D-F56E6261FF09}" srcOrd="4" destOrd="0" presId="urn:microsoft.com/office/officeart/2005/8/layout/matrix1"/>
    <dgm:cxn modelId="{BC627235-566E-41B6-8F56-194589F419C0}" type="presParOf" srcId="{B22CFEE9-24C6-4FAD-8F8F-7B9B844C9620}" destId="{5BC596D4-CD87-4015-875A-5770BB0B93B8}" srcOrd="5" destOrd="0" presId="urn:microsoft.com/office/officeart/2005/8/layout/matrix1"/>
    <dgm:cxn modelId="{BFA9EFBA-4428-4E25-A51E-2B73A528FD82}" type="presParOf" srcId="{B22CFEE9-24C6-4FAD-8F8F-7B9B844C9620}" destId="{9598EB80-67C9-4ACD-9D48-0C1D311EA1E6}" srcOrd="6" destOrd="0" presId="urn:microsoft.com/office/officeart/2005/8/layout/matrix1"/>
    <dgm:cxn modelId="{90675A2A-0173-4A63-A931-ED1B399246E6}" type="presParOf" srcId="{B22CFEE9-24C6-4FAD-8F8F-7B9B844C9620}" destId="{458BC99F-91EF-46E0-AEDD-E20A19C39730}" srcOrd="7" destOrd="0" presId="urn:microsoft.com/office/officeart/2005/8/layout/matrix1"/>
    <dgm:cxn modelId="{B86B4DEE-E70D-4977-A8C1-6246C995D713}" type="presParOf" srcId="{4AC7272A-8E54-4F6F-A3CD-BBF7CAA022ED}" destId="{01523778-8E66-4727-9081-7386313B64F7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BEA999-29EB-49FD-9CDC-B671D6B3152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pt-BR"/>
        </a:p>
      </dgm:t>
    </dgm:pt>
    <dgm:pt modelId="{B74FD74B-A753-4263-B32C-019B46C27E50}">
      <dgm:prSet phldrT="[Texto]" custT="1"/>
      <dgm:spPr/>
      <dgm:t>
        <a:bodyPr/>
        <a:lstStyle/>
        <a:p>
          <a:r>
            <a: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Honorários</a:t>
          </a:r>
          <a:endParaRPr lang="pt-BR" sz="24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6C98179-F7FC-4C3E-81B3-57CD5EAD2EF2}" type="parTrans" cxnId="{D99D44AE-695D-4830-8938-77DC01E88A79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D913B09-7F33-40FD-9011-A3679D7A1E30}" type="sibTrans" cxnId="{D99D44AE-695D-4830-8938-77DC01E88A79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8C8B9D31-BEC3-4AF4-BB21-2C81ACD7BDCE}">
      <dgm:prSet phldrT="[Texto]" custT="1"/>
      <dgm:spPr/>
      <dgm:t>
        <a:bodyPr/>
        <a:lstStyle/>
        <a:p>
          <a:r>
            <a: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Relevância</a:t>
          </a:r>
          <a:endParaRPr lang="pt-BR" sz="24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7776CAD-6BDF-48EE-8F11-4BF8107C5AFE}" type="parTrans" cxnId="{5CCFF5B2-26B1-4CCD-971B-553888AF439C}">
      <dgm:prSet custT="1"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4F041BA-D259-426D-BFA6-5D6992A9B6A6}" type="sibTrans" cxnId="{5CCFF5B2-26B1-4CCD-971B-553888AF439C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09580B7-C922-44F9-9F76-1E3B52F15445}">
      <dgm:prSet phldrT="[Texto]" custT="1"/>
      <dgm:spPr/>
      <dgm:t>
        <a:bodyPr/>
        <a:lstStyle/>
        <a:p>
          <a:r>
            <a: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Vulto</a:t>
          </a:r>
          <a:endParaRPr lang="pt-BR" sz="24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648FD849-88B5-44BD-8317-55B6920746AD}" type="parTrans" cxnId="{0FF1EC45-9F65-44D0-9E59-66CC2534A4B2}">
      <dgm:prSet custT="1"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2621010-C8CA-4009-AC82-627C424557BC}" type="sibTrans" cxnId="{0FF1EC45-9F65-44D0-9E59-66CC2534A4B2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A67FA1D-B4CE-46E6-9F2B-3AE62DE5BB64}">
      <dgm:prSet phldrT="[Texto]" custT="1"/>
      <dgm:spPr/>
      <dgm:t>
        <a:bodyPr/>
        <a:lstStyle/>
        <a:p>
          <a:r>
            <a: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Risco</a:t>
          </a:r>
          <a:endParaRPr lang="pt-BR" sz="24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2421DF2-DFFB-47DC-8B58-1AE9A15E2091}" type="parTrans" cxnId="{8844A088-870F-43F8-BCD3-1B348CA5A6B0}">
      <dgm:prSet custT="1"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1DC2C04-99F2-4571-A009-6DB776ADF13F}" type="sibTrans" cxnId="{8844A088-870F-43F8-BCD3-1B348CA5A6B0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AE77337B-8F23-4973-AA16-AA16950D1D80}">
      <dgm:prSet custT="1"/>
      <dgm:spPr/>
      <dgm:t>
        <a:bodyPr/>
        <a:lstStyle/>
        <a:p>
          <a:r>
            <a:rPr lang="pt-BR" sz="2400" dirty="0" err="1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Etc</a:t>
          </a:r>
          <a:endParaRPr lang="pt-BR" sz="24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5500C8D-1AF9-45C8-A416-1A59EAD85223}" type="parTrans" cxnId="{BEDBF2E9-2D9D-437A-A68E-0DAF640AD7E9}">
      <dgm:prSet custT="1"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84716F9-62F2-48D5-9F6E-090EF0A2AA62}" type="sibTrans" cxnId="{BEDBF2E9-2D9D-437A-A68E-0DAF640AD7E9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6CA8187-792A-4A62-998C-680A0FD3E069}">
      <dgm:prSet custT="1"/>
      <dgm:spPr/>
      <dgm:t>
        <a:bodyPr/>
        <a:lstStyle/>
        <a:p>
          <a:r>
            <a: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Horas</a:t>
          </a:r>
          <a:endParaRPr lang="pt-BR" sz="24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607FAB8B-0C48-431A-8A20-CF878C4C1EA6}" type="parTrans" cxnId="{49669C92-FBB9-46B7-B6CA-16EB40399A1A}">
      <dgm:prSet custT="1"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D149D38A-3E2E-4310-9FE9-52886EC3A69B}" type="sibTrans" cxnId="{49669C92-FBB9-46B7-B6CA-16EB40399A1A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03F20F2-CD03-49BC-8E8A-88AF6CBB53F9}">
      <dgm:prSet custT="1"/>
      <dgm:spPr/>
      <dgm:t>
        <a:bodyPr/>
        <a:lstStyle/>
        <a:p>
          <a:r>
            <a: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Complexidade</a:t>
          </a:r>
          <a:endParaRPr lang="pt-BR" sz="24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579452D-4EB0-46BB-BA17-448CC470AEFD}" type="parTrans" cxnId="{864E985F-6E8B-4766-9987-554472C16D86}">
      <dgm:prSet custT="1"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5BA4FA5-7C62-4DB8-9865-59DA22F479F1}" type="sibTrans" cxnId="{864E985F-6E8B-4766-9987-554472C16D86}">
      <dgm:prSet/>
      <dgm:spPr/>
      <dgm:t>
        <a:bodyPr/>
        <a:lstStyle/>
        <a:p>
          <a:endParaRPr lang="pt-BR" sz="2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BE00CE7-BA12-44EC-B5B5-F4B98E9FD29E}" type="pres">
      <dgm:prSet presAssocID="{1DBEA999-29EB-49FD-9CDC-B671D6B3152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3B0A669-EB0E-4DF5-AA60-2D512C399730}" type="pres">
      <dgm:prSet presAssocID="{B74FD74B-A753-4263-B32C-019B46C27E50}" presName="root1" presStyleCnt="0"/>
      <dgm:spPr/>
    </dgm:pt>
    <dgm:pt modelId="{2D07A0D4-1617-4674-8F0D-E5ECE4AF45C5}" type="pres">
      <dgm:prSet presAssocID="{B74FD74B-A753-4263-B32C-019B46C27E50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6E3A908-8DD2-4ACD-B993-14FD598E9AA1}" type="pres">
      <dgm:prSet presAssocID="{B74FD74B-A753-4263-B32C-019B46C27E50}" presName="level2hierChild" presStyleCnt="0"/>
      <dgm:spPr/>
    </dgm:pt>
    <dgm:pt modelId="{15D6A747-B625-4CFE-853F-A54E1BE876C0}" type="pres">
      <dgm:prSet presAssocID="{F7776CAD-6BDF-48EE-8F11-4BF8107C5AFE}" presName="conn2-1" presStyleLbl="parChTrans1D2" presStyleIdx="0" presStyleCnt="6"/>
      <dgm:spPr/>
      <dgm:t>
        <a:bodyPr/>
        <a:lstStyle/>
        <a:p>
          <a:endParaRPr lang="pt-BR"/>
        </a:p>
      </dgm:t>
    </dgm:pt>
    <dgm:pt modelId="{0FDD6F30-CC94-4C5B-95AF-F4E1A9E81AB3}" type="pres">
      <dgm:prSet presAssocID="{F7776CAD-6BDF-48EE-8F11-4BF8107C5AFE}" presName="connTx" presStyleLbl="parChTrans1D2" presStyleIdx="0" presStyleCnt="6"/>
      <dgm:spPr/>
      <dgm:t>
        <a:bodyPr/>
        <a:lstStyle/>
        <a:p>
          <a:endParaRPr lang="pt-BR"/>
        </a:p>
      </dgm:t>
    </dgm:pt>
    <dgm:pt modelId="{CB23EB5F-87B7-4640-BF3C-8DB8EA0E0E57}" type="pres">
      <dgm:prSet presAssocID="{8C8B9D31-BEC3-4AF4-BB21-2C81ACD7BDCE}" presName="root2" presStyleCnt="0"/>
      <dgm:spPr/>
    </dgm:pt>
    <dgm:pt modelId="{7DAB0312-A1FA-45BC-9E2F-3F4F540A2CCF}" type="pres">
      <dgm:prSet presAssocID="{8C8B9D31-BEC3-4AF4-BB21-2C81ACD7BDCE}" presName="LevelTwoTextNode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A301F97-094D-43E4-B690-7DD63EC5C254}" type="pres">
      <dgm:prSet presAssocID="{8C8B9D31-BEC3-4AF4-BB21-2C81ACD7BDCE}" presName="level3hierChild" presStyleCnt="0"/>
      <dgm:spPr/>
    </dgm:pt>
    <dgm:pt modelId="{0B1921B4-4F84-422C-A58E-A491FD329377}" type="pres">
      <dgm:prSet presAssocID="{648FD849-88B5-44BD-8317-55B6920746AD}" presName="conn2-1" presStyleLbl="parChTrans1D2" presStyleIdx="1" presStyleCnt="6"/>
      <dgm:spPr/>
      <dgm:t>
        <a:bodyPr/>
        <a:lstStyle/>
        <a:p>
          <a:endParaRPr lang="pt-BR"/>
        </a:p>
      </dgm:t>
    </dgm:pt>
    <dgm:pt modelId="{CCCBAE76-8DB3-49E0-8EBF-8169812FB1F2}" type="pres">
      <dgm:prSet presAssocID="{648FD849-88B5-44BD-8317-55B6920746AD}" presName="connTx" presStyleLbl="parChTrans1D2" presStyleIdx="1" presStyleCnt="6"/>
      <dgm:spPr/>
      <dgm:t>
        <a:bodyPr/>
        <a:lstStyle/>
        <a:p>
          <a:endParaRPr lang="pt-BR"/>
        </a:p>
      </dgm:t>
    </dgm:pt>
    <dgm:pt modelId="{4BA63825-896F-455E-BD90-A792FF34D784}" type="pres">
      <dgm:prSet presAssocID="{909580B7-C922-44F9-9F76-1E3B52F15445}" presName="root2" presStyleCnt="0"/>
      <dgm:spPr/>
    </dgm:pt>
    <dgm:pt modelId="{65990537-3F87-4DB9-8E6E-F934E2989256}" type="pres">
      <dgm:prSet presAssocID="{909580B7-C922-44F9-9F76-1E3B52F15445}" presName="LevelTwoTextNode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D10F3AD-2DF8-4FC2-A429-9997394C2DE9}" type="pres">
      <dgm:prSet presAssocID="{909580B7-C922-44F9-9F76-1E3B52F15445}" presName="level3hierChild" presStyleCnt="0"/>
      <dgm:spPr/>
    </dgm:pt>
    <dgm:pt modelId="{D17F7C98-160D-420B-B385-A5AB48988F59}" type="pres">
      <dgm:prSet presAssocID="{F2421DF2-DFFB-47DC-8B58-1AE9A15E2091}" presName="conn2-1" presStyleLbl="parChTrans1D2" presStyleIdx="2" presStyleCnt="6"/>
      <dgm:spPr/>
      <dgm:t>
        <a:bodyPr/>
        <a:lstStyle/>
        <a:p>
          <a:endParaRPr lang="pt-BR"/>
        </a:p>
      </dgm:t>
    </dgm:pt>
    <dgm:pt modelId="{F7F4B5E4-2B22-484D-8D71-A4AC98EB8161}" type="pres">
      <dgm:prSet presAssocID="{F2421DF2-DFFB-47DC-8B58-1AE9A15E2091}" presName="connTx" presStyleLbl="parChTrans1D2" presStyleIdx="2" presStyleCnt="6"/>
      <dgm:spPr/>
      <dgm:t>
        <a:bodyPr/>
        <a:lstStyle/>
        <a:p>
          <a:endParaRPr lang="pt-BR"/>
        </a:p>
      </dgm:t>
    </dgm:pt>
    <dgm:pt modelId="{24F2E946-1A01-468E-AD18-B46A62C43B40}" type="pres">
      <dgm:prSet presAssocID="{1A67FA1D-B4CE-46E6-9F2B-3AE62DE5BB64}" presName="root2" presStyleCnt="0"/>
      <dgm:spPr/>
    </dgm:pt>
    <dgm:pt modelId="{7AE62C24-558E-4B82-B2C8-4D6DF7CC359C}" type="pres">
      <dgm:prSet presAssocID="{1A67FA1D-B4CE-46E6-9F2B-3AE62DE5BB64}" presName="LevelTwoTextNode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A2DF636-278D-4F11-AE7A-37A4BDAA49A7}" type="pres">
      <dgm:prSet presAssocID="{1A67FA1D-B4CE-46E6-9F2B-3AE62DE5BB64}" presName="level3hierChild" presStyleCnt="0"/>
      <dgm:spPr/>
    </dgm:pt>
    <dgm:pt modelId="{194A4D9C-B13F-41A6-AFFB-E84CC60C47CF}" type="pres">
      <dgm:prSet presAssocID="{9579452D-4EB0-46BB-BA17-448CC470AEFD}" presName="conn2-1" presStyleLbl="parChTrans1D2" presStyleIdx="3" presStyleCnt="6"/>
      <dgm:spPr/>
      <dgm:t>
        <a:bodyPr/>
        <a:lstStyle/>
        <a:p>
          <a:endParaRPr lang="pt-BR"/>
        </a:p>
      </dgm:t>
    </dgm:pt>
    <dgm:pt modelId="{FF9FF486-98D0-439A-903A-9F08D6D9702A}" type="pres">
      <dgm:prSet presAssocID="{9579452D-4EB0-46BB-BA17-448CC470AEFD}" presName="connTx" presStyleLbl="parChTrans1D2" presStyleIdx="3" presStyleCnt="6"/>
      <dgm:spPr/>
      <dgm:t>
        <a:bodyPr/>
        <a:lstStyle/>
        <a:p>
          <a:endParaRPr lang="pt-BR"/>
        </a:p>
      </dgm:t>
    </dgm:pt>
    <dgm:pt modelId="{FA51B1C2-F10C-4D90-B0DB-1047FDF84E26}" type="pres">
      <dgm:prSet presAssocID="{403F20F2-CD03-49BC-8E8A-88AF6CBB53F9}" presName="root2" presStyleCnt="0"/>
      <dgm:spPr/>
    </dgm:pt>
    <dgm:pt modelId="{12072C14-7029-48B9-9891-6092459934A0}" type="pres">
      <dgm:prSet presAssocID="{403F20F2-CD03-49BC-8E8A-88AF6CBB53F9}" presName="LevelTwoTextNode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AC61CB8-0C16-4CF2-85DA-FE389E312034}" type="pres">
      <dgm:prSet presAssocID="{403F20F2-CD03-49BC-8E8A-88AF6CBB53F9}" presName="level3hierChild" presStyleCnt="0"/>
      <dgm:spPr/>
    </dgm:pt>
    <dgm:pt modelId="{0BD9DA9C-E781-4D15-B03F-3F4BD0DB8322}" type="pres">
      <dgm:prSet presAssocID="{607FAB8B-0C48-431A-8A20-CF878C4C1EA6}" presName="conn2-1" presStyleLbl="parChTrans1D2" presStyleIdx="4" presStyleCnt="6"/>
      <dgm:spPr/>
      <dgm:t>
        <a:bodyPr/>
        <a:lstStyle/>
        <a:p>
          <a:endParaRPr lang="pt-BR"/>
        </a:p>
      </dgm:t>
    </dgm:pt>
    <dgm:pt modelId="{AAD51F6D-553D-4204-A69D-0DB879D8B19F}" type="pres">
      <dgm:prSet presAssocID="{607FAB8B-0C48-431A-8A20-CF878C4C1EA6}" presName="connTx" presStyleLbl="parChTrans1D2" presStyleIdx="4" presStyleCnt="6"/>
      <dgm:spPr/>
      <dgm:t>
        <a:bodyPr/>
        <a:lstStyle/>
        <a:p>
          <a:endParaRPr lang="pt-BR"/>
        </a:p>
      </dgm:t>
    </dgm:pt>
    <dgm:pt modelId="{53602EC8-E3D5-42A7-BEB5-C568A68B81C4}" type="pres">
      <dgm:prSet presAssocID="{56CA8187-792A-4A62-998C-680A0FD3E069}" presName="root2" presStyleCnt="0"/>
      <dgm:spPr/>
    </dgm:pt>
    <dgm:pt modelId="{0A64D4A8-C1B3-40E1-9D7F-C0C5E7EB9325}" type="pres">
      <dgm:prSet presAssocID="{56CA8187-792A-4A62-998C-680A0FD3E069}" presName="LevelTwoTextNode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9007694-F203-449E-A619-14F2CB5C5B7E}" type="pres">
      <dgm:prSet presAssocID="{56CA8187-792A-4A62-998C-680A0FD3E069}" presName="level3hierChild" presStyleCnt="0"/>
      <dgm:spPr/>
    </dgm:pt>
    <dgm:pt modelId="{D4DDA448-96A9-4F60-9B6C-549998769950}" type="pres">
      <dgm:prSet presAssocID="{C5500C8D-1AF9-45C8-A416-1A59EAD85223}" presName="conn2-1" presStyleLbl="parChTrans1D2" presStyleIdx="5" presStyleCnt="6"/>
      <dgm:spPr/>
      <dgm:t>
        <a:bodyPr/>
        <a:lstStyle/>
        <a:p>
          <a:endParaRPr lang="pt-BR"/>
        </a:p>
      </dgm:t>
    </dgm:pt>
    <dgm:pt modelId="{9FEA84AB-F354-457C-9811-1FD12F1FE01F}" type="pres">
      <dgm:prSet presAssocID="{C5500C8D-1AF9-45C8-A416-1A59EAD85223}" presName="connTx" presStyleLbl="parChTrans1D2" presStyleIdx="5" presStyleCnt="6"/>
      <dgm:spPr/>
      <dgm:t>
        <a:bodyPr/>
        <a:lstStyle/>
        <a:p>
          <a:endParaRPr lang="pt-BR"/>
        </a:p>
      </dgm:t>
    </dgm:pt>
    <dgm:pt modelId="{E3853CE0-A0A1-4D5E-B6B5-416BBBE299C3}" type="pres">
      <dgm:prSet presAssocID="{AE77337B-8F23-4973-AA16-AA16950D1D80}" presName="root2" presStyleCnt="0"/>
      <dgm:spPr/>
    </dgm:pt>
    <dgm:pt modelId="{1BC54BEA-A25C-4129-8AD9-5E51B61FC85D}" type="pres">
      <dgm:prSet presAssocID="{AE77337B-8F23-4973-AA16-AA16950D1D80}" presName="LevelTwoTextNode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61E242F-AE22-41B4-BB2A-48E9980AE95B}" type="pres">
      <dgm:prSet presAssocID="{AE77337B-8F23-4973-AA16-AA16950D1D80}" presName="level3hierChild" presStyleCnt="0"/>
      <dgm:spPr/>
    </dgm:pt>
  </dgm:ptLst>
  <dgm:cxnLst>
    <dgm:cxn modelId="{4CD0F345-42D1-4406-B507-974680088009}" type="presOf" srcId="{AE77337B-8F23-4973-AA16-AA16950D1D80}" destId="{1BC54BEA-A25C-4129-8AD9-5E51B61FC85D}" srcOrd="0" destOrd="0" presId="urn:microsoft.com/office/officeart/2008/layout/HorizontalMultiLevelHierarchy"/>
    <dgm:cxn modelId="{14CD09B7-728D-49D1-B7BE-1A5DE5E49FBD}" type="presOf" srcId="{B74FD74B-A753-4263-B32C-019B46C27E50}" destId="{2D07A0D4-1617-4674-8F0D-E5ECE4AF45C5}" srcOrd="0" destOrd="0" presId="urn:microsoft.com/office/officeart/2008/layout/HorizontalMultiLevelHierarchy"/>
    <dgm:cxn modelId="{83DBE813-9D14-43FD-96B4-23EC5442DCC6}" type="presOf" srcId="{607FAB8B-0C48-431A-8A20-CF878C4C1EA6}" destId="{0BD9DA9C-E781-4D15-B03F-3F4BD0DB8322}" srcOrd="0" destOrd="0" presId="urn:microsoft.com/office/officeart/2008/layout/HorizontalMultiLevelHierarchy"/>
    <dgm:cxn modelId="{864E985F-6E8B-4766-9987-554472C16D86}" srcId="{B74FD74B-A753-4263-B32C-019B46C27E50}" destId="{403F20F2-CD03-49BC-8E8A-88AF6CBB53F9}" srcOrd="3" destOrd="0" parTransId="{9579452D-4EB0-46BB-BA17-448CC470AEFD}" sibTransId="{35BA4FA5-7C62-4DB8-9865-59DA22F479F1}"/>
    <dgm:cxn modelId="{C7741502-0C55-4FC3-A0BB-2BE722FCC834}" type="presOf" srcId="{F2421DF2-DFFB-47DC-8B58-1AE9A15E2091}" destId="{D17F7C98-160D-420B-B385-A5AB48988F59}" srcOrd="0" destOrd="0" presId="urn:microsoft.com/office/officeart/2008/layout/HorizontalMultiLevelHierarchy"/>
    <dgm:cxn modelId="{2E73D41B-FE67-435E-9895-7025838686C6}" type="presOf" srcId="{8C8B9D31-BEC3-4AF4-BB21-2C81ACD7BDCE}" destId="{7DAB0312-A1FA-45BC-9E2F-3F4F540A2CCF}" srcOrd="0" destOrd="0" presId="urn:microsoft.com/office/officeart/2008/layout/HorizontalMultiLevelHierarchy"/>
    <dgm:cxn modelId="{A77BC678-7A96-4EEB-89B2-0D6EA085028E}" type="presOf" srcId="{909580B7-C922-44F9-9F76-1E3B52F15445}" destId="{65990537-3F87-4DB9-8E6E-F934E2989256}" srcOrd="0" destOrd="0" presId="urn:microsoft.com/office/officeart/2008/layout/HorizontalMultiLevelHierarchy"/>
    <dgm:cxn modelId="{F1727F77-260C-4046-A5B6-FD7D95FCB974}" type="presOf" srcId="{1A67FA1D-B4CE-46E6-9F2B-3AE62DE5BB64}" destId="{7AE62C24-558E-4B82-B2C8-4D6DF7CC359C}" srcOrd="0" destOrd="0" presId="urn:microsoft.com/office/officeart/2008/layout/HorizontalMultiLevelHierarchy"/>
    <dgm:cxn modelId="{BEDBF2E9-2D9D-437A-A68E-0DAF640AD7E9}" srcId="{B74FD74B-A753-4263-B32C-019B46C27E50}" destId="{AE77337B-8F23-4973-AA16-AA16950D1D80}" srcOrd="5" destOrd="0" parTransId="{C5500C8D-1AF9-45C8-A416-1A59EAD85223}" sibTransId="{B84716F9-62F2-48D5-9F6E-090EF0A2AA62}"/>
    <dgm:cxn modelId="{0FF1EC45-9F65-44D0-9E59-66CC2534A4B2}" srcId="{B74FD74B-A753-4263-B32C-019B46C27E50}" destId="{909580B7-C922-44F9-9F76-1E3B52F15445}" srcOrd="1" destOrd="0" parTransId="{648FD849-88B5-44BD-8317-55B6920746AD}" sibTransId="{72621010-C8CA-4009-AC82-627C424557BC}"/>
    <dgm:cxn modelId="{1BFC3BCE-0A8C-4822-A04F-F3A3DDB410D0}" type="presOf" srcId="{648FD849-88B5-44BD-8317-55B6920746AD}" destId="{CCCBAE76-8DB3-49E0-8EBF-8169812FB1F2}" srcOrd="1" destOrd="0" presId="urn:microsoft.com/office/officeart/2008/layout/HorizontalMultiLevelHierarchy"/>
    <dgm:cxn modelId="{22CC7BAF-9074-47F2-AD87-CD2179A6A165}" type="presOf" srcId="{607FAB8B-0C48-431A-8A20-CF878C4C1EA6}" destId="{AAD51F6D-553D-4204-A69D-0DB879D8B19F}" srcOrd="1" destOrd="0" presId="urn:microsoft.com/office/officeart/2008/layout/HorizontalMultiLevelHierarchy"/>
    <dgm:cxn modelId="{49669C92-FBB9-46B7-B6CA-16EB40399A1A}" srcId="{B74FD74B-A753-4263-B32C-019B46C27E50}" destId="{56CA8187-792A-4A62-998C-680A0FD3E069}" srcOrd="4" destOrd="0" parTransId="{607FAB8B-0C48-431A-8A20-CF878C4C1EA6}" sibTransId="{D149D38A-3E2E-4310-9FE9-52886EC3A69B}"/>
    <dgm:cxn modelId="{D99D44AE-695D-4830-8938-77DC01E88A79}" srcId="{1DBEA999-29EB-49FD-9CDC-B671D6B31527}" destId="{B74FD74B-A753-4263-B32C-019B46C27E50}" srcOrd="0" destOrd="0" parTransId="{96C98179-F7FC-4C3E-81B3-57CD5EAD2EF2}" sibTransId="{0D913B09-7F33-40FD-9011-A3679D7A1E30}"/>
    <dgm:cxn modelId="{853B45BE-7678-45C3-B923-03D85FA8C4F2}" type="presOf" srcId="{9579452D-4EB0-46BB-BA17-448CC470AEFD}" destId="{194A4D9C-B13F-41A6-AFFB-E84CC60C47CF}" srcOrd="0" destOrd="0" presId="urn:microsoft.com/office/officeart/2008/layout/HorizontalMultiLevelHierarchy"/>
    <dgm:cxn modelId="{527D41D6-BD7E-426A-A96D-C24B9718DE4C}" type="presOf" srcId="{1DBEA999-29EB-49FD-9CDC-B671D6B31527}" destId="{EBE00CE7-BA12-44EC-B5B5-F4B98E9FD29E}" srcOrd="0" destOrd="0" presId="urn:microsoft.com/office/officeart/2008/layout/HorizontalMultiLevelHierarchy"/>
    <dgm:cxn modelId="{530807EC-CA90-4B37-9AA2-2C85DA2C9B9B}" type="presOf" srcId="{F7776CAD-6BDF-48EE-8F11-4BF8107C5AFE}" destId="{15D6A747-B625-4CFE-853F-A54E1BE876C0}" srcOrd="0" destOrd="0" presId="urn:microsoft.com/office/officeart/2008/layout/HorizontalMultiLevelHierarchy"/>
    <dgm:cxn modelId="{DAD9F1B3-6279-498A-B0ED-587A4799E2A6}" type="presOf" srcId="{C5500C8D-1AF9-45C8-A416-1A59EAD85223}" destId="{9FEA84AB-F354-457C-9811-1FD12F1FE01F}" srcOrd="1" destOrd="0" presId="urn:microsoft.com/office/officeart/2008/layout/HorizontalMultiLevelHierarchy"/>
    <dgm:cxn modelId="{D03EC924-4C5C-4490-BCC7-734DAF9D21C8}" type="presOf" srcId="{F7776CAD-6BDF-48EE-8F11-4BF8107C5AFE}" destId="{0FDD6F30-CC94-4C5B-95AF-F4E1A9E81AB3}" srcOrd="1" destOrd="0" presId="urn:microsoft.com/office/officeart/2008/layout/HorizontalMultiLevelHierarchy"/>
    <dgm:cxn modelId="{5CCFF5B2-26B1-4CCD-971B-553888AF439C}" srcId="{B74FD74B-A753-4263-B32C-019B46C27E50}" destId="{8C8B9D31-BEC3-4AF4-BB21-2C81ACD7BDCE}" srcOrd="0" destOrd="0" parTransId="{F7776CAD-6BDF-48EE-8F11-4BF8107C5AFE}" sibTransId="{E4F041BA-D259-426D-BFA6-5D6992A9B6A6}"/>
    <dgm:cxn modelId="{8844A088-870F-43F8-BCD3-1B348CA5A6B0}" srcId="{B74FD74B-A753-4263-B32C-019B46C27E50}" destId="{1A67FA1D-B4CE-46E6-9F2B-3AE62DE5BB64}" srcOrd="2" destOrd="0" parTransId="{F2421DF2-DFFB-47DC-8B58-1AE9A15E2091}" sibTransId="{01DC2C04-99F2-4571-A009-6DB776ADF13F}"/>
    <dgm:cxn modelId="{308675DC-35A6-42A9-9F9A-335AEC186441}" type="presOf" srcId="{56CA8187-792A-4A62-998C-680A0FD3E069}" destId="{0A64D4A8-C1B3-40E1-9D7F-C0C5E7EB9325}" srcOrd="0" destOrd="0" presId="urn:microsoft.com/office/officeart/2008/layout/HorizontalMultiLevelHierarchy"/>
    <dgm:cxn modelId="{CC4889E5-84BE-41C3-8A3C-09C292D157E9}" type="presOf" srcId="{648FD849-88B5-44BD-8317-55B6920746AD}" destId="{0B1921B4-4F84-422C-A58E-A491FD329377}" srcOrd="0" destOrd="0" presId="urn:microsoft.com/office/officeart/2008/layout/HorizontalMultiLevelHierarchy"/>
    <dgm:cxn modelId="{F4ECC2DD-856F-4D7E-8EAC-4775F5B53AEB}" type="presOf" srcId="{403F20F2-CD03-49BC-8E8A-88AF6CBB53F9}" destId="{12072C14-7029-48B9-9891-6092459934A0}" srcOrd="0" destOrd="0" presId="urn:microsoft.com/office/officeart/2008/layout/HorizontalMultiLevelHierarchy"/>
    <dgm:cxn modelId="{0A2FF51A-9781-4368-993A-59777911792A}" type="presOf" srcId="{9579452D-4EB0-46BB-BA17-448CC470AEFD}" destId="{FF9FF486-98D0-439A-903A-9F08D6D9702A}" srcOrd="1" destOrd="0" presId="urn:microsoft.com/office/officeart/2008/layout/HorizontalMultiLevelHierarchy"/>
    <dgm:cxn modelId="{521E0F29-B034-4312-8E81-2074084350BC}" type="presOf" srcId="{F2421DF2-DFFB-47DC-8B58-1AE9A15E2091}" destId="{F7F4B5E4-2B22-484D-8D71-A4AC98EB8161}" srcOrd="1" destOrd="0" presId="urn:microsoft.com/office/officeart/2008/layout/HorizontalMultiLevelHierarchy"/>
    <dgm:cxn modelId="{FBEA4173-396E-4190-AD3A-98A00A59E1C8}" type="presOf" srcId="{C5500C8D-1AF9-45C8-A416-1A59EAD85223}" destId="{D4DDA448-96A9-4F60-9B6C-549998769950}" srcOrd="0" destOrd="0" presId="urn:microsoft.com/office/officeart/2008/layout/HorizontalMultiLevelHierarchy"/>
    <dgm:cxn modelId="{4EB25E82-017D-43EC-9D82-410DEF6154D7}" type="presParOf" srcId="{EBE00CE7-BA12-44EC-B5B5-F4B98E9FD29E}" destId="{73B0A669-EB0E-4DF5-AA60-2D512C399730}" srcOrd="0" destOrd="0" presId="urn:microsoft.com/office/officeart/2008/layout/HorizontalMultiLevelHierarchy"/>
    <dgm:cxn modelId="{5DE335A4-138A-4180-9D3E-8E8D53335C59}" type="presParOf" srcId="{73B0A669-EB0E-4DF5-AA60-2D512C399730}" destId="{2D07A0D4-1617-4674-8F0D-E5ECE4AF45C5}" srcOrd="0" destOrd="0" presId="urn:microsoft.com/office/officeart/2008/layout/HorizontalMultiLevelHierarchy"/>
    <dgm:cxn modelId="{225038A4-603A-49DD-BBE3-747FFF678381}" type="presParOf" srcId="{73B0A669-EB0E-4DF5-AA60-2D512C399730}" destId="{E6E3A908-8DD2-4ACD-B993-14FD598E9AA1}" srcOrd="1" destOrd="0" presId="urn:microsoft.com/office/officeart/2008/layout/HorizontalMultiLevelHierarchy"/>
    <dgm:cxn modelId="{EFC8AA7B-B716-4404-8676-F94D531AE4D5}" type="presParOf" srcId="{E6E3A908-8DD2-4ACD-B993-14FD598E9AA1}" destId="{15D6A747-B625-4CFE-853F-A54E1BE876C0}" srcOrd="0" destOrd="0" presId="urn:microsoft.com/office/officeart/2008/layout/HorizontalMultiLevelHierarchy"/>
    <dgm:cxn modelId="{4BDF90FD-DDDE-4016-A799-61D9BC9E5E96}" type="presParOf" srcId="{15D6A747-B625-4CFE-853F-A54E1BE876C0}" destId="{0FDD6F30-CC94-4C5B-95AF-F4E1A9E81AB3}" srcOrd="0" destOrd="0" presId="urn:microsoft.com/office/officeart/2008/layout/HorizontalMultiLevelHierarchy"/>
    <dgm:cxn modelId="{B1B25852-B218-4F6A-AECC-F5ABF3C8D3E5}" type="presParOf" srcId="{E6E3A908-8DD2-4ACD-B993-14FD598E9AA1}" destId="{CB23EB5F-87B7-4640-BF3C-8DB8EA0E0E57}" srcOrd="1" destOrd="0" presId="urn:microsoft.com/office/officeart/2008/layout/HorizontalMultiLevelHierarchy"/>
    <dgm:cxn modelId="{14AFF456-817A-4C95-8A45-2D0E5300B6F4}" type="presParOf" srcId="{CB23EB5F-87B7-4640-BF3C-8DB8EA0E0E57}" destId="{7DAB0312-A1FA-45BC-9E2F-3F4F540A2CCF}" srcOrd="0" destOrd="0" presId="urn:microsoft.com/office/officeart/2008/layout/HorizontalMultiLevelHierarchy"/>
    <dgm:cxn modelId="{9210379E-04BA-40A3-AAE6-6BE9A8903BC4}" type="presParOf" srcId="{CB23EB5F-87B7-4640-BF3C-8DB8EA0E0E57}" destId="{7A301F97-094D-43E4-B690-7DD63EC5C254}" srcOrd="1" destOrd="0" presId="urn:microsoft.com/office/officeart/2008/layout/HorizontalMultiLevelHierarchy"/>
    <dgm:cxn modelId="{E4079525-5D95-45BE-9BAB-BBFE1285CEDD}" type="presParOf" srcId="{E6E3A908-8DD2-4ACD-B993-14FD598E9AA1}" destId="{0B1921B4-4F84-422C-A58E-A491FD329377}" srcOrd="2" destOrd="0" presId="urn:microsoft.com/office/officeart/2008/layout/HorizontalMultiLevelHierarchy"/>
    <dgm:cxn modelId="{F455983D-1B77-42AE-91E9-8DCC0273A4FB}" type="presParOf" srcId="{0B1921B4-4F84-422C-A58E-A491FD329377}" destId="{CCCBAE76-8DB3-49E0-8EBF-8169812FB1F2}" srcOrd="0" destOrd="0" presId="urn:microsoft.com/office/officeart/2008/layout/HorizontalMultiLevelHierarchy"/>
    <dgm:cxn modelId="{38964EDD-DF81-4B55-89AA-E365D52D8209}" type="presParOf" srcId="{E6E3A908-8DD2-4ACD-B993-14FD598E9AA1}" destId="{4BA63825-896F-455E-BD90-A792FF34D784}" srcOrd="3" destOrd="0" presId="urn:microsoft.com/office/officeart/2008/layout/HorizontalMultiLevelHierarchy"/>
    <dgm:cxn modelId="{3B1DEE16-10B3-4C5E-8CE8-C22886C1531F}" type="presParOf" srcId="{4BA63825-896F-455E-BD90-A792FF34D784}" destId="{65990537-3F87-4DB9-8E6E-F934E2989256}" srcOrd="0" destOrd="0" presId="urn:microsoft.com/office/officeart/2008/layout/HorizontalMultiLevelHierarchy"/>
    <dgm:cxn modelId="{F59C6132-1872-4D81-8DC2-A7AE22CA156B}" type="presParOf" srcId="{4BA63825-896F-455E-BD90-A792FF34D784}" destId="{0D10F3AD-2DF8-4FC2-A429-9997394C2DE9}" srcOrd="1" destOrd="0" presId="urn:microsoft.com/office/officeart/2008/layout/HorizontalMultiLevelHierarchy"/>
    <dgm:cxn modelId="{1727C9F1-36EB-4C4A-86BD-1E1160E4484D}" type="presParOf" srcId="{E6E3A908-8DD2-4ACD-B993-14FD598E9AA1}" destId="{D17F7C98-160D-420B-B385-A5AB48988F59}" srcOrd="4" destOrd="0" presId="urn:microsoft.com/office/officeart/2008/layout/HorizontalMultiLevelHierarchy"/>
    <dgm:cxn modelId="{8A18E6C5-8391-4531-AF72-36BB3EFC6DDA}" type="presParOf" srcId="{D17F7C98-160D-420B-B385-A5AB48988F59}" destId="{F7F4B5E4-2B22-484D-8D71-A4AC98EB8161}" srcOrd="0" destOrd="0" presId="urn:microsoft.com/office/officeart/2008/layout/HorizontalMultiLevelHierarchy"/>
    <dgm:cxn modelId="{8DCFC84A-DDF7-4AFF-9CBF-2F9183DD75A6}" type="presParOf" srcId="{E6E3A908-8DD2-4ACD-B993-14FD598E9AA1}" destId="{24F2E946-1A01-468E-AD18-B46A62C43B40}" srcOrd="5" destOrd="0" presId="urn:microsoft.com/office/officeart/2008/layout/HorizontalMultiLevelHierarchy"/>
    <dgm:cxn modelId="{B2AD2E1B-4A42-4B5C-A1A1-904B2E320BC5}" type="presParOf" srcId="{24F2E946-1A01-468E-AD18-B46A62C43B40}" destId="{7AE62C24-558E-4B82-B2C8-4D6DF7CC359C}" srcOrd="0" destOrd="0" presId="urn:microsoft.com/office/officeart/2008/layout/HorizontalMultiLevelHierarchy"/>
    <dgm:cxn modelId="{EDDCAC31-A8D7-4F02-AB60-E2D080751630}" type="presParOf" srcId="{24F2E946-1A01-468E-AD18-B46A62C43B40}" destId="{4A2DF636-278D-4F11-AE7A-37A4BDAA49A7}" srcOrd="1" destOrd="0" presId="urn:microsoft.com/office/officeart/2008/layout/HorizontalMultiLevelHierarchy"/>
    <dgm:cxn modelId="{217F9927-1641-47A2-AD20-02D2C0E7D8AF}" type="presParOf" srcId="{E6E3A908-8DD2-4ACD-B993-14FD598E9AA1}" destId="{194A4D9C-B13F-41A6-AFFB-E84CC60C47CF}" srcOrd="6" destOrd="0" presId="urn:microsoft.com/office/officeart/2008/layout/HorizontalMultiLevelHierarchy"/>
    <dgm:cxn modelId="{FB99E2ED-89C5-4A9C-A611-E673A0FE42FF}" type="presParOf" srcId="{194A4D9C-B13F-41A6-AFFB-E84CC60C47CF}" destId="{FF9FF486-98D0-439A-903A-9F08D6D9702A}" srcOrd="0" destOrd="0" presId="urn:microsoft.com/office/officeart/2008/layout/HorizontalMultiLevelHierarchy"/>
    <dgm:cxn modelId="{F40A215F-0B75-40B6-AF23-2FCC281CE16B}" type="presParOf" srcId="{E6E3A908-8DD2-4ACD-B993-14FD598E9AA1}" destId="{FA51B1C2-F10C-4D90-B0DB-1047FDF84E26}" srcOrd="7" destOrd="0" presId="urn:microsoft.com/office/officeart/2008/layout/HorizontalMultiLevelHierarchy"/>
    <dgm:cxn modelId="{DB673BE0-0CDC-43B3-B83E-4990ECE2EBAB}" type="presParOf" srcId="{FA51B1C2-F10C-4D90-B0DB-1047FDF84E26}" destId="{12072C14-7029-48B9-9891-6092459934A0}" srcOrd="0" destOrd="0" presId="urn:microsoft.com/office/officeart/2008/layout/HorizontalMultiLevelHierarchy"/>
    <dgm:cxn modelId="{1F177052-34DF-4F23-B93E-0C63ACF4F888}" type="presParOf" srcId="{FA51B1C2-F10C-4D90-B0DB-1047FDF84E26}" destId="{8AC61CB8-0C16-4CF2-85DA-FE389E312034}" srcOrd="1" destOrd="0" presId="urn:microsoft.com/office/officeart/2008/layout/HorizontalMultiLevelHierarchy"/>
    <dgm:cxn modelId="{96ED8B97-A108-458F-8864-27F2D1439A7A}" type="presParOf" srcId="{E6E3A908-8DD2-4ACD-B993-14FD598E9AA1}" destId="{0BD9DA9C-E781-4D15-B03F-3F4BD0DB8322}" srcOrd="8" destOrd="0" presId="urn:microsoft.com/office/officeart/2008/layout/HorizontalMultiLevelHierarchy"/>
    <dgm:cxn modelId="{676EBD79-0EAD-4801-96B4-1FBF7D198246}" type="presParOf" srcId="{0BD9DA9C-E781-4D15-B03F-3F4BD0DB8322}" destId="{AAD51F6D-553D-4204-A69D-0DB879D8B19F}" srcOrd="0" destOrd="0" presId="urn:microsoft.com/office/officeart/2008/layout/HorizontalMultiLevelHierarchy"/>
    <dgm:cxn modelId="{9E3736D4-0F44-4901-87BE-128ABE71CC99}" type="presParOf" srcId="{E6E3A908-8DD2-4ACD-B993-14FD598E9AA1}" destId="{53602EC8-E3D5-42A7-BEB5-C568A68B81C4}" srcOrd="9" destOrd="0" presId="urn:microsoft.com/office/officeart/2008/layout/HorizontalMultiLevelHierarchy"/>
    <dgm:cxn modelId="{F262B0F9-6664-4A5B-982F-69322F87E7E6}" type="presParOf" srcId="{53602EC8-E3D5-42A7-BEB5-C568A68B81C4}" destId="{0A64D4A8-C1B3-40E1-9D7F-C0C5E7EB9325}" srcOrd="0" destOrd="0" presId="urn:microsoft.com/office/officeart/2008/layout/HorizontalMultiLevelHierarchy"/>
    <dgm:cxn modelId="{8B02A1CC-E696-4836-B120-193A0E0D07FF}" type="presParOf" srcId="{53602EC8-E3D5-42A7-BEB5-C568A68B81C4}" destId="{E9007694-F203-449E-A619-14F2CB5C5B7E}" srcOrd="1" destOrd="0" presId="urn:microsoft.com/office/officeart/2008/layout/HorizontalMultiLevelHierarchy"/>
    <dgm:cxn modelId="{DBD8281B-791B-40A2-8820-4AEF2E6099B8}" type="presParOf" srcId="{E6E3A908-8DD2-4ACD-B993-14FD598E9AA1}" destId="{D4DDA448-96A9-4F60-9B6C-549998769950}" srcOrd="10" destOrd="0" presId="urn:microsoft.com/office/officeart/2008/layout/HorizontalMultiLevelHierarchy"/>
    <dgm:cxn modelId="{8908B51E-9DD3-47FE-9C85-39A3FB29D388}" type="presParOf" srcId="{D4DDA448-96A9-4F60-9B6C-549998769950}" destId="{9FEA84AB-F354-457C-9811-1FD12F1FE01F}" srcOrd="0" destOrd="0" presId="urn:microsoft.com/office/officeart/2008/layout/HorizontalMultiLevelHierarchy"/>
    <dgm:cxn modelId="{F5F4F391-C10D-4B7B-B5C5-0E873EB02C4E}" type="presParOf" srcId="{E6E3A908-8DD2-4ACD-B993-14FD598E9AA1}" destId="{E3853CE0-A0A1-4D5E-B6B5-416BBBE299C3}" srcOrd="11" destOrd="0" presId="urn:microsoft.com/office/officeart/2008/layout/HorizontalMultiLevelHierarchy"/>
    <dgm:cxn modelId="{350B3747-B0B8-4D2F-BB5D-384C257D51DE}" type="presParOf" srcId="{E3853CE0-A0A1-4D5E-B6B5-416BBBE299C3}" destId="{1BC54BEA-A25C-4129-8AD9-5E51B61FC85D}" srcOrd="0" destOrd="0" presId="urn:microsoft.com/office/officeart/2008/layout/HorizontalMultiLevelHierarchy"/>
    <dgm:cxn modelId="{5C458658-068D-43B1-9587-9F166AC11E8E}" type="presParOf" srcId="{E3853CE0-A0A1-4D5E-B6B5-416BBBE299C3}" destId="{A61E242F-AE22-41B4-BB2A-48E9980AE95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6B03CD-A911-40A7-97F9-069E9118930E}" type="doc">
      <dgm:prSet loTypeId="urn:microsoft.com/office/officeart/2005/8/layout/hierarchy1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5E64043E-AF78-4D7A-85C8-E791CD9869E7}">
      <dgm:prSet phldrT="[Texto]"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Judicial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83DFE33B-A746-4C44-9D2D-6383AE8C8E05}" type="parTrans" cxnId="{3C8D5128-C132-44D0-84FD-7BE83EBC0AA0}">
      <dgm:prSet/>
      <dgm:spPr/>
      <dgm:t>
        <a:bodyPr/>
        <a:lstStyle/>
        <a:p>
          <a:endParaRPr lang="pt-BR"/>
        </a:p>
      </dgm:t>
    </dgm:pt>
    <dgm:pt modelId="{CA5A9A72-EE82-4F34-A6F9-DDCD39A41B7B}" type="sibTrans" cxnId="{3C8D5128-C132-44D0-84FD-7BE83EBC0AA0}">
      <dgm:prSet/>
      <dgm:spPr/>
      <dgm:t>
        <a:bodyPr/>
        <a:lstStyle/>
        <a:p>
          <a:endParaRPr lang="pt-BR"/>
        </a:p>
      </dgm:t>
    </dgm:pt>
    <dgm:pt modelId="{61F3AADB-920C-4421-80C1-D882DCEDA860}">
      <dgm:prSet phldrT="[Texto]"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Poder Judiciário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0F3D331B-FD37-48BF-9343-74499F5B68E6}" type="parTrans" cxnId="{06A24217-0293-4C4E-8329-3141E9B3EDA4}">
      <dgm:prSet/>
      <dgm:spPr/>
      <dgm:t>
        <a:bodyPr/>
        <a:lstStyle/>
        <a:p>
          <a:endParaRPr lang="pt-BR" dirty="0"/>
        </a:p>
      </dgm:t>
    </dgm:pt>
    <dgm:pt modelId="{C8A1316E-19E7-4D04-968B-7F927223D667}" type="sibTrans" cxnId="{06A24217-0293-4C4E-8329-3141E9B3EDA4}">
      <dgm:prSet/>
      <dgm:spPr/>
      <dgm:t>
        <a:bodyPr/>
        <a:lstStyle/>
        <a:p>
          <a:endParaRPr lang="pt-BR"/>
        </a:p>
      </dgm:t>
    </dgm:pt>
    <dgm:pt modelId="{F44FE90B-8C09-44FD-BB23-6BA3938E61F9}">
      <dgm:prSet phldrT="[Texto]"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Extrajudicial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7BAC2EC6-4B11-48E6-8950-5AB70E5E7A4E}" type="parTrans" cxnId="{32F7E12D-4A25-4FA2-AC16-6D813C796CD4}">
      <dgm:prSet/>
      <dgm:spPr/>
      <dgm:t>
        <a:bodyPr/>
        <a:lstStyle/>
        <a:p>
          <a:endParaRPr lang="pt-BR"/>
        </a:p>
      </dgm:t>
    </dgm:pt>
    <dgm:pt modelId="{0C0A6BF8-5FB3-4861-8B14-A5BE11DA7A4F}" type="sibTrans" cxnId="{32F7E12D-4A25-4FA2-AC16-6D813C796CD4}">
      <dgm:prSet/>
      <dgm:spPr/>
      <dgm:t>
        <a:bodyPr/>
        <a:lstStyle/>
        <a:p>
          <a:endParaRPr lang="pt-BR"/>
        </a:p>
      </dgm:t>
    </dgm:pt>
    <dgm:pt modelId="{8B5E0805-7F4F-45DE-A4C4-8EDB48493051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Arbitral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6A308175-379C-4579-9162-3B6C43EE8911}" type="parTrans" cxnId="{DA4E2F4D-40BF-42AC-8BF0-B8228AC34A01}">
      <dgm:prSet/>
      <dgm:spPr/>
      <dgm:t>
        <a:bodyPr/>
        <a:lstStyle/>
        <a:p>
          <a:endParaRPr lang="pt-BR"/>
        </a:p>
      </dgm:t>
    </dgm:pt>
    <dgm:pt modelId="{EF6C043E-7EB1-4CC2-BC0A-ED3550289A7F}" type="sibTrans" cxnId="{DA4E2F4D-40BF-42AC-8BF0-B8228AC34A01}">
      <dgm:prSet/>
      <dgm:spPr/>
      <dgm:t>
        <a:bodyPr/>
        <a:lstStyle/>
        <a:p>
          <a:endParaRPr lang="pt-BR"/>
        </a:p>
      </dgm:t>
    </dgm:pt>
    <dgm:pt modelId="{00F6FDF6-6E32-4015-B4C3-736D75039481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Estatal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B729BA4D-F1C9-48D2-9034-D254BA0E7F80}" type="parTrans" cxnId="{AAB4E500-8347-45CA-A82F-D5EA01F9709C}">
      <dgm:prSet/>
      <dgm:spPr/>
      <dgm:t>
        <a:bodyPr/>
        <a:lstStyle/>
        <a:p>
          <a:endParaRPr lang="pt-BR"/>
        </a:p>
      </dgm:t>
    </dgm:pt>
    <dgm:pt modelId="{9614FD5F-04DE-4C2E-9478-D842C3335A5F}" type="sibTrans" cxnId="{AAB4E500-8347-45CA-A82F-D5EA01F9709C}">
      <dgm:prSet/>
      <dgm:spPr/>
      <dgm:t>
        <a:bodyPr/>
        <a:lstStyle/>
        <a:p>
          <a:endParaRPr lang="pt-BR"/>
        </a:p>
      </dgm:t>
    </dgm:pt>
    <dgm:pt modelId="{4A577E95-1389-4C25-88C6-4C351DA1A9F1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Voluntária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B19FD30A-B90B-40B6-9D50-82BA17365F4D}" type="parTrans" cxnId="{667EB68E-84BB-48D4-8531-4B2EDC8A3FE0}">
      <dgm:prSet/>
      <dgm:spPr/>
      <dgm:t>
        <a:bodyPr/>
        <a:lstStyle/>
        <a:p>
          <a:endParaRPr lang="pt-BR"/>
        </a:p>
      </dgm:t>
    </dgm:pt>
    <dgm:pt modelId="{7DDBE78D-352A-4DDB-9B1C-2C825038D41C}" type="sibTrans" cxnId="{667EB68E-84BB-48D4-8531-4B2EDC8A3FE0}">
      <dgm:prSet/>
      <dgm:spPr/>
      <dgm:t>
        <a:bodyPr/>
        <a:lstStyle/>
        <a:p>
          <a:endParaRPr lang="pt-BR"/>
        </a:p>
      </dgm:t>
    </dgm:pt>
    <dgm:pt modelId="{6BC2BD44-F0C6-4184-9CB0-3F9893D847F7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Lei da arbitragem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3DAF44D9-629D-4A17-8980-F3DD13B23959}" type="parTrans" cxnId="{AE204C08-BC1F-4076-8441-EE82CADFD6B9}">
      <dgm:prSet/>
      <dgm:spPr/>
      <dgm:t>
        <a:bodyPr/>
        <a:lstStyle/>
        <a:p>
          <a:endParaRPr lang="pt-BR"/>
        </a:p>
      </dgm:t>
    </dgm:pt>
    <dgm:pt modelId="{2D26D044-FF16-470A-AB3D-2FD227A2A489}" type="sibTrans" cxnId="{AE204C08-BC1F-4076-8441-EE82CADFD6B9}">
      <dgm:prSet/>
      <dgm:spPr/>
      <dgm:t>
        <a:bodyPr/>
        <a:lstStyle/>
        <a:p>
          <a:endParaRPr lang="pt-BR"/>
        </a:p>
      </dgm:t>
    </dgm:pt>
    <dgm:pt modelId="{5C952355-C297-4DFF-863C-C8E4B7163F59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Controle do Estado: MP – PF - CPI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CE991B6F-99D5-4954-AD07-C80482D1B88C}" type="parTrans" cxnId="{636C865C-8349-460D-945A-FA3B29774F66}">
      <dgm:prSet/>
      <dgm:spPr/>
      <dgm:t>
        <a:bodyPr/>
        <a:lstStyle/>
        <a:p>
          <a:endParaRPr lang="pt-BR"/>
        </a:p>
      </dgm:t>
    </dgm:pt>
    <dgm:pt modelId="{7BA40361-AB1B-4B51-9346-C80665AA35D5}" type="sibTrans" cxnId="{636C865C-8349-460D-945A-FA3B29774F66}">
      <dgm:prSet/>
      <dgm:spPr/>
      <dgm:t>
        <a:bodyPr/>
        <a:lstStyle/>
        <a:p>
          <a:endParaRPr lang="pt-BR"/>
        </a:p>
      </dgm:t>
    </dgm:pt>
    <dgm:pt modelId="{28719654-2139-4562-BC6A-75C9C1525CD8}">
      <dgm:prSet custT="1"/>
      <dgm:spPr/>
      <dgm:t>
        <a:bodyPr/>
        <a:lstStyle/>
        <a:p>
          <a:r>
            <a:rPr lang="pt-BR" sz="18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Espontaneamente</a:t>
          </a:r>
          <a:endParaRPr lang="pt-BR" sz="18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6997B557-ABF8-4D1E-A19F-DCCDB43E2C64}" type="parTrans" cxnId="{0126FDBE-AF85-49D4-9954-B2CDD3269118}">
      <dgm:prSet/>
      <dgm:spPr/>
      <dgm:t>
        <a:bodyPr/>
        <a:lstStyle/>
        <a:p>
          <a:endParaRPr lang="pt-BR"/>
        </a:p>
      </dgm:t>
    </dgm:pt>
    <dgm:pt modelId="{4D9FC9A2-950F-47C7-9A88-095BDB943A06}" type="sibTrans" cxnId="{0126FDBE-AF85-49D4-9954-B2CDD3269118}">
      <dgm:prSet/>
      <dgm:spPr/>
      <dgm:t>
        <a:bodyPr/>
        <a:lstStyle/>
        <a:p>
          <a:endParaRPr lang="pt-BR"/>
        </a:p>
      </dgm:t>
    </dgm:pt>
    <dgm:pt modelId="{4E61997E-5742-4BA4-8F11-32AA9783C9D8}" type="pres">
      <dgm:prSet presAssocID="{276B03CD-A911-40A7-97F9-069E911893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1848F706-F627-4571-9C48-AA5473027CE2}" type="pres">
      <dgm:prSet presAssocID="{5E64043E-AF78-4D7A-85C8-E791CD9869E7}" presName="hierRoot1" presStyleCnt="0"/>
      <dgm:spPr/>
    </dgm:pt>
    <dgm:pt modelId="{02314F36-BD5B-4DC3-ABE1-1E63CB679AB8}" type="pres">
      <dgm:prSet presAssocID="{5E64043E-AF78-4D7A-85C8-E791CD9869E7}" presName="composite" presStyleCnt="0"/>
      <dgm:spPr/>
    </dgm:pt>
    <dgm:pt modelId="{384DC29A-3F48-48B3-8012-12D7BC554E39}" type="pres">
      <dgm:prSet presAssocID="{5E64043E-AF78-4D7A-85C8-E791CD9869E7}" presName="background" presStyleLbl="node0" presStyleIdx="0" presStyleCnt="2"/>
      <dgm:spPr/>
    </dgm:pt>
    <dgm:pt modelId="{B895DEE5-401A-4998-B1F4-023D210C0CCD}" type="pres">
      <dgm:prSet presAssocID="{5E64043E-AF78-4D7A-85C8-E791CD9869E7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30D5488-A8B4-4300-992F-DE0BBD7969CA}" type="pres">
      <dgm:prSet presAssocID="{5E64043E-AF78-4D7A-85C8-E791CD9869E7}" presName="hierChild2" presStyleCnt="0"/>
      <dgm:spPr/>
    </dgm:pt>
    <dgm:pt modelId="{5F948481-CB70-49C1-B649-08CEBF85020D}" type="pres">
      <dgm:prSet presAssocID="{0F3D331B-FD37-48BF-9343-74499F5B68E6}" presName="Name10" presStyleLbl="parChTrans1D2" presStyleIdx="0" presStyleCnt="4"/>
      <dgm:spPr/>
      <dgm:t>
        <a:bodyPr/>
        <a:lstStyle/>
        <a:p>
          <a:endParaRPr lang="pt-BR"/>
        </a:p>
      </dgm:t>
    </dgm:pt>
    <dgm:pt modelId="{F910B4F6-5003-4976-BD98-AE5759DAF247}" type="pres">
      <dgm:prSet presAssocID="{61F3AADB-920C-4421-80C1-D882DCEDA860}" presName="hierRoot2" presStyleCnt="0"/>
      <dgm:spPr/>
    </dgm:pt>
    <dgm:pt modelId="{9AD3C50F-86A1-453D-9D5A-3A9B331361E4}" type="pres">
      <dgm:prSet presAssocID="{61F3AADB-920C-4421-80C1-D882DCEDA860}" presName="composite2" presStyleCnt="0"/>
      <dgm:spPr/>
    </dgm:pt>
    <dgm:pt modelId="{3452AC10-C23B-4FB6-884C-D96EEFB27C35}" type="pres">
      <dgm:prSet presAssocID="{61F3AADB-920C-4421-80C1-D882DCEDA860}" presName="background2" presStyleLbl="node2" presStyleIdx="0" presStyleCnt="4"/>
      <dgm:spPr/>
    </dgm:pt>
    <dgm:pt modelId="{3950F774-A95E-41AA-A665-5F012082DBB1}" type="pres">
      <dgm:prSet presAssocID="{61F3AADB-920C-4421-80C1-D882DCEDA860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53C6BC1-FC4F-44C1-BE62-6C58DD47607F}" type="pres">
      <dgm:prSet presAssocID="{61F3AADB-920C-4421-80C1-D882DCEDA860}" presName="hierChild3" presStyleCnt="0"/>
      <dgm:spPr/>
    </dgm:pt>
    <dgm:pt modelId="{5F38EB0F-87E9-4DBE-8407-6C31E2C7B38A}" type="pres">
      <dgm:prSet presAssocID="{F44FE90B-8C09-44FD-BB23-6BA3938E61F9}" presName="hierRoot1" presStyleCnt="0"/>
      <dgm:spPr/>
    </dgm:pt>
    <dgm:pt modelId="{3C9A639F-B066-4C33-85B6-EE31BB47FA4D}" type="pres">
      <dgm:prSet presAssocID="{F44FE90B-8C09-44FD-BB23-6BA3938E61F9}" presName="composite" presStyleCnt="0"/>
      <dgm:spPr/>
    </dgm:pt>
    <dgm:pt modelId="{79B108EB-0399-4EA7-B9B0-59E4DAD37EEB}" type="pres">
      <dgm:prSet presAssocID="{F44FE90B-8C09-44FD-BB23-6BA3938E61F9}" presName="background" presStyleLbl="node0" presStyleIdx="1" presStyleCnt="2"/>
      <dgm:spPr/>
    </dgm:pt>
    <dgm:pt modelId="{9A31EFB2-6368-4CA2-905A-2F2F0987E376}" type="pres">
      <dgm:prSet presAssocID="{F44FE90B-8C09-44FD-BB23-6BA3938E61F9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75AE1AB-AC07-4A74-88A1-FA2BB0B984C0}" type="pres">
      <dgm:prSet presAssocID="{F44FE90B-8C09-44FD-BB23-6BA3938E61F9}" presName="hierChild2" presStyleCnt="0"/>
      <dgm:spPr/>
    </dgm:pt>
    <dgm:pt modelId="{CCE227CE-A65B-4C63-B28F-CAE325783C47}" type="pres">
      <dgm:prSet presAssocID="{6A308175-379C-4579-9162-3B6C43EE8911}" presName="Name10" presStyleLbl="parChTrans1D2" presStyleIdx="1" presStyleCnt="4"/>
      <dgm:spPr/>
      <dgm:t>
        <a:bodyPr/>
        <a:lstStyle/>
        <a:p>
          <a:endParaRPr lang="pt-BR"/>
        </a:p>
      </dgm:t>
    </dgm:pt>
    <dgm:pt modelId="{5F9FA6A6-87D8-4D25-9C74-D5CA2BAD62CB}" type="pres">
      <dgm:prSet presAssocID="{8B5E0805-7F4F-45DE-A4C4-8EDB48493051}" presName="hierRoot2" presStyleCnt="0"/>
      <dgm:spPr/>
    </dgm:pt>
    <dgm:pt modelId="{2673623A-B860-4466-BEC0-185FF63B0C0D}" type="pres">
      <dgm:prSet presAssocID="{8B5E0805-7F4F-45DE-A4C4-8EDB48493051}" presName="composite2" presStyleCnt="0"/>
      <dgm:spPr/>
    </dgm:pt>
    <dgm:pt modelId="{766AA92E-6FB5-42E7-A2C0-C548C8983A55}" type="pres">
      <dgm:prSet presAssocID="{8B5E0805-7F4F-45DE-A4C4-8EDB48493051}" presName="background2" presStyleLbl="node2" presStyleIdx="1" presStyleCnt="4"/>
      <dgm:spPr/>
    </dgm:pt>
    <dgm:pt modelId="{E3CE67BF-9512-4ED5-9995-35D16C9E71A1}" type="pres">
      <dgm:prSet presAssocID="{8B5E0805-7F4F-45DE-A4C4-8EDB48493051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0563426-D17F-4DA2-B241-185D5019A253}" type="pres">
      <dgm:prSet presAssocID="{8B5E0805-7F4F-45DE-A4C4-8EDB48493051}" presName="hierChild3" presStyleCnt="0"/>
      <dgm:spPr/>
    </dgm:pt>
    <dgm:pt modelId="{7C646AFF-CC9A-48C3-9956-D8AB4E7B9E4D}" type="pres">
      <dgm:prSet presAssocID="{3DAF44D9-629D-4A17-8980-F3DD13B23959}" presName="Name17" presStyleLbl="parChTrans1D3" presStyleIdx="0" presStyleCnt="3"/>
      <dgm:spPr/>
      <dgm:t>
        <a:bodyPr/>
        <a:lstStyle/>
        <a:p>
          <a:endParaRPr lang="pt-BR"/>
        </a:p>
      </dgm:t>
    </dgm:pt>
    <dgm:pt modelId="{409F87FA-4598-4749-8F6E-1D6E8A09358C}" type="pres">
      <dgm:prSet presAssocID="{6BC2BD44-F0C6-4184-9CB0-3F9893D847F7}" presName="hierRoot3" presStyleCnt="0"/>
      <dgm:spPr/>
    </dgm:pt>
    <dgm:pt modelId="{3983A516-0E90-4387-8E1F-4769102933D1}" type="pres">
      <dgm:prSet presAssocID="{6BC2BD44-F0C6-4184-9CB0-3F9893D847F7}" presName="composite3" presStyleCnt="0"/>
      <dgm:spPr/>
    </dgm:pt>
    <dgm:pt modelId="{4D81F684-3EC5-4E8B-B663-87C256773898}" type="pres">
      <dgm:prSet presAssocID="{6BC2BD44-F0C6-4184-9CB0-3F9893D847F7}" presName="background3" presStyleLbl="node3" presStyleIdx="0" presStyleCnt="3"/>
      <dgm:spPr/>
    </dgm:pt>
    <dgm:pt modelId="{6117D918-6D28-430F-B592-EB378AF211B5}" type="pres">
      <dgm:prSet presAssocID="{6BC2BD44-F0C6-4184-9CB0-3F9893D847F7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F451178-BB4D-4B3D-A551-02475CDBD4EB}" type="pres">
      <dgm:prSet presAssocID="{6BC2BD44-F0C6-4184-9CB0-3F9893D847F7}" presName="hierChild4" presStyleCnt="0"/>
      <dgm:spPr/>
    </dgm:pt>
    <dgm:pt modelId="{AB7A2CA3-0B2F-4681-B0F5-C5587F62ABCC}" type="pres">
      <dgm:prSet presAssocID="{B729BA4D-F1C9-48D2-9034-D254BA0E7F80}" presName="Name10" presStyleLbl="parChTrans1D2" presStyleIdx="2" presStyleCnt="4"/>
      <dgm:spPr/>
      <dgm:t>
        <a:bodyPr/>
        <a:lstStyle/>
        <a:p>
          <a:endParaRPr lang="pt-BR"/>
        </a:p>
      </dgm:t>
    </dgm:pt>
    <dgm:pt modelId="{3F0E37C8-D1C7-43A9-92E3-7A9CB79A1640}" type="pres">
      <dgm:prSet presAssocID="{00F6FDF6-6E32-4015-B4C3-736D75039481}" presName="hierRoot2" presStyleCnt="0"/>
      <dgm:spPr/>
    </dgm:pt>
    <dgm:pt modelId="{23475B3A-4F83-4544-A68D-B1C1D44F3BEA}" type="pres">
      <dgm:prSet presAssocID="{00F6FDF6-6E32-4015-B4C3-736D75039481}" presName="composite2" presStyleCnt="0"/>
      <dgm:spPr/>
    </dgm:pt>
    <dgm:pt modelId="{39E9345F-4212-4EBE-B55A-E2B868374E9D}" type="pres">
      <dgm:prSet presAssocID="{00F6FDF6-6E32-4015-B4C3-736D75039481}" presName="background2" presStyleLbl="node2" presStyleIdx="2" presStyleCnt="4"/>
      <dgm:spPr/>
    </dgm:pt>
    <dgm:pt modelId="{85537DDB-3480-4887-A916-BD01DB7A9E95}" type="pres">
      <dgm:prSet presAssocID="{00F6FDF6-6E32-4015-B4C3-736D75039481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FDF3808-E26D-4ECF-9BD6-8E4CAD8C7878}" type="pres">
      <dgm:prSet presAssocID="{00F6FDF6-6E32-4015-B4C3-736D75039481}" presName="hierChild3" presStyleCnt="0"/>
      <dgm:spPr/>
    </dgm:pt>
    <dgm:pt modelId="{DB5BEBC5-4FF7-4D5D-8395-5CD93002BA48}" type="pres">
      <dgm:prSet presAssocID="{CE991B6F-99D5-4954-AD07-C80482D1B88C}" presName="Name17" presStyleLbl="parChTrans1D3" presStyleIdx="1" presStyleCnt="3"/>
      <dgm:spPr/>
      <dgm:t>
        <a:bodyPr/>
        <a:lstStyle/>
        <a:p>
          <a:endParaRPr lang="pt-BR"/>
        </a:p>
      </dgm:t>
    </dgm:pt>
    <dgm:pt modelId="{C5865968-98FD-451E-AA4D-156A532C07E0}" type="pres">
      <dgm:prSet presAssocID="{5C952355-C297-4DFF-863C-C8E4B7163F59}" presName="hierRoot3" presStyleCnt="0"/>
      <dgm:spPr/>
    </dgm:pt>
    <dgm:pt modelId="{5F2B3BF6-B98E-4FD6-A574-EF716D4DA457}" type="pres">
      <dgm:prSet presAssocID="{5C952355-C297-4DFF-863C-C8E4B7163F59}" presName="composite3" presStyleCnt="0"/>
      <dgm:spPr/>
    </dgm:pt>
    <dgm:pt modelId="{C978C2D9-4243-405D-8D48-425EAF172200}" type="pres">
      <dgm:prSet presAssocID="{5C952355-C297-4DFF-863C-C8E4B7163F59}" presName="background3" presStyleLbl="node3" presStyleIdx="1" presStyleCnt="3"/>
      <dgm:spPr/>
    </dgm:pt>
    <dgm:pt modelId="{CA8FC033-84C3-4E0E-8201-93535AE7CC52}" type="pres">
      <dgm:prSet presAssocID="{5C952355-C297-4DFF-863C-C8E4B7163F59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097ED46-5675-4685-B25A-8315BFB5CF5E}" type="pres">
      <dgm:prSet presAssocID="{5C952355-C297-4DFF-863C-C8E4B7163F59}" presName="hierChild4" presStyleCnt="0"/>
      <dgm:spPr/>
    </dgm:pt>
    <dgm:pt modelId="{54C13BA1-6653-4CAB-8969-2B26D820453B}" type="pres">
      <dgm:prSet presAssocID="{B19FD30A-B90B-40B6-9D50-82BA17365F4D}" presName="Name10" presStyleLbl="parChTrans1D2" presStyleIdx="3" presStyleCnt="4"/>
      <dgm:spPr/>
      <dgm:t>
        <a:bodyPr/>
        <a:lstStyle/>
        <a:p>
          <a:endParaRPr lang="pt-BR"/>
        </a:p>
      </dgm:t>
    </dgm:pt>
    <dgm:pt modelId="{CF1B7866-415D-458E-BD91-FA03BB8C2F36}" type="pres">
      <dgm:prSet presAssocID="{4A577E95-1389-4C25-88C6-4C351DA1A9F1}" presName="hierRoot2" presStyleCnt="0"/>
      <dgm:spPr/>
    </dgm:pt>
    <dgm:pt modelId="{1C30D3A0-CD28-4872-8200-78C288D6C0F0}" type="pres">
      <dgm:prSet presAssocID="{4A577E95-1389-4C25-88C6-4C351DA1A9F1}" presName="composite2" presStyleCnt="0"/>
      <dgm:spPr/>
    </dgm:pt>
    <dgm:pt modelId="{49C1ACF2-08C6-4776-BA4A-D2BC0F3EA4D0}" type="pres">
      <dgm:prSet presAssocID="{4A577E95-1389-4C25-88C6-4C351DA1A9F1}" presName="background2" presStyleLbl="node2" presStyleIdx="3" presStyleCnt="4"/>
      <dgm:spPr/>
    </dgm:pt>
    <dgm:pt modelId="{0D8F9E46-6F04-488A-A722-3ED37BE03074}" type="pres">
      <dgm:prSet presAssocID="{4A577E95-1389-4C25-88C6-4C351DA1A9F1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B0F8A84-25BE-4429-99EB-E974A5F8D62D}" type="pres">
      <dgm:prSet presAssocID="{4A577E95-1389-4C25-88C6-4C351DA1A9F1}" presName="hierChild3" presStyleCnt="0"/>
      <dgm:spPr/>
    </dgm:pt>
    <dgm:pt modelId="{E9FA17BF-06C1-4500-A095-E8697DCD4D31}" type="pres">
      <dgm:prSet presAssocID="{6997B557-ABF8-4D1E-A19F-DCCDB43E2C64}" presName="Name17" presStyleLbl="parChTrans1D3" presStyleIdx="2" presStyleCnt="3"/>
      <dgm:spPr/>
      <dgm:t>
        <a:bodyPr/>
        <a:lstStyle/>
        <a:p>
          <a:endParaRPr lang="pt-BR"/>
        </a:p>
      </dgm:t>
    </dgm:pt>
    <dgm:pt modelId="{1127E8C4-4D6F-405D-977F-74260D5DBB92}" type="pres">
      <dgm:prSet presAssocID="{28719654-2139-4562-BC6A-75C9C1525CD8}" presName="hierRoot3" presStyleCnt="0"/>
      <dgm:spPr/>
    </dgm:pt>
    <dgm:pt modelId="{D6627B1D-D795-4BF4-8AF0-E9E18FBF99C2}" type="pres">
      <dgm:prSet presAssocID="{28719654-2139-4562-BC6A-75C9C1525CD8}" presName="composite3" presStyleCnt="0"/>
      <dgm:spPr/>
    </dgm:pt>
    <dgm:pt modelId="{EC5A0E0C-84BA-4E31-9CDB-C92CE679C384}" type="pres">
      <dgm:prSet presAssocID="{28719654-2139-4562-BC6A-75C9C1525CD8}" presName="background3" presStyleLbl="node3" presStyleIdx="2" presStyleCnt="3"/>
      <dgm:spPr/>
    </dgm:pt>
    <dgm:pt modelId="{6DAC2B36-62F7-485B-988C-1269399F5BEF}" type="pres">
      <dgm:prSet presAssocID="{28719654-2139-4562-BC6A-75C9C1525CD8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AB7130E-D847-41A0-AFBA-3E69F898A773}" type="pres">
      <dgm:prSet presAssocID="{28719654-2139-4562-BC6A-75C9C1525CD8}" presName="hierChild4" presStyleCnt="0"/>
      <dgm:spPr/>
    </dgm:pt>
  </dgm:ptLst>
  <dgm:cxnLst>
    <dgm:cxn modelId="{BFD6F2F4-EEAA-493D-B137-897447A8EA94}" type="presOf" srcId="{8B5E0805-7F4F-45DE-A4C4-8EDB48493051}" destId="{E3CE67BF-9512-4ED5-9995-35D16C9E71A1}" srcOrd="0" destOrd="0" presId="urn:microsoft.com/office/officeart/2005/8/layout/hierarchy1"/>
    <dgm:cxn modelId="{C4A05ADA-4130-4D5D-B56B-588CBA8EADD7}" type="presOf" srcId="{5C952355-C297-4DFF-863C-C8E4B7163F59}" destId="{CA8FC033-84C3-4E0E-8201-93535AE7CC52}" srcOrd="0" destOrd="0" presId="urn:microsoft.com/office/officeart/2005/8/layout/hierarchy1"/>
    <dgm:cxn modelId="{3915955A-B4E6-45F2-8474-8E1186F50712}" type="presOf" srcId="{6A308175-379C-4579-9162-3B6C43EE8911}" destId="{CCE227CE-A65B-4C63-B28F-CAE325783C47}" srcOrd="0" destOrd="0" presId="urn:microsoft.com/office/officeart/2005/8/layout/hierarchy1"/>
    <dgm:cxn modelId="{AA9B0AA8-F236-4E45-9A24-98DD5E662055}" type="presOf" srcId="{61F3AADB-920C-4421-80C1-D882DCEDA860}" destId="{3950F774-A95E-41AA-A665-5F012082DBB1}" srcOrd="0" destOrd="0" presId="urn:microsoft.com/office/officeart/2005/8/layout/hierarchy1"/>
    <dgm:cxn modelId="{3C8D5128-C132-44D0-84FD-7BE83EBC0AA0}" srcId="{276B03CD-A911-40A7-97F9-069E9118930E}" destId="{5E64043E-AF78-4D7A-85C8-E791CD9869E7}" srcOrd="0" destOrd="0" parTransId="{83DFE33B-A746-4C44-9D2D-6383AE8C8E05}" sibTransId="{CA5A9A72-EE82-4F34-A6F9-DDCD39A41B7B}"/>
    <dgm:cxn modelId="{229E6C8E-C14B-4186-A66B-895CB6ADB28C}" type="presOf" srcId="{0F3D331B-FD37-48BF-9343-74499F5B68E6}" destId="{5F948481-CB70-49C1-B649-08CEBF85020D}" srcOrd="0" destOrd="0" presId="urn:microsoft.com/office/officeart/2005/8/layout/hierarchy1"/>
    <dgm:cxn modelId="{18CC701E-334E-4BC0-9F15-EAF721E3185E}" type="presOf" srcId="{28719654-2139-4562-BC6A-75C9C1525CD8}" destId="{6DAC2B36-62F7-485B-988C-1269399F5BEF}" srcOrd="0" destOrd="0" presId="urn:microsoft.com/office/officeart/2005/8/layout/hierarchy1"/>
    <dgm:cxn modelId="{32F7E12D-4A25-4FA2-AC16-6D813C796CD4}" srcId="{276B03CD-A911-40A7-97F9-069E9118930E}" destId="{F44FE90B-8C09-44FD-BB23-6BA3938E61F9}" srcOrd="1" destOrd="0" parTransId="{7BAC2EC6-4B11-48E6-8950-5AB70E5E7A4E}" sibTransId="{0C0A6BF8-5FB3-4861-8B14-A5BE11DA7A4F}"/>
    <dgm:cxn modelId="{12F6FD6C-B4D9-47BF-9E75-40D980CF52CF}" type="presOf" srcId="{6997B557-ABF8-4D1E-A19F-DCCDB43E2C64}" destId="{E9FA17BF-06C1-4500-A095-E8697DCD4D31}" srcOrd="0" destOrd="0" presId="urn:microsoft.com/office/officeart/2005/8/layout/hierarchy1"/>
    <dgm:cxn modelId="{AE204C08-BC1F-4076-8441-EE82CADFD6B9}" srcId="{8B5E0805-7F4F-45DE-A4C4-8EDB48493051}" destId="{6BC2BD44-F0C6-4184-9CB0-3F9893D847F7}" srcOrd="0" destOrd="0" parTransId="{3DAF44D9-629D-4A17-8980-F3DD13B23959}" sibTransId="{2D26D044-FF16-470A-AB3D-2FD227A2A489}"/>
    <dgm:cxn modelId="{636C865C-8349-460D-945A-FA3B29774F66}" srcId="{00F6FDF6-6E32-4015-B4C3-736D75039481}" destId="{5C952355-C297-4DFF-863C-C8E4B7163F59}" srcOrd="0" destOrd="0" parTransId="{CE991B6F-99D5-4954-AD07-C80482D1B88C}" sibTransId="{7BA40361-AB1B-4B51-9346-C80665AA35D5}"/>
    <dgm:cxn modelId="{0126FDBE-AF85-49D4-9954-B2CDD3269118}" srcId="{4A577E95-1389-4C25-88C6-4C351DA1A9F1}" destId="{28719654-2139-4562-BC6A-75C9C1525CD8}" srcOrd="0" destOrd="0" parTransId="{6997B557-ABF8-4D1E-A19F-DCCDB43E2C64}" sibTransId="{4D9FC9A2-950F-47C7-9A88-095BDB943A06}"/>
    <dgm:cxn modelId="{280CD953-113A-4AA5-BD21-3118859D20FA}" type="presOf" srcId="{00F6FDF6-6E32-4015-B4C3-736D75039481}" destId="{85537DDB-3480-4887-A916-BD01DB7A9E95}" srcOrd="0" destOrd="0" presId="urn:microsoft.com/office/officeart/2005/8/layout/hierarchy1"/>
    <dgm:cxn modelId="{DC294AE1-EE73-4299-9423-4664BEBFAEC8}" type="presOf" srcId="{276B03CD-A911-40A7-97F9-069E9118930E}" destId="{4E61997E-5742-4BA4-8F11-32AA9783C9D8}" srcOrd="0" destOrd="0" presId="urn:microsoft.com/office/officeart/2005/8/layout/hierarchy1"/>
    <dgm:cxn modelId="{C0F1C154-80FD-4952-93E1-E92FF8B7449B}" type="presOf" srcId="{B19FD30A-B90B-40B6-9D50-82BA17365F4D}" destId="{54C13BA1-6653-4CAB-8969-2B26D820453B}" srcOrd="0" destOrd="0" presId="urn:microsoft.com/office/officeart/2005/8/layout/hierarchy1"/>
    <dgm:cxn modelId="{2EC9474C-B3BB-4293-A814-CEF0CB7804B8}" type="presOf" srcId="{6BC2BD44-F0C6-4184-9CB0-3F9893D847F7}" destId="{6117D918-6D28-430F-B592-EB378AF211B5}" srcOrd="0" destOrd="0" presId="urn:microsoft.com/office/officeart/2005/8/layout/hierarchy1"/>
    <dgm:cxn modelId="{501BD2C2-9C64-4D8A-98DC-1BF5C9188D11}" type="presOf" srcId="{3DAF44D9-629D-4A17-8980-F3DD13B23959}" destId="{7C646AFF-CC9A-48C3-9956-D8AB4E7B9E4D}" srcOrd="0" destOrd="0" presId="urn:microsoft.com/office/officeart/2005/8/layout/hierarchy1"/>
    <dgm:cxn modelId="{06A24217-0293-4C4E-8329-3141E9B3EDA4}" srcId="{5E64043E-AF78-4D7A-85C8-E791CD9869E7}" destId="{61F3AADB-920C-4421-80C1-D882DCEDA860}" srcOrd="0" destOrd="0" parTransId="{0F3D331B-FD37-48BF-9343-74499F5B68E6}" sibTransId="{C8A1316E-19E7-4D04-968B-7F927223D667}"/>
    <dgm:cxn modelId="{71DD9736-A7FA-4EBE-A10D-C8A47D612A05}" type="presOf" srcId="{CE991B6F-99D5-4954-AD07-C80482D1B88C}" destId="{DB5BEBC5-4FF7-4D5D-8395-5CD93002BA48}" srcOrd="0" destOrd="0" presId="urn:microsoft.com/office/officeart/2005/8/layout/hierarchy1"/>
    <dgm:cxn modelId="{F474611D-BDEB-43F3-BA53-FB69C2E4BB7E}" type="presOf" srcId="{B729BA4D-F1C9-48D2-9034-D254BA0E7F80}" destId="{AB7A2CA3-0B2F-4681-B0F5-C5587F62ABCC}" srcOrd="0" destOrd="0" presId="urn:microsoft.com/office/officeart/2005/8/layout/hierarchy1"/>
    <dgm:cxn modelId="{667EB68E-84BB-48D4-8531-4B2EDC8A3FE0}" srcId="{F44FE90B-8C09-44FD-BB23-6BA3938E61F9}" destId="{4A577E95-1389-4C25-88C6-4C351DA1A9F1}" srcOrd="2" destOrd="0" parTransId="{B19FD30A-B90B-40B6-9D50-82BA17365F4D}" sibTransId="{7DDBE78D-352A-4DDB-9B1C-2C825038D41C}"/>
    <dgm:cxn modelId="{0CFF3C4F-D292-4763-92E8-DF31C8E4426F}" type="presOf" srcId="{F44FE90B-8C09-44FD-BB23-6BA3938E61F9}" destId="{9A31EFB2-6368-4CA2-905A-2F2F0987E376}" srcOrd="0" destOrd="0" presId="urn:microsoft.com/office/officeart/2005/8/layout/hierarchy1"/>
    <dgm:cxn modelId="{D891B7CA-4E7F-43F4-9F33-357443B3F470}" type="presOf" srcId="{4A577E95-1389-4C25-88C6-4C351DA1A9F1}" destId="{0D8F9E46-6F04-488A-A722-3ED37BE03074}" srcOrd="0" destOrd="0" presId="urn:microsoft.com/office/officeart/2005/8/layout/hierarchy1"/>
    <dgm:cxn modelId="{DA4E2F4D-40BF-42AC-8BF0-B8228AC34A01}" srcId="{F44FE90B-8C09-44FD-BB23-6BA3938E61F9}" destId="{8B5E0805-7F4F-45DE-A4C4-8EDB48493051}" srcOrd="0" destOrd="0" parTransId="{6A308175-379C-4579-9162-3B6C43EE8911}" sibTransId="{EF6C043E-7EB1-4CC2-BC0A-ED3550289A7F}"/>
    <dgm:cxn modelId="{24ADE6F7-6B9C-4A31-8691-E4B5B786FA57}" type="presOf" srcId="{5E64043E-AF78-4D7A-85C8-E791CD9869E7}" destId="{B895DEE5-401A-4998-B1F4-023D210C0CCD}" srcOrd="0" destOrd="0" presId="urn:microsoft.com/office/officeart/2005/8/layout/hierarchy1"/>
    <dgm:cxn modelId="{AAB4E500-8347-45CA-A82F-D5EA01F9709C}" srcId="{F44FE90B-8C09-44FD-BB23-6BA3938E61F9}" destId="{00F6FDF6-6E32-4015-B4C3-736D75039481}" srcOrd="1" destOrd="0" parTransId="{B729BA4D-F1C9-48D2-9034-D254BA0E7F80}" sibTransId="{9614FD5F-04DE-4C2E-9478-D842C3335A5F}"/>
    <dgm:cxn modelId="{994B118A-C529-4934-931C-A9DD81DD142E}" type="presParOf" srcId="{4E61997E-5742-4BA4-8F11-32AA9783C9D8}" destId="{1848F706-F627-4571-9C48-AA5473027CE2}" srcOrd="0" destOrd="0" presId="urn:microsoft.com/office/officeart/2005/8/layout/hierarchy1"/>
    <dgm:cxn modelId="{6C9F6B1D-0EA7-40B4-B9F1-A2605F3EF65B}" type="presParOf" srcId="{1848F706-F627-4571-9C48-AA5473027CE2}" destId="{02314F36-BD5B-4DC3-ABE1-1E63CB679AB8}" srcOrd="0" destOrd="0" presId="urn:microsoft.com/office/officeart/2005/8/layout/hierarchy1"/>
    <dgm:cxn modelId="{022E6F0E-6A82-4F9B-8BD1-F789AC1F8AD0}" type="presParOf" srcId="{02314F36-BD5B-4DC3-ABE1-1E63CB679AB8}" destId="{384DC29A-3F48-48B3-8012-12D7BC554E39}" srcOrd="0" destOrd="0" presId="urn:microsoft.com/office/officeart/2005/8/layout/hierarchy1"/>
    <dgm:cxn modelId="{707DDE30-0B1F-46C8-B6B0-A79C4F2FE266}" type="presParOf" srcId="{02314F36-BD5B-4DC3-ABE1-1E63CB679AB8}" destId="{B895DEE5-401A-4998-B1F4-023D210C0CCD}" srcOrd="1" destOrd="0" presId="urn:microsoft.com/office/officeart/2005/8/layout/hierarchy1"/>
    <dgm:cxn modelId="{08D3A6B9-4BF3-4079-AC24-903A963DEB82}" type="presParOf" srcId="{1848F706-F627-4571-9C48-AA5473027CE2}" destId="{930D5488-A8B4-4300-992F-DE0BBD7969CA}" srcOrd="1" destOrd="0" presId="urn:microsoft.com/office/officeart/2005/8/layout/hierarchy1"/>
    <dgm:cxn modelId="{F6FCC95A-49A1-429A-B223-2839316D04E5}" type="presParOf" srcId="{930D5488-A8B4-4300-992F-DE0BBD7969CA}" destId="{5F948481-CB70-49C1-B649-08CEBF85020D}" srcOrd="0" destOrd="0" presId="urn:microsoft.com/office/officeart/2005/8/layout/hierarchy1"/>
    <dgm:cxn modelId="{47808704-9807-4678-89EC-A5AF97283058}" type="presParOf" srcId="{930D5488-A8B4-4300-992F-DE0BBD7969CA}" destId="{F910B4F6-5003-4976-BD98-AE5759DAF247}" srcOrd="1" destOrd="0" presId="urn:microsoft.com/office/officeart/2005/8/layout/hierarchy1"/>
    <dgm:cxn modelId="{4ADB236A-F5FE-4564-B1FA-632E451FFFB2}" type="presParOf" srcId="{F910B4F6-5003-4976-BD98-AE5759DAF247}" destId="{9AD3C50F-86A1-453D-9D5A-3A9B331361E4}" srcOrd="0" destOrd="0" presId="urn:microsoft.com/office/officeart/2005/8/layout/hierarchy1"/>
    <dgm:cxn modelId="{9D541735-3E02-4682-8DB3-3AE1B7014724}" type="presParOf" srcId="{9AD3C50F-86A1-453D-9D5A-3A9B331361E4}" destId="{3452AC10-C23B-4FB6-884C-D96EEFB27C35}" srcOrd="0" destOrd="0" presId="urn:microsoft.com/office/officeart/2005/8/layout/hierarchy1"/>
    <dgm:cxn modelId="{31EE84C2-053C-4F06-9EB9-1CE385E97064}" type="presParOf" srcId="{9AD3C50F-86A1-453D-9D5A-3A9B331361E4}" destId="{3950F774-A95E-41AA-A665-5F012082DBB1}" srcOrd="1" destOrd="0" presId="urn:microsoft.com/office/officeart/2005/8/layout/hierarchy1"/>
    <dgm:cxn modelId="{A9F8B249-DA6B-4DB8-AAA1-9C8B8F29E7E8}" type="presParOf" srcId="{F910B4F6-5003-4976-BD98-AE5759DAF247}" destId="{A53C6BC1-FC4F-44C1-BE62-6C58DD47607F}" srcOrd="1" destOrd="0" presId="urn:microsoft.com/office/officeart/2005/8/layout/hierarchy1"/>
    <dgm:cxn modelId="{7B0B2397-3DE2-43C3-A840-4D19340FD884}" type="presParOf" srcId="{4E61997E-5742-4BA4-8F11-32AA9783C9D8}" destId="{5F38EB0F-87E9-4DBE-8407-6C31E2C7B38A}" srcOrd="1" destOrd="0" presId="urn:microsoft.com/office/officeart/2005/8/layout/hierarchy1"/>
    <dgm:cxn modelId="{59E65A84-5850-4CC7-B4B4-0AC92405D925}" type="presParOf" srcId="{5F38EB0F-87E9-4DBE-8407-6C31E2C7B38A}" destId="{3C9A639F-B066-4C33-85B6-EE31BB47FA4D}" srcOrd="0" destOrd="0" presId="urn:microsoft.com/office/officeart/2005/8/layout/hierarchy1"/>
    <dgm:cxn modelId="{2D0D67B7-3EA8-40CF-A63E-50687933B9C8}" type="presParOf" srcId="{3C9A639F-B066-4C33-85B6-EE31BB47FA4D}" destId="{79B108EB-0399-4EA7-B9B0-59E4DAD37EEB}" srcOrd="0" destOrd="0" presId="urn:microsoft.com/office/officeart/2005/8/layout/hierarchy1"/>
    <dgm:cxn modelId="{0BD413A7-052F-47CF-9C23-D0F1D52B6610}" type="presParOf" srcId="{3C9A639F-B066-4C33-85B6-EE31BB47FA4D}" destId="{9A31EFB2-6368-4CA2-905A-2F2F0987E376}" srcOrd="1" destOrd="0" presId="urn:microsoft.com/office/officeart/2005/8/layout/hierarchy1"/>
    <dgm:cxn modelId="{BC84994C-9ACA-45F6-AF37-664D88166C97}" type="presParOf" srcId="{5F38EB0F-87E9-4DBE-8407-6C31E2C7B38A}" destId="{575AE1AB-AC07-4A74-88A1-FA2BB0B984C0}" srcOrd="1" destOrd="0" presId="urn:microsoft.com/office/officeart/2005/8/layout/hierarchy1"/>
    <dgm:cxn modelId="{6BEBC369-15C8-4935-8244-44126D0B9243}" type="presParOf" srcId="{575AE1AB-AC07-4A74-88A1-FA2BB0B984C0}" destId="{CCE227CE-A65B-4C63-B28F-CAE325783C47}" srcOrd="0" destOrd="0" presId="urn:microsoft.com/office/officeart/2005/8/layout/hierarchy1"/>
    <dgm:cxn modelId="{D311FA4E-1C44-44F4-982D-083EC44E1D0D}" type="presParOf" srcId="{575AE1AB-AC07-4A74-88A1-FA2BB0B984C0}" destId="{5F9FA6A6-87D8-4D25-9C74-D5CA2BAD62CB}" srcOrd="1" destOrd="0" presId="urn:microsoft.com/office/officeart/2005/8/layout/hierarchy1"/>
    <dgm:cxn modelId="{AC26EAE3-BD7A-4348-AE00-6A9FE054D8DB}" type="presParOf" srcId="{5F9FA6A6-87D8-4D25-9C74-D5CA2BAD62CB}" destId="{2673623A-B860-4466-BEC0-185FF63B0C0D}" srcOrd="0" destOrd="0" presId="urn:microsoft.com/office/officeart/2005/8/layout/hierarchy1"/>
    <dgm:cxn modelId="{995203B6-385A-49A3-BA06-F3D768C75BB3}" type="presParOf" srcId="{2673623A-B860-4466-BEC0-185FF63B0C0D}" destId="{766AA92E-6FB5-42E7-A2C0-C548C8983A55}" srcOrd="0" destOrd="0" presId="urn:microsoft.com/office/officeart/2005/8/layout/hierarchy1"/>
    <dgm:cxn modelId="{BAD699A4-651E-4354-B7D7-2E31C133D2A2}" type="presParOf" srcId="{2673623A-B860-4466-BEC0-185FF63B0C0D}" destId="{E3CE67BF-9512-4ED5-9995-35D16C9E71A1}" srcOrd="1" destOrd="0" presId="urn:microsoft.com/office/officeart/2005/8/layout/hierarchy1"/>
    <dgm:cxn modelId="{40644F6B-7203-47DD-9AC8-88B5E3A2AE4F}" type="presParOf" srcId="{5F9FA6A6-87D8-4D25-9C74-D5CA2BAD62CB}" destId="{10563426-D17F-4DA2-B241-185D5019A253}" srcOrd="1" destOrd="0" presId="urn:microsoft.com/office/officeart/2005/8/layout/hierarchy1"/>
    <dgm:cxn modelId="{0FD0B55B-FA27-4DCD-8980-90FE934F1DC2}" type="presParOf" srcId="{10563426-D17F-4DA2-B241-185D5019A253}" destId="{7C646AFF-CC9A-48C3-9956-D8AB4E7B9E4D}" srcOrd="0" destOrd="0" presId="urn:microsoft.com/office/officeart/2005/8/layout/hierarchy1"/>
    <dgm:cxn modelId="{6CAD8C7E-8588-4541-B44B-AD4D5F59693D}" type="presParOf" srcId="{10563426-D17F-4DA2-B241-185D5019A253}" destId="{409F87FA-4598-4749-8F6E-1D6E8A09358C}" srcOrd="1" destOrd="0" presId="urn:microsoft.com/office/officeart/2005/8/layout/hierarchy1"/>
    <dgm:cxn modelId="{F0590C19-57BC-489C-998B-120478257856}" type="presParOf" srcId="{409F87FA-4598-4749-8F6E-1D6E8A09358C}" destId="{3983A516-0E90-4387-8E1F-4769102933D1}" srcOrd="0" destOrd="0" presId="urn:microsoft.com/office/officeart/2005/8/layout/hierarchy1"/>
    <dgm:cxn modelId="{633D6EDA-2B75-4A9C-88D5-098EC71B6AC4}" type="presParOf" srcId="{3983A516-0E90-4387-8E1F-4769102933D1}" destId="{4D81F684-3EC5-4E8B-B663-87C256773898}" srcOrd="0" destOrd="0" presId="urn:microsoft.com/office/officeart/2005/8/layout/hierarchy1"/>
    <dgm:cxn modelId="{45B0E097-7CFA-432F-9AD4-1D52E5136129}" type="presParOf" srcId="{3983A516-0E90-4387-8E1F-4769102933D1}" destId="{6117D918-6D28-430F-B592-EB378AF211B5}" srcOrd="1" destOrd="0" presId="urn:microsoft.com/office/officeart/2005/8/layout/hierarchy1"/>
    <dgm:cxn modelId="{F6D60DFA-593C-41FC-B7EC-14F561C2C67C}" type="presParOf" srcId="{409F87FA-4598-4749-8F6E-1D6E8A09358C}" destId="{CF451178-BB4D-4B3D-A551-02475CDBD4EB}" srcOrd="1" destOrd="0" presId="urn:microsoft.com/office/officeart/2005/8/layout/hierarchy1"/>
    <dgm:cxn modelId="{1B8F2A8B-A39E-40E1-832F-4B176FF395DD}" type="presParOf" srcId="{575AE1AB-AC07-4A74-88A1-FA2BB0B984C0}" destId="{AB7A2CA3-0B2F-4681-B0F5-C5587F62ABCC}" srcOrd="2" destOrd="0" presId="urn:microsoft.com/office/officeart/2005/8/layout/hierarchy1"/>
    <dgm:cxn modelId="{1932A5FA-E888-4409-9D48-8B445D6BBBFB}" type="presParOf" srcId="{575AE1AB-AC07-4A74-88A1-FA2BB0B984C0}" destId="{3F0E37C8-D1C7-43A9-92E3-7A9CB79A1640}" srcOrd="3" destOrd="0" presId="urn:microsoft.com/office/officeart/2005/8/layout/hierarchy1"/>
    <dgm:cxn modelId="{191175BC-2AD0-4A47-8D1E-890EDC50F584}" type="presParOf" srcId="{3F0E37C8-D1C7-43A9-92E3-7A9CB79A1640}" destId="{23475B3A-4F83-4544-A68D-B1C1D44F3BEA}" srcOrd="0" destOrd="0" presId="urn:microsoft.com/office/officeart/2005/8/layout/hierarchy1"/>
    <dgm:cxn modelId="{0EFAF616-8B79-472B-9ECD-C3249E64CC18}" type="presParOf" srcId="{23475B3A-4F83-4544-A68D-B1C1D44F3BEA}" destId="{39E9345F-4212-4EBE-B55A-E2B868374E9D}" srcOrd="0" destOrd="0" presId="urn:microsoft.com/office/officeart/2005/8/layout/hierarchy1"/>
    <dgm:cxn modelId="{12DF74F6-790C-42C1-95E1-A7CCA2F8443C}" type="presParOf" srcId="{23475B3A-4F83-4544-A68D-B1C1D44F3BEA}" destId="{85537DDB-3480-4887-A916-BD01DB7A9E95}" srcOrd="1" destOrd="0" presId="urn:microsoft.com/office/officeart/2005/8/layout/hierarchy1"/>
    <dgm:cxn modelId="{FB9767C9-58D2-4A0B-B6F5-B6DFB5FEBEC4}" type="presParOf" srcId="{3F0E37C8-D1C7-43A9-92E3-7A9CB79A1640}" destId="{BFDF3808-E26D-4ECF-9BD6-8E4CAD8C7878}" srcOrd="1" destOrd="0" presId="urn:microsoft.com/office/officeart/2005/8/layout/hierarchy1"/>
    <dgm:cxn modelId="{8111713A-2E69-4324-86E2-5AE2757B3686}" type="presParOf" srcId="{BFDF3808-E26D-4ECF-9BD6-8E4CAD8C7878}" destId="{DB5BEBC5-4FF7-4D5D-8395-5CD93002BA48}" srcOrd="0" destOrd="0" presId="urn:microsoft.com/office/officeart/2005/8/layout/hierarchy1"/>
    <dgm:cxn modelId="{F7792DCE-E93E-4481-9D4F-DA9400DC4123}" type="presParOf" srcId="{BFDF3808-E26D-4ECF-9BD6-8E4CAD8C7878}" destId="{C5865968-98FD-451E-AA4D-156A532C07E0}" srcOrd="1" destOrd="0" presId="urn:microsoft.com/office/officeart/2005/8/layout/hierarchy1"/>
    <dgm:cxn modelId="{5C1F01E8-C966-4F1A-8F16-B0713DD779A6}" type="presParOf" srcId="{C5865968-98FD-451E-AA4D-156A532C07E0}" destId="{5F2B3BF6-B98E-4FD6-A574-EF716D4DA457}" srcOrd="0" destOrd="0" presId="urn:microsoft.com/office/officeart/2005/8/layout/hierarchy1"/>
    <dgm:cxn modelId="{077A957A-D1AB-41F2-B7E7-2848FC451F70}" type="presParOf" srcId="{5F2B3BF6-B98E-4FD6-A574-EF716D4DA457}" destId="{C978C2D9-4243-405D-8D48-425EAF172200}" srcOrd="0" destOrd="0" presId="urn:microsoft.com/office/officeart/2005/8/layout/hierarchy1"/>
    <dgm:cxn modelId="{83206872-3CA8-4D88-A66A-57C155AB3845}" type="presParOf" srcId="{5F2B3BF6-B98E-4FD6-A574-EF716D4DA457}" destId="{CA8FC033-84C3-4E0E-8201-93535AE7CC52}" srcOrd="1" destOrd="0" presId="urn:microsoft.com/office/officeart/2005/8/layout/hierarchy1"/>
    <dgm:cxn modelId="{C5E75F5E-CFA4-4F08-AE87-E721FEC5A17E}" type="presParOf" srcId="{C5865968-98FD-451E-AA4D-156A532C07E0}" destId="{B097ED46-5675-4685-B25A-8315BFB5CF5E}" srcOrd="1" destOrd="0" presId="urn:microsoft.com/office/officeart/2005/8/layout/hierarchy1"/>
    <dgm:cxn modelId="{B578781D-D2EA-489D-850D-AD8A32E94540}" type="presParOf" srcId="{575AE1AB-AC07-4A74-88A1-FA2BB0B984C0}" destId="{54C13BA1-6653-4CAB-8969-2B26D820453B}" srcOrd="4" destOrd="0" presId="urn:microsoft.com/office/officeart/2005/8/layout/hierarchy1"/>
    <dgm:cxn modelId="{D875B86A-B641-48BA-B9EF-2BFE750B16BF}" type="presParOf" srcId="{575AE1AB-AC07-4A74-88A1-FA2BB0B984C0}" destId="{CF1B7866-415D-458E-BD91-FA03BB8C2F36}" srcOrd="5" destOrd="0" presId="urn:microsoft.com/office/officeart/2005/8/layout/hierarchy1"/>
    <dgm:cxn modelId="{734DA9B8-BC0F-47AF-8260-646B53669A20}" type="presParOf" srcId="{CF1B7866-415D-458E-BD91-FA03BB8C2F36}" destId="{1C30D3A0-CD28-4872-8200-78C288D6C0F0}" srcOrd="0" destOrd="0" presId="urn:microsoft.com/office/officeart/2005/8/layout/hierarchy1"/>
    <dgm:cxn modelId="{8A5A711B-CB5F-4A1A-A18C-61118B894AD3}" type="presParOf" srcId="{1C30D3A0-CD28-4872-8200-78C288D6C0F0}" destId="{49C1ACF2-08C6-4776-BA4A-D2BC0F3EA4D0}" srcOrd="0" destOrd="0" presId="urn:microsoft.com/office/officeart/2005/8/layout/hierarchy1"/>
    <dgm:cxn modelId="{A297B2C5-C714-4208-81CC-4C681E70E1C9}" type="presParOf" srcId="{1C30D3A0-CD28-4872-8200-78C288D6C0F0}" destId="{0D8F9E46-6F04-488A-A722-3ED37BE03074}" srcOrd="1" destOrd="0" presId="urn:microsoft.com/office/officeart/2005/8/layout/hierarchy1"/>
    <dgm:cxn modelId="{3480D928-6D65-42AD-9727-479A242D67E8}" type="presParOf" srcId="{CF1B7866-415D-458E-BD91-FA03BB8C2F36}" destId="{1B0F8A84-25BE-4429-99EB-E974A5F8D62D}" srcOrd="1" destOrd="0" presId="urn:microsoft.com/office/officeart/2005/8/layout/hierarchy1"/>
    <dgm:cxn modelId="{3ADCEEC5-A806-4182-810B-2FE0CBC4EDFC}" type="presParOf" srcId="{1B0F8A84-25BE-4429-99EB-E974A5F8D62D}" destId="{E9FA17BF-06C1-4500-A095-E8697DCD4D31}" srcOrd="0" destOrd="0" presId="urn:microsoft.com/office/officeart/2005/8/layout/hierarchy1"/>
    <dgm:cxn modelId="{8894F762-4A18-481B-AD51-FCB12B2889BE}" type="presParOf" srcId="{1B0F8A84-25BE-4429-99EB-E974A5F8D62D}" destId="{1127E8C4-4D6F-405D-977F-74260D5DBB92}" srcOrd="1" destOrd="0" presId="urn:microsoft.com/office/officeart/2005/8/layout/hierarchy1"/>
    <dgm:cxn modelId="{4D06C91A-602A-498A-A40A-FE3B576DFB38}" type="presParOf" srcId="{1127E8C4-4D6F-405D-977F-74260D5DBB92}" destId="{D6627B1D-D795-4BF4-8AF0-E9E18FBF99C2}" srcOrd="0" destOrd="0" presId="urn:microsoft.com/office/officeart/2005/8/layout/hierarchy1"/>
    <dgm:cxn modelId="{3F8AB9F4-46A2-44FA-A230-663538E1920F}" type="presParOf" srcId="{D6627B1D-D795-4BF4-8AF0-E9E18FBF99C2}" destId="{EC5A0E0C-84BA-4E31-9CDB-C92CE679C384}" srcOrd="0" destOrd="0" presId="urn:microsoft.com/office/officeart/2005/8/layout/hierarchy1"/>
    <dgm:cxn modelId="{42754DFC-BFD6-4E88-8D6F-538BBC9B93C0}" type="presParOf" srcId="{D6627B1D-D795-4BF4-8AF0-E9E18FBF99C2}" destId="{6DAC2B36-62F7-485B-988C-1269399F5BEF}" srcOrd="1" destOrd="0" presId="urn:microsoft.com/office/officeart/2005/8/layout/hierarchy1"/>
    <dgm:cxn modelId="{FAF5EEE8-6AF8-43E9-A8B4-1B460762BBCC}" type="presParOf" srcId="{1127E8C4-4D6F-405D-977F-74260D5DBB92}" destId="{0AB7130E-D847-41A0-AFBA-3E69F898A77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DB13F8-73A9-4623-8B91-D0C13CEF83CD}" type="doc">
      <dgm:prSet loTypeId="urn:microsoft.com/office/officeart/2005/8/layout/matrix1" loCatId="matrix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67C13B5C-A8D1-47CB-92D7-25CDD37901C5}">
      <dgm:prSet phldrT="[Texto]"/>
      <dgm:spPr/>
      <dgm:t>
        <a:bodyPr/>
        <a:lstStyle/>
        <a:p>
          <a:r>
            <a:rPr lang="pt-BR" dirty="0" smtClean="0"/>
            <a:t>Peritos</a:t>
          </a:r>
          <a:endParaRPr lang="pt-BR" dirty="0"/>
        </a:p>
      </dgm:t>
    </dgm:pt>
    <dgm:pt modelId="{E171BB71-21E2-401A-B0E9-A5B7EDB7358F}" type="parTrans" cxnId="{C5B1C21B-B20C-4829-BCEB-156F75FAEE2B}">
      <dgm:prSet/>
      <dgm:spPr/>
      <dgm:t>
        <a:bodyPr/>
        <a:lstStyle/>
        <a:p>
          <a:endParaRPr lang="pt-BR"/>
        </a:p>
      </dgm:t>
    </dgm:pt>
    <dgm:pt modelId="{8EBB6337-D4C4-4B62-BEE8-9F0820EE7559}" type="sibTrans" cxnId="{C5B1C21B-B20C-4829-BCEB-156F75FAEE2B}">
      <dgm:prSet/>
      <dgm:spPr/>
      <dgm:t>
        <a:bodyPr/>
        <a:lstStyle/>
        <a:p>
          <a:endParaRPr lang="pt-BR"/>
        </a:p>
      </dgm:t>
    </dgm:pt>
    <dgm:pt modelId="{4C063B80-3523-43FB-A4CB-985E949C1954}">
      <dgm:prSet phldrT="[Texto]"/>
      <dgm:spPr/>
      <dgm:t>
        <a:bodyPr/>
        <a:lstStyle/>
        <a:p>
          <a:r>
            <a:rPr lang="pt-BR" dirty="0" smtClean="0"/>
            <a:t>Perito – assistente: contratado e indicado pela parte</a:t>
          </a:r>
          <a:endParaRPr lang="pt-BR" dirty="0"/>
        </a:p>
      </dgm:t>
    </dgm:pt>
    <dgm:pt modelId="{FE9C757D-A8E9-4AE3-AD3F-94A6DE5F967B}" type="parTrans" cxnId="{D762ACEB-8F2B-4BB5-B49C-F011F41E5308}">
      <dgm:prSet/>
      <dgm:spPr/>
      <dgm:t>
        <a:bodyPr/>
        <a:lstStyle/>
        <a:p>
          <a:endParaRPr lang="pt-BR"/>
        </a:p>
      </dgm:t>
    </dgm:pt>
    <dgm:pt modelId="{1B8E9613-49F3-497B-9579-FBF4226708CA}" type="sibTrans" cxnId="{D762ACEB-8F2B-4BB5-B49C-F011F41E5308}">
      <dgm:prSet/>
      <dgm:spPr/>
      <dgm:t>
        <a:bodyPr/>
        <a:lstStyle/>
        <a:p>
          <a:endParaRPr lang="pt-BR"/>
        </a:p>
      </dgm:t>
    </dgm:pt>
    <dgm:pt modelId="{01BDF1D2-5C9C-4D2A-B621-B0961F3C6DA8}">
      <dgm:prSet phldrT="[Texto]"/>
      <dgm:spPr/>
      <dgm:t>
        <a:bodyPr/>
        <a:lstStyle/>
        <a:p>
          <a:r>
            <a:rPr lang="pt-BR" dirty="0" smtClean="0"/>
            <a:t>Contador registrado; Exerce a atividade pericial; profundo conhecedor.</a:t>
          </a:r>
          <a:endParaRPr lang="pt-BR" dirty="0"/>
        </a:p>
      </dgm:t>
    </dgm:pt>
    <dgm:pt modelId="{19715941-77C7-40A8-B05E-66D8BD978EC1}" type="parTrans" cxnId="{079CB77D-CF8E-4B50-963D-52AF16C0D97D}">
      <dgm:prSet/>
      <dgm:spPr/>
      <dgm:t>
        <a:bodyPr/>
        <a:lstStyle/>
        <a:p>
          <a:endParaRPr lang="pt-BR"/>
        </a:p>
      </dgm:t>
    </dgm:pt>
    <dgm:pt modelId="{621E79B7-65E7-42BB-BE12-5CE1AE0C7881}" type="sibTrans" cxnId="{079CB77D-CF8E-4B50-963D-52AF16C0D97D}">
      <dgm:prSet/>
      <dgm:spPr/>
      <dgm:t>
        <a:bodyPr/>
        <a:lstStyle/>
        <a:p>
          <a:endParaRPr lang="pt-BR"/>
        </a:p>
      </dgm:t>
    </dgm:pt>
    <dgm:pt modelId="{9670C7DA-48D5-474A-B1EE-8ACD225BD276}">
      <dgm:prSet phldrT="[Texto]"/>
      <dgm:spPr/>
      <dgm:t>
        <a:bodyPr/>
        <a:lstStyle/>
        <a:p>
          <a:r>
            <a:rPr lang="pt-BR" dirty="0" smtClean="0"/>
            <a:t>Perito do Juízo: nomeado pelo juiz, árbitro ou autoridade</a:t>
          </a:r>
          <a:endParaRPr lang="pt-BR" dirty="0"/>
        </a:p>
      </dgm:t>
    </dgm:pt>
    <dgm:pt modelId="{9578AF30-5991-44D5-96F1-55B56BBE2DDF}" type="parTrans" cxnId="{BD5AB99A-37B0-4C8B-8CF7-4E140FCD202A}">
      <dgm:prSet/>
      <dgm:spPr/>
      <dgm:t>
        <a:bodyPr/>
        <a:lstStyle/>
        <a:p>
          <a:endParaRPr lang="pt-BR"/>
        </a:p>
      </dgm:t>
    </dgm:pt>
    <dgm:pt modelId="{788E4DB0-563F-4C1C-B614-2B104863559D}" type="sibTrans" cxnId="{BD5AB99A-37B0-4C8B-8CF7-4E140FCD202A}">
      <dgm:prSet/>
      <dgm:spPr/>
      <dgm:t>
        <a:bodyPr/>
        <a:lstStyle/>
        <a:p>
          <a:endParaRPr lang="pt-BR"/>
        </a:p>
      </dgm:t>
    </dgm:pt>
    <dgm:pt modelId="{01CE1461-2CBC-4FC9-BD14-DE0A0C6A0217}">
      <dgm:prSet phldrT="[Texto]"/>
      <dgm:spPr/>
      <dgm:t>
        <a:bodyPr/>
        <a:lstStyle/>
        <a:p>
          <a:r>
            <a:rPr lang="pt-BR" dirty="0" smtClean="0"/>
            <a:t>Perito Oficial: investido por lei; órgão especial (PF)</a:t>
          </a:r>
          <a:endParaRPr lang="pt-BR" dirty="0"/>
        </a:p>
      </dgm:t>
    </dgm:pt>
    <dgm:pt modelId="{88182531-5F21-4440-AD52-1FF1EEF0822E}" type="parTrans" cxnId="{EFD923AF-7132-4D09-92B7-E44EBAA725AB}">
      <dgm:prSet/>
      <dgm:spPr/>
      <dgm:t>
        <a:bodyPr/>
        <a:lstStyle/>
        <a:p>
          <a:endParaRPr lang="pt-BR"/>
        </a:p>
      </dgm:t>
    </dgm:pt>
    <dgm:pt modelId="{5553BFE0-0B2E-49D8-8C1A-DC20C47B39B2}" type="sibTrans" cxnId="{EFD923AF-7132-4D09-92B7-E44EBAA725AB}">
      <dgm:prSet/>
      <dgm:spPr/>
      <dgm:t>
        <a:bodyPr/>
        <a:lstStyle/>
        <a:p>
          <a:endParaRPr lang="pt-BR"/>
        </a:p>
      </dgm:t>
    </dgm:pt>
    <dgm:pt modelId="{4AC7272A-8E54-4F6F-A3CD-BBF7CAA022ED}" type="pres">
      <dgm:prSet presAssocID="{26DB13F8-73A9-4623-8B91-D0C13CEF83CD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B22CFEE9-24C6-4FAD-8F8F-7B9B844C9620}" type="pres">
      <dgm:prSet presAssocID="{26DB13F8-73A9-4623-8B91-D0C13CEF83CD}" presName="matrix" presStyleCnt="0"/>
      <dgm:spPr/>
    </dgm:pt>
    <dgm:pt modelId="{ECE3F849-5776-4864-8BFD-44ACF1F393D0}" type="pres">
      <dgm:prSet presAssocID="{26DB13F8-73A9-4623-8B91-D0C13CEF83CD}" presName="tile1" presStyleLbl="node1" presStyleIdx="0" presStyleCnt="4"/>
      <dgm:spPr/>
      <dgm:t>
        <a:bodyPr/>
        <a:lstStyle/>
        <a:p>
          <a:endParaRPr lang="pt-BR"/>
        </a:p>
      </dgm:t>
    </dgm:pt>
    <dgm:pt modelId="{CD3176C5-AFD1-4CE3-AF55-F2D448C7145A}" type="pres">
      <dgm:prSet presAssocID="{26DB13F8-73A9-4623-8B91-D0C13CEF83CD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51DE90B-F7BA-4A81-86B9-02619DB615DD}" type="pres">
      <dgm:prSet presAssocID="{26DB13F8-73A9-4623-8B91-D0C13CEF83CD}" presName="tile2" presStyleLbl="node1" presStyleIdx="1" presStyleCnt="4"/>
      <dgm:spPr/>
      <dgm:t>
        <a:bodyPr/>
        <a:lstStyle/>
        <a:p>
          <a:endParaRPr lang="pt-BR"/>
        </a:p>
      </dgm:t>
    </dgm:pt>
    <dgm:pt modelId="{22E6C8A3-E5F3-4091-A775-ED83663D4975}" type="pres">
      <dgm:prSet presAssocID="{26DB13F8-73A9-4623-8B91-D0C13CEF83CD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A25748B-03E9-4F25-878D-F56E6261FF09}" type="pres">
      <dgm:prSet presAssocID="{26DB13F8-73A9-4623-8B91-D0C13CEF83CD}" presName="tile3" presStyleLbl="node1" presStyleIdx="2" presStyleCnt="4"/>
      <dgm:spPr/>
      <dgm:t>
        <a:bodyPr/>
        <a:lstStyle/>
        <a:p>
          <a:endParaRPr lang="pt-BR"/>
        </a:p>
      </dgm:t>
    </dgm:pt>
    <dgm:pt modelId="{5BC596D4-CD87-4015-875A-5770BB0B93B8}" type="pres">
      <dgm:prSet presAssocID="{26DB13F8-73A9-4623-8B91-D0C13CEF83CD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98EB80-67C9-4ACD-9D48-0C1D311EA1E6}" type="pres">
      <dgm:prSet presAssocID="{26DB13F8-73A9-4623-8B91-D0C13CEF83CD}" presName="tile4" presStyleLbl="node1" presStyleIdx="3" presStyleCnt="4"/>
      <dgm:spPr/>
      <dgm:t>
        <a:bodyPr/>
        <a:lstStyle/>
        <a:p>
          <a:endParaRPr lang="pt-BR"/>
        </a:p>
      </dgm:t>
    </dgm:pt>
    <dgm:pt modelId="{458BC99F-91EF-46E0-AEDD-E20A19C39730}" type="pres">
      <dgm:prSet presAssocID="{26DB13F8-73A9-4623-8B91-D0C13CEF83CD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1523778-8E66-4727-9081-7386313B64F7}" type="pres">
      <dgm:prSet presAssocID="{26DB13F8-73A9-4623-8B91-D0C13CEF83CD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</dgm:ptLst>
  <dgm:cxnLst>
    <dgm:cxn modelId="{9012486B-84FD-41D9-82D0-AF8FCF8122A0}" type="presOf" srcId="{9670C7DA-48D5-474A-B1EE-8ACD225BD276}" destId="{FA25748B-03E9-4F25-878D-F56E6261FF09}" srcOrd="0" destOrd="0" presId="urn:microsoft.com/office/officeart/2005/8/layout/matrix1"/>
    <dgm:cxn modelId="{5B52C392-28CB-452B-91AA-032DA436E771}" type="presOf" srcId="{67C13B5C-A8D1-47CB-92D7-25CDD37901C5}" destId="{01523778-8E66-4727-9081-7386313B64F7}" srcOrd="0" destOrd="0" presId="urn:microsoft.com/office/officeart/2005/8/layout/matrix1"/>
    <dgm:cxn modelId="{7FECCF3C-9081-4AE7-B28E-A122BCE9E829}" type="presOf" srcId="{4C063B80-3523-43FB-A4CB-985E949C1954}" destId="{ECE3F849-5776-4864-8BFD-44ACF1F393D0}" srcOrd="0" destOrd="0" presId="urn:microsoft.com/office/officeart/2005/8/layout/matrix1"/>
    <dgm:cxn modelId="{E6D4A800-70C9-4E28-81D0-1F45D712BDD4}" type="presOf" srcId="{01CE1461-2CBC-4FC9-BD14-DE0A0C6A0217}" destId="{9598EB80-67C9-4ACD-9D48-0C1D311EA1E6}" srcOrd="0" destOrd="0" presId="urn:microsoft.com/office/officeart/2005/8/layout/matrix1"/>
    <dgm:cxn modelId="{EFD923AF-7132-4D09-92B7-E44EBAA725AB}" srcId="{67C13B5C-A8D1-47CB-92D7-25CDD37901C5}" destId="{01CE1461-2CBC-4FC9-BD14-DE0A0C6A0217}" srcOrd="3" destOrd="0" parTransId="{88182531-5F21-4440-AD52-1FF1EEF0822E}" sibTransId="{5553BFE0-0B2E-49D8-8C1A-DC20C47B39B2}"/>
    <dgm:cxn modelId="{BD5AB99A-37B0-4C8B-8CF7-4E140FCD202A}" srcId="{67C13B5C-A8D1-47CB-92D7-25CDD37901C5}" destId="{9670C7DA-48D5-474A-B1EE-8ACD225BD276}" srcOrd="2" destOrd="0" parTransId="{9578AF30-5991-44D5-96F1-55B56BBE2DDF}" sibTransId="{788E4DB0-563F-4C1C-B614-2B104863559D}"/>
    <dgm:cxn modelId="{305B618F-D34C-4412-BB57-2C2B32DEB5DD}" type="presOf" srcId="{01BDF1D2-5C9C-4D2A-B621-B0961F3C6DA8}" destId="{E51DE90B-F7BA-4A81-86B9-02619DB615DD}" srcOrd="0" destOrd="0" presId="urn:microsoft.com/office/officeart/2005/8/layout/matrix1"/>
    <dgm:cxn modelId="{F569784E-D476-413D-B11C-8821F770D912}" type="presOf" srcId="{01BDF1D2-5C9C-4D2A-B621-B0961F3C6DA8}" destId="{22E6C8A3-E5F3-4091-A775-ED83663D4975}" srcOrd="1" destOrd="0" presId="urn:microsoft.com/office/officeart/2005/8/layout/matrix1"/>
    <dgm:cxn modelId="{C5B1C21B-B20C-4829-BCEB-156F75FAEE2B}" srcId="{26DB13F8-73A9-4623-8B91-D0C13CEF83CD}" destId="{67C13B5C-A8D1-47CB-92D7-25CDD37901C5}" srcOrd="0" destOrd="0" parTransId="{E171BB71-21E2-401A-B0E9-A5B7EDB7358F}" sibTransId="{8EBB6337-D4C4-4B62-BEE8-9F0820EE7559}"/>
    <dgm:cxn modelId="{D762ACEB-8F2B-4BB5-B49C-F011F41E5308}" srcId="{67C13B5C-A8D1-47CB-92D7-25CDD37901C5}" destId="{4C063B80-3523-43FB-A4CB-985E949C1954}" srcOrd="0" destOrd="0" parTransId="{FE9C757D-A8E9-4AE3-AD3F-94A6DE5F967B}" sibTransId="{1B8E9613-49F3-497B-9579-FBF4226708CA}"/>
    <dgm:cxn modelId="{079CB77D-CF8E-4B50-963D-52AF16C0D97D}" srcId="{67C13B5C-A8D1-47CB-92D7-25CDD37901C5}" destId="{01BDF1D2-5C9C-4D2A-B621-B0961F3C6DA8}" srcOrd="1" destOrd="0" parTransId="{19715941-77C7-40A8-B05E-66D8BD978EC1}" sibTransId="{621E79B7-65E7-42BB-BE12-5CE1AE0C7881}"/>
    <dgm:cxn modelId="{D68AA05C-2885-442B-A3E0-527A39BD544C}" type="presOf" srcId="{01CE1461-2CBC-4FC9-BD14-DE0A0C6A0217}" destId="{458BC99F-91EF-46E0-AEDD-E20A19C39730}" srcOrd="1" destOrd="0" presId="urn:microsoft.com/office/officeart/2005/8/layout/matrix1"/>
    <dgm:cxn modelId="{FCBDC892-0AC1-4D87-874B-CA3933C95848}" type="presOf" srcId="{26DB13F8-73A9-4623-8B91-D0C13CEF83CD}" destId="{4AC7272A-8E54-4F6F-A3CD-BBF7CAA022ED}" srcOrd="0" destOrd="0" presId="urn:microsoft.com/office/officeart/2005/8/layout/matrix1"/>
    <dgm:cxn modelId="{F6466E60-D012-49FF-A584-9212D3D5F951}" type="presOf" srcId="{9670C7DA-48D5-474A-B1EE-8ACD225BD276}" destId="{5BC596D4-CD87-4015-875A-5770BB0B93B8}" srcOrd="1" destOrd="0" presId="urn:microsoft.com/office/officeart/2005/8/layout/matrix1"/>
    <dgm:cxn modelId="{B3A6F4DC-A344-4D5D-8E5E-59836951A227}" type="presOf" srcId="{4C063B80-3523-43FB-A4CB-985E949C1954}" destId="{CD3176C5-AFD1-4CE3-AF55-F2D448C7145A}" srcOrd="1" destOrd="0" presId="urn:microsoft.com/office/officeart/2005/8/layout/matrix1"/>
    <dgm:cxn modelId="{F28F0F33-9F0B-4559-AEC5-AE58D947BA44}" type="presParOf" srcId="{4AC7272A-8E54-4F6F-A3CD-BBF7CAA022ED}" destId="{B22CFEE9-24C6-4FAD-8F8F-7B9B844C9620}" srcOrd="0" destOrd="0" presId="urn:microsoft.com/office/officeart/2005/8/layout/matrix1"/>
    <dgm:cxn modelId="{76F640B2-F494-45A9-B9B5-2EFA05D92AF8}" type="presParOf" srcId="{B22CFEE9-24C6-4FAD-8F8F-7B9B844C9620}" destId="{ECE3F849-5776-4864-8BFD-44ACF1F393D0}" srcOrd="0" destOrd="0" presId="urn:microsoft.com/office/officeart/2005/8/layout/matrix1"/>
    <dgm:cxn modelId="{CDEED221-547B-4BD2-851E-51B079B47B91}" type="presParOf" srcId="{B22CFEE9-24C6-4FAD-8F8F-7B9B844C9620}" destId="{CD3176C5-AFD1-4CE3-AF55-F2D448C7145A}" srcOrd="1" destOrd="0" presId="urn:microsoft.com/office/officeart/2005/8/layout/matrix1"/>
    <dgm:cxn modelId="{851C74EF-1F6E-4A58-ADAD-7D68063A216E}" type="presParOf" srcId="{B22CFEE9-24C6-4FAD-8F8F-7B9B844C9620}" destId="{E51DE90B-F7BA-4A81-86B9-02619DB615DD}" srcOrd="2" destOrd="0" presId="urn:microsoft.com/office/officeart/2005/8/layout/matrix1"/>
    <dgm:cxn modelId="{2E2364FF-7954-40C3-B976-478D8264F988}" type="presParOf" srcId="{B22CFEE9-24C6-4FAD-8F8F-7B9B844C9620}" destId="{22E6C8A3-E5F3-4091-A775-ED83663D4975}" srcOrd="3" destOrd="0" presId="urn:microsoft.com/office/officeart/2005/8/layout/matrix1"/>
    <dgm:cxn modelId="{FE4016CD-D18B-4274-A16A-EB9A20DB0753}" type="presParOf" srcId="{B22CFEE9-24C6-4FAD-8F8F-7B9B844C9620}" destId="{FA25748B-03E9-4F25-878D-F56E6261FF09}" srcOrd="4" destOrd="0" presId="urn:microsoft.com/office/officeart/2005/8/layout/matrix1"/>
    <dgm:cxn modelId="{BC627235-566E-41B6-8F56-194589F419C0}" type="presParOf" srcId="{B22CFEE9-24C6-4FAD-8F8F-7B9B844C9620}" destId="{5BC596D4-CD87-4015-875A-5770BB0B93B8}" srcOrd="5" destOrd="0" presId="urn:microsoft.com/office/officeart/2005/8/layout/matrix1"/>
    <dgm:cxn modelId="{BFA9EFBA-4428-4E25-A51E-2B73A528FD82}" type="presParOf" srcId="{B22CFEE9-24C6-4FAD-8F8F-7B9B844C9620}" destId="{9598EB80-67C9-4ACD-9D48-0C1D311EA1E6}" srcOrd="6" destOrd="0" presId="urn:microsoft.com/office/officeart/2005/8/layout/matrix1"/>
    <dgm:cxn modelId="{90675A2A-0173-4A63-A931-ED1B399246E6}" type="presParOf" srcId="{B22CFEE9-24C6-4FAD-8F8F-7B9B844C9620}" destId="{458BC99F-91EF-46E0-AEDD-E20A19C39730}" srcOrd="7" destOrd="0" presId="urn:microsoft.com/office/officeart/2005/8/layout/matrix1"/>
    <dgm:cxn modelId="{B86B4DEE-E70D-4977-A8C1-6246C995D713}" type="presParOf" srcId="{4AC7272A-8E54-4F6F-A3CD-BBF7CAA022ED}" destId="{01523778-8E66-4727-9081-7386313B64F7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F2BE4A-3A0F-47DE-A785-2DC0DE68062B}" type="doc">
      <dgm:prSet loTypeId="urn:microsoft.com/office/officeart/2005/8/layout/hList6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E7EC6A81-E3EB-4B5D-B28A-F15E08EA0212}">
      <dgm:prSet phldrT="[Texto]"/>
      <dgm:spPr/>
      <dgm:t>
        <a:bodyPr/>
        <a:lstStyle/>
        <a:p>
          <a:r>
            <a:rPr lang="pt-BR" dirty="0" smtClean="0"/>
            <a:t>Perito do Juízo</a:t>
          </a:r>
          <a:endParaRPr lang="pt-BR" dirty="0"/>
        </a:p>
      </dgm:t>
    </dgm:pt>
    <dgm:pt modelId="{BB629E8D-B28A-4FDC-A42F-6D669B511ECE}" type="parTrans" cxnId="{07A4F6C9-F16E-4659-A4B0-E5F2D94E97CC}">
      <dgm:prSet/>
      <dgm:spPr/>
      <dgm:t>
        <a:bodyPr/>
        <a:lstStyle/>
        <a:p>
          <a:endParaRPr lang="pt-BR"/>
        </a:p>
      </dgm:t>
    </dgm:pt>
    <dgm:pt modelId="{B37F98F7-95C5-4AD5-B43C-A545D16E45C7}" type="sibTrans" cxnId="{07A4F6C9-F16E-4659-A4B0-E5F2D94E97CC}">
      <dgm:prSet/>
      <dgm:spPr/>
      <dgm:t>
        <a:bodyPr/>
        <a:lstStyle/>
        <a:p>
          <a:endParaRPr lang="pt-BR"/>
        </a:p>
      </dgm:t>
    </dgm:pt>
    <dgm:pt modelId="{350AC3C3-5500-49C5-ABEB-7C2D6ECD54FD}">
      <dgm:prSet phldrT="[Texto]"/>
      <dgm:spPr/>
      <dgm:t>
        <a:bodyPr/>
        <a:lstStyle/>
        <a:p>
          <a:r>
            <a:rPr lang="pt-BR" dirty="0" smtClean="0"/>
            <a:t>Laudo Pericial</a:t>
          </a:r>
          <a:endParaRPr lang="pt-BR" dirty="0"/>
        </a:p>
      </dgm:t>
    </dgm:pt>
    <dgm:pt modelId="{E0C63C10-119A-41D6-8735-D5CA80F567AB}" type="parTrans" cxnId="{AAF35118-4DCA-4F89-AE14-B8AE7BA0E9A1}">
      <dgm:prSet/>
      <dgm:spPr/>
      <dgm:t>
        <a:bodyPr/>
        <a:lstStyle/>
        <a:p>
          <a:endParaRPr lang="pt-BR"/>
        </a:p>
      </dgm:t>
    </dgm:pt>
    <dgm:pt modelId="{3B164C07-0AA3-49E9-802C-D97E967CDCFE}" type="sibTrans" cxnId="{AAF35118-4DCA-4F89-AE14-B8AE7BA0E9A1}">
      <dgm:prSet/>
      <dgm:spPr/>
      <dgm:t>
        <a:bodyPr/>
        <a:lstStyle/>
        <a:p>
          <a:endParaRPr lang="pt-BR"/>
        </a:p>
      </dgm:t>
    </dgm:pt>
    <dgm:pt modelId="{AD2A63F1-DD65-4FE2-9347-FF04C5EBB735}">
      <dgm:prSet phldrT="[Texto]"/>
      <dgm:spPr/>
      <dgm:t>
        <a:bodyPr/>
        <a:lstStyle/>
        <a:p>
          <a:r>
            <a:rPr lang="pt-BR" dirty="0" smtClean="0"/>
            <a:t>Perito-assistente</a:t>
          </a:r>
          <a:endParaRPr lang="pt-BR" dirty="0"/>
        </a:p>
      </dgm:t>
    </dgm:pt>
    <dgm:pt modelId="{D5416FBD-60E5-4D9B-9BF5-0ED957C6CDF2}" type="parTrans" cxnId="{FAB79334-1169-484A-A125-679AD5D7D358}">
      <dgm:prSet/>
      <dgm:spPr/>
      <dgm:t>
        <a:bodyPr/>
        <a:lstStyle/>
        <a:p>
          <a:endParaRPr lang="pt-BR"/>
        </a:p>
      </dgm:t>
    </dgm:pt>
    <dgm:pt modelId="{C81B03EC-0F3F-4E1A-B12E-768D7AEC8A52}" type="sibTrans" cxnId="{FAB79334-1169-484A-A125-679AD5D7D358}">
      <dgm:prSet/>
      <dgm:spPr/>
      <dgm:t>
        <a:bodyPr/>
        <a:lstStyle/>
        <a:p>
          <a:endParaRPr lang="pt-BR"/>
        </a:p>
      </dgm:t>
    </dgm:pt>
    <dgm:pt modelId="{173DE35A-FA93-4D16-A1DC-82D6146A5764}">
      <dgm:prSet phldrT="[Texto]"/>
      <dgm:spPr/>
      <dgm:t>
        <a:bodyPr/>
        <a:lstStyle/>
        <a:p>
          <a:r>
            <a:rPr lang="pt-BR" dirty="0" smtClean="0"/>
            <a:t>Parecer Técnico-Contábil</a:t>
          </a:r>
          <a:endParaRPr lang="pt-BR" dirty="0"/>
        </a:p>
      </dgm:t>
    </dgm:pt>
    <dgm:pt modelId="{471FEF68-F5B2-47F0-A8F6-663227C9A7F8}" type="parTrans" cxnId="{DF0B705D-6B58-48BA-887C-711685BDB6DF}">
      <dgm:prSet/>
      <dgm:spPr/>
      <dgm:t>
        <a:bodyPr/>
        <a:lstStyle/>
        <a:p>
          <a:endParaRPr lang="pt-BR"/>
        </a:p>
      </dgm:t>
    </dgm:pt>
    <dgm:pt modelId="{541C2880-DE65-445A-9E03-7F148F1D4A46}" type="sibTrans" cxnId="{DF0B705D-6B58-48BA-887C-711685BDB6DF}">
      <dgm:prSet/>
      <dgm:spPr/>
      <dgm:t>
        <a:bodyPr/>
        <a:lstStyle/>
        <a:p>
          <a:endParaRPr lang="pt-BR"/>
        </a:p>
      </dgm:t>
    </dgm:pt>
    <dgm:pt modelId="{596F641B-EA5E-4AF3-96D2-9AEC0A745162}" type="pres">
      <dgm:prSet presAssocID="{2EF2BE4A-3A0F-47DE-A785-2DC0DE68062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D72BF74-B7D0-4959-B769-0D53D3699BB2}" type="pres">
      <dgm:prSet presAssocID="{E7EC6A81-E3EB-4B5D-B28A-F15E08EA0212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819ECBC-9C58-40DF-A5F7-42291A26586E}" type="pres">
      <dgm:prSet presAssocID="{B37F98F7-95C5-4AD5-B43C-A545D16E45C7}" presName="sibTrans" presStyleCnt="0"/>
      <dgm:spPr/>
      <dgm:t>
        <a:bodyPr/>
        <a:lstStyle/>
        <a:p>
          <a:endParaRPr lang="pt-BR"/>
        </a:p>
      </dgm:t>
    </dgm:pt>
    <dgm:pt modelId="{D6815013-B200-4D34-9BA9-DEE5E5190184}" type="pres">
      <dgm:prSet presAssocID="{AD2A63F1-DD65-4FE2-9347-FF04C5EBB735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AB8BB292-D8DF-4CD1-B414-62E4889C00A0}" type="presOf" srcId="{350AC3C3-5500-49C5-ABEB-7C2D6ECD54FD}" destId="{7D72BF74-B7D0-4959-B769-0D53D3699BB2}" srcOrd="0" destOrd="1" presId="urn:microsoft.com/office/officeart/2005/8/layout/hList6"/>
    <dgm:cxn modelId="{DF0B705D-6B58-48BA-887C-711685BDB6DF}" srcId="{AD2A63F1-DD65-4FE2-9347-FF04C5EBB735}" destId="{173DE35A-FA93-4D16-A1DC-82D6146A5764}" srcOrd="0" destOrd="0" parTransId="{471FEF68-F5B2-47F0-A8F6-663227C9A7F8}" sibTransId="{541C2880-DE65-445A-9E03-7F148F1D4A46}"/>
    <dgm:cxn modelId="{AB192FD0-6FD5-4D0F-8E4C-BBED09029A08}" type="presOf" srcId="{AD2A63F1-DD65-4FE2-9347-FF04C5EBB735}" destId="{D6815013-B200-4D34-9BA9-DEE5E5190184}" srcOrd="0" destOrd="0" presId="urn:microsoft.com/office/officeart/2005/8/layout/hList6"/>
    <dgm:cxn modelId="{AAF35118-4DCA-4F89-AE14-B8AE7BA0E9A1}" srcId="{E7EC6A81-E3EB-4B5D-B28A-F15E08EA0212}" destId="{350AC3C3-5500-49C5-ABEB-7C2D6ECD54FD}" srcOrd="0" destOrd="0" parTransId="{E0C63C10-119A-41D6-8735-D5CA80F567AB}" sibTransId="{3B164C07-0AA3-49E9-802C-D97E967CDCFE}"/>
    <dgm:cxn modelId="{7148BAFC-7401-42A0-BCC4-AC25BB017374}" type="presOf" srcId="{E7EC6A81-E3EB-4B5D-B28A-F15E08EA0212}" destId="{7D72BF74-B7D0-4959-B769-0D53D3699BB2}" srcOrd="0" destOrd="0" presId="urn:microsoft.com/office/officeart/2005/8/layout/hList6"/>
    <dgm:cxn modelId="{FAB79334-1169-484A-A125-679AD5D7D358}" srcId="{2EF2BE4A-3A0F-47DE-A785-2DC0DE68062B}" destId="{AD2A63F1-DD65-4FE2-9347-FF04C5EBB735}" srcOrd="1" destOrd="0" parTransId="{D5416FBD-60E5-4D9B-9BF5-0ED957C6CDF2}" sibTransId="{C81B03EC-0F3F-4E1A-B12E-768D7AEC8A52}"/>
    <dgm:cxn modelId="{07A4F6C9-F16E-4659-A4B0-E5F2D94E97CC}" srcId="{2EF2BE4A-3A0F-47DE-A785-2DC0DE68062B}" destId="{E7EC6A81-E3EB-4B5D-B28A-F15E08EA0212}" srcOrd="0" destOrd="0" parTransId="{BB629E8D-B28A-4FDC-A42F-6D669B511ECE}" sibTransId="{B37F98F7-95C5-4AD5-B43C-A545D16E45C7}"/>
    <dgm:cxn modelId="{18768FB5-8AA3-46F5-BB11-41D6D054FB89}" type="presOf" srcId="{2EF2BE4A-3A0F-47DE-A785-2DC0DE68062B}" destId="{596F641B-EA5E-4AF3-96D2-9AEC0A745162}" srcOrd="0" destOrd="0" presId="urn:microsoft.com/office/officeart/2005/8/layout/hList6"/>
    <dgm:cxn modelId="{792BDBB3-1851-4253-873B-B726D53A6379}" type="presOf" srcId="{173DE35A-FA93-4D16-A1DC-82D6146A5764}" destId="{D6815013-B200-4D34-9BA9-DEE5E5190184}" srcOrd="0" destOrd="1" presId="urn:microsoft.com/office/officeart/2005/8/layout/hList6"/>
    <dgm:cxn modelId="{875EF422-D823-4CD5-83A6-3B86DE0C5F27}" type="presParOf" srcId="{596F641B-EA5E-4AF3-96D2-9AEC0A745162}" destId="{7D72BF74-B7D0-4959-B769-0D53D3699BB2}" srcOrd="0" destOrd="0" presId="urn:microsoft.com/office/officeart/2005/8/layout/hList6"/>
    <dgm:cxn modelId="{3F0C13F2-02D5-42C9-B602-08AEE38F49CC}" type="presParOf" srcId="{596F641B-EA5E-4AF3-96D2-9AEC0A745162}" destId="{5819ECBC-9C58-40DF-A5F7-42291A26586E}" srcOrd="1" destOrd="0" presId="urn:microsoft.com/office/officeart/2005/8/layout/hList6"/>
    <dgm:cxn modelId="{9140D947-5BEE-4162-BD3B-4D4821ED2F7D}" type="presParOf" srcId="{596F641B-EA5E-4AF3-96D2-9AEC0A745162}" destId="{D6815013-B200-4D34-9BA9-DEE5E5190184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A17BF-06C1-4500-A095-E8697DCD4D31}">
      <dsp:nvSpPr>
        <dsp:cNvPr id="0" name=""/>
        <dsp:cNvSpPr/>
      </dsp:nvSpPr>
      <dsp:spPr>
        <a:xfrm>
          <a:off x="5335666" y="2039018"/>
          <a:ext cx="91440" cy="3754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49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C13BA1-6653-4CAB-8969-2B26D820453B}">
      <dsp:nvSpPr>
        <dsp:cNvPr id="0" name=""/>
        <dsp:cNvSpPr/>
      </dsp:nvSpPr>
      <dsp:spPr>
        <a:xfrm>
          <a:off x="3803377" y="843676"/>
          <a:ext cx="1578009" cy="375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888"/>
              </a:lnTo>
              <a:lnTo>
                <a:pt x="1578009" y="255888"/>
              </a:lnTo>
              <a:lnTo>
                <a:pt x="1578009" y="37549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5BEBC5-4FF7-4D5D-8395-5CD93002BA48}">
      <dsp:nvSpPr>
        <dsp:cNvPr id="0" name=""/>
        <dsp:cNvSpPr/>
      </dsp:nvSpPr>
      <dsp:spPr>
        <a:xfrm>
          <a:off x="3757657" y="2039018"/>
          <a:ext cx="91440" cy="3754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49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7A2CA3-0B2F-4681-B0F5-C5587F62ABCC}">
      <dsp:nvSpPr>
        <dsp:cNvPr id="0" name=""/>
        <dsp:cNvSpPr/>
      </dsp:nvSpPr>
      <dsp:spPr>
        <a:xfrm>
          <a:off x="3757657" y="843676"/>
          <a:ext cx="91440" cy="3754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49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46AFF-CC9A-48C3-9956-D8AB4E7B9E4D}">
      <dsp:nvSpPr>
        <dsp:cNvPr id="0" name=""/>
        <dsp:cNvSpPr/>
      </dsp:nvSpPr>
      <dsp:spPr>
        <a:xfrm>
          <a:off x="2179647" y="2039018"/>
          <a:ext cx="91440" cy="3754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49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227CE-A65B-4C63-B28F-CAE325783C47}">
      <dsp:nvSpPr>
        <dsp:cNvPr id="0" name=""/>
        <dsp:cNvSpPr/>
      </dsp:nvSpPr>
      <dsp:spPr>
        <a:xfrm>
          <a:off x="2225367" y="843676"/>
          <a:ext cx="1578009" cy="375494"/>
        </a:xfrm>
        <a:custGeom>
          <a:avLst/>
          <a:gdLst/>
          <a:ahLst/>
          <a:cxnLst/>
          <a:rect l="0" t="0" r="0" b="0"/>
          <a:pathLst>
            <a:path>
              <a:moveTo>
                <a:pt x="1578009" y="0"/>
              </a:moveTo>
              <a:lnTo>
                <a:pt x="1578009" y="255888"/>
              </a:lnTo>
              <a:lnTo>
                <a:pt x="0" y="255888"/>
              </a:lnTo>
              <a:lnTo>
                <a:pt x="0" y="37549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948481-CB70-49C1-B649-08CEBF85020D}">
      <dsp:nvSpPr>
        <dsp:cNvPr id="0" name=""/>
        <dsp:cNvSpPr/>
      </dsp:nvSpPr>
      <dsp:spPr>
        <a:xfrm>
          <a:off x="601637" y="843676"/>
          <a:ext cx="91440" cy="3754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49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4DC29A-3F48-48B3-8012-12D7BC554E39}">
      <dsp:nvSpPr>
        <dsp:cNvPr id="0" name=""/>
        <dsp:cNvSpPr/>
      </dsp:nvSpPr>
      <dsp:spPr>
        <a:xfrm>
          <a:off x="1808" y="23828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5DEE5-401A-4998-B1F4-023D210C0CCD}">
      <dsp:nvSpPr>
        <dsp:cNvPr id="0" name=""/>
        <dsp:cNvSpPr/>
      </dsp:nvSpPr>
      <dsp:spPr>
        <a:xfrm>
          <a:off x="145263" y="160111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Judicial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169275" y="184123"/>
        <a:ext cx="1243074" cy="771823"/>
      </dsp:txXfrm>
    </dsp:sp>
    <dsp:sp modelId="{3452AC10-C23B-4FB6-884C-D96EEFB27C35}">
      <dsp:nvSpPr>
        <dsp:cNvPr id="0" name=""/>
        <dsp:cNvSpPr/>
      </dsp:nvSpPr>
      <dsp:spPr>
        <a:xfrm>
          <a:off x="1808" y="1219170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0F774-A95E-41AA-A665-5F012082DBB1}">
      <dsp:nvSpPr>
        <dsp:cNvPr id="0" name=""/>
        <dsp:cNvSpPr/>
      </dsp:nvSpPr>
      <dsp:spPr>
        <a:xfrm>
          <a:off x="145263" y="1355453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Poder Judiciário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169275" y="1379465"/>
        <a:ext cx="1243074" cy="771823"/>
      </dsp:txXfrm>
    </dsp:sp>
    <dsp:sp modelId="{79B108EB-0399-4EA7-B9B0-59E4DAD37EEB}">
      <dsp:nvSpPr>
        <dsp:cNvPr id="0" name=""/>
        <dsp:cNvSpPr/>
      </dsp:nvSpPr>
      <dsp:spPr>
        <a:xfrm>
          <a:off x="3157827" y="23828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1EFB2-6368-4CA2-905A-2F2F0987E376}">
      <dsp:nvSpPr>
        <dsp:cNvPr id="0" name=""/>
        <dsp:cNvSpPr/>
      </dsp:nvSpPr>
      <dsp:spPr>
        <a:xfrm>
          <a:off x="3301283" y="160111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Extrajudicial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3325295" y="184123"/>
        <a:ext cx="1243074" cy="771823"/>
      </dsp:txXfrm>
    </dsp:sp>
    <dsp:sp modelId="{766AA92E-6FB5-42E7-A2C0-C548C8983A55}">
      <dsp:nvSpPr>
        <dsp:cNvPr id="0" name=""/>
        <dsp:cNvSpPr/>
      </dsp:nvSpPr>
      <dsp:spPr>
        <a:xfrm>
          <a:off x="1579817" y="1219170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E67BF-9512-4ED5-9995-35D16C9E71A1}">
      <dsp:nvSpPr>
        <dsp:cNvPr id="0" name=""/>
        <dsp:cNvSpPr/>
      </dsp:nvSpPr>
      <dsp:spPr>
        <a:xfrm>
          <a:off x="1723273" y="1355453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Arbitral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1747285" y="1379465"/>
        <a:ext cx="1243074" cy="771823"/>
      </dsp:txXfrm>
    </dsp:sp>
    <dsp:sp modelId="{4D81F684-3EC5-4E8B-B663-87C256773898}">
      <dsp:nvSpPr>
        <dsp:cNvPr id="0" name=""/>
        <dsp:cNvSpPr/>
      </dsp:nvSpPr>
      <dsp:spPr>
        <a:xfrm>
          <a:off x="1579817" y="2414513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7D918-6D28-430F-B592-EB378AF211B5}">
      <dsp:nvSpPr>
        <dsp:cNvPr id="0" name=""/>
        <dsp:cNvSpPr/>
      </dsp:nvSpPr>
      <dsp:spPr>
        <a:xfrm>
          <a:off x="1723273" y="2550795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Lei da arbitragem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1747285" y="2574807"/>
        <a:ext cx="1243074" cy="771823"/>
      </dsp:txXfrm>
    </dsp:sp>
    <dsp:sp modelId="{39E9345F-4212-4EBE-B55A-E2B868374E9D}">
      <dsp:nvSpPr>
        <dsp:cNvPr id="0" name=""/>
        <dsp:cNvSpPr/>
      </dsp:nvSpPr>
      <dsp:spPr>
        <a:xfrm>
          <a:off x="3157827" y="1219170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37DDB-3480-4887-A916-BD01DB7A9E95}">
      <dsp:nvSpPr>
        <dsp:cNvPr id="0" name=""/>
        <dsp:cNvSpPr/>
      </dsp:nvSpPr>
      <dsp:spPr>
        <a:xfrm>
          <a:off x="3301283" y="1355453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Estatal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3325295" y="1379465"/>
        <a:ext cx="1243074" cy="771823"/>
      </dsp:txXfrm>
    </dsp:sp>
    <dsp:sp modelId="{C978C2D9-4243-405D-8D48-425EAF172200}">
      <dsp:nvSpPr>
        <dsp:cNvPr id="0" name=""/>
        <dsp:cNvSpPr/>
      </dsp:nvSpPr>
      <dsp:spPr>
        <a:xfrm>
          <a:off x="3157827" y="2414513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FC033-84C3-4E0E-8201-93535AE7CC52}">
      <dsp:nvSpPr>
        <dsp:cNvPr id="0" name=""/>
        <dsp:cNvSpPr/>
      </dsp:nvSpPr>
      <dsp:spPr>
        <a:xfrm>
          <a:off x="3301283" y="2550795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Controle do Estado: MP – PF - CPI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3325295" y="2574807"/>
        <a:ext cx="1243074" cy="771823"/>
      </dsp:txXfrm>
    </dsp:sp>
    <dsp:sp modelId="{49C1ACF2-08C6-4776-BA4A-D2BC0F3EA4D0}">
      <dsp:nvSpPr>
        <dsp:cNvPr id="0" name=""/>
        <dsp:cNvSpPr/>
      </dsp:nvSpPr>
      <dsp:spPr>
        <a:xfrm>
          <a:off x="4735837" y="1219170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F9E46-6F04-488A-A722-3ED37BE03074}">
      <dsp:nvSpPr>
        <dsp:cNvPr id="0" name=""/>
        <dsp:cNvSpPr/>
      </dsp:nvSpPr>
      <dsp:spPr>
        <a:xfrm>
          <a:off x="4879292" y="1355453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Voluntária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4903304" y="1379465"/>
        <a:ext cx="1243074" cy="771823"/>
      </dsp:txXfrm>
    </dsp:sp>
    <dsp:sp modelId="{EC5A0E0C-84BA-4E31-9CDB-C92CE679C384}">
      <dsp:nvSpPr>
        <dsp:cNvPr id="0" name=""/>
        <dsp:cNvSpPr/>
      </dsp:nvSpPr>
      <dsp:spPr>
        <a:xfrm>
          <a:off x="4735837" y="2414513"/>
          <a:ext cx="1291098" cy="8198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C2B36-62F7-485B-988C-1269399F5BEF}">
      <dsp:nvSpPr>
        <dsp:cNvPr id="0" name=""/>
        <dsp:cNvSpPr/>
      </dsp:nvSpPr>
      <dsp:spPr>
        <a:xfrm>
          <a:off x="4879292" y="2550795"/>
          <a:ext cx="1291098" cy="81984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Espontaneamente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4903304" y="2574807"/>
        <a:ext cx="1243074" cy="7718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3F849-5776-4864-8BFD-44ACF1F393D0}">
      <dsp:nvSpPr>
        <dsp:cNvPr id="0" name=""/>
        <dsp:cNvSpPr/>
      </dsp:nvSpPr>
      <dsp:spPr>
        <a:xfrm rot="16200000">
          <a:off x="694431" y="-694431"/>
          <a:ext cx="1697236" cy="3086099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smtClean="0"/>
            <a:t>Perito – assistente: contratado e indicado pela parte</a:t>
          </a:r>
          <a:endParaRPr lang="pt-BR" sz="2000" kern="1200" dirty="0"/>
        </a:p>
      </dsp:txBody>
      <dsp:txXfrm rot="5400000">
        <a:off x="0" y="0"/>
        <a:ext cx="3086099" cy="1272927"/>
      </dsp:txXfrm>
    </dsp:sp>
    <dsp:sp modelId="{E51DE90B-F7BA-4A81-86B9-02619DB615DD}">
      <dsp:nvSpPr>
        <dsp:cNvPr id="0" name=""/>
        <dsp:cNvSpPr/>
      </dsp:nvSpPr>
      <dsp:spPr>
        <a:xfrm>
          <a:off x="3086099" y="0"/>
          <a:ext cx="3086099" cy="1697236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smtClean="0"/>
            <a:t>Contador registrado; Exerce a atividade pericial; profundo conhecedor.</a:t>
          </a:r>
          <a:endParaRPr lang="pt-BR" sz="2000" kern="1200" dirty="0"/>
        </a:p>
      </dsp:txBody>
      <dsp:txXfrm>
        <a:off x="3086099" y="0"/>
        <a:ext cx="3086099" cy="1272927"/>
      </dsp:txXfrm>
    </dsp:sp>
    <dsp:sp modelId="{FA25748B-03E9-4F25-878D-F56E6261FF09}">
      <dsp:nvSpPr>
        <dsp:cNvPr id="0" name=""/>
        <dsp:cNvSpPr/>
      </dsp:nvSpPr>
      <dsp:spPr>
        <a:xfrm rot="10800000">
          <a:off x="0" y="1697236"/>
          <a:ext cx="3086099" cy="1697236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smtClean="0"/>
            <a:t>Perito do Juízo: nomeado pelo juiz, árbitro ou autoridade</a:t>
          </a:r>
          <a:endParaRPr lang="pt-BR" sz="2000" kern="1200" dirty="0"/>
        </a:p>
      </dsp:txBody>
      <dsp:txXfrm rot="10800000">
        <a:off x="0" y="2121544"/>
        <a:ext cx="3086099" cy="1272927"/>
      </dsp:txXfrm>
    </dsp:sp>
    <dsp:sp modelId="{9598EB80-67C9-4ACD-9D48-0C1D311EA1E6}">
      <dsp:nvSpPr>
        <dsp:cNvPr id="0" name=""/>
        <dsp:cNvSpPr/>
      </dsp:nvSpPr>
      <dsp:spPr>
        <a:xfrm rot="5400000">
          <a:off x="3780531" y="1002804"/>
          <a:ext cx="1697236" cy="3086099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smtClean="0"/>
            <a:t>Perito Oficial: investido por lei; órgão especial (PF)</a:t>
          </a:r>
          <a:endParaRPr lang="pt-BR" sz="2000" kern="1200" dirty="0"/>
        </a:p>
      </dsp:txBody>
      <dsp:txXfrm rot="-5400000">
        <a:off x="3086100" y="2121544"/>
        <a:ext cx="3086099" cy="1272927"/>
      </dsp:txXfrm>
    </dsp:sp>
    <dsp:sp modelId="{01523778-8E66-4727-9081-7386313B64F7}">
      <dsp:nvSpPr>
        <dsp:cNvPr id="0" name=""/>
        <dsp:cNvSpPr/>
      </dsp:nvSpPr>
      <dsp:spPr>
        <a:xfrm>
          <a:off x="2160269" y="1272927"/>
          <a:ext cx="1851660" cy="848618"/>
        </a:xfrm>
        <a:prstGeom prst="roundRect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smtClean="0"/>
            <a:t>Peritos</a:t>
          </a:r>
          <a:endParaRPr lang="pt-BR" sz="2000" kern="1200" dirty="0"/>
        </a:p>
      </dsp:txBody>
      <dsp:txXfrm>
        <a:off x="2201695" y="1314353"/>
        <a:ext cx="1768808" cy="7657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DA448-96A9-4F60-9B6C-549998769950}">
      <dsp:nvSpPr>
        <dsp:cNvPr id="0" name=""/>
        <dsp:cNvSpPr/>
      </dsp:nvSpPr>
      <dsp:spPr>
        <a:xfrm>
          <a:off x="2411633" y="2032000"/>
          <a:ext cx="367177" cy="174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588" y="0"/>
              </a:lnTo>
              <a:lnTo>
                <a:pt x="183588" y="1749129"/>
              </a:lnTo>
              <a:lnTo>
                <a:pt x="367177" y="1749129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4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550540" y="2861883"/>
        <a:ext cx="89362" cy="89362"/>
      </dsp:txXfrm>
    </dsp:sp>
    <dsp:sp modelId="{0BD9DA9C-E781-4D15-B03F-3F4BD0DB8322}">
      <dsp:nvSpPr>
        <dsp:cNvPr id="0" name=""/>
        <dsp:cNvSpPr/>
      </dsp:nvSpPr>
      <dsp:spPr>
        <a:xfrm>
          <a:off x="2411633" y="2032000"/>
          <a:ext cx="367177" cy="10494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588" y="0"/>
              </a:lnTo>
              <a:lnTo>
                <a:pt x="183588" y="1049477"/>
              </a:lnTo>
              <a:lnTo>
                <a:pt x="367177" y="1049477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4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567425" y="2528942"/>
        <a:ext cx="55592" cy="55592"/>
      </dsp:txXfrm>
    </dsp:sp>
    <dsp:sp modelId="{194A4D9C-B13F-41A6-AFFB-E84CC60C47CF}">
      <dsp:nvSpPr>
        <dsp:cNvPr id="0" name=""/>
        <dsp:cNvSpPr/>
      </dsp:nvSpPr>
      <dsp:spPr>
        <a:xfrm>
          <a:off x="2411633" y="2032000"/>
          <a:ext cx="367177" cy="349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588" y="0"/>
              </a:lnTo>
              <a:lnTo>
                <a:pt x="183588" y="349825"/>
              </a:lnTo>
              <a:lnTo>
                <a:pt x="367177" y="349825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4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582543" y="2194234"/>
        <a:ext cx="25357" cy="25357"/>
      </dsp:txXfrm>
    </dsp:sp>
    <dsp:sp modelId="{D17F7C98-160D-420B-B385-A5AB48988F59}">
      <dsp:nvSpPr>
        <dsp:cNvPr id="0" name=""/>
        <dsp:cNvSpPr/>
      </dsp:nvSpPr>
      <dsp:spPr>
        <a:xfrm>
          <a:off x="2411633" y="1682174"/>
          <a:ext cx="367177" cy="349825"/>
        </a:xfrm>
        <a:custGeom>
          <a:avLst/>
          <a:gdLst/>
          <a:ahLst/>
          <a:cxnLst/>
          <a:rect l="0" t="0" r="0" b="0"/>
          <a:pathLst>
            <a:path>
              <a:moveTo>
                <a:pt x="0" y="349825"/>
              </a:moveTo>
              <a:lnTo>
                <a:pt x="183588" y="349825"/>
              </a:lnTo>
              <a:lnTo>
                <a:pt x="183588" y="0"/>
              </a:lnTo>
              <a:lnTo>
                <a:pt x="367177" y="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4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582543" y="1844408"/>
        <a:ext cx="25357" cy="25357"/>
      </dsp:txXfrm>
    </dsp:sp>
    <dsp:sp modelId="{0B1921B4-4F84-422C-A58E-A491FD329377}">
      <dsp:nvSpPr>
        <dsp:cNvPr id="0" name=""/>
        <dsp:cNvSpPr/>
      </dsp:nvSpPr>
      <dsp:spPr>
        <a:xfrm>
          <a:off x="2411633" y="982522"/>
          <a:ext cx="367177" cy="1049477"/>
        </a:xfrm>
        <a:custGeom>
          <a:avLst/>
          <a:gdLst/>
          <a:ahLst/>
          <a:cxnLst/>
          <a:rect l="0" t="0" r="0" b="0"/>
          <a:pathLst>
            <a:path>
              <a:moveTo>
                <a:pt x="0" y="1049477"/>
              </a:moveTo>
              <a:lnTo>
                <a:pt x="183588" y="1049477"/>
              </a:lnTo>
              <a:lnTo>
                <a:pt x="183588" y="0"/>
              </a:lnTo>
              <a:lnTo>
                <a:pt x="367177" y="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4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567425" y="1479464"/>
        <a:ext cx="55592" cy="55592"/>
      </dsp:txXfrm>
    </dsp:sp>
    <dsp:sp modelId="{15D6A747-B625-4CFE-853F-A54E1BE876C0}">
      <dsp:nvSpPr>
        <dsp:cNvPr id="0" name=""/>
        <dsp:cNvSpPr/>
      </dsp:nvSpPr>
      <dsp:spPr>
        <a:xfrm>
          <a:off x="2411633" y="282870"/>
          <a:ext cx="367177" cy="1749129"/>
        </a:xfrm>
        <a:custGeom>
          <a:avLst/>
          <a:gdLst/>
          <a:ahLst/>
          <a:cxnLst/>
          <a:rect l="0" t="0" r="0" b="0"/>
          <a:pathLst>
            <a:path>
              <a:moveTo>
                <a:pt x="0" y="1749129"/>
              </a:moveTo>
              <a:lnTo>
                <a:pt x="183588" y="1749129"/>
              </a:lnTo>
              <a:lnTo>
                <a:pt x="183588" y="0"/>
              </a:lnTo>
              <a:lnTo>
                <a:pt x="367177" y="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4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550540" y="1112754"/>
        <a:ext cx="89362" cy="89362"/>
      </dsp:txXfrm>
    </dsp:sp>
    <dsp:sp modelId="{2D07A0D4-1617-4674-8F0D-E5ECE4AF45C5}">
      <dsp:nvSpPr>
        <dsp:cNvPr id="0" name=""/>
        <dsp:cNvSpPr/>
      </dsp:nvSpPr>
      <dsp:spPr>
        <a:xfrm rot="16200000">
          <a:off x="658822" y="1752139"/>
          <a:ext cx="2945901" cy="5597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Honorários</a:t>
          </a:r>
          <a:endParaRPr lang="pt-BR" sz="24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658822" y="1752139"/>
        <a:ext cx="2945901" cy="559721"/>
      </dsp:txXfrm>
    </dsp:sp>
    <dsp:sp modelId="{7DAB0312-A1FA-45BC-9E2F-3F4F540A2CCF}">
      <dsp:nvSpPr>
        <dsp:cNvPr id="0" name=""/>
        <dsp:cNvSpPr/>
      </dsp:nvSpPr>
      <dsp:spPr>
        <a:xfrm>
          <a:off x="2778810" y="3010"/>
          <a:ext cx="1835885" cy="5597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Relevância</a:t>
          </a:r>
          <a:endParaRPr lang="pt-BR" sz="24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778810" y="3010"/>
        <a:ext cx="1835885" cy="559721"/>
      </dsp:txXfrm>
    </dsp:sp>
    <dsp:sp modelId="{65990537-3F87-4DB9-8E6E-F934E2989256}">
      <dsp:nvSpPr>
        <dsp:cNvPr id="0" name=""/>
        <dsp:cNvSpPr/>
      </dsp:nvSpPr>
      <dsp:spPr>
        <a:xfrm>
          <a:off x="2778810" y="702661"/>
          <a:ext cx="1835885" cy="5597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Vulto</a:t>
          </a:r>
          <a:endParaRPr lang="pt-BR" sz="24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778810" y="702661"/>
        <a:ext cx="1835885" cy="559721"/>
      </dsp:txXfrm>
    </dsp:sp>
    <dsp:sp modelId="{7AE62C24-558E-4B82-B2C8-4D6DF7CC359C}">
      <dsp:nvSpPr>
        <dsp:cNvPr id="0" name=""/>
        <dsp:cNvSpPr/>
      </dsp:nvSpPr>
      <dsp:spPr>
        <a:xfrm>
          <a:off x="2778810" y="1402313"/>
          <a:ext cx="1835885" cy="5597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Risco</a:t>
          </a:r>
          <a:endParaRPr lang="pt-BR" sz="24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778810" y="1402313"/>
        <a:ext cx="1835885" cy="559721"/>
      </dsp:txXfrm>
    </dsp:sp>
    <dsp:sp modelId="{12072C14-7029-48B9-9891-6092459934A0}">
      <dsp:nvSpPr>
        <dsp:cNvPr id="0" name=""/>
        <dsp:cNvSpPr/>
      </dsp:nvSpPr>
      <dsp:spPr>
        <a:xfrm>
          <a:off x="2778810" y="2101965"/>
          <a:ext cx="1835885" cy="5597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Complexidade</a:t>
          </a:r>
          <a:endParaRPr lang="pt-BR" sz="24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778810" y="2101965"/>
        <a:ext cx="1835885" cy="559721"/>
      </dsp:txXfrm>
    </dsp:sp>
    <dsp:sp modelId="{0A64D4A8-C1B3-40E1-9D7F-C0C5E7EB9325}">
      <dsp:nvSpPr>
        <dsp:cNvPr id="0" name=""/>
        <dsp:cNvSpPr/>
      </dsp:nvSpPr>
      <dsp:spPr>
        <a:xfrm>
          <a:off x="2778810" y="2801616"/>
          <a:ext cx="1835885" cy="5597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Horas</a:t>
          </a:r>
          <a:endParaRPr lang="pt-BR" sz="24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778810" y="2801616"/>
        <a:ext cx="1835885" cy="559721"/>
      </dsp:txXfrm>
    </dsp:sp>
    <dsp:sp modelId="{1BC54BEA-A25C-4129-8AD9-5E51B61FC85D}">
      <dsp:nvSpPr>
        <dsp:cNvPr id="0" name=""/>
        <dsp:cNvSpPr/>
      </dsp:nvSpPr>
      <dsp:spPr>
        <a:xfrm>
          <a:off x="2778810" y="3501268"/>
          <a:ext cx="1835885" cy="5597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err="1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Etc</a:t>
          </a:r>
          <a:endParaRPr lang="pt-BR" sz="24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778810" y="3501268"/>
        <a:ext cx="1835885" cy="5597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A17BF-06C1-4500-A095-E8697DCD4D31}">
      <dsp:nvSpPr>
        <dsp:cNvPr id="0" name=""/>
        <dsp:cNvSpPr/>
      </dsp:nvSpPr>
      <dsp:spPr>
        <a:xfrm>
          <a:off x="7129462" y="2718691"/>
          <a:ext cx="91440" cy="5006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0659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C13BA1-6653-4CAB-8969-2B26D820453B}">
      <dsp:nvSpPr>
        <dsp:cNvPr id="0" name=""/>
        <dsp:cNvSpPr/>
      </dsp:nvSpPr>
      <dsp:spPr>
        <a:xfrm>
          <a:off x="5071169" y="1124901"/>
          <a:ext cx="2104012" cy="500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184"/>
              </a:lnTo>
              <a:lnTo>
                <a:pt x="2104012" y="341184"/>
              </a:lnTo>
              <a:lnTo>
                <a:pt x="2104012" y="500659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5BEBC5-4FF7-4D5D-8395-5CD93002BA48}">
      <dsp:nvSpPr>
        <dsp:cNvPr id="0" name=""/>
        <dsp:cNvSpPr/>
      </dsp:nvSpPr>
      <dsp:spPr>
        <a:xfrm>
          <a:off x="5025449" y="2718691"/>
          <a:ext cx="91440" cy="5006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0659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7A2CA3-0B2F-4681-B0F5-C5587F62ABCC}">
      <dsp:nvSpPr>
        <dsp:cNvPr id="0" name=""/>
        <dsp:cNvSpPr/>
      </dsp:nvSpPr>
      <dsp:spPr>
        <a:xfrm>
          <a:off x="5025449" y="1124901"/>
          <a:ext cx="91440" cy="5006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0659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46AFF-CC9A-48C3-9956-D8AB4E7B9E4D}">
      <dsp:nvSpPr>
        <dsp:cNvPr id="0" name=""/>
        <dsp:cNvSpPr/>
      </dsp:nvSpPr>
      <dsp:spPr>
        <a:xfrm>
          <a:off x="2921436" y="2718691"/>
          <a:ext cx="91440" cy="5006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0659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227CE-A65B-4C63-B28F-CAE325783C47}">
      <dsp:nvSpPr>
        <dsp:cNvPr id="0" name=""/>
        <dsp:cNvSpPr/>
      </dsp:nvSpPr>
      <dsp:spPr>
        <a:xfrm>
          <a:off x="2967156" y="1124901"/>
          <a:ext cx="2104012" cy="500659"/>
        </a:xfrm>
        <a:custGeom>
          <a:avLst/>
          <a:gdLst/>
          <a:ahLst/>
          <a:cxnLst/>
          <a:rect l="0" t="0" r="0" b="0"/>
          <a:pathLst>
            <a:path>
              <a:moveTo>
                <a:pt x="2104012" y="0"/>
              </a:moveTo>
              <a:lnTo>
                <a:pt x="2104012" y="341184"/>
              </a:lnTo>
              <a:lnTo>
                <a:pt x="0" y="341184"/>
              </a:lnTo>
              <a:lnTo>
                <a:pt x="0" y="500659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948481-CB70-49C1-B649-08CEBF85020D}">
      <dsp:nvSpPr>
        <dsp:cNvPr id="0" name=""/>
        <dsp:cNvSpPr/>
      </dsp:nvSpPr>
      <dsp:spPr>
        <a:xfrm>
          <a:off x="817423" y="1124901"/>
          <a:ext cx="91440" cy="5006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0659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4DC29A-3F48-48B3-8012-12D7BC554E39}">
      <dsp:nvSpPr>
        <dsp:cNvPr id="0" name=""/>
        <dsp:cNvSpPr/>
      </dsp:nvSpPr>
      <dsp:spPr>
        <a:xfrm>
          <a:off x="2411" y="317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5DEE5-401A-4998-B1F4-023D210C0CCD}">
      <dsp:nvSpPr>
        <dsp:cNvPr id="0" name=""/>
        <dsp:cNvSpPr/>
      </dsp:nvSpPr>
      <dsp:spPr>
        <a:xfrm>
          <a:off x="193684" y="21348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Judicial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225701" y="245498"/>
        <a:ext cx="1657431" cy="1029096"/>
      </dsp:txXfrm>
    </dsp:sp>
    <dsp:sp modelId="{3452AC10-C23B-4FB6-884C-D96EEFB27C35}">
      <dsp:nvSpPr>
        <dsp:cNvPr id="0" name=""/>
        <dsp:cNvSpPr/>
      </dsp:nvSpPr>
      <dsp:spPr>
        <a:xfrm>
          <a:off x="2411" y="162556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0F774-A95E-41AA-A665-5F012082DBB1}">
      <dsp:nvSpPr>
        <dsp:cNvPr id="0" name=""/>
        <dsp:cNvSpPr/>
      </dsp:nvSpPr>
      <dsp:spPr>
        <a:xfrm>
          <a:off x="193684" y="180727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Poder Judiciário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225701" y="1839288"/>
        <a:ext cx="1657431" cy="1029096"/>
      </dsp:txXfrm>
    </dsp:sp>
    <dsp:sp modelId="{79B108EB-0399-4EA7-B9B0-59E4DAD37EEB}">
      <dsp:nvSpPr>
        <dsp:cNvPr id="0" name=""/>
        <dsp:cNvSpPr/>
      </dsp:nvSpPr>
      <dsp:spPr>
        <a:xfrm>
          <a:off x="4210436" y="317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1EFB2-6368-4CA2-905A-2F2F0987E376}">
      <dsp:nvSpPr>
        <dsp:cNvPr id="0" name=""/>
        <dsp:cNvSpPr/>
      </dsp:nvSpPr>
      <dsp:spPr>
        <a:xfrm>
          <a:off x="4401710" y="21348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Perícia Extrajudicial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4433727" y="245498"/>
        <a:ext cx="1657431" cy="1029096"/>
      </dsp:txXfrm>
    </dsp:sp>
    <dsp:sp modelId="{766AA92E-6FB5-42E7-A2C0-C548C8983A55}">
      <dsp:nvSpPr>
        <dsp:cNvPr id="0" name=""/>
        <dsp:cNvSpPr/>
      </dsp:nvSpPr>
      <dsp:spPr>
        <a:xfrm>
          <a:off x="2106423" y="162556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E67BF-9512-4ED5-9995-35D16C9E71A1}">
      <dsp:nvSpPr>
        <dsp:cNvPr id="0" name=""/>
        <dsp:cNvSpPr/>
      </dsp:nvSpPr>
      <dsp:spPr>
        <a:xfrm>
          <a:off x="2297697" y="180727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Arbitral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2329714" y="1839288"/>
        <a:ext cx="1657431" cy="1029096"/>
      </dsp:txXfrm>
    </dsp:sp>
    <dsp:sp modelId="{4D81F684-3EC5-4E8B-B663-87C256773898}">
      <dsp:nvSpPr>
        <dsp:cNvPr id="0" name=""/>
        <dsp:cNvSpPr/>
      </dsp:nvSpPr>
      <dsp:spPr>
        <a:xfrm>
          <a:off x="2106423" y="321935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7D918-6D28-430F-B592-EB378AF211B5}">
      <dsp:nvSpPr>
        <dsp:cNvPr id="0" name=""/>
        <dsp:cNvSpPr/>
      </dsp:nvSpPr>
      <dsp:spPr>
        <a:xfrm>
          <a:off x="2297697" y="340106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Lei da arbitragem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2329714" y="3433078"/>
        <a:ext cx="1657431" cy="1029096"/>
      </dsp:txXfrm>
    </dsp:sp>
    <dsp:sp modelId="{39E9345F-4212-4EBE-B55A-E2B868374E9D}">
      <dsp:nvSpPr>
        <dsp:cNvPr id="0" name=""/>
        <dsp:cNvSpPr/>
      </dsp:nvSpPr>
      <dsp:spPr>
        <a:xfrm>
          <a:off x="4210436" y="162556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37DDB-3480-4887-A916-BD01DB7A9E95}">
      <dsp:nvSpPr>
        <dsp:cNvPr id="0" name=""/>
        <dsp:cNvSpPr/>
      </dsp:nvSpPr>
      <dsp:spPr>
        <a:xfrm>
          <a:off x="4401710" y="180727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Estatal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4433727" y="1839288"/>
        <a:ext cx="1657431" cy="1029096"/>
      </dsp:txXfrm>
    </dsp:sp>
    <dsp:sp modelId="{C978C2D9-4243-405D-8D48-425EAF172200}">
      <dsp:nvSpPr>
        <dsp:cNvPr id="0" name=""/>
        <dsp:cNvSpPr/>
      </dsp:nvSpPr>
      <dsp:spPr>
        <a:xfrm>
          <a:off x="4210436" y="321935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FC033-84C3-4E0E-8201-93535AE7CC52}">
      <dsp:nvSpPr>
        <dsp:cNvPr id="0" name=""/>
        <dsp:cNvSpPr/>
      </dsp:nvSpPr>
      <dsp:spPr>
        <a:xfrm>
          <a:off x="4401710" y="340106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Controle do Estado: MP – PF - CPI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4433727" y="3433078"/>
        <a:ext cx="1657431" cy="1029096"/>
      </dsp:txXfrm>
    </dsp:sp>
    <dsp:sp modelId="{49C1ACF2-08C6-4776-BA4A-D2BC0F3EA4D0}">
      <dsp:nvSpPr>
        <dsp:cNvPr id="0" name=""/>
        <dsp:cNvSpPr/>
      </dsp:nvSpPr>
      <dsp:spPr>
        <a:xfrm>
          <a:off x="6314449" y="162556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F9E46-6F04-488A-A722-3ED37BE03074}">
      <dsp:nvSpPr>
        <dsp:cNvPr id="0" name=""/>
        <dsp:cNvSpPr/>
      </dsp:nvSpPr>
      <dsp:spPr>
        <a:xfrm>
          <a:off x="6505723" y="180727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Voluntária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6537740" y="1839288"/>
        <a:ext cx="1657431" cy="1029096"/>
      </dsp:txXfrm>
    </dsp:sp>
    <dsp:sp modelId="{EC5A0E0C-84BA-4E31-9CDB-C92CE679C384}">
      <dsp:nvSpPr>
        <dsp:cNvPr id="0" name=""/>
        <dsp:cNvSpPr/>
      </dsp:nvSpPr>
      <dsp:spPr>
        <a:xfrm>
          <a:off x="6314449" y="321935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C2B36-62F7-485B-988C-1269399F5BEF}">
      <dsp:nvSpPr>
        <dsp:cNvPr id="0" name=""/>
        <dsp:cNvSpPr/>
      </dsp:nvSpPr>
      <dsp:spPr>
        <a:xfrm>
          <a:off x="6505723" y="340106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Espontaneamente</a:t>
          </a:r>
          <a:endParaRPr lang="pt-BR" sz="1800" kern="1200" dirty="0">
            <a:latin typeface="Verdana" pitchFamily="34" charset="0"/>
            <a:ea typeface="Verdana" pitchFamily="34" charset="0"/>
            <a:cs typeface="Verdana" pitchFamily="34" charset="0"/>
          </a:endParaRPr>
        </a:p>
      </dsp:txBody>
      <dsp:txXfrm>
        <a:off x="6537740" y="3433078"/>
        <a:ext cx="1657431" cy="10290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3F849-5776-4864-8BFD-44ACF1F393D0}">
      <dsp:nvSpPr>
        <dsp:cNvPr id="0" name=""/>
        <dsp:cNvSpPr/>
      </dsp:nvSpPr>
      <dsp:spPr>
        <a:xfrm rot="16200000">
          <a:off x="925909" y="-925909"/>
          <a:ext cx="2262981" cy="4114800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700" kern="1200" dirty="0" smtClean="0"/>
            <a:t>Perito – assistente: contratado e indicado pela parte</a:t>
          </a:r>
          <a:endParaRPr lang="pt-BR" sz="2700" kern="1200" dirty="0"/>
        </a:p>
      </dsp:txBody>
      <dsp:txXfrm rot="5400000">
        <a:off x="-1" y="1"/>
        <a:ext cx="4114800" cy="1697236"/>
      </dsp:txXfrm>
    </dsp:sp>
    <dsp:sp modelId="{E51DE90B-F7BA-4A81-86B9-02619DB615DD}">
      <dsp:nvSpPr>
        <dsp:cNvPr id="0" name=""/>
        <dsp:cNvSpPr/>
      </dsp:nvSpPr>
      <dsp:spPr>
        <a:xfrm>
          <a:off x="4114800" y="0"/>
          <a:ext cx="4114800" cy="2262981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700" kern="1200" dirty="0" smtClean="0"/>
            <a:t>Contador registrado; Exerce a atividade pericial; profundo conhecedor.</a:t>
          </a:r>
          <a:endParaRPr lang="pt-BR" sz="2700" kern="1200" dirty="0"/>
        </a:p>
      </dsp:txBody>
      <dsp:txXfrm>
        <a:off x="4114800" y="0"/>
        <a:ext cx="4114800" cy="1697236"/>
      </dsp:txXfrm>
    </dsp:sp>
    <dsp:sp modelId="{FA25748B-03E9-4F25-878D-F56E6261FF09}">
      <dsp:nvSpPr>
        <dsp:cNvPr id="0" name=""/>
        <dsp:cNvSpPr/>
      </dsp:nvSpPr>
      <dsp:spPr>
        <a:xfrm rot="10800000">
          <a:off x="0" y="2262981"/>
          <a:ext cx="4114800" cy="2262981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700" kern="1200" dirty="0" smtClean="0"/>
            <a:t>Perito do Juízo: nomeado pelo juiz, árbitro ou autoridade</a:t>
          </a:r>
          <a:endParaRPr lang="pt-BR" sz="2700" kern="1200" dirty="0"/>
        </a:p>
      </dsp:txBody>
      <dsp:txXfrm rot="10800000">
        <a:off x="0" y="2828726"/>
        <a:ext cx="4114800" cy="1697236"/>
      </dsp:txXfrm>
    </dsp:sp>
    <dsp:sp modelId="{9598EB80-67C9-4ACD-9D48-0C1D311EA1E6}">
      <dsp:nvSpPr>
        <dsp:cNvPr id="0" name=""/>
        <dsp:cNvSpPr/>
      </dsp:nvSpPr>
      <dsp:spPr>
        <a:xfrm rot="5400000">
          <a:off x="5040709" y="1337072"/>
          <a:ext cx="2262981" cy="4114800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700" kern="1200" dirty="0" smtClean="0"/>
            <a:t>Perito Oficial: investido por lei; órgão especial (PF)</a:t>
          </a:r>
          <a:endParaRPr lang="pt-BR" sz="2700" kern="1200" dirty="0"/>
        </a:p>
      </dsp:txBody>
      <dsp:txXfrm rot="-5400000">
        <a:off x="4114799" y="2828726"/>
        <a:ext cx="4114800" cy="1697236"/>
      </dsp:txXfrm>
    </dsp:sp>
    <dsp:sp modelId="{01523778-8E66-4727-9081-7386313B64F7}">
      <dsp:nvSpPr>
        <dsp:cNvPr id="0" name=""/>
        <dsp:cNvSpPr/>
      </dsp:nvSpPr>
      <dsp:spPr>
        <a:xfrm>
          <a:off x="2880359" y="1697236"/>
          <a:ext cx="2468880" cy="1131490"/>
        </a:xfrm>
        <a:prstGeom prst="roundRect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700" kern="1200" dirty="0" smtClean="0"/>
            <a:t>Peritos</a:t>
          </a:r>
          <a:endParaRPr lang="pt-BR" sz="2700" kern="1200" dirty="0"/>
        </a:p>
      </dsp:txBody>
      <dsp:txXfrm>
        <a:off x="2935594" y="1752471"/>
        <a:ext cx="2358410" cy="10210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2BF74-B7D0-4959-B769-0D53D3699BB2}">
      <dsp:nvSpPr>
        <dsp:cNvPr id="0" name=""/>
        <dsp:cNvSpPr/>
      </dsp:nvSpPr>
      <dsp:spPr>
        <a:xfrm rot="16200000">
          <a:off x="-277811" y="281930"/>
          <a:ext cx="4525963" cy="3962102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0" tIns="0" rIns="292664" bIns="0" numCol="1" spcCol="1270" anchor="t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4600" kern="1200" dirty="0" smtClean="0"/>
            <a:t>Perito do Juízo</a:t>
          </a:r>
          <a:endParaRPr lang="pt-BR" sz="4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3600" kern="1200" dirty="0" smtClean="0"/>
            <a:t>Laudo Pericial</a:t>
          </a:r>
          <a:endParaRPr lang="pt-BR" sz="3600" kern="1200" dirty="0"/>
        </a:p>
      </dsp:txBody>
      <dsp:txXfrm rot="5400000">
        <a:off x="4120" y="905192"/>
        <a:ext cx="3962102" cy="2715577"/>
      </dsp:txXfrm>
    </dsp:sp>
    <dsp:sp modelId="{D6815013-B200-4D34-9BA9-DEE5E5190184}">
      <dsp:nvSpPr>
        <dsp:cNvPr id="0" name=""/>
        <dsp:cNvSpPr/>
      </dsp:nvSpPr>
      <dsp:spPr>
        <a:xfrm rot="16200000">
          <a:off x="3981448" y="281930"/>
          <a:ext cx="4525963" cy="3962102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0" tIns="0" rIns="292664" bIns="0" numCol="1" spcCol="1270" anchor="t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4600" kern="1200" dirty="0" smtClean="0"/>
            <a:t>Perito-assistente</a:t>
          </a:r>
          <a:endParaRPr lang="pt-BR" sz="4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3600" kern="1200" dirty="0" smtClean="0"/>
            <a:t>Parecer Técnico-Contábil</a:t>
          </a:r>
          <a:endParaRPr lang="pt-BR" sz="3600" kern="1200" dirty="0"/>
        </a:p>
      </dsp:txBody>
      <dsp:txXfrm rot="5400000">
        <a:off x="4263379" y="905192"/>
        <a:ext cx="3962102" cy="2715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4DE69-9A80-4239-ABBD-52CECDF10822}" type="datetimeFigureOut">
              <a:rPr lang="pt-BR" smtClean="0"/>
              <a:t>20/03/2017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3C0A5-7B9A-4960-9D85-8AAD254BA8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88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62D77-5119-6946-883B-63D252DD552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90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62D77-5119-6946-883B-63D252DD5528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686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62D77-5119-6946-883B-63D252DD5528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537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20/03/2017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Perícia Contábil</a:t>
            </a:r>
            <a:endParaRPr lang="pt-B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Verdana" pitchFamily="34" charset="0"/>
                <a:ea typeface="Verdana" pitchFamily="34" charset="0"/>
                <a:cs typeface="Verdana" pitchFamily="34" charset="0"/>
              </a:rPr>
              <a:t>Prof. Julio Cardozo</a:t>
            </a:r>
            <a:endParaRPr lang="pt-BR" sz="3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16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2700" dirty="0">
                <a:latin typeface="Verdana" pitchFamily="34" charset="0"/>
                <a:ea typeface="Verdana" pitchFamily="34" charset="0"/>
                <a:cs typeface="Verdana" pitchFamily="34" charset="0"/>
              </a:rPr>
              <a:t>Roteiro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1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Legislação exigida pelo edital;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Conceito: Definição, classificação, finalidade;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Perícia Judicial e </a:t>
            </a:r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Extrajudicial – NBC TP 01;</a:t>
            </a:r>
            <a:endParaRPr lang="pt-B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Perfil profissional do </a:t>
            </a:r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perito –NBC – PP 01;</a:t>
            </a:r>
            <a:endParaRPr lang="pt-B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20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700" dirty="0">
                <a:latin typeface="Verdana" pitchFamily="34" charset="0"/>
                <a:ea typeface="Verdana" pitchFamily="34" charset="0"/>
                <a:cs typeface="Verdana" pitchFamily="34" charset="0"/>
              </a:rPr>
              <a:t>Legislação exigida pelo edital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NBC TP 01 – Perícia Contábil;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NBC PP 01 – Perito Contábil;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Código de Processo Civil</a:t>
            </a:r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;(Arts.465 a 480);</a:t>
            </a:r>
            <a:endParaRPr lang="pt-B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Normas Gerais de Contabilidade:</a:t>
            </a:r>
          </a:p>
          <a:p>
            <a:pPr lvl="1"/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 Código de Ética;</a:t>
            </a:r>
          </a:p>
          <a:p>
            <a:pPr lvl="1"/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NBC PG 100 – Aplicação Geral aos Profissionais da Contabilidade e a NBC PG 200;</a:t>
            </a:r>
          </a:p>
          <a:p>
            <a:pPr lvl="1"/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 Contadores que prestam Serviços (contadores externos).</a:t>
            </a:r>
          </a:p>
        </p:txBody>
      </p:sp>
    </p:spTree>
    <p:extLst>
      <p:ext uri="{BB962C8B-B14F-4D97-AF65-F5344CB8AC3E}">
        <p14:creationId xmlns:p14="http://schemas.microsoft.com/office/powerpoint/2010/main" val="381853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2700" dirty="0">
                <a:latin typeface="Verdana" pitchFamily="34" charset="0"/>
                <a:ea typeface="Verdana" pitchFamily="34" charset="0"/>
                <a:cs typeface="Verdana" pitchFamily="34" charset="0"/>
              </a:rPr>
              <a:t>NBC TP 01 – Perícia Contábil</a:t>
            </a:r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/>
            </a:r>
            <a:b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buNone/>
            </a:pPr>
            <a:r>
              <a:rPr lang="pt-BR" sz="1950" dirty="0">
                <a:latin typeface="Verdana" pitchFamily="34" charset="0"/>
                <a:ea typeface="Verdana" pitchFamily="34" charset="0"/>
                <a:cs typeface="Verdana" pitchFamily="34" charset="0"/>
              </a:rPr>
              <a:t>	A perícia contábil constitui o conjunto de procedimentos técnico-científicos destinados a levar à instância decisória elementos de prova necessários a subsidiar a justa solução do litígio ou constatação de fato, mediante laudo pericial contábil e/ou parecer técnico-contábil, em conformidade com as normas jurídicas e profissionais e com a legislação específica no que for pertinente.</a:t>
            </a:r>
          </a:p>
          <a:p>
            <a:pPr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244" y="4305300"/>
            <a:ext cx="128587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5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Definição de Perícia Contábil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Conjunto de procedimentos;</a:t>
            </a:r>
          </a:p>
          <a:p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Instância decisória;</a:t>
            </a:r>
          </a:p>
          <a:p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Elementos de prova (conhecimento de fato):</a:t>
            </a:r>
          </a:p>
          <a:p>
            <a:pPr lvl="1"/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Depoimento pessoal;</a:t>
            </a:r>
          </a:p>
          <a:p>
            <a:pPr lvl="1"/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Confissão;</a:t>
            </a:r>
          </a:p>
          <a:p>
            <a:pPr lvl="1"/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Exibição de documento ou coisa;</a:t>
            </a:r>
          </a:p>
          <a:p>
            <a:pPr lvl="1"/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Perícia;</a:t>
            </a:r>
          </a:p>
          <a:p>
            <a:r>
              <a:rPr lang="pt-BR" sz="18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Conformidade com as normas jurídicas e profissionais. </a:t>
            </a:r>
            <a:endParaRPr lang="pt-BR" sz="1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3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Perícia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1485900" y="205740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55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Execução da Perícia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1485900" y="205740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512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85900" y="1322767"/>
            <a:ext cx="6172200" cy="412910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(IADES/PC-DF/Perito Criminal/Contabilidade/2016) 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respeito da perícia contábil, conforme a NBC TP 01, assinale a alternativa correta. </a:t>
            </a:r>
          </a:p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a) É de competência exclusiva de servidor aprovado em concurso público, com formação em contabilidade e em situação regular perante o Conselho Regional de Contabilidade de sua jurisdição. </a:t>
            </a:r>
          </a:p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b) Havendo interesse e acordo entre as partes envolvidas em uma disputa, poderá ser requerida perícia contábil fora do âmbito do Poder Judiciário. </a:t>
            </a:r>
          </a:p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c) Exercida sob o controle da lei de arbitragem, a perícia arbitral é uma espécie do gênero perícia judicial.</a:t>
            </a:r>
          </a:p>
        </p:txBody>
      </p:sp>
    </p:spTree>
    <p:extLst>
      <p:ext uri="{BB962C8B-B14F-4D97-AF65-F5344CB8AC3E}">
        <p14:creationId xmlns:p14="http://schemas.microsoft.com/office/powerpoint/2010/main" val="275297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85900" y="1782042"/>
            <a:ext cx="6172200" cy="36698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 Na execução da perícia contábil, os elementos apurados constituem-se apenas em informações adicionais para apreciação do juiz demandante, não tendo validade como prova para a solução do litígio. </a:t>
            </a:r>
          </a:p>
          <a:p>
            <a:pPr marL="0" indent="0" algn="just">
              <a:buNone/>
            </a:pPr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e) Busca evidenciar a veracidade dos fatos de forma imparcial, não estando limitada, portanto, a objeto, matéria ou lapso temporal. </a:t>
            </a:r>
          </a:p>
          <a:p>
            <a:pPr marL="0" indent="0" algn="just">
              <a:buNone/>
            </a:pPr>
            <a:endParaRPr lang="pt-BR" sz="19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Gabarito</a:t>
            </a:r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 B</a:t>
            </a:r>
            <a:endParaRPr lang="pt-BR" sz="19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86123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Execução da Perícia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pt-BR" sz="2550" dirty="0">
                <a:latin typeface="Verdana" pitchFamily="34" charset="0"/>
                <a:ea typeface="Verdana" pitchFamily="34" charset="0"/>
                <a:cs typeface="Verdana" pitchFamily="34" charset="0"/>
              </a:rPr>
              <a:t>Início = intimação pelo Juiz;</a:t>
            </a:r>
          </a:p>
          <a:p>
            <a:pPr lvl="0" algn="just">
              <a:lnSpc>
                <a:spcPct val="120000"/>
              </a:lnSpc>
            </a:pPr>
            <a:r>
              <a:rPr lang="pt-BR" sz="2550" dirty="0">
                <a:latin typeface="Verdana" pitchFamily="34" charset="0"/>
                <a:ea typeface="Verdana" pitchFamily="34" charset="0"/>
                <a:cs typeface="Verdana" pitchFamily="34" charset="0"/>
              </a:rPr>
              <a:t>Ao ser intimado para dar início aos trabalhos periciais, o perito do juízo deve comunicar às partes e aos assistentes técnicos: a data e o local de início da produção da prova pericial contábil, exceto se designados pelo juízo.</a:t>
            </a:r>
          </a:p>
          <a:p>
            <a:pPr lvl="0" algn="just">
              <a:lnSpc>
                <a:spcPct val="120000"/>
              </a:lnSpc>
            </a:pPr>
            <a:r>
              <a:rPr lang="pt-BR" sz="255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a execução da perícia contábil, o perito deve ater-se ao objeto e ao lapso temporal da perícia a ser realizada. </a:t>
            </a:r>
          </a:p>
          <a:p>
            <a:pPr lvl="0" algn="just">
              <a:lnSpc>
                <a:spcPct val="120000"/>
              </a:lnSpc>
            </a:pPr>
            <a:r>
              <a:rPr lang="pt-BR" sz="2550" dirty="0">
                <a:latin typeface="Verdana" pitchFamily="34" charset="0"/>
                <a:ea typeface="Verdana" pitchFamily="34" charset="0"/>
                <a:cs typeface="Verdana" pitchFamily="34" charset="0"/>
              </a:rPr>
              <a:t>A execução da perícia, quando incluir a utilização de equipe técnica, deve ser realizada sob a orientação e supervisão do perito do juízo, que assume a responsabilidade pelos trabalhos, devendo assegurar-se de que as pessoas contratadas sejam profissionais e legalmente capacitadas à execução.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891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100" dirty="0">
                <a:latin typeface="Verdana" pitchFamily="34" charset="0"/>
                <a:ea typeface="Verdana" pitchFamily="34" charset="0"/>
                <a:cs typeface="Verdana" pitchFamily="34" charset="0"/>
              </a:rPr>
              <a:t>Procedimentos Periciais Contábeis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Exame: análise de livros, registros de transações e documentos;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Vistoria: </a:t>
            </a:r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verificação </a:t>
            </a:r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e a constatação de situação “in loco”;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Indagação: entrevista;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Investigação: trazer o que está oculto;</a:t>
            </a:r>
          </a:p>
        </p:txBody>
      </p:sp>
    </p:spTree>
    <p:extLst>
      <p:ext uri="{BB962C8B-B14F-4D97-AF65-F5344CB8AC3E}">
        <p14:creationId xmlns:p14="http://schemas.microsoft.com/office/powerpoint/2010/main" val="205953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Procedimentos Periciais Contábeis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Arbitramento: </a:t>
            </a:r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determinação de valores</a:t>
            </a:r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, quantidades 	ou solução de controvérsia;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Mensuração: qualificação e quantificação física;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Avaliação: estabelecer valores;</a:t>
            </a:r>
          </a:p>
          <a:p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Certificação: atestar a informação trazida ao laudo ou ao parecer pelo perito;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815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646959"/>
            <a:ext cx="7886700" cy="38430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(FUNCAB/PC-AC/</a:t>
            </a:r>
            <a:r>
              <a:rPr lang="pt-BR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PeritoCriminal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/Contabilidade/2015) Os 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procedimentos periciais contábeis visam fundamentar o laudo pericial contábil e o parecer técnico-contábil. O procedimento pericial caracterizado pela busca de informações mediante entrevista com conhecedores do objeto ou de fato relacionado à perícia, é denominado: 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85763" indent="-385763" algn="just">
              <a:buAutoNum type="alphaUcParenR"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exame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vistoria. 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investigação. 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indagação. 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arbitramento.</a:t>
            </a:r>
          </a:p>
        </p:txBody>
      </p:sp>
    </p:spTree>
    <p:extLst>
      <p:ext uri="{BB962C8B-B14F-4D97-AF65-F5344CB8AC3E}">
        <p14:creationId xmlns:p14="http://schemas.microsoft.com/office/powerpoint/2010/main" val="329797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Planejamento da Perícia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23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Antes das diligências;</a:t>
            </a:r>
          </a:p>
          <a:p>
            <a:r>
              <a:rPr lang="pt-BR" sz="23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Estabelecer a metodologia de trabalho;</a:t>
            </a:r>
          </a:p>
          <a:p>
            <a:r>
              <a:rPr lang="pt-BR" sz="23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3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conhecer o objeto e a finalidade da perícia, a fim de permitir a adoção de procedimentos que conduzam à revelação da verdade, a qual subsidiará o juízo, o árbitro ou o interessado a tomar a decisão a respeito da lide;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3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definir a natureza, a oportunidade e a extensão dos procedimentos a serem aplicados, em consonância com o objeto da perícia;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3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estabelecer condições para que o trabalho seja cumprido no prazo estabelecido;</a:t>
            </a: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93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Planejamento da Perícia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Desenvolvimento;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Riscos e Custos;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Equipe Técnica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Cronograma: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Antes da proposta de honorários;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diligências a serem realizadas;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deslocamentos, necessidade de trabalho de terceiros;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7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79319" y="1160749"/>
            <a:ext cx="6878782" cy="4291124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pt-BR" sz="217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pt-BR" dirty="0"/>
              <a:t>FBC/Bacharel/2012.1): De acordo com NBC TP 01 – Perícia Contábil, o planejamento deve ser elaborado com base nos quesitos e/ou no objeto da perícia. Em relação aos objetivos do planejamento da pericia, julgue os itens abaixo como Verdadeiros (V) ou Falsos (F) e, em seguida, assinale a opção CORRETA.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( ) Conhecer o objeto da perícia, a fim de permitir a adoção de procedimentos que conduzam à revelação da verdade, a qual subsidiará o juízo, o árbitro ou o interessado a tomar a decisão a respeito da lide. </a:t>
            </a:r>
          </a:p>
          <a:p>
            <a:pPr marL="0" indent="0" algn="just">
              <a:buNone/>
            </a:pPr>
            <a:r>
              <a:rPr lang="pt-BR" dirty="0"/>
              <a:t>( ) Definir a natureza, a oportunidade e a extensão dos exames a serem realizados, em consonância com o objeto da perícia, os termos constantes da nomeação, dos quesitos ou da proposta de honorários oferecida pelo Perito. </a:t>
            </a:r>
          </a:p>
          <a:p>
            <a:pPr marL="0" indent="0" algn="just">
              <a:buNone/>
            </a:pPr>
            <a:r>
              <a:rPr lang="pt-BR" dirty="0"/>
              <a:t>( ) Estabelecer condições para que o trabalho seja cumprido no prazo estabelecido.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874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41663" y="1268761"/>
            <a:ext cx="6816437" cy="4183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 ) Identificar a legislação aplicável ao objeto da perícia. </a:t>
            </a:r>
          </a:p>
          <a:p>
            <a:pPr marL="0" indent="0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 ) Identificar fatos que possam vir a ser importantes para a solução da demanda de forma que não passem despercebidos ou não recebam a atenção necessária.</a:t>
            </a:r>
          </a:p>
          <a:p>
            <a:pPr marL="0" indent="0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sequência </a:t>
            </a:r>
            <a:r>
              <a:rPr lang="pt-B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CORRETA</a:t>
            </a: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é: </a:t>
            </a:r>
          </a:p>
          <a:p>
            <a:pPr marL="0" indent="0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a) V, V, V, V, V. 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b) F, F, F, F, V. 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c) F, V, V, F, F. 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pt-B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 V, F, F, F, F.</a:t>
            </a:r>
          </a:p>
          <a:p>
            <a:pPr marL="0" indent="0">
              <a:buNone/>
            </a:pPr>
            <a:endParaRPr lang="pt-BR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pt-B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Gabarito: Alternativa A</a:t>
            </a:r>
            <a:endParaRPr lang="pt-B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709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Termo de Diligência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instrumento por meio do qual o perito solicita documentos, coisas, dados e informações necessárias à elaboração do laudo pericial contábil e do parecer técnico-contábil;</a:t>
            </a: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Determinar o local, a data e a hora do início da perícia</a:t>
            </a: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termo de diligência deve ser redigido pelo perito, ser apresentado diretamente ao perito-assistente, à parte, a seu procurador ou terceiro, por escrito e juntado ao laudo.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999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Termo de Diligência</a:t>
            </a:r>
            <a:endParaRPr lang="pt-BR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termo de diligência deve conter os seguintes itens: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identificação do diligenciado;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identificação </a:t>
            </a:r>
            <a:r>
              <a:rPr lang="pt-BR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das partes ou dos interessados e, em se tratando de perícia judicial ou arbitral, o número do processo ou procedimento, o tipo e o juízo em que tramita</a:t>
            </a:r>
            <a:r>
              <a:rPr lang="pt-BR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indicação </a:t>
            </a:r>
            <a:r>
              <a:rPr lang="pt-BR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prazo e do local para a exibição dos documentos, coisas, dados e informações necessários à elaboração do laudo pericial contábil ou parecer técnico-contábil: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919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Laudo Pericial Contábil e Parecer técnico - contábil</a:t>
            </a:r>
            <a:endParaRPr lang="pt-BR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“Produto Final”;</a:t>
            </a:r>
          </a:p>
          <a:p>
            <a:pPr lvl="0" algn="just"/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laudo pericial contábil e o parecer técnico-contábil são documentos escritos, nos quais os peritos devem registrar, de forma abrangente, o conteúdo da perícia e particularizar os aspectos e as minudências que envolvam o seu objeto e as buscas de elementos de prova necessários para a conclusão do seu trabalho.</a:t>
            </a:r>
          </a:p>
          <a:p>
            <a:pPr lvl="0" algn="just"/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laudo e o parecer são, respectivamente, orientados e conduzidos pelo perito do juízo e pelo perito-assistente, que adotarão padrão próprio, respeitada a estrutura prevista nesta Norma, devendo ser redigidos de forma circunstanciada (minuciosa, detalhada), clara, objetiva, sequencial e lógica;</a:t>
            </a:r>
          </a:p>
          <a:p>
            <a:endParaRPr lang="pt-BR" sz="16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80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257175" indent="-257175">
              <a:spcBef>
                <a:spcPct val="20000"/>
              </a:spcBef>
            </a:pPr>
            <a:r>
              <a:rPr lang="pt-BR" sz="21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Laudo deve conter, no mínimo, os seguintes itens:</a:t>
            </a:r>
            <a:br>
              <a:rPr lang="pt-BR" sz="21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pt-BR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identificação do processo e das partes;</a:t>
            </a: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síntese do objeto da perícia;</a:t>
            </a: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resumo dos autos; </a:t>
            </a: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metodologia adotada para os trabalhos periciais e esclarecimentos;</a:t>
            </a: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relato das diligências realizadas;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transcrição dos quesitos e suas respectivas respostas para o laudo pericial contábil;</a:t>
            </a:r>
          </a:p>
        </p:txBody>
      </p:sp>
    </p:spTree>
    <p:extLst>
      <p:ext uri="{BB962C8B-B14F-4D97-AF65-F5344CB8AC3E}">
        <p14:creationId xmlns:p14="http://schemas.microsoft.com/office/powerpoint/2010/main" val="26139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1" y="1800439"/>
            <a:ext cx="6868391" cy="363683"/>
          </a:xfrm>
        </p:spPr>
        <p:txBody>
          <a:bodyPr>
            <a:no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Laudo deve conter, no mínimo, os seguintes itens:</a:t>
            </a:r>
            <a:b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pt-BR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311255"/>
            <a:ext cx="8229600" cy="4525963"/>
          </a:xfrm>
        </p:spPr>
        <p:txBody>
          <a:bodyPr>
            <a:noAutofit/>
          </a:bodyPr>
          <a:lstStyle/>
          <a:p>
            <a:pPr lvl="0"/>
            <a:r>
              <a:rPr lang="pt-BR" sz="20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transcrição dos quesitos e suas respectivas respostas para o parecer técnico-contábil, onde houver divergência das respostas formuladas pelo perito do juízo;</a:t>
            </a:r>
          </a:p>
          <a:p>
            <a:pPr lvl="0"/>
            <a:r>
              <a:rPr lang="pt-BR" sz="20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conclusão;</a:t>
            </a:r>
          </a:p>
          <a:p>
            <a:pPr lvl="0"/>
            <a:r>
              <a:rPr lang="pt-BR" sz="20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termo de encerramento, constando a relação de anexos e apêndices;</a:t>
            </a:r>
          </a:p>
          <a:p>
            <a:r>
              <a:rPr lang="pt-BR" sz="20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assinatura do perito;</a:t>
            </a:r>
          </a:p>
          <a:p>
            <a:r>
              <a:rPr lang="pt-BR" sz="202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 elaboração de parecer, aplicam-se o disposto nas alíneas acima, no que couber</a:t>
            </a:r>
          </a:p>
        </p:txBody>
      </p:sp>
    </p:spTree>
    <p:extLst>
      <p:ext uri="{BB962C8B-B14F-4D97-AF65-F5344CB8AC3E}">
        <p14:creationId xmlns:p14="http://schemas.microsoft.com/office/powerpoint/2010/main" val="348118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32609" y="1538926"/>
            <a:ext cx="6494318" cy="4183112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(FBC/Bacharel/2011.1): De acordo com as Normas Brasileiras de Contabilidade aplicáveis aos trabalhos de Perícia Contábil, o Laudo Pericial Contábil é:</a:t>
            </a:r>
          </a:p>
          <a:p>
            <a:pPr marL="0" indent="0" algn="just">
              <a:buNone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a)a indagação e a busca de informações, mediante conhecimento do objeto da perícia solicitada nos autos.</a:t>
            </a:r>
          </a:p>
          <a:p>
            <a:pPr marL="0" indent="0" algn="just">
              <a:buNone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b)a investigação e a pesquisa sobre o que está oculto por quaisquer circunstâncias nos autos.</a:t>
            </a:r>
          </a:p>
          <a:p>
            <a:pPr marL="0" indent="0" algn="just">
              <a:buNone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c)a peça escrita elaborada pelo perito assistente, na qual ele deve registrar, de forma abrangente, o conteúdo da perícia e particularizar os aspectos e as minudências que envolvam o seu objeto e as buscas de elementos de prova necessários para a conclusão do seu trabalho.</a:t>
            </a:r>
          </a:p>
          <a:p>
            <a:pPr marL="0" indent="0" algn="just">
              <a:buNone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d)o documento escrito no qual o perito deve registrar, de forma abrangente, o conteúdo da perícia e particularizar os aspectos e as minudências que envolvam o seu objeto e as buscas de elementos de prova necessários para a conclusão do seu trabalho.</a:t>
            </a:r>
          </a:p>
          <a:p>
            <a:pPr marL="0" indent="0" algn="just">
              <a:buNone/>
            </a:pP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Gabarito: Alternativa D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507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Quesitos e respostas</a:t>
            </a:r>
            <a:endParaRPr lang="pt-BR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perito deve observar as perguntas efetuadas pelo juízo e/ou pelas partes, no momento próprio dos esclarecimentos, pois tal ato se limita às respostas a quesitos integrantes do laudo ou do parecer e às explicações sobre o conteúdo da lide ou sobre a conclusão.</a:t>
            </a:r>
          </a:p>
          <a:p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Exemplos:</a:t>
            </a:r>
          </a:p>
          <a:p>
            <a:pPr lvl="1"/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Elabore, o senhor perito, um resumo do Livro de Entrada de Mercadorias;</a:t>
            </a:r>
          </a:p>
          <a:p>
            <a:pPr lvl="1"/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 o valor das compras efetuadas do fornecedor X, no ano de 2017?</a:t>
            </a:r>
          </a:p>
          <a:p>
            <a:pPr lvl="1"/>
            <a:r>
              <a:rPr lang="pt-BR" sz="19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Elabore, </a:t>
            </a:r>
            <a:r>
              <a:rPr lang="pt-BR" sz="19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senhor perito, um Balanço Patrimonial, com os dados fornecidos</a:t>
            </a:r>
            <a:r>
              <a:rPr lang="pt-BR" dirty="0" smtClean="0"/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775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NBC PP 01 – Perito Contábil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Impedimento x Suspeição: </a:t>
            </a:r>
            <a:r>
              <a:rPr lang="pt-BR" dirty="0"/>
              <a:t>são situações fáticas ou circunstanciais que impossibilitam o perito de exercer, regularmente, suas funções ou realizar atividade pericial em processo judicial ou extrajudicial, inclusive arbitral. </a:t>
            </a:r>
            <a:endParaRPr lang="pt-BR" dirty="0" smtClean="0"/>
          </a:p>
          <a:p>
            <a:pPr lvl="0"/>
            <a:r>
              <a:rPr lang="pt-BR" dirty="0"/>
              <a:t>Quando nomeado, o perito do juízo deve dirigir petição, no prazo </a:t>
            </a:r>
            <a:r>
              <a:rPr lang="pt-BR" dirty="0" smtClean="0"/>
              <a:t>legal (15 dias), </a:t>
            </a:r>
            <a:r>
              <a:rPr lang="pt-BR" dirty="0"/>
              <a:t>justificando a escusa ou o motivo do impedimento ou da suspeição</a:t>
            </a:r>
            <a:r>
              <a:rPr lang="pt-BR" dirty="0" smtClean="0"/>
              <a:t>.</a:t>
            </a:r>
          </a:p>
          <a:p>
            <a:pPr lvl="0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752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59420" y="5258524"/>
            <a:ext cx="7734782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25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“Precisava de uma estratégia para ganhar tempo. Queria passar no próximo. As estatísticas não me ajudavam. Mas sabia que toda regra tem exceção. Queria ser uma. Foi assim que encontrei o Estratégia Concursos.”  - </a:t>
            </a:r>
            <a:r>
              <a:rPr lang="pt-BR" sz="1125" b="1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Érico Vieira, aprovado para Auditor Fiscal da Receita Federal do Brasil.</a:t>
            </a:r>
          </a:p>
        </p:txBody>
      </p:sp>
      <p:sp>
        <p:nvSpPr>
          <p:cNvPr id="3" name="Retângulo 2"/>
          <p:cNvSpPr/>
          <p:nvPr/>
        </p:nvSpPr>
        <p:spPr>
          <a:xfrm>
            <a:off x="311728" y="1200150"/>
            <a:ext cx="809451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Impedimento: O perito do juízo deve se declarar impedido quando não puder exercer suas atividades, observados os termos do Código de Processo Civil.</a:t>
            </a:r>
          </a:p>
          <a:p>
            <a:pPr lvl="0"/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Art. 144.  Há impedimento do juiz, sendo-lhe vedado exercer suas funções no processo:</a:t>
            </a:r>
          </a:p>
          <a:p>
            <a:pPr lvl="0"/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- em que interveio como mandatário da parte, oficiou como perito, funcionou como membro do Ministério Público ou prestou depoimento como testemunha;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IV - quando for parte no processo ele próprio, seu cônjuge ou companheiro, ou parente, consanguíneo ou afim, em linha reta ou colateral, até o terceiro grau, inclusive;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 - quando for sócio ou membro de direção ou de administração de pessoa jurídica parte no processo;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 - quando for herdeiro presuntivo, donatário ou empregador de qualquer das partes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57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145894" y="5206784"/>
            <a:ext cx="158862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50" b="1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Videoaulas + PDF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211996" y="5483784"/>
            <a:ext cx="4168549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pt-BR" sz="1125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Conteúdo disponível para você estudar a qualquer hora do dia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644236" y="1322655"/>
            <a:ext cx="7699664" cy="2634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spcAft>
                <a:spcPts val="450"/>
              </a:spcAft>
              <a:buSzPts val="1200"/>
              <a:buFont typeface="Arial" panose="020B0604020202020204" pitchFamily="34" charset="0"/>
              <a:buChar char="•"/>
            </a:pPr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 casos de suspeição a que está sujeito o perito do juízo são os seguintes:</a:t>
            </a:r>
          </a:p>
          <a:p>
            <a:pPr marL="600075" lvl="1" indent="-257175" algn="just">
              <a:spcAft>
                <a:spcPts val="450"/>
              </a:spcAft>
              <a:buFont typeface="Wingdings" panose="05000000000000000000" pitchFamily="2" charset="2"/>
              <a:buChar char="ü"/>
              <a:tabLst>
                <a:tab pos="1285875" algn="l"/>
              </a:tabLst>
            </a:pPr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 amigo íntimo de qualquer das partes;</a:t>
            </a:r>
          </a:p>
          <a:p>
            <a:pPr marL="600075" lvl="1" indent="-257175" algn="just">
              <a:spcAft>
                <a:spcPts val="450"/>
              </a:spcAft>
              <a:buFont typeface="Wingdings" panose="05000000000000000000" pitchFamily="2" charset="2"/>
              <a:buChar char="ü"/>
              <a:tabLst>
                <a:tab pos="1285875" algn="l"/>
              </a:tabLst>
            </a:pPr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 inimigo capital de qualquer das partes;</a:t>
            </a:r>
          </a:p>
          <a:p>
            <a:pPr marL="600075" lvl="1" indent="-257175" algn="just">
              <a:spcAft>
                <a:spcPts val="450"/>
              </a:spcAft>
              <a:buFont typeface="Wingdings" panose="05000000000000000000" pitchFamily="2" charset="2"/>
              <a:buChar char="ü"/>
              <a:tabLst>
                <a:tab pos="1285875" algn="l"/>
              </a:tabLst>
            </a:pPr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 devedor ou credor em mora de qualquer das partes, dos seus cônjuges, de parentes destes em linha reta ou em linha colateral até o terceiro grau ou entidades das quais esses façam parte de seu quadro societário ou de direção;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pt-BR" sz="16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perito pode ainda declarar-se suspeito por motivo íntimo</a:t>
            </a:r>
          </a:p>
        </p:txBody>
      </p:sp>
    </p:spTree>
    <p:extLst>
      <p:ext uri="{BB962C8B-B14F-4D97-AF65-F5344CB8AC3E}">
        <p14:creationId xmlns:p14="http://schemas.microsoft.com/office/powerpoint/2010/main" val="190074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914640" y="5217685"/>
            <a:ext cx="223330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pt-BR" sz="1350" b="1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Cursos com cronograma</a:t>
            </a:r>
          </a:p>
        </p:txBody>
      </p:sp>
      <p:sp>
        <p:nvSpPr>
          <p:cNvPr id="4" name="Retângulo 3"/>
          <p:cNvSpPr/>
          <p:nvPr/>
        </p:nvSpPr>
        <p:spPr>
          <a:xfrm>
            <a:off x="2370939" y="5599650"/>
            <a:ext cx="282962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pt-BR" sz="1350" i="1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94% de satisfação entre os alunos</a:t>
            </a:r>
            <a:endParaRPr lang="pt-BR" sz="1350" i="1" dirty="0">
              <a:solidFill>
                <a:schemeClr val="bg1"/>
              </a:solidFill>
              <a:latin typeface="Avenir Light Oblique" charset="0"/>
              <a:ea typeface="Avenir Light Oblique" charset="0"/>
              <a:cs typeface="Avenir Light Oblique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36419" y="1048645"/>
            <a:ext cx="7949045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50"/>
              </a:spcAft>
              <a:buSzPts val="1200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(FBC/Bacharel/2012.1) O perito-contador deve declarar-se suspeito quando, após, nomeado, contratado ou escolhido, verificar a ocorrência de situações que venham suscitar suspeição em função da sua imparcialidade ou independência e, desta maneira, comprometer o resultado do seu trabalho em relação à decisão. Assinale a opção que apresenta uma situação que NÃO configura um caso de suspeição: </a:t>
            </a:r>
          </a:p>
          <a:p>
            <a:pPr algn="just">
              <a:spcAft>
                <a:spcPts val="750"/>
              </a:spcAft>
              <a:buSzPts val="1200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a) a filha de uma das partes tem uma dívida em atraso com o perito-contador. </a:t>
            </a:r>
          </a:p>
          <a:p>
            <a:pPr algn="just">
              <a:spcAft>
                <a:spcPts val="750"/>
              </a:spcAft>
              <a:buSzPts val="1200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b) o perito-contador é herdeiro presuntivo da esposa de uma das partes. </a:t>
            </a:r>
          </a:p>
          <a:p>
            <a:pPr algn="just">
              <a:spcAft>
                <a:spcPts val="750"/>
              </a:spcAft>
              <a:buSzPts val="1200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c) o perito-contador não é especialista na matéria em litígio. </a:t>
            </a:r>
          </a:p>
          <a:p>
            <a:pPr algn="just">
              <a:spcAft>
                <a:spcPts val="750"/>
              </a:spcAft>
              <a:buSzPts val="1200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 um dos litigantes é amigo íntimo do perito-contador.</a:t>
            </a:r>
          </a:p>
          <a:p>
            <a:pPr marL="342900" algn="just">
              <a:spcAft>
                <a:spcPts val="750"/>
              </a:spcAft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Gabarito: Alternativa C</a:t>
            </a:r>
          </a:p>
        </p:txBody>
      </p:sp>
    </p:spTree>
    <p:extLst>
      <p:ext uri="{BB962C8B-B14F-4D97-AF65-F5344CB8AC3E}">
        <p14:creationId xmlns:p14="http://schemas.microsoft.com/office/powerpoint/2010/main" val="58807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 smtClean="0"/>
          </a:p>
          <a:p>
            <a:endParaRPr lang="pt-BR" dirty="0" smtClean="0"/>
          </a:p>
          <a:p>
            <a:pPr lvl="0"/>
            <a:endParaRPr lang="pt-BR" dirty="0"/>
          </a:p>
          <a:p>
            <a:endParaRPr lang="pt-BR" dirty="0"/>
          </a:p>
        </p:txBody>
      </p:sp>
      <p:graphicFrame>
        <p:nvGraphicFramePr>
          <p:cNvPr id="4" name="Diagrama 3"/>
          <p:cNvGraphicFramePr/>
          <p:nvPr>
            <p:extLst/>
          </p:nvPr>
        </p:nvGraphicFramePr>
        <p:xfrm>
          <a:off x="1153392" y="1397000"/>
          <a:ext cx="646660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604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781291" y="5267204"/>
            <a:ext cx="7743464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25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"Minha dica é: Estudem! O importante é decidir o que você quer e não desistir até conseguir. As pessoas têm diferentes rotinas, dificuldades, então cabe a cada um conseguir adaptar isso tudo aos estudos necessários. " - </a:t>
            </a:r>
            <a:r>
              <a:rPr lang="pt-BR" sz="1125" b="1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Larissa Alfaro, aprovada no TRT-PR </a:t>
            </a:r>
          </a:p>
        </p:txBody>
      </p:sp>
      <p:sp>
        <p:nvSpPr>
          <p:cNvPr id="3" name="Retângulo 2"/>
          <p:cNvSpPr/>
          <p:nvPr/>
        </p:nvSpPr>
        <p:spPr>
          <a:xfrm>
            <a:off x="613064" y="1293668"/>
            <a:ext cx="7637318" cy="4750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750"/>
              </a:spcAft>
              <a:buSzPts val="1200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FBC/Bacharel/2015.1- Adaptada): 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acordo com a NBC PP 01 – Perito Contábil, em relação ao levantamento dos honorários e execução de honorários periciais, julgue os itens abaixo e, em seguida, assinale a opção </a:t>
            </a: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CORRETA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750"/>
              </a:spcAft>
            </a:pP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I. O 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perito deve ressaltar, em sua proposta de honorários, que esta não contempla os honorários relativos a quesitos suplementares e, se estes forem formulados pelo juiz e/ou pelas partes, pode haver incidência de honorários complementares a serem requeridos, observando os mesmos critérios adotados para elaboração da proposta inicial.</a:t>
            </a:r>
          </a:p>
          <a:p>
            <a:pPr algn="just">
              <a:lnSpc>
                <a:spcPct val="115000"/>
              </a:lnSpc>
              <a:spcAft>
                <a:spcPts val="750"/>
              </a:spcAft>
            </a:pP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II. O 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perito-contador 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pode 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requerer a liberação parcial dos honorários, quando julgar necessário, para o custeio de despesas durante a realização dos trabalhos. </a:t>
            </a:r>
            <a:endParaRPr lang="pt-BR" sz="1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lnSpc>
                <a:spcPct val="115000"/>
              </a:lnSpc>
              <a:spcAft>
                <a:spcPts val="750"/>
              </a:spcAft>
            </a:pP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III. Quando os honorários periciais forem fixados por decisão judicial, esses podem ser executados, judicialmente, pelo perito-contador, em conformidade com os dispositivos do Código de Processo Civil–CPC.</a:t>
            </a:r>
          </a:p>
          <a:p>
            <a:pPr algn="just">
              <a:lnSpc>
                <a:spcPct val="115000"/>
              </a:lnSpc>
              <a:spcAft>
                <a:spcPts val="750"/>
              </a:spcAft>
            </a:pPr>
            <a:endParaRPr lang="pt-BR" sz="1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91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50738" y="5249842"/>
            <a:ext cx="7743464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25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"Aprendi que primeiro temos que ter um foco de estudos, e segundo e, talvez o mais importante, é não desistir se os resultados não aparecerem no início. Cada concurso feito e questão errada servirá de estudo para sua aprovação. " - </a:t>
            </a:r>
            <a:r>
              <a:rPr lang="pt-BR" sz="1125" b="1" i="1" dirty="0">
                <a:solidFill>
                  <a:schemeClr val="bg1"/>
                </a:solidFill>
                <a:latin typeface="Avenir Light Oblique" charset="0"/>
                <a:ea typeface="Avenir Light Oblique" charset="0"/>
                <a:cs typeface="Avenir Light Oblique" charset="0"/>
              </a:rPr>
              <a:t>Mariana Ferreira, 1º lugar. Ministério da Fazenda </a:t>
            </a:r>
          </a:p>
        </p:txBody>
      </p:sp>
      <p:sp>
        <p:nvSpPr>
          <p:cNvPr id="3" name="Retângulo 2"/>
          <p:cNvSpPr/>
          <p:nvPr/>
        </p:nvSpPr>
        <p:spPr>
          <a:xfrm>
            <a:off x="748146" y="1936091"/>
            <a:ext cx="6109855" cy="2208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algn="just">
              <a:lnSpc>
                <a:spcPct val="115000"/>
              </a:lnSpc>
              <a:spcAft>
                <a:spcPts val="750"/>
              </a:spcAft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Está(</a:t>
            </a:r>
            <a:r>
              <a:rPr lang="pt-BR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ão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CORRETO(S) o(s) item(</a:t>
            </a:r>
            <a:r>
              <a:rPr lang="pt-BR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ns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): </a:t>
            </a:r>
          </a:p>
          <a:p>
            <a:pPr marL="342900" algn="just">
              <a:lnSpc>
                <a:spcPct val="115000"/>
              </a:lnSpc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a) I, II e III. </a:t>
            </a:r>
          </a:p>
          <a:p>
            <a:pPr marL="342900" algn="just">
              <a:lnSpc>
                <a:spcPct val="115000"/>
              </a:lnSpc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b) I e II, apenas. </a:t>
            </a:r>
          </a:p>
          <a:p>
            <a:pPr marL="342900" algn="just">
              <a:lnSpc>
                <a:spcPct val="115000"/>
              </a:lnSpc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c) III, apenas. </a:t>
            </a:r>
          </a:p>
          <a:p>
            <a:pPr marL="342900" algn="just">
              <a:lnSpc>
                <a:spcPct val="115000"/>
              </a:lnSpc>
              <a:spcAft>
                <a:spcPts val="750"/>
              </a:spcAft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 II e III, apenas.</a:t>
            </a:r>
          </a:p>
          <a:p>
            <a:pPr marL="342900" algn="just">
              <a:lnSpc>
                <a:spcPct val="115000"/>
              </a:lnSpc>
              <a:spcAft>
                <a:spcPts val="750"/>
              </a:spcAft>
            </a:pPr>
            <a:r>
              <a:rPr lang="pt-BR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Gabarito</a:t>
            </a:r>
            <a:r>
              <a:rPr lang="pt-BR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pt-BR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endParaRPr lang="pt-BR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52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BOA PROVA A TODOS</a:t>
            </a:r>
            <a:r>
              <a:rPr lang="pt-BR" dirty="0" smtClean="0"/>
              <a:t>!!!!</a:t>
            </a:r>
          </a:p>
          <a:p>
            <a:r>
              <a:rPr lang="pt-BR" dirty="0" smtClean="0"/>
              <a:t>Professor </a:t>
            </a:r>
            <a:r>
              <a:rPr lang="pt-BR" dirty="0" err="1" smtClean="0"/>
              <a:t>Julio</a:t>
            </a:r>
            <a:r>
              <a:rPr lang="pt-BR" dirty="0" smtClean="0"/>
              <a:t> Cardozo.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50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Roteiro</a:t>
            </a:r>
            <a:endParaRPr lang="pt-BR" sz="3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Legislação exigida pelo edital;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Conceito: Definição, classificação, finalidade;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Perícia Judicial e Extrajudicial: 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Perfil profissional do perito;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Legislação exigida pelo edital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NBC TP 01 – Perícia Contábil;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NBC PP 01 – Perito Contábil;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Código de Processo Civil;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Normas Gerais de Contabilidade:</a:t>
            </a:r>
          </a:p>
          <a:p>
            <a:pPr lvl="1"/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Código de Ética;</a:t>
            </a:r>
          </a:p>
          <a:p>
            <a:pPr lvl="1"/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NBC PG 100 – Aplicação Geral aos Profissionais da Contabilidade e a NBC PG 200;</a:t>
            </a:r>
          </a:p>
          <a:p>
            <a:pPr lvl="1"/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Contadores que prestam Serviços (contadores externos).</a:t>
            </a:r>
            <a:endParaRPr lang="pt-BR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NBC TP 01 – Perícia Contábil</a:t>
            </a:r>
            <a: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/>
            </a:r>
            <a:br>
              <a:rPr lang="pt-BR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buNone/>
            </a:pPr>
            <a:r>
              <a:rPr lang="pt-BR" sz="2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A perícia contábil constitui o conjunto de procedimentos técnico-científicos destinados a levar à instância decisória elementos de prova necessários a subsidiar a justa solução do litígio ou constatação de fato, mediante laudo pericial contábil e/ou parecer técnico-contábil, em conformidade com as normas jurídicas e profissionais e com a legislação específica no que for pertinente.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Definição de Perícia Contábil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Conjunto de procedimentos;</a:t>
            </a:r>
          </a:p>
          <a:p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Instância decisória;</a:t>
            </a:r>
          </a:p>
          <a:p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Elementos de prova (conhecimento de fato):</a:t>
            </a:r>
          </a:p>
          <a:p>
            <a:pPr lvl="1"/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Depoimento pessoal;</a:t>
            </a:r>
          </a:p>
          <a:p>
            <a:pPr lvl="1"/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Confissão;</a:t>
            </a:r>
          </a:p>
          <a:p>
            <a:pPr lvl="1"/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Exibição de documento ou coisa;</a:t>
            </a:r>
          </a:p>
          <a:p>
            <a:pPr lvl="1"/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Perícia;</a:t>
            </a:r>
          </a:p>
          <a:p>
            <a:r>
              <a:rPr lang="pt-BR" sz="24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Conformidade com as normas jurídicas e profissionais. </a:t>
            </a:r>
            <a:endParaRPr lang="pt-BR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Perícia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Execução da Perícia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745760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(IADES/PC-DF/Perito Criminal/Contabilidade/2016) </a:t>
            </a:r>
            <a:r>
              <a:rPr lang="pt-B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respeito da perícia contábil, conforme a NBC TP 01, assinale a alternativa correta. </a:t>
            </a:r>
            <a:endPara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a) É 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competência exclusiva de servidor aprovado em concurso público, com formação em contabilidade e em situação regular perante o Conselho Regional de Contabilidade de sua jurisdição. </a:t>
            </a:r>
            <a:endParaRPr lang="pt-B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pt-BR" sz="24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pt-BR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Havendo interesse e acordo entre as partes envolvidas em </a:t>
            </a:r>
            <a:r>
              <a:rPr lang="pt-BR" sz="24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 </a:t>
            </a:r>
            <a:r>
              <a:rPr lang="pt-BR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disputa, poderá ser requerida perícia contábil fora do âmbito do Poder Judiciário. </a:t>
            </a:r>
            <a:endParaRPr lang="pt-BR" sz="2400" dirty="0" smtClean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pt-B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Exercida sob o controle da lei de arbitragem, a perícia arbitral é uma espécie do gênero perícia </a:t>
            </a:r>
            <a:r>
              <a:rPr lang="pt-B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judicial.</a:t>
            </a:r>
          </a:p>
        </p:txBody>
      </p:sp>
    </p:spTree>
    <p:extLst>
      <p:ext uri="{BB962C8B-B14F-4D97-AF65-F5344CB8AC3E}">
        <p14:creationId xmlns:p14="http://schemas.microsoft.com/office/powerpoint/2010/main" val="1946402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 Na execução da perícia contábil, os elementos apurados constituem-se apenas em informações adicionais para apreciação do juiz demandante, não tendo validade como prova para a solução do litígio. </a:t>
            </a:r>
          </a:p>
          <a:p>
            <a:pPr marL="0" indent="0" algn="just">
              <a:buNone/>
            </a:pPr>
            <a:r>
              <a:rPr lang="pt-BR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e) Busca evidenciar a veracidade dos fatos de forma imparcial, não estando limitada, portanto, a objeto, matéria ou lapso temporal. </a:t>
            </a:r>
            <a:endParaRPr lang="pt-BR" sz="26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endParaRPr lang="pt-BR" sz="26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sz="2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Gabarito</a:t>
            </a:r>
            <a:r>
              <a:rPr lang="pt-BR" sz="2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 B</a:t>
            </a:r>
            <a:endParaRPr lang="pt-BR" sz="2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361317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Execução da Perícia</a:t>
            </a:r>
            <a:endParaRPr lang="pt-BR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pt-BR" sz="3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Início = intimação pelo Juiz;</a:t>
            </a:r>
          </a:p>
          <a:p>
            <a:pPr lvl="0" algn="just"/>
            <a:r>
              <a:rPr lang="pt-BR" sz="3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Ao ser intimado para dar início aos trabalhos periciais, o perito do juízo deve comunicar às partes e aos assistentes técnicos: a data e o local de início da produção da prova pericial contábil, exceto se designados pelo juízo.</a:t>
            </a:r>
          </a:p>
          <a:p>
            <a:pPr lvl="0" algn="just"/>
            <a:r>
              <a:rPr lang="pt-BR" sz="3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 a execução da perícia contábil, o perito deve ater-se ao objeto e ao lapso temporal da perícia a ser realizada. </a:t>
            </a:r>
          </a:p>
          <a:p>
            <a:pPr lvl="0" algn="just"/>
            <a:r>
              <a:rPr lang="pt-BR" sz="3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execução da perícia, quando incluir a utilização de equipe técnica, deve ser realizada sob a orientação e supervisão do perito do juízo, que assume a responsabilidade pelos trabalhos, devendo assegurar-se de que as pessoas contratadas sejam profissionais e legalmente capacitadas à execução.</a:t>
            </a:r>
          </a:p>
          <a:p>
            <a:pPr algn="just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Procedimentos Periciais Contábeis</a:t>
            </a:r>
            <a:endParaRPr lang="pt-BR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Exame: análise de livros, registros de transações e documentos;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Vistoria: verificação e a constatação de situação “in loco”;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Indagação: entrevista;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Investigação: trazer o que está oculto;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Procedimentos Periciais Contábeis</a:t>
            </a: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Arbitramento: valores, quantidades 	ou solução de controvérsia;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Mensuração: qualificação e quantificação física;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Avaliação: estabelecer valores;</a:t>
            </a:r>
          </a:p>
          <a:p>
            <a:r>
              <a:rPr lang="pt-BR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Certificação: atestar a informação trazida ao laudo ou ao parecer pelo perito;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Questões Comentadas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(FUNCAB/PC-AC/Perito Criminal/Contabilidade/2015) Os 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procedimentos periciais contábeis visam fundamentar o laudo pericial contábil e o parecer técnico-contábil. O procedimento pericial caracterizado pela busca de informações mediante entrevista com conhecedores do objeto ou de fato relacionado à perícia, é denominado: </a:t>
            </a:r>
            <a:endParaRPr lang="pt-B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14350" indent="-514350" algn="just">
              <a:buAutoNum type="alphaUcParenR"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exame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pt-B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vistoria. </a:t>
            </a:r>
            <a:endParaRPr lang="pt-B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investigação. </a:t>
            </a:r>
            <a:endParaRPr lang="pt-B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indagação. </a:t>
            </a:r>
            <a:endParaRPr lang="pt-B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arbitramento.</a:t>
            </a:r>
          </a:p>
        </p:txBody>
      </p:sp>
    </p:spTree>
    <p:extLst>
      <p:ext uri="{BB962C8B-B14F-4D97-AF65-F5344CB8AC3E}">
        <p14:creationId xmlns:p14="http://schemas.microsoft.com/office/powerpoint/2010/main" val="31226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lang="pt-BR" dirty="0" smtClean="0"/>
              <a:t>Conclusão do Trabalho Pericial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89828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Planejamento da Perícia</a:t>
            </a:r>
            <a:endParaRPr lang="pt-BR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sz="31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Antes das diligências;</a:t>
            </a:r>
          </a:p>
          <a:p>
            <a:r>
              <a:rPr lang="pt-BR" sz="31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Estabelecer a metodologia de trabalho;</a:t>
            </a:r>
          </a:p>
          <a:p>
            <a:r>
              <a:rPr lang="pt-BR" sz="31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Objetivos: </a:t>
            </a:r>
          </a:p>
          <a:p>
            <a:pPr lvl="1"/>
            <a:r>
              <a:rPr lang="pt-BR" sz="3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conhecer o objeto e a finalidade da perícia, a fim de permitir a adoção de procedimentos que conduzam à revelação da verdade, a qual subsidiará o juízo, o árbitro ou o interessado a tomar a decisão a respeito da lide;</a:t>
            </a:r>
          </a:p>
          <a:p>
            <a:pPr lvl="1"/>
            <a:r>
              <a:rPr lang="pt-BR" sz="3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definir a natureza, a oportunidade e a extensão dos procedimentos a serem aplicados, em consonância com o objeto da perícia;</a:t>
            </a:r>
          </a:p>
          <a:p>
            <a:pPr lvl="1"/>
            <a:r>
              <a:rPr lang="pt-BR" sz="3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estabelecer condições para que o trabalho seja cumprido no prazo estabelecido;</a:t>
            </a: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Planejamento da Perícia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Desenvolvimento;</a:t>
            </a:r>
          </a:p>
          <a:p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Riscos e Custos;</a:t>
            </a:r>
          </a:p>
          <a:p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Equipe Técnica</a:t>
            </a:r>
          </a:p>
          <a:p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Cronograma:</a:t>
            </a:r>
          </a:p>
          <a:p>
            <a:pPr lvl="1"/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Antes da proposta de honorários;</a:t>
            </a:r>
          </a:p>
          <a:p>
            <a:pPr lvl="1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diligências a serem </a:t>
            </a: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realizadas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  <a:endParaRPr lang="pt-B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deslocamentos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necessidade de trabalho de </a:t>
            </a:r>
            <a:r>
              <a:rPr lang="pt-B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terceiros;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33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 lang="pt-BR" sz="49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pt-BR" sz="49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FBC/Bacharel/2012.1</a:t>
            </a:r>
            <a:r>
              <a:rPr lang="pt-BR" sz="49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): </a:t>
            </a:r>
            <a:r>
              <a:rPr lang="pt-BR" sz="4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acordo com NBC TP 01 – Perícia Contábil, o planejamento deve ser elaborado com base nos quesitos e/ou no objeto da perícia. Em relação aos objetivos do planejamento da pericia, julgue os itens abaixo como Verdadeiros (V) ou Falsos (F) e, em seguida, assinale a opção </a:t>
            </a:r>
            <a:r>
              <a:rPr lang="pt-BR" sz="49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CORRETA</a:t>
            </a:r>
            <a:r>
              <a:rPr lang="pt-BR" sz="4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pt-BR" sz="49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pt-BR" sz="49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 </a:t>
            </a:r>
            <a:r>
              <a:rPr lang="pt-BR" sz="4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Conhecer o objeto da perícia, a fim de permitir a adoção de procedimentos que conduzam à revelação da verdade, a qual subsidiará o juízo, o árbitro ou o interessado a tomar a decisão a respeito da lide. </a:t>
            </a:r>
          </a:p>
          <a:p>
            <a:pPr marL="0" indent="0">
              <a:buNone/>
            </a:pPr>
            <a:r>
              <a:rPr lang="pt-BR" sz="4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 ) Definir a natureza, a oportunidade e a extensão dos exames a serem realizados, em consonância com o objeto da perícia, os termos constantes da nomeação, dos quesitos ou da proposta de honorários oferecida pelo Perito. </a:t>
            </a:r>
          </a:p>
          <a:p>
            <a:pPr marL="0" indent="0">
              <a:buNone/>
            </a:pPr>
            <a:r>
              <a:rPr lang="pt-BR" sz="4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 ) Estabelecer condições para que o trabalho seja cumprido no prazo estabelecido.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95970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 ) Identificar a legislação aplicável ao objeto da perícia. </a:t>
            </a:r>
          </a:p>
          <a:p>
            <a:pPr marL="0" indent="0">
              <a:buNone/>
            </a:pPr>
            <a:r>
              <a:rPr lang="pt-BR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 ) Identificar fatos que possam vir a ser importantes para a solução da demanda de forma que não passem despercebidos ou não recebam a atenção necessária.</a:t>
            </a:r>
          </a:p>
          <a:p>
            <a:pPr marL="0" indent="0">
              <a:buNone/>
            </a:pPr>
            <a:r>
              <a:rPr lang="pt-BR" sz="33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pt-BR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sequência </a:t>
            </a:r>
            <a:r>
              <a:rPr lang="pt-BR" sz="33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CORRETA</a:t>
            </a:r>
            <a:r>
              <a:rPr lang="pt-BR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é: </a:t>
            </a:r>
          </a:p>
          <a:p>
            <a:pPr marL="0" indent="0">
              <a:buNone/>
            </a:pPr>
            <a:r>
              <a:rPr lang="pt-BR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a) V, V, V, V, V. </a:t>
            </a:r>
          </a:p>
          <a:p>
            <a:pPr marL="0" indent="0">
              <a:buNone/>
            </a:pPr>
            <a:r>
              <a:rPr lang="en-US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b) F, F, F, F, V. </a:t>
            </a:r>
            <a:endParaRPr lang="pt-BR" sz="33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c) F, V, V, F, F. </a:t>
            </a:r>
            <a:endParaRPr lang="pt-BR" sz="33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pt-BR" sz="3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 V, F, F, F, F.</a:t>
            </a:r>
          </a:p>
          <a:p>
            <a:pPr marL="0" indent="0">
              <a:buNone/>
            </a:pPr>
            <a:endParaRPr lang="pt-BR" sz="33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pt-BR" sz="33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Gabarito: Alternativa A</a:t>
            </a:r>
            <a:endParaRPr lang="pt-BR" sz="33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37868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Termo de Diligência</a:t>
            </a:r>
            <a:endParaRPr lang="pt-BR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instrumento </a:t>
            </a:r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 meio do qual o perito solicita documentos, coisas, dados e informações necessárias à elaboração do laudo pericial contábil e do parecer </a:t>
            </a:r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técnico-contábil;</a:t>
            </a:r>
          </a:p>
          <a:p>
            <a:pPr lvl="0"/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eterminar </a:t>
            </a:r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local, a data e a hora do início da perícia</a:t>
            </a:r>
          </a:p>
          <a:p>
            <a:pPr lvl="0"/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termo de diligência deve ser redigido pelo perito, ser apresentado diretamente ao perito-assistente, à parte, a seu procurador ou terceiro, por escrito e juntado ao laudo.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488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Termo de Diligência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termo de diligência deve conter os seguintes itens:</a:t>
            </a:r>
          </a:p>
          <a:p>
            <a:pPr lvl="1"/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identificação do diligenciado; </a:t>
            </a:r>
          </a:p>
          <a:p>
            <a:pPr lvl="1"/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identificação das partes ou dos interessados e, em se tratando de perícia judicial ou arbitral, o número do processo ou procedimento, o tipo e o juízo em que tramita</a:t>
            </a:r>
            <a:r>
              <a:rPr lang="pt-BR" sz="4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</a:p>
          <a:p>
            <a:pPr lvl="1"/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indicação do prazo e do local para a exibição dos documentos, coisas, dados e informações necessários à elaboração do laudo pericial contábil ou parecer </a:t>
            </a:r>
            <a:r>
              <a:rPr lang="pt-BR" sz="4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técnico-contábil</a:t>
            </a:r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23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Laudo Pericial Contábil e Parecer técnico - contábil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“Produto Final”;</a:t>
            </a:r>
          </a:p>
          <a:p>
            <a:pPr lvl="0" algn="just"/>
            <a:r>
              <a:rPr lang="pt-BR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laudo pericial contábil e o parecer técnico-contábil são documentos escritos, nos quais os peritos devem registrar, de forma abrangente, o conteúdo da perícia e particularizar os aspectos e as minudências que envolvam o seu objeto e as buscas de elementos de prova necessários para a conclusão do seu trabalho</a:t>
            </a:r>
            <a:r>
              <a:rPr lang="pt-BR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0" algn="just"/>
            <a:r>
              <a:rPr lang="pt-BR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laudo e o parecer são, respectivamente, orientados e conduzidos pelo perito do juízo e pelo perito-assistente, que adotarão padrão próprio, respeitada a estrutura prevista nesta Norma, devendo ser redigidos de forma </a:t>
            </a:r>
            <a:r>
              <a:rPr lang="pt-BR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circunstanciada (minuciosa, detalhada), </a:t>
            </a:r>
            <a:r>
              <a:rPr lang="pt-BR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clara, objetiva, sequencial e </a:t>
            </a:r>
            <a:r>
              <a:rPr lang="pt-BR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lógica;</a:t>
            </a:r>
            <a:endParaRPr lang="pt-BR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29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pt-BR" sz="2800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Laudo deve conter, no mínimo, os seguintes itens:</a:t>
            </a:r>
            <a:br>
              <a:rPr lang="pt-BR" sz="2800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pt-BR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identificação </a:t>
            </a:r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processo e das partes;</a:t>
            </a:r>
          </a:p>
          <a:p>
            <a:pPr lvl="0"/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síntese do objeto da perícia;</a:t>
            </a:r>
          </a:p>
          <a:p>
            <a:pPr lvl="0"/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resumo dos autos; </a:t>
            </a:r>
          </a:p>
          <a:p>
            <a:pPr lvl="0"/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metodologia adotada para os trabalhos periciais e esclarecimentos;</a:t>
            </a:r>
          </a:p>
          <a:p>
            <a:pPr lvl="0"/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relato das diligências realizadas;</a:t>
            </a:r>
          </a:p>
          <a:p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transcrição dos quesitos e suas respectivas respostas para o laudo pericial contábil;</a:t>
            </a:r>
          </a:p>
        </p:txBody>
      </p:sp>
    </p:spTree>
    <p:extLst>
      <p:ext uri="{BB962C8B-B14F-4D97-AF65-F5344CB8AC3E}">
        <p14:creationId xmlns:p14="http://schemas.microsoft.com/office/powerpoint/2010/main" val="38108471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pt-BR" dirty="0"/>
              <a:t>O Laudo deve conter, no mínimo, os seguintes itens: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pt-BR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transcrição dos quesitos e suas respectivas respostas para o parecer técnico-contábil, onde houver divergência das respostas formuladas pelo perito do juízo;</a:t>
            </a:r>
          </a:p>
          <a:p>
            <a:pPr lvl="0"/>
            <a:r>
              <a:rPr lang="pt-BR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conclusão;</a:t>
            </a:r>
          </a:p>
          <a:p>
            <a:pPr lvl="0"/>
            <a:r>
              <a:rPr lang="pt-BR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termo de encerramento, constando a relação de anexos e apêndices;</a:t>
            </a:r>
          </a:p>
          <a:p>
            <a:r>
              <a:rPr lang="pt-BR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assinatura do </a:t>
            </a:r>
            <a:r>
              <a:rPr lang="pt-BR" sz="27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perito;</a:t>
            </a:r>
          </a:p>
          <a:p>
            <a:r>
              <a:rPr lang="pt-BR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 elaboração de parecer, aplicam-se o disposto nas alíneas acima, no que couber</a:t>
            </a:r>
          </a:p>
        </p:txBody>
      </p:sp>
    </p:spTree>
    <p:extLst>
      <p:ext uri="{BB962C8B-B14F-4D97-AF65-F5344CB8AC3E}">
        <p14:creationId xmlns:p14="http://schemas.microsoft.com/office/powerpoint/2010/main" val="11241011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pt-BR" b="1" dirty="0"/>
              <a:t>(FBC/Bacharel/2011.1): </a:t>
            </a:r>
            <a:r>
              <a:rPr lang="pt-BR" dirty="0"/>
              <a:t>De acordo com as Normas Brasileiras de Contabilidade aplicáveis aos trabalhos de Perícia Contábil, o Laudo Pericial Contábil é:</a:t>
            </a:r>
          </a:p>
          <a:p>
            <a:pPr marL="0" indent="0">
              <a:buNone/>
            </a:pPr>
            <a:r>
              <a:rPr lang="pt-BR" dirty="0"/>
              <a:t>a)a indagação e a busca de informações, mediante conhecimento do objeto da perícia solicitada nos autos.</a:t>
            </a:r>
          </a:p>
          <a:p>
            <a:pPr marL="0" indent="0">
              <a:buNone/>
            </a:pPr>
            <a:r>
              <a:rPr lang="pt-BR" dirty="0"/>
              <a:t>b)a investigação e a pesquisa sobre o que está oculto por quaisquer circunstâncias nos autos.</a:t>
            </a:r>
          </a:p>
          <a:p>
            <a:pPr marL="0" indent="0">
              <a:buNone/>
            </a:pPr>
            <a:r>
              <a:rPr lang="pt-BR" dirty="0"/>
              <a:t>c)a peça escrita elaborada pelo perito assistente, na qual ele deve registrar, de forma abrangente, o conteúdo da perícia e particularizar os aspectos e as minudências que envolvam o seu objeto e as buscas de elementos de prova necessários para a conclusão do seu trabalho.</a:t>
            </a:r>
          </a:p>
          <a:p>
            <a:pPr marL="0" indent="0">
              <a:buNone/>
            </a:pPr>
            <a:r>
              <a:rPr lang="pt-BR" dirty="0"/>
              <a:t>d)o documento escrito no qual o perito deve registrar, de forma abrangente, o conteúdo da perícia e particularizar os aspectos e as minudências que envolvam o seu objeto e as buscas de elementos de prova necessários para a conclusão do seu trabalho.</a:t>
            </a:r>
          </a:p>
          <a:p>
            <a:pPr marL="0" indent="0">
              <a:buNone/>
            </a:pPr>
            <a:endParaRPr lang="pt-BR" b="1" dirty="0" smtClean="0"/>
          </a:p>
          <a:p>
            <a:pPr marL="0" indent="0">
              <a:buNone/>
            </a:pPr>
            <a:r>
              <a:rPr lang="pt-BR" b="1" dirty="0" smtClean="0"/>
              <a:t>Gabarito</a:t>
            </a:r>
            <a:r>
              <a:rPr lang="pt-BR" b="1" dirty="0"/>
              <a:t>: Alternativa D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995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NBC PP 01 – Perito Contábil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Impedimento x Suspeição: </a:t>
            </a:r>
            <a:r>
              <a:rPr lang="pt-BR" dirty="0"/>
              <a:t>são situações fáticas ou circunstanciais que impossibilitam o perito de exercer, regularmente, suas funções ou realizar atividade pericial em processo judicial ou extrajudicial, inclusive arbitral. </a:t>
            </a:r>
          </a:p>
        </p:txBody>
      </p:sp>
    </p:spTree>
    <p:extLst>
      <p:ext uri="{BB962C8B-B14F-4D97-AF65-F5344CB8AC3E}">
        <p14:creationId xmlns:p14="http://schemas.microsoft.com/office/powerpoint/2010/main" val="15889965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3911</Words>
  <Application>Microsoft Office PowerPoint</Application>
  <PresentationFormat>Apresentação na tela (4:3)</PresentationFormat>
  <Paragraphs>333</Paragraphs>
  <Slides>56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2" baseType="lpstr">
      <vt:lpstr>Arial</vt:lpstr>
      <vt:lpstr>Avenir Light Oblique</vt:lpstr>
      <vt:lpstr>Calibri</vt:lpstr>
      <vt:lpstr>Verdana</vt:lpstr>
      <vt:lpstr>Wingdings</vt:lpstr>
      <vt:lpstr>Tema do Office</vt:lpstr>
      <vt:lpstr>Perícia Contábil</vt:lpstr>
      <vt:lpstr>Roteiro</vt:lpstr>
      <vt:lpstr>Legislação exigida pelo edital</vt:lpstr>
      <vt:lpstr>NBC TP 01 – Perícia Contábil </vt:lpstr>
      <vt:lpstr>Definição de Perícia Contábil</vt:lpstr>
      <vt:lpstr>Tipos de Perícia</vt:lpstr>
      <vt:lpstr>Execução da Perícia</vt:lpstr>
      <vt:lpstr>Apresentação do PowerPoint</vt:lpstr>
      <vt:lpstr>Apresentação do PowerPoint</vt:lpstr>
      <vt:lpstr>Execução da Perícia</vt:lpstr>
      <vt:lpstr>Procedimentos Periciais Contábeis</vt:lpstr>
      <vt:lpstr>Procedimentos Periciais Contábeis</vt:lpstr>
      <vt:lpstr>Apresentação do PowerPoint</vt:lpstr>
      <vt:lpstr>Planejamento da Perícia</vt:lpstr>
      <vt:lpstr>Planejamento da Perícia</vt:lpstr>
      <vt:lpstr>Apresentação do PowerPoint</vt:lpstr>
      <vt:lpstr>Apresentação do PowerPoint</vt:lpstr>
      <vt:lpstr>Termo de Diligência</vt:lpstr>
      <vt:lpstr>Termo de Diligência</vt:lpstr>
      <vt:lpstr>Laudo Pericial Contábil e Parecer técnico - contábil</vt:lpstr>
      <vt:lpstr>O Laudo deve conter, no mínimo, os seguintes itens: </vt:lpstr>
      <vt:lpstr>O Laudo deve conter, no mínimo, os seguintes itens: </vt:lpstr>
      <vt:lpstr>Apresentação do PowerPoint</vt:lpstr>
      <vt:lpstr>Quesitos e respostas</vt:lpstr>
      <vt:lpstr>NBC PP 01 – Perito Contábil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Roteiro</vt:lpstr>
      <vt:lpstr>Legislação exigida pelo edital</vt:lpstr>
      <vt:lpstr>NBC TP 01 – Perícia Contábil </vt:lpstr>
      <vt:lpstr>Definição de Perícia Contábil</vt:lpstr>
      <vt:lpstr>Tipos de Perícia</vt:lpstr>
      <vt:lpstr>Execução da Perícia</vt:lpstr>
      <vt:lpstr>Apresentação do PowerPoint</vt:lpstr>
      <vt:lpstr>Apresentação do PowerPoint</vt:lpstr>
      <vt:lpstr>Execução da Perícia</vt:lpstr>
      <vt:lpstr>Procedimentos Periciais Contábeis</vt:lpstr>
      <vt:lpstr>Procedimentos Periciais Contábeis</vt:lpstr>
      <vt:lpstr>Questões Comentadas</vt:lpstr>
      <vt:lpstr>Conclusão do Trabalho Pericial</vt:lpstr>
      <vt:lpstr>Planejamento da Perícia</vt:lpstr>
      <vt:lpstr>Planejamento da Perícia</vt:lpstr>
      <vt:lpstr>Apresentação do PowerPoint</vt:lpstr>
      <vt:lpstr>Apresentação do PowerPoint</vt:lpstr>
      <vt:lpstr>Termo de Diligência</vt:lpstr>
      <vt:lpstr>Termo de Diligência</vt:lpstr>
      <vt:lpstr>Laudo Pericial Contábil e Parecer técnico - contábil</vt:lpstr>
      <vt:lpstr>O Laudo deve conter, no mínimo, os seguintes itens: </vt:lpstr>
      <vt:lpstr>O Laudo deve conter, no mínimo, os seguintes itens: </vt:lpstr>
      <vt:lpstr>Apresentação do PowerPoint</vt:lpstr>
      <vt:lpstr>NBC PP 01 – Perito Contábil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Perícia Contábil</dc:title>
  <dc:creator>Julio Cesar da Silva Cardozo</dc:creator>
  <cp:lastModifiedBy>teste</cp:lastModifiedBy>
  <cp:revision>86</cp:revision>
  <dcterms:created xsi:type="dcterms:W3CDTF">2017-03-17T11:51:27Z</dcterms:created>
  <dcterms:modified xsi:type="dcterms:W3CDTF">2017-03-20T22:17:47Z</dcterms:modified>
  <cp:contentStatus/>
</cp:coreProperties>
</file>