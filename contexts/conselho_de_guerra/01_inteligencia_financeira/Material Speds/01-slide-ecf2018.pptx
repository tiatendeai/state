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8"/>
  </p:notesMasterIdLst>
  <p:sldIdLst>
    <p:sldId id="256" r:id="rId2"/>
    <p:sldId id="258" r:id="rId3"/>
    <p:sldId id="257" r:id="rId4"/>
    <p:sldId id="262"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9" r:id="rId49"/>
    <p:sldId id="315" r:id="rId50"/>
    <p:sldId id="316" r:id="rId51"/>
    <p:sldId id="317" r:id="rId52"/>
    <p:sldId id="318" r:id="rId53"/>
    <p:sldId id="319" r:id="rId54"/>
    <p:sldId id="313" r:id="rId55"/>
    <p:sldId id="314" r:id="rId56"/>
    <p:sldId id="312" r:id="rId57"/>
    <p:sldId id="320" r:id="rId58"/>
    <p:sldId id="321" r:id="rId59"/>
    <p:sldId id="322" r:id="rId60"/>
    <p:sldId id="324" r:id="rId61"/>
    <p:sldId id="323" r:id="rId62"/>
    <p:sldId id="325"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43" r:id="rId76"/>
    <p:sldId id="338" r:id="rId77"/>
    <p:sldId id="339" r:id="rId78"/>
    <p:sldId id="340" r:id="rId79"/>
    <p:sldId id="342" r:id="rId80"/>
    <p:sldId id="341" r:id="rId81"/>
    <p:sldId id="344" r:id="rId82"/>
    <p:sldId id="345" r:id="rId83"/>
    <p:sldId id="346" r:id="rId84"/>
    <p:sldId id="347" r:id="rId85"/>
    <p:sldId id="348" r:id="rId86"/>
    <p:sldId id="349" r:id="rId87"/>
    <p:sldId id="350" r:id="rId88"/>
    <p:sldId id="351" r:id="rId89"/>
    <p:sldId id="352" r:id="rId90"/>
    <p:sldId id="353" r:id="rId91"/>
    <p:sldId id="354" r:id="rId92"/>
    <p:sldId id="355" r:id="rId93"/>
    <p:sldId id="356" r:id="rId94"/>
    <p:sldId id="357" r:id="rId95"/>
    <p:sldId id="358" r:id="rId96"/>
    <p:sldId id="359" r:id="rId97"/>
    <p:sldId id="360" r:id="rId98"/>
    <p:sldId id="361" r:id="rId99"/>
    <p:sldId id="362" r:id="rId100"/>
    <p:sldId id="363" r:id="rId101"/>
    <p:sldId id="364" r:id="rId102"/>
    <p:sldId id="365" r:id="rId103"/>
    <p:sldId id="366" r:id="rId104"/>
    <p:sldId id="367" r:id="rId105"/>
    <p:sldId id="368" r:id="rId106"/>
    <p:sldId id="369" r:id="rId107"/>
    <p:sldId id="370" r:id="rId108"/>
    <p:sldId id="371" r:id="rId109"/>
    <p:sldId id="372" r:id="rId110"/>
    <p:sldId id="373" r:id="rId111"/>
    <p:sldId id="374" r:id="rId112"/>
    <p:sldId id="375" r:id="rId113"/>
    <p:sldId id="376" r:id="rId114"/>
    <p:sldId id="377" r:id="rId115"/>
    <p:sldId id="378" r:id="rId116"/>
    <p:sldId id="379" r:id="rId117"/>
    <p:sldId id="380" r:id="rId118"/>
    <p:sldId id="381" r:id="rId119"/>
    <p:sldId id="382" r:id="rId120"/>
    <p:sldId id="383" r:id="rId121"/>
    <p:sldId id="384" r:id="rId122"/>
    <p:sldId id="385" r:id="rId123"/>
    <p:sldId id="386" r:id="rId124"/>
    <p:sldId id="387" r:id="rId125"/>
    <p:sldId id="388" r:id="rId126"/>
    <p:sldId id="389" r:id="rId127"/>
    <p:sldId id="390" r:id="rId128"/>
    <p:sldId id="391" r:id="rId129"/>
    <p:sldId id="392" r:id="rId130"/>
    <p:sldId id="393" r:id="rId131"/>
    <p:sldId id="394" r:id="rId132"/>
    <p:sldId id="395" r:id="rId133"/>
    <p:sldId id="396" r:id="rId134"/>
    <p:sldId id="397" r:id="rId135"/>
    <p:sldId id="398" r:id="rId136"/>
    <p:sldId id="399" r:id="rId137"/>
  </p:sldIdLst>
  <p:sldSz cx="12192000" cy="6858000"/>
  <p:notesSz cx="6858000" cy="9144000"/>
  <p:embeddedFontLst>
    <p:embeddedFont>
      <p:font typeface="Helvetica Neue" panose="020B0604020202020204"/>
      <p:regular r:id="rId139"/>
      <p:boldItalic r:id="rId140"/>
    </p:embeddedFont>
    <p:embeddedFont>
      <p:font typeface="Open Sans" panose="020B0806030504020204" pitchFamily="34" charset="0"/>
      <p:bold r:id="rId141"/>
    </p:embeddedFont>
    <p:embeddedFont>
      <p:font typeface="Verdana" panose="020B0604030504040204" pitchFamily="34" charset="0"/>
      <p:regular r:id="rId142"/>
      <p:bold r:id="rId143"/>
      <p:italic r:id="rId144"/>
      <p:boldItalic r:id="rId145"/>
    </p:embeddedFont>
    <p:embeddedFont>
      <p:font typeface="Calibri" panose="020F0502020204030204" pitchFamily="34" charset="0"/>
      <p:regular r:id="rId146"/>
      <p:bold r:id="rId147"/>
      <p:italic r:id="rId148"/>
      <p:boldItalic r:id="rId1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runa Cond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886AA2-C168-4DDE-B6F5-7F70CFB3E3F6}" v="664" dt="2018-06-14T12:56:09.942"/>
  </p1510:revLst>
</p1510:revInfo>
</file>

<file path=ppt/tableStyles.xml><?xml version="1.0" encoding="utf-8"?>
<a:tblStyleLst xmlns:a="http://schemas.openxmlformats.org/drawingml/2006/main" def="{48CF6179-7BAB-485B-80B5-C8844E0661EF}">
  <a:tblStyle styleId="{48CF6179-7BAB-485B-80B5-C8844E0661EF}"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4AFB4673-C660-4690-A94B-06F70EFDBAA6}"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med" len="med"/>
              <a:tailEnd type="none" w="med" len="med"/>
            </a:ln>
          </a:left>
          <a:right>
            <a:ln w="12700" cap="flat" cmpd="sng">
              <a:solidFill>
                <a:schemeClr val="lt1"/>
              </a:solidFill>
              <a:prstDash val="solid"/>
              <a:round/>
              <a:headEnd type="none" w="med" len="med"/>
              <a:tailEnd type="none" w="med" len="med"/>
            </a:ln>
          </a:right>
          <a:top>
            <a:ln w="12700" cap="flat" cmpd="sng">
              <a:solidFill>
                <a:schemeClr val="lt1"/>
              </a:solidFill>
              <a:prstDash val="solid"/>
              <a:round/>
              <a:headEnd type="none" w="med" len="med"/>
              <a:tailEnd type="none" w="med" len="med"/>
            </a:ln>
          </a:top>
          <a:bottom>
            <a:ln w="12700" cap="flat" cmpd="sng">
              <a:solidFill>
                <a:schemeClr val="lt1"/>
              </a:solidFill>
              <a:prstDash val="solid"/>
              <a:round/>
              <a:headEnd type="none" w="med" len="med"/>
              <a:tailEnd type="none" w="med" len="med"/>
            </a:ln>
          </a:bottom>
          <a:insideH>
            <a:ln w="12700" cap="flat" cmpd="sng">
              <a:solidFill>
                <a:schemeClr val="lt1"/>
              </a:solidFill>
              <a:prstDash val="solid"/>
              <a:round/>
              <a:headEnd type="none" w="med" len="med"/>
              <a:tailEnd type="none" w="med" len="med"/>
            </a:ln>
          </a:insideH>
          <a:insideV>
            <a:ln w="12700" cap="flat" cmpd="sng">
              <a:solidFill>
                <a:schemeClr val="lt1"/>
              </a:solidFill>
              <a:prstDash val="solid"/>
              <a:round/>
              <a:headEnd type="none" w="med" len="med"/>
              <a:tailEnd type="none" w="med" len="med"/>
            </a:ln>
          </a:insideV>
        </a:tcBdr>
        <a:fill>
          <a:solidFill>
            <a:srgbClr val="E9EFF7"/>
          </a:solidFill>
        </a:fill>
      </a:tcStyle>
    </a:wholeTbl>
    <a:band1H>
      <a:tcStyle>
        <a:tcBdr/>
        <a:fill>
          <a:solidFill>
            <a:srgbClr val="D0DEEF"/>
          </a:solidFill>
        </a:fill>
      </a:tcStyle>
    </a:band1H>
    <a:band1V>
      <a:tcStyle>
        <a:tcBdr/>
        <a:fill>
          <a:solidFill>
            <a:srgbClr val="D0DEEF"/>
          </a:solidFill>
        </a:fill>
      </a:tcStyle>
    </a:band1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med" len="med"/>
              <a:tailEnd type="none" w="med" len="med"/>
            </a:ln>
          </a:top>
        </a:tcBdr>
        <a:fill>
          <a:solidFill>
            <a:schemeClr val="accent1"/>
          </a:solidFill>
        </a:fill>
      </a:tcStyle>
    </a:lastRow>
    <a:firstRow>
      <a:tcTxStyle b="on" i="off">
        <a:font>
          <a:latin typeface="Calibri"/>
          <a:ea typeface="Calibri"/>
          <a:cs typeface="Calibri"/>
        </a:font>
        <a:schemeClr val="lt1"/>
      </a:tcTxStyle>
      <a:tcStyle>
        <a:tcBdr>
          <a:bottom>
            <a:ln w="38100" cap="flat" cmpd="sng">
              <a:solidFill>
                <a:schemeClr val="lt1"/>
              </a:solidFill>
              <a:prstDash val="solid"/>
              <a:round/>
              <a:headEnd type="none" w="med" len="med"/>
              <a:tailEnd type="none" w="med" len="med"/>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1.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font" Target="fonts/font1.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commentAuthors" Target="commentAuthor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2.fntdata"/><Relationship Id="rId145"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3.fntdata"/><Relationship Id="rId14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5.fntdata"/><Relationship Id="rId148"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6.fntdata"/><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ago Arantes" userId="88aeb8729d4c2748" providerId="LiveId" clId="{BA530011-7AFC-4763-A2F3-F8966E0B53E0}"/>
    <pc:docChg chg="delSld modSld">
      <pc:chgData name="Thiago Arantes" userId="88aeb8729d4c2748" providerId="LiveId" clId="{BA530011-7AFC-4763-A2F3-F8966E0B53E0}" dt="2018-06-14T02:40:21.273" v="178" actId="20577"/>
      <pc:docMkLst>
        <pc:docMk/>
      </pc:docMkLst>
      <pc:sldChg chg="modSp">
        <pc:chgData name="Thiago Arantes" userId="88aeb8729d4c2748" providerId="LiveId" clId="{BA530011-7AFC-4763-A2F3-F8966E0B53E0}" dt="2018-06-14T02:40:21.273" v="178" actId="20577"/>
        <pc:sldMkLst>
          <pc:docMk/>
          <pc:sldMk cId="0" sldId="256"/>
        </pc:sldMkLst>
        <pc:spChg chg="mod">
          <ac:chgData name="Thiago Arantes" userId="88aeb8729d4c2748" providerId="LiveId" clId="{BA530011-7AFC-4763-A2F3-F8966E0B53E0}" dt="2018-06-14T02:40:15.610" v="172" actId="20577"/>
          <ac:spMkLst>
            <pc:docMk/>
            <pc:sldMk cId="0" sldId="256"/>
            <ac:spMk id="84" creationId="{00000000-0000-0000-0000-000000000000}"/>
          </ac:spMkLst>
        </pc:spChg>
        <pc:spChg chg="mod">
          <ac:chgData name="Thiago Arantes" userId="88aeb8729d4c2748" providerId="LiveId" clId="{BA530011-7AFC-4763-A2F3-F8966E0B53E0}" dt="2018-06-14T02:40:21.273" v="178" actId="20577"/>
          <ac:spMkLst>
            <pc:docMk/>
            <pc:sldMk cId="0" sldId="256"/>
            <ac:spMk id="85" creationId="{00000000-0000-0000-0000-000000000000}"/>
          </ac:spMkLst>
        </pc:spChg>
      </pc:sldChg>
      <pc:sldChg chg="del">
        <pc:chgData name="Thiago Arantes" userId="88aeb8729d4c2748" providerId="LiveId" clId="{BA530011-7AFC-4763-A2F3-F8966E0B53E0}" dt="2018-06-14T02:37:43.911" v="0" actId="2696"/>
        <pc:sldMkLst>
          <pc:docMk/>
          <pc:sldMk cId="3458320877" sldId="258"/>
        </pc:sldMkLst>
      </pc:sldChg>
      <pc:sldChg chg="del">
        <pc:chgData name="Thiago Arantes" userId="88aeb8729d4c2748" providerId="LiveId" clId="{BA530011-7AFC-4763-A2F3-F8966E0B53E0}" dt="2018-06-14T02:37:43.942" v="1" actId="2696"/>
        <pc:sldMkLst>
          <pc:docMk/>
          <pc:sldMk cId="4023658803" sldId="259"/>
        </pc:sldMkLst>
      </pc:sldChg>
      <pc:sldChg chg="del">
        <pc:chgData name="Thiago Arantes" userId="88aeb8729d4c2748" providerId="LiveId" clId="{BA530011-7AFC-4763-A2F3-F8966E0B53E0}" dt="2018-06-14T02:37:43.973" v="2" actId="2696"/>
        <pc:sldMkLst>
          <pc:docMk/>
          <pc:sldMk cId="1076864981" sldId="260"/>
        </pc:sldMkLst>
      </pc:sldChg>
      <pc:sldChg chg="del">
        <pc:chgData name="Thiago Arantes" userId="88aeb8729d4c2748" providerId="LiveId" clId="{BA530011-7AFC-4763-A2F3-F8966E0B53E0}" dt="2018-06-14T02:37:44.005" v="3" actId="2696"/>
        <pc:sldMkLst>
          <pc:docMk/>
          <pc:sldMk cId="2469276606" sldId="261"/>
        </pc:sldMkLst>
      </pc:sldChg>
      <pc:sldChg chg="del">
        <pc:chgData name="Thiago Arantes" userId="88aeb8729d4c2748" providerId="LiveId" clId="{BA530011-7AFC-4763-A2F3-F8966E0B53E0}" dt="2018-06-14T02:37:44.036" v="4" actId="2696"/>
        <pc:sldMkLst>
          <pc:docMk/>
          <pc:sldMk cId="2634215766" sldId="262"/>
        </pc:sldMkLst>
      </pc:sldChg>
      <pc:sldChg chg="del">
        <pc:chgData name="Thiago Arantes" userId="88aeb8729d4c2748" providerId="LiveId" clId="{BA530011-7AFC-4763-A2F3-F8966E0B53E0}" dt="2018-06-14T02:37:44.067" v="5" actId="2696"/>
        <pc:sldMkLst>
          <pc:docMk/>
          <pc:sldMk cId="946600864" sldId="263"/>
        </pc:sldMkLst>
      </pc:sldChg>
      <pc:sldChg chg="del">
        <pc:chgData name="Thiago Arantes" userId="88aeb8729d4c2748" providerId="LiveId" clId="{BA530011-7AFC-4763-A2F3-F8966E0B53E0}" dt="2018-06-14T02:37:44.098" v="6" actId="2696"/>
        <pc:sldMkLst>
          <pc:docMk/>
          <pc:sldMk cId="3639652143" sldId="264"/>
        </pc:sldMkLst>
      </pc:sldChg>
      <pc:sldChg chg="del">
        <pc:chgData name="Thiago Arantes" userId="88aeb8729d4c2748" providerId="LiveId" clId="{BA530011-7AFC-4763-A2F3-F8966E0B53E0}" dt="2018-06-14T02:37:44.145" v="7" actId="2696"/>
        <pc:sldMkLst>
          <pc:docMk/>
          <pc:sldMk cId="1452050464" sldId="265"/>
        </pc:sldMkLst>
      </pc:sldChg>
      <pc:sldChg chg="del">
        <pc:chgData name="Thiago Arantes" userId="88aeb8729d4c2748" providerId="LiveId" clId="{BA530011-7AFC-4763-A2F3-F8966E0B53E0}" dt="2018-06-14T02:37:44.176" v="8" actId="2696"/>
        <pc:sldMkLst>
          <pc:docMk/>
          <pc:sldMk cId="4113178739" sldId="266"/>
        </pc:sldMkLst>
      </pc:sldChg>
      <pc:sldChg chg="del">
        <pc:chgData name="Thiago Arantes" userId="88aeb8729d4c2748" providerId="LiveId" clId="{BA530011-7AFC-4763-A2F3-F8966E0B53E0}" dt="2018-06-14T02:37:44.208" v="9" actId="2696"/>
        <pc:sldMkLst>
          <pc:docMk/>
          <pc:sldMk cId="4006264868" sldId="267"/>
        </pc:sldMkLst>
      </pc:sldChg>
      <pc:sldChg chg="del">
        <pc:chgData name="Thiago Arantes" userId="88aeb8729d4c2748" providerId="LiveId" clId="{BA530011-7AFC-4763-A2F3-F8966E0B53E0}" dt="2018-06-14T02:37:44.254" v="10" actId="2696"/>
        <pc:sldMkLst>
          <pc:docMk/>
          <pc:sldMk cId="3251427928" sldId="268"/>
        </pc:sldMkLst>
      </pc:sldChg>
      <pc:sldChg chg="del">
        <pc:chgData name="Thiago Arantes" userId="88aeb8729d4c2748" providerId="LiveId" clId="{BA530011-7AFC-4763-A2F3-F8966E0B53E0}" dt="2018-06-14T02:37:44.270" v="11" actId="2696"/>
        <pc:sldMkLst>
          <pc:docMk/>
          <pc:sldMk cId="753026174" sldId="269"/>
        </pc:sldMkLst>
      </pc:sldChg>
      <pc:sldChg chg="del">
        <pc:chgData name="Thiago Arantes" userId="88aeb8729d4c2748" providerId="LiveId" clId="{BA530011-7AFC-4763-A2F3-F8966E0B53E0}" dt="2018-06-14T02:37:44.311" v="12" actId="2696"/>
        <pc:sldMkLst>
          <pc:docMk/>
          <pc:sldMk cId="3719429802" sldId="270"/>
        </pc:sldMkLst>
      </pc:sldChg>
      <pc:sldChg chg="del">
        <pc:chgData name="Thiago Arantes" userId="88aeb8729d4c2748" providerId="LiveId" clId="{BA530011-7AFC-4763-A2F3-F8966E0B53E0}" dt="2018-06-14T02:37:44.338" v="13" actId="2696"/>
        <pc:sldMkLst>
          <pc:docMk/>
          <pc:sldMk cId="1187073435" sldId="271"/>
        </pc:sldMkLst>
      </pc:sldChg>
      <pc:sldChg chg="del">
        <pc:chgData name="Thiago Arantes" userId="88aeb8729d4c2748" providerId="LiveId" clId="{BA530011-7AFC-4763-A2F3-F8966E0B53E0}" dt="2018-06-14T02:37:44.385" v="14" actId="2696"/>
        <pc:sldMkLst>
          <pc:docMk/>
          <pc:sldMk cId="1963182725" sldId="272"/>
        </pc:sldMkLst>
      </pc:sldChg>
      <pc:sldChg chg="del">
        <pc:chgData name="Thiago Arantes" userId="88aeb8729d4c2748" providerId="LiveId" clId="{BA530011-7AFC-4763-A2F3-F8966E0B53E0}" dt="2018-06-14T02:37:44.432" v="15" actId="2696"/>
        <pc:sldMkLst>
          <pc:docMk/>
          <pc:sldMk cId="1204961607" sldId="273"/>
        </pc:sldMkLst>
      </pc:sldChg>
      <pc:sldChg chg="del">
        <pc:chgData name="Thiago Arantes" userId="88aeb8729d4c2748" providerId="LiveId" clId="{BA530011-7AFC-4763-A2F3-F8966E0B53E0}" dt="2018-06-14T02:37:44.463" v="16" actId="2696"/>
        <pc:sldMkLst>
          <pc:docMk/>
          <pc:sldMk cId="92035429" sldId="274"/>
        </pc:sldMkLst>
      </pc:sldChg>
      <pc:sldChg chg="del">
        <pc:chgData name="Thiago Arantes" userId="88aeb8729d4c2748" providerId="LiveId" clId="{BA530011-7AFC-4763-A2F3-F8966E0B53E0}" dt="2018-06-14T02:37:44.494" v="17" actId="2696"/>
        <pc:sldMkLst>
          <pc:docMk/>
          <pc:sldMk cId="349006460" sldId="275"/>
        </pc:sldMkLst>
      </pc:sldChg>
      <pc:sldChg chg="del">
        <pc:chgData name="Thiago Arantes" userId="88aeb8729d4c2748" providerId="LiveId" clId="{BA530011-7AFC-4763-A2F3-F8966E0B53E0}" dt="2018-06-14T02:37:44.526" v="18" actId="2696"/>
        <pc:sldMkLst>
          <pc:docMk/>
          <pc:sldMk cId="2174926562" sldId="276"/>
        </pc:sldMkLst>
      </pc:sldChg>
      <pc:sldChg chg="del">
        <pc:chgData name="Thiago Arantes" userId="88aeb8729d4c2748" providerId="LiveId" clId="{BA530011-7AFC-4763-A2F3-F8966E0B53E0}" dt="2018-06-14T02:37:44.573" v="19" actId="2696"/>
        <pc:sldMkLst>
          <pc:docMk/>
          <pc:sldMk cId="173339966" sldId="277"/>
        </pc:sldMkLst>
      </pc:sldChg>
      <pc:sldChg chg="del">
        <pc:chgData name="Thiago Arantes" userId="88aeb8729d4c2748" providerId="LiveId" clId="{BA530011-7AFC-4763-A2F3-F8966E0B53E0}" dt="2018-06-14T02:37:44.619" v="20" actId="2696"/>
        <pc:sldMkLst>
          <pc:docMk/>
          <pc:sldMk cId="3390801767" sldId="278"/>
        </pc:sldMkLst>
      </pc:sldChg>
      <pc:sldChg chg="del">
        <pc:chgData name="Thiago Arantes" userId="88aeb8729d4c2748" providerId="LiveId" clId="{BA530011-7AFC-4763-A2F3-F8966E0B53E0}" dt="2018-06-14T02:37:44.651" v="21" actId="2696"/>
        <pc:sldMkLst>
          <pc:docMk/>
          <pc:sldMk cId="67144799" sldId="279"/>
        </pc:sldMkLst>
      </pc:sldChg>
      <pc:sldChg chg="del">
        <pc:chgData name="Thiago Arantes" userId="88aeb8729d4c2748" providerId="LiveId" clId="{BA530011-7AFC-4763-A2F3-F8966E0B53E0}" dt="2018-06-14T02:37:44.682" v="22" actId="2696"/>
        <pc:sldMkLst>
          <pc:docMk/>
          <pc:sldMk cId="1518600417" sldId="280"/>
        </pc:sldMkLst>
      </pc:sldChg>
      <pc:sldChg chg="del">
        <pc:chgData name="Thiago Arantes" userId="88aeb8729d4c2748" providerId="LiveId" clId="{BA530011-7AFC-4763-A2F3-F8966E0B53E0}" dt="2018-06-14T02:37:44.713" v="23" actId="2696"/>
        <pc:sldMkLst>
          <pc:docMk/>
          <pc:sldMk cId="2150012154" sldId="281"/>
        </pc:sldMkLst>
      </pc:sldChg>
      <pc:sldChg chg="del">
        <pc:chgData name="Thiago Arantes" userId="88aeb8729d4c2748" providerId="LiveId" clId="{BA530011-7AFC-4763-A2F3-F8966E0B53E0}" dt="2018-06-14T02:37:44.744" v="24" actId="2696"/>
        <pc:sldMkLst>
          <pc:docMk/>
          <pc:sldMk cId="3279636385" sldId="282"/>
        </pc:sldMkLst>
      </pc:sldChg>
      <pc:sldChg chg="del">
        <pc:chgData name="Thiago Arantes" userId="88aeb8729d4c2748" providerId="LiveId" clId="{BA530011-7AFC-4763-A2F3-F8966E0B53E0}" dt="2018-06-14T02:37:44.776" v="25" actId="2696"/>
        <pc:sldMkLst>
          <pc:docMk/>
          <pc:sldMk cId="3339315951" sldId="283"/>
        </pc:sldMkLst>
      </pc:sldChg>
      <pc:sldChg chg="del">
        <pc:chgData name="Thiago Arantes" userId="88aeb8729d4c2748" providerId="LiveId" clId="{BA530011-7AFC-4763-A2F3-F8966E0B53E0}" dt="2018-06-14T02:37:44.822" v="26" actId="2696"/>
        <pc:sldMkLst>
          <pc:docMk/>
          <pc:sldMk cId="2182326433" sldId="284"/>
        </pc:sldMkLst>
      </pc:sldChg>
      <pc:sldChg chg="del">
        <pc:chgData name="Thiago Arantes" userId="88aeb8729d4c2748" providerId="LiveId" clId="{BA530011-7AFC-4763-A2F3-F8966E0B53E0}" dt="2018-06-14T02:37:44.854" v="27" actId="2696"/>
        <pc:sldMkLst>
          <pc:docMk/>
          <pc:sldMk cId="3385634465" sldId="285"/>
        </pc:sldMkLst>
      </pc:sldChg>
      <pc:sldChg chg="del">
        <pc:chgData name="Thiago Arantes" userId="88aeb8729d4c2748" providerId="LiveId" clId="{BA530011-7AFC-4763-A2F3-F8966E0B53E0}" dt="2018-06-14T02:37:44.885" v="28" actId="2696"/>
        <pc:sldMkLst>
          <pc:docMk/>
          <pc:sldMk cId="1953697251" sldId="286"/>
        </pc:sldMkLst>
      </pc:sldChg>
      <pc:sldChg chg="del">
        <pc:chgData name="Thiago Arantes" userId="88aeb8729d4c2748" providerId="LiveId" clId="{BA530011-7AFC-4763-A2F3-F8966E0B53E0}" dt="2018-06-14T02:37:44.932" v="29" actId="2696"/>
        <pc:sldMkLst>
          <pc:docMk/>
          <pc:sldMk cId="1960583653" sldId="287"/>
        </pc:sldMkLst>
      </pc:sldChg>
      <pc:sldChg chg="del">
        <pc:chgData name="Thiago Arantes" userId="88aeb8729d4c2748" providerId="LiveId" clId="{BA530011-7AFC-4763-A2F3-F8966E0B53E0}" dt="2018-06-14T02:37:44.963" v="30" actId="2696"/>
        <pc:sldMkLst>
          <pc:docMk/>
          <pc:sldMk cId="1716623081" sldId="288"/>
        </pc:sldMkLst>
      </pc:sldChg>
      <pc:sldChg chg="del">
        <pc:chgData name="Thiago Arantes" userId="88aeb8729d4c2748" providerId="LiveId" clId="{BA530011-7AFC-4763-A2F3-F8966E0B53E0}" dt="2018-06-14T02:37:44.994" v="31" actId="2696"/>
        <pc:sldMkLst>
          <pc:docMk/>
          <pc:sldMk cId="586148654" sldId="289"/>
        </pc:sldMkLst>
      </pc:sldChg>
      <pc:sldChg chg="del">
        <pc:chgData name="Thiago Arantes" userId="88aeb8729d4c2748" providerId="LiveId" clId="{BA530011-7AFC-4763-A2F3-F8966E0B53E0}" dt="2018-06-14T02:37:45.026" v="32" actId="2696"/>
        <pc:sldMkLst>
          <pc:docMk/>
          <pc:sldMk cId="3677071128" sldId="290"/>
        </pc:sldMkLst>
      </pc:sldChg>
      <pc:sldChg chg="del">
        <pc:chgData name="Thiago Arantes" userId="88aeb8729d4c2748" providerId="LiveId" clId="{BA530011-7AFC-4763-A2F3-F8966E0B53E0}" dt="2018-06-14T02:37:45.057" v="33" actId="2696"/>
        <pc:sldMkLst>
          <pc:docMk/>
          <pc:sldMk cId="3897376442" sldId="291"/>
        </pc:sldMkLst>
      </pc:sldChg>
      <pc:sldChg chg="del">
        <pc:chgData name="Thiago Arantes" userId="88aeb8729d4c2748" providerId="LiveId" clId="{BA530011-7AFC-4763-A2F3-F8966E0B53E0}" dt="2018-06-14T02:37:45.104" v="34" actId="2696"/>
        <pc:sldMkLst>
          <pc:docMk/>
          <pc:sldMk cId="33317608" sldId="292"/>
        </pc:sldMkLst>
      </pc:sldChg>
      <pc:sldChg chg="del">
        <pc:chgData name="Thiago Arantes" userId="88aeb8729d4c2748" providerId="LiveId" clId="{BA530011-7AFC-4763-A2F3-F8966E0B53E0}" dt="2018-06-14T02:37:45.150" v="35" actId="2696"/>
        <pc:sldMkLst>
          <pc:docMk/>
          <pc:sldMk cId="2907008906" sldId="293"/>
        </pc:sldMkLst>
      </pc:sldChg>
      <pc:sldChg chg="del">
        <pc:chgData name="Thiago Arantes" userId="88aeb8729d4c2748" providerId="LiveId" clId="{BA530011-7AFC-4763-A2F3-F8966E0B53E0}" dt="2018-06-14T02:37:45.197" v="36" actId="2696"/>
        <pc:sldMkLst>
          <pc:docMk/>
          <pc:sldMk cId="831059736" sldId="294"/>
        </pc:sldMkLst>
      </pc:sldChg>
      <pc:sldChg chg="del">
        <pc:chgData name="Thiago Arantes" userId="88aeb8729d4c2748" providerId="LiveId" clId="{BA530011-7AFC-4763-A2F3-F8966E0B53E0}" dt="2018-06-14T02:37:45.225" v="37" actId="2696"/>
        <pc:sldMkLst>
          <pc:docMk/>
          <pc:sldMk cId="1570634410" sldId="295"/>
        </pc:sldMkLst>
      </pc:sldChg>
      <pc:sldChg chg="del">
        <pc:chgData name="Thiago Arantes" userId="88aeb8729d4c2748" providerId="LiveId" clId="{BA530011-7AFC-4763-A2F3-F8966E0B53E0}" dt="2018-06-14T02:37:45.272" v="38" actId="2696"/>
        <pc:sldMkLst>
          <pc:docMk/>
          <pc:sldMk cId="1387949619" sldId="296"/>
        </pc:sldMkLst>
      </pc:sldChg>
      <pc:sldChg chg="del">
        <pc:chgData name="Thiago Arantes" userId="88aeb8729d4c2748" providerId="LiveId" clId="{BA530011-7AFC-4763-A2F3-F8966E0B53E0}" dt="2018-06-14T02:37:45.312" v="39" actId="2696"/>
        <pc:sldMkLst>
          <pc:docMk/>
          <pc:sldMk cId="2062143922" sldId="297"/>
        </pc:sldMkLst>
      </pc:sldChg>
      <pc:sldChg chg="del">
        <pc:chgData name="Thiago Arantes" userId="88aeb8729d4c2748" providerId="LiveId" clId="{BA530011-7AFC-4763-A2F3-F8966E0B53E0}" dt="2018-06-14T02:37:45.338" v="40" actId="2696"/>
        <pc:sldMkLst>
          <pc:docMk/>
          <pc:sldMk cId="1861408747" sldId="298"/>
        </pc:sldMkLst>
      </pc:sldChg>
      <pc:sldChg chg="del">
        <pc:chgData name="Thiago Arantes" userId="88aeb8729d4c2748" providerId="LiveId" clId="{BA530011-7AFC-4763-A2F3-F8966E0B53E0}" dt="2018-06-14T02:37:45.374" v="41" actId="2696"/>
        <pc:sldMkLst>
          <pc:docMk/>
          <pc:sldMk cId="4234907486" sldId="299"/>
        </pc:sldMkLst>
      </pc:sldChg>
      <pc:sldChg chg="del">
        <pc:chgData name="Thiago Arantes" userId="88aeb8729d4c2748" providerId="LiveId" clId="{BA530011-7AFC-4763-A2F3-F8966E0B53E0}" dt="2018-06-14T02:37:45.405" v="42" actId="2696"/>
        <pc:sldMkLst>
          <pc:docMk/>
          <pc:sldMk cId="1579260914" sldId="300"/>
        </pc:sldMkLst>
      </pc:sldChg>
      <pc:sldChg chg="del">
        <pc:chgData name="Thiago Arantes" userId="88aeb8729d4c2748" providerId="LiveId" clId="{BA530011-7AFC-4763-A2F3-F8966E0B53E0}" dt="2018-06-14T02:37:45.452" v="43" actId="2696"/>
        <pc:sldMkLst>
          <pc:docMk/>
          <pc:sldMk cId="1511627962" sldId="301"/>
        </pc:sldMkLst>
      </pc:sldChg>
      <pc:sldChg chg="del">
        <pc:chgData name="Thiago Arantes" userId="88aeb8729d4c2748" providerId="LiveId" clId="{BA530011-7AFC-4763-A2F3-F8966E0B53E0}" dt="2018-06-14T02:37:45.483" v="44" actId="2696"/>
        <pc:sldMkLst>
          <pc:docMk/>
          <pc:sldMk cId="2731763357" sldId="302"/>
        </pc:sldMkLst>
      </pc:sldChg>
      <pc:sldChg chg="del">
        <pc:chgData name="Thiago Arantes" userId="88aeb8729d4c2748" providerId="LiveId" clId="{BA530011-7AFC-4763-A2F3-F8966E0B53E0}" dt="2018-06-14T02:37:45.530" v="45" actId="2696"/>
        <pc:sldMkLst>
          <pc:docMk/>
          <pc:sldMk cId="291748577" sldId="303"/>
        </pc:sldMkLst>
      </pc:sldChg>
      <pc:sldChg chg="del">
        <pc:chgData name="Thiago Arantes" userId="88aeb8729d4c2748" providerId="LiveId" clId="{BA530011-7AFC-4763-A2F3-F8966E0B53E0}" dt="2018-06-14T02:37:45.577" v="46" actId="2696"/>
        <pc:sldMkLst>
          <pc:docMk/>
          <pc:sldMk cId="1553094196" sldId="304"/>
        </pc:sldMkLst>
      </pc:sldChg>
      <pc:sldChg chg="del">
        <pc:chgData name="Thiago Arantes" userId="88aeb8729d4c2748" providerId="LiveId" clId="{BA530011-7AFC-4763-A2F3-F8966E0B53E0}" dt="2018-06-14T02:37:45.624" v="47" actId="2696"/>
        <pc:sldMkLst>
          <pc:docMk/>
          <pc:sldMk cId="2465072102" sldId="305"/>
        </pc:sldMkLst>
      </pc:sldChg>
      <pc:sldChg chg="del">
        <pc:chgData name="Thiago Arantes" userId="88aeb8729d4c2748" providerId="LiveId" clId="{BA530011-7AFC-4763-A2F3-F8966E0B53E0}" dt="2018-06-14T02:37:45.671" v="48" actId="2696"/>
        <pc:sldMkLst>
          <pc:docMk/>
          <pc:sldMk cId="1228936208" sldId="306"/>
        </pc:sldMkLst>
      </pc:sldChg>
      <pc:sldChg chg="del">
        <pc:chgData name="Thiago Arantes" userId="88aeb8729d4c2748" providerId="LiveId" clId="{BA530011-7AFC-4763-A2F3-F8966E0B53E0}" dt="2018-06-14T02:37:45.702" v="49" actId="2696"/>
        <pc:sldMkLst>
          <pc:docMk/>
          <pc:sldMk cId="2150076223" sldId="307"/>
        </pc:sldMkLst>
      </pc:sldChg>
      <pc:sldChg chg="del">
        <pc:chgData name="Thiago Arantes" userId="88aeb8729d4c2748" providerId="LiveId" clId="{BA530011-7AFC-4763-A2F3-F8966E0B53E0}" dt="2018-06-14T02:37:45.751" v="50" actId="2696"/>
        <pc:sldMkLst>
          <pc:docMk/>
          <pc:sldMk cId="2408355521" sldId="308"/>
        </pc:sldMkLst>
      </pc:sldChg>
      <pc:sldChg chg="del">
        <pc:chgData name="Thiago Arantes" userId="88aeb8729d4c2748" providerId="LiveId" clId="{BA530011-7AFC-4763-A2F3-F8966E0B53E0}" dt="2018-06-14T02:37:45.807" v="51" actId="2696"/>
        <pc:sldMkLst>
          <pc:docMk/>
          <pc:sldMk cId="918130440" sldId="309"/>
        </pc:sldMkLst>
      </pc:sldChg>
      <pc:sldChg chg="del">
        <pc:chgData name="Thiago Arantes" userId="88aeb8729d4c2748" providerId="LiveId" clId="{BA530011-7AFC-4763-A2F3-F8966E0B53E0}" dt="2018-06-14T02:37:45.838" v="52" actId="2696"/>
        <pc:sldMkLst>
          <pc:docMk/>
          <pc:sldMk cId="2709412184" sldId="310"/>
        </pc:sldMkLst>
      </pc:sldChg>
      <pc:sldChg chg="del">
        <pc:chgData name="Thiago Arantes" userId="88aeb8729d4c2748" providerId="LiveId" clId="{BA530011-7AFC-4763-A2F3-F8966E0B53E0}" dt="2018-06-14T02:37:45.885" v="53" actId="2696"/>
        <pc:sldMkLst>
          <pc:docMk/>
          <pc:sldMk cId="2171413157" sldId="311"/>
        </pc:sldMkLst>
      </pc:sldChg>
      <pc:sldChg chg="del">
        <pc:chgData name="Thiago Arantes" userId="88aeb8729d4c2748" providerId="LiveId" clId="{BA530011-7AFC-4763-A2F3-F8966E0B53E0}" dt="2018-06-14T02:37:45.932" v="54" actId="2696"/>
        <pc:sldMkLst>
          <pc:docMk/>
          <pc:sldMk cId="2104820344" sldId="312"/>
        </pc:sldMkLst>
      </pc:sldChg>
      <pc:sldChg chg="del">
        <pc:chgData name="Thiago Arantes" userId="88aeb8729d4c2748" providerId="LiveId" clId="{BA530011-7AFC-4763-A2F3-F8966E0B53E0}" dt="2018-06-14T02:37:45.963" v="55" actId="2696"/>
        <pc:sldMkLst>
          <pc:docMk/>
          <pc:sldMk cId="2139396763" sldId="313"/>
        </pc:sldMkLst>
      </pc:sldChg>
      <pc:sldChg chg="del">
        <pc:chgData name="Thiago Arantes" userId="88aeb8729d4c2748" providerId="LiveId" clId="{BA530011-7AFC-4763-A2F3-F8966E0B53E0}" dt="2018-06-14T02:37:45.994" v="56" actId="2696"/>
        <pc:sldMkLst>
          <pc:docMk/>
          <pc:sldMk cId="1240124501" sldId="314"/>
        </pc:sldMkLst>
      </pc:sldChg>
      <pc:sldChg chg="del">
        <pc:chgData name="Thiago Arantes" userId="88aeb8729d4c2748" providerId="LiveId" clId="{BA530011-7AFC-4763-A2F3-F8966E0B53E0}" dt="2018-06-14T02:37:46.025" v="57" actId="2696"/>
        <pc:sldMkLst>
          <pc:docMk/>
          <pc:sldMk cId="3297097900" sldId="315"/>
        </pc:sldMkLst>
      </pc:sldChg>
      <pc:sldChg chg="del">
        <pc:chgData name="Thiago Arantes" userId="88aeb8729d4c2748" providerId="LiveId" clId="{BA530011-7AFC-4763-A2F3-F8966E0B53E0}" dt="2018-06-14T02:37:46.088" v="58" actId="2696"/>
        <pc:sldMkLst>
          <pc:docMk/>
          <pc:sldMk cId="3208209911" sldId="316"/>
        </pc:sldMkLst>
      </pc:sldChg>
      <pc:sldChg chg="del">
        <pc:chgData name="Thiago Arantes" userId="88aeb8729d4c2748" providerId="LiveId" clId="{BA530011-7AFC-4763-A2F3-F8966E0B53E0}" dt="2018-06-14T02:37:46.119" v="59" actId="2696"/>
        <pc:sldMkLst>
          <pc:docMk/>
          <pc:sldMk cId="1897979476" sldId="317"/>
        </pc:sldMkLst>
      </pc:sldChg>
      <pc:sldChg chg="del">
        <pc:chgData name="Thiago Arantes" userId="88aeb8729d4c2748" providerId="LiveId" clId="{BA530011-7AFC-4763-A2F3-F8966E0B53E0}" dt="2018-06-14T02:37:46.166" v="60" actId="2696"/>
        <pc:sldMkLst>
          <pc:docMk/>
          <pc:sldMk cId="1082601879" sldId="318"/>
        </pc:sldMkLst>
      </pc:sldChg>
      <pc:sldChg chg="del">
        <pc:chgData name="Thiago Arantes" userId="88aeb8729d4c2748" providerId="LiveId" clId="{BA530011-7AFC-4763-A2F3-F8966E0B53E0}" dt="2018-06-14T02:37:46.228" v="61" actId="2696"/>
        <pc:sldMkLst>
          <pc:docMk/>
          <pc:sldMk cId="2046302609" sldId="319"/>
        </pc:sldMkLst>
      </pc:sldChg>
      <pc:sldChg chg="del">
        <pc:chgData name="Thiago Arantes" userId="88aeb8729d4c2748" providerId="LiveId" clId="{BA530011-7AFC-4763-A2F3-F8966E0B53E0}" dt="2018-06-14T02:37:46.260" v="62" actId="2696"/>
        <pc:sldMkLst>
          <pc:docMk/>
          <pc:sldMk cId="198046545" sldId="320"/>
        </pc:sldMkLst>
      </pc:sldChg>
      <pc:sldChg chg="del">
        <pc:chgData name="Thiago Arantes" userId="88aeb8729d4c2748" providerId="LiveId" clId="{BA530011-7AFC-4763-A2F3-F8966E0B53E0}" dt="2018-06-14T02:37:46.307" v="63" actId="2696"/>
        <pc:sldMkLst>
          <pc:docMk/>
          <pc:sldMk cId="3573589046" sldId="321"/>
        </pc:sldMkLst>
      </pc:sldChg>
      <pc:sldChg chg="del">
        <pc:chgData name="Thiago Arantes" userId="88aeb8729d4c2748" providerId="LiveId" clId="{BA530011-7AFC-4763-A2F3-F8966E0B53E0}" dt="2018-06-14T02:37:46.333" v="64" actId="2696"/>
        <pc:sldMkLst>
          <pc:docMk/>
          <pc:sldMk cId="1911032710" sldId="322"/>
        </pc:sldMkLst>
      </pc:sldChg>
      <pc:sldChg chg="del">
        <pc:chgData name="Thiago Arantes" userId="88aeb8729d4c2748" providerId="LiveId" clId="{BA530011-7AFC-4763-A2F3-F8966E0B53E0}" dt="2018-06-14T02:37:46.347" v="65" actId="2696"/>
        <pc:sldMkLst>
          <pc:docMk/>
          <pc:sldMk cId="1818069269" sldId="323"/>
        </pc:sldMkLst>
      </pc:sldChg>
      <pc:sldChg chg="del">
        <pc:chgData name="Thiago Arantes" userId="88aeb8729d4c2748" providerId="LiveId" clId="{BA530011-7AFC-4763-A2F3-F8966E0B53E0}" dt="2018-06-14T02:37:46.361" v="66" actId="2696"/>
        <pc:sldMkLst>
          <pc:docMk/>
          <pc:sldMk cId="1240527420" sldId="324"/>
        </pc:sldMkLst>
      </pc:sldChg>
      <pc:sldChg chg="del">
        <pc:chgData name="Thiago Arantes" userId="88aeb8729d4c2748" providerId="LiveId" clId="{BA530011-7AFC-4763-A2F3-F8966E0B53E0}" dt="2018-06-14T02:37:46.423" v="67" actId="2696"/>
        <pc:sldMkLst>
          <pc:docMk/>
          <pc:sldMk cId="1140570014" sldId="325"/>
        </pc:sldMkLst>
      </pc:sldChg>
      <pc:sldChg chg="del">
        <pc:chgData name="Thiago Arantes" userId="88aeb8729d4c2748" providerId="LiveId" clId="{BA530011-7AFC-4763-A2F3-F8966E0B53E0}" dt="2018-06-14T02:37:46.470" v="69" actId="2696"/>
        <pc:sldMkLst>
          <pc:docMk/>
          <pc:sldMk cId="749086931" sldId="326"/>
        </pc:sldMkLst>
      </pc:sldChg>
      <pc:sldChg chg="del">
        <pc:chgData name="Thiago Arantes" userId="88aeb8729d4c2748" providerId="LiveId" clId="{BA530011-7AFC-4763-A2F3-F8966E0B53E0}" dt="2018-06-14T02:37:46.454" v="68" actId="2696"/>
        <pc:sldMkLst>
          <pc:docMk/>
          <pc:sldMk cId="686940741" sldId="327"/>
        </pc:sldMkLst>
      </pc:sldChg>
      <pc:sldChg chg="del">
        <pc:chgData name="Thiago Arantes" userId="88aeb8729d4c2748" providerId="LiveId" clId="{BA530011-7AFC-4763-A2F3-F8966E0B53E0}" dt="2018-06-14T02:37:46.501" v="70" actId="2696"/>
        <pc:sldMkLst>
          <pc:docMk/>
          <pc:sldMk cId="2405928956" sldId="328"/>
        </pc:sldMkLst>
      </pc:sldChg>
      <pc:sldChg chg="del">
        <pc:chgData name="Thiago Arantes" userId="88aeb8729d4c2748" providerId="LiveId" clId="{BA530011-7AFC-4763-A2F3-F8966E0B53E0}" dt="2018-06-14T02:37:46.532" v="71" actId="2696"/>
        <pc:sldMkLst>
          <pc:docMk/>
          <pc:sldMk cId="83761437" sldId="329"/>
        </pc:sldMkLst>
      </pc:sldChg>
      <pc:sldChg chg="del">
        <pc:chgData name="Thiago Arantes" userId="88aeb8729d4c2748" providerId="LiveId" clId="{BA530011-7AFC-4763-A2F3-F8966E0B53E0}" dt="2018-06-14T02:37:46.564" v="72" actId="2696"/>
        <pc:sldMkLst>
          <pc:docMk/>
          <pc:sldMk cId="1743280646" sldId="330"/>
        </pc:sldMkLst>
      </pc:sldChg>
      <pc:sldChg chg="del">
        <pc:chgData name="Thiago Arantes" userId="88aeb8729d4c2748" providerId="LiveId" clId="{BA530011-7AFC-4763-A2F3-F8966E0B53E0}" dt="2018-06-14T02:37:46.610" v="73" actId="2696"/>
        <pc:sldMkLst>
          <pc:docMk/>
          <pc:sldMk cId="1933614292" sldId="331"/>
        </pc:sldMkLst>
      </pc:sldChg>
      <pc:sldChg chg="del">
        <pc:chgData name="Thiago Arantes" userId="88aeb8729d4c2748" providerId="LiveId" clId="{BA530011-7AFC-4763-A2F3-F8966E0B53E0}" dt="2018-06-14T02:37:46.704" v="74" actId="2696"/>
        <pc:sldMkLst>
          <pc:docMk/>
          <pc:sldMk cId="1989429274" sldId="332"/>
        </pc:sldMkLst>
      </pc:sldChg>
      <pc:sldChg chg="del">
        <pc:chgData name="Thiago Arantes" userId="88aeb8729d4c2748" providerId="LiveId" clId="{BA530011-7AFC-4763-A2F3-F8966E0B53E0}" dt="2018-06-14T02:37:46.735" v="75" actId="2696"/>
        <pc:sldMkLst>
          <pc:docMk/>
          <pc:sldMk cId="1952191498" sldId="333"/>
        </pc:sldMkLst>
      </pc:sldChg>
      <pc:sldChg chg="del">
        <pc:chgData name="Thiago Arantes" userId="88aeb8729d4c2748" providerId="LiveId" clId="{BA530011-7AFC-4763-A2F3-F8966E0B53E0}" dt="2018-06-14T02:37:46.751" v="76" actId="2696"/>
        <pc:sldMkLst>
          <pc:docMk/>
          <pc:sldMk cId="1731292268" sldId="334"/>
        </pc:sldMkLst>
      </pc:sldChg>
      <pc:sldChg chg="del">
        <pc:chgData name="Thiago Arantes" userId="88aeb8729d4c2748" providerId="LiveId" clId="{BA530011-7AFC-4763-A2F3-F8966E0B53E0}" dt="2018-06-14T02:37:46.782" v="77" actId="2696"/>
        <pc:sldMkLst>
          <pc:docMk/>
          <pc:sldMk cId="2655608574" sldId="335"/>
        </pc:sldMkLst>
      </pc:sldChg>
      <pc:sldChg chg="del">
        <pc:chgData name="Thiago Arantes" userId="88aeb8729d4c2748" providerId="LiveId" clId="{BA530011-7AFC-4763-A2F3-F8966E0B53E0}" dt="2018-06-14T02:37:46.814" v="78" actId="2696"/>
        <pc:sldMkLst>
          <pc:docMk/>
          <pc:sldMk cId="3915082520" sldId="336"/>
        </pc:sldMkLst>
      </pc:sldChg>
      <pc:sldChg chg="del">
        <pc:chgData name="Thiago Arantes" userId="88aeb8729d4c2748" providerId="LiveId" clId="{BA530011-7AFC-4763-A2F3-F8966E0B53E0}" dt="2018-06-14T02:37:46.860" v="79" actId="2696"/>
        <pc:sldMkLst>
          <pc:docMk/>
          <pc:sldMk cId="1264485651" sldId="337"/>
        </pc:sldMkLst>
      </pc:sldChg>
      <pc:sldChg chg="del">
        <pc:chgData name="Thiago Arantes" userId="88aeb8729d4c2748" providerId="LiveId" clId="{BA530011-7AFC-4763-A2F3-F8966E0B53E0}" dt="2018-06-14T02:37:46.892" v="80" actId="2696"/>
        <pc:sldMkLst>
          <pc:docMk/>
          <pc:sldMk cId="570899169" sldId="338"/>
        </pc:sldMkLst>
      </pc:sldChg>
      <pc:sldChg chg="del">
        <pc:chgData name="Thiago Arantes" userId="88aeb8729d4c2748" providerId="LiveId" clId="{BA530011-7AFC-4763-A2F3-F8966E0B53E0}" dt="2018-06-14T02:37:46.923" v="81" actId="2696"/>
        <pc:sldMkLst>
          <pc:docMk/>
          <pc:sldMk cId="2183812821" sldId="339"/>
        </pc:sldMkLst>
      </pc:sldChg>
      <pc:sldChg chg="del">
        <pc:chgData name="Thiago Arantes" userId="88aeb8729d4c2748" providerId="LiveId" clId="{BA530011-7AFC-4763-A2F3-F8966E0B53E0}" dt="2018-06-14T02:37:46.970" v="82" actId="2696"/>
        <pc:sldMkLst>
          <pc:docMk/>
          <pc:sldMk cId="1262318968" sldId="340"/>
        </pc:sldMkLst>
      </pc:sldChg>
      <pc:sldChg chg="del">
        <pc:chgData name="Thiago Arantes" userId="88aeb8729d4c2748" providerId="LiveId" clId="{BA530011-7AFC-4763-A2F3-F8966E0B53E0}" dt="2018-06-14T02:37:47.001" v="83" actId="2696"/>
        <pc:sldMkLst>
          <pc:docMk/>
          <pc:sldMk cId="3451899936" sldId="341"/>
        </pc:sldMkLst>
      </pc:sldChg>
      <pc:sldChg chg="del">
        <pc:chgData name="Thiago Arantes" userId="88aeb8729d4c2748" providerId="LiveId" clId="{BA530011-7AFC-4763-A2F3-F8966E0B53E0}" dt="2018-06-14T02:37:47.032" v="84" actId="2696"/>
        <pc:sldMkLst>
          <pc:docMk/>
          <pc:sldMk cId="1948526696" sldId="342"/>
        </pc:sldMkLst>
      </pc:sldChg>
      <pc:sldChg chg="del">
        <pc:chgData name="Thiago Arantes" userId="88aeb8729d4c2748" providerId="LiveId" clId="{BA530011-7AFC-4763-A2F3-F8966E0B53E0}" dt="2018-06-14T02:37:47.048" v="85" actId="2696"/>
        <pc:sldMkLst>
          <pc:docMk/>
          <pc:sldMk cId="2484847548" sldId="343"/>
        </pc:sldMkLst>
      </pc:sldChg>
      <pc:sldChg chg="del">
        <pc:chgData name="Thiago Arantes" userId="88aeb8729d4c2748" providerId="LiveId" clId="{BA530011-7AFC-4763-A2F3-F8966E0B53E0}" dt="2018-06-14T02:37:47.079" v="86" actId="2696"/>
        <pc:sldMkLst>
          <pc:docMk/>
          <pc:sldMk cId="3121304902" sldId="344"/>
        </pc:sldMkLst>
      </pc:sldChg>
      <pc:sldChg chg="del">
        <pc:chgData name="Thiago Arantes" userId="88aeb8729d4c2748" providerId="LiveId" clId="{BA530011-7AFC-4763-A2F3-F8966E0B53E0}" dt="2018-06-14T02:37:47.126" v="87" actId="2696"/>
        <pc:sldMkLst>
          <pc:docMk/>
          <pc:sldMk cId="3169474155" sldId="345"/>
        </pc:sldMkLst>
      </pc:sldChg>
      <pc:sldChg chg="del">
        <pc:chgData name="Thiago Arantes" userId="88aeb8729d4c2748" providerId="LiveId" clId="{BA530011-7AFC-4763-A2F3-F8966E0B53E0}" dt="2018-06-14T02:37:47.173" v="88" actId="2696"/>
        <pc:sldMkLst>
          <pc:docMk/>
          <pc:sldMk cId="252254929" sldId="346"/>
        </pc:sldMkLst>
      </pc:sldChg>
      <pc:sldChg chg="del">
        <pc:chgData name="Thiago Arantes" userId="88aeb8729d4c2748" providerId="LiveId" clId="{BA530011-7AFC-4763-A2F3-F8966E0B53E0}" dt="2018-06-14T02:37:47.235" v="89" actId="2696"/>
        <pc:sldMkLst>
          <pc:docMk/>
          <pc:sldMk cId="2574073827" sldId="347"/>
        </pc:sldMkLst>
      </pc:sldChg>
      <pc:sldChg chg="del">
        <pc:chgData name="Thiago Arantes" userId="88aeb8729d4c2748" providerId="LiveId" clId="{BA530011-7AFC-4763-A2F3-F8966E0B53E0}" dt="2018-06-14T02:37:47.283" v="90" actId="2696"/>
        <pc:sldMkLst>
          <pc:docMk/>
          <pc:sldMk cId="313252589" sldId="348"/>
        </pc:sldMkLst>
      </pc:sldChg>
      <pc:sldChg chg="del">
        <pc:chgData name="Thiago Arantes" userId="88aeb8729d4c2748" providerId="LiveId" clId="{BA530011-7AFC-4763-A2F3-F8966E0B53E0}" dt="2018-06-14T02:37:47.312" v="91" actId="2696"/>
        <pc:sldMkLst>
          <pc:docMk/>
          <pc:sldMk cId="3002215067" sldId="349"/>
        </pc:sldMkLst>
      </pc:sldChg>
      <pc:sldChg chg="del">
        <pc:chgData name="Thiago Arantes" userId="88aeb8729d4c2748" providerId="LiveId" clId="{BA530011-7AFC-4763-A2F3-F8966E0B53E0}" dt="2018-06-14T02:37:47.337" v="92" actId="2696"/>
        <pc:sldMkLst>
          <pc:docMk/>
          <pc:sldMk cId="874873803" sldId="350"/>
        </pc:sldMkLst>
      </pc:sldChg>
      <pc:sldChg chg="del">
        <pc:chgData name="Thiago Arantes" userId="88aeb8729d4c2748" providerId="LiveId" clId="{BA530011-7AFC-4763-A2F3-F8966E0B53E0}" dt="2018-06-14T02:37:47.369" v="93" actId="2696"/>
        <pc:sldMkLst>
          <pc:docMk/>
          <pc:sldMk cId="2201204297" sldId="351"/>
        </pc:sldMkLst>
      </pc:sldChg>
      <pc:sldChg chg="del">
        <pc:chgData name="Thiago Arantes" userId="88aeb8729d4c2748" providerId="LiveId" clId="{BA530011-7AFC-4763-A2F3-F8966E0B53E0}" dt="2018-06-14T02:37:47.400" v="94" actId="2696"/>
        <pc:sldMkLst>
          <pc:docMk/>
          <pc:sldMk cId="4262154303" sldId="352"/>
        </pc:sldMkLst>
      </pc:sldChg>
      <pc:sldChg chg="del">
        <pc:chgData name="Thiago Arantes" userId="88aeb8729d4c2748" providerId="LiveId" clId="{BA530011-7AFC-4763-A2F3-F8966E0B53E0}" dt="2018-06-14T02:37:47.462" v="95" actId="2696"/>
        <pc:sldMkLst>
          <pc:docMk/>
          <pc:sldMk cId="1595061603" sldId="353"/>
        </pc:sldMkLst>
      </pc:sldChg>
      <pc:sldChg chg="del">
        <pc:chgData name="Thiago Arantes" userId="88aeb8729d4c2748" providerId="LiveId" clId="{BA530011-7AFC-4763-A2F3-F8966E0B53E0}" dt="2018-06-14T02:37:47.509" v="96" actId="2696"/>
        <pc:sldMkLst>
          <pc:docMk/>
          <pc:sldMk cId="2783471463" sldId="354"/>
        </pc:sldMkLst>
      </pc:sldChg>
      <pc:sldChg chg="del">
        <pc:chgData name="Thiago Arantes" userId="88aeb8729d4c2748" providerId="LiveId" clId="{BA530011-7AFC-4763-A2F3-F8966E0B53E0}" dt="2018-06-14T02:37:47.549" v="97" actId="2696"/>
        <pc:sldMkLst>
          <pc:docMk/>
          <pc:sldMk cId="3492369419" sldId="355"/>
        </pc:sldMkLst>
      </pc:sldChg>
      <pc:sldChg chg="del">
        <pc:chgData name="Thiago Arantes" userId="88aeb8729d4c2748" providerId="LiveId" clId="{BA530011-7AFC-4763-A2F3-F8966E0B53E0}" dt="2018-06-14T02:37:47.567" v="98" actId="2696"/>
        <pc:sldMkLst>
          <pc:docMk/>
          <pc:sldMk cId="2129291058" sldId="356"/>
        </pc:sldMkLst>
      </pc:sldChg>
      <pc:sldChg chg="del">
        <pc:chgData name="Thiago Arantes" userId="88aeb8729d4c2748" providerId="LiveId" clId="{BA530011-7AFC-4763-A2F3-F8966E0B53E0}" dt="2018-06-14T02:37:47.583" v="99" actId="2696"/>
        <pc:sldMkLst>
          <pc:docMk/>
          <pc:sldMk cId="629448734" sldId="357"/>
        </pc:sldMkLst>
      </pc:sldChg>
      <pc:sldChg chg="del">
        <pc:chgData name="Thiago Arantes" userId="88aeb8729d4c2748" providerId="LiveId" clId="{BA530011-7AFC-4763-A2F3-F8966E0B53E0}" dt="2018-06-14T02:37:47.614" v="100" actId="2696"/>
        <pc:sldMkLst>
          <pc:docMk/>
          <pc:sldMk cId="4215426085" sldId="358"/>
        </pc:sldMkLst>
      </pc:sldChg>
      <pc:sldChg chg="del">
        <pc:chgData name="Thiago Arantes" userId="88aeb8729d4c2748" providerId="LiveId" clId="{BA530011-7AFC-4763-A2F3-F8966E0B53E0}" dt="2018-06-14T02:37:47.661" v="101" actId="2696"/>
        <pc:sldMkLst>
          <pc:docMk/>
          <pc:sldMk cId="564139548" sldId="359"/>
        </pc:sldMkLst>
      </pc:sldChg>
      <pc:sldChg chg="del">
        <pc:chgData name="Thiago Arantes" userId="88aeb8729d4c2748" providerId="LiveId" clId="{BA530011-7AFC-4763-A2F3-F8966E0B53E0}" dt="2018-06-14T02:37:47.676" v="102" actId="2696"/>
        <pc:sldMkLst>
          <pc:docMk/>
          <pc:sldMk cId="1003359814" sldId="360"/>
        </pc:sldMkLst>
      </pc:sldChg>
      <pc:sldChg chg="del">
        <pc:chgData name="Thiago Arantes" userId="88aeb8729d4c2748" providerId="LiveId" clId="{BA530011-7AFC-4763-A2F3-F8966E0B53E0}" dt="2018-06-14T02:37:47.708" v="103" actId="2696"/>
        <pc:sldMkLst>
          <pc:docMk/>
          <pc:sldMk cId="545985880" sldId="361"/>
        </pc:sldMkLst>
      </pc:sldChg>
      <pc:sldChg chg="del">
        <pc:chgData name="Thiago Arantes" userId="88aeb8729d4c2748" providerId="LiveId" clId="{BA530011-7AFC-4763-A2F3-F8966E0B53E0}" dt="2018-06-14T02:37:47.739" v="104" actId="2696"/>
        <pc:sldMkLst>
          <pc:docMk/>
          <pc:sldMk cId="3679072021" sldId="362"/>
        </pc:sldMkLst>
      </pc:sldChg>
      <pc:sldChg chg="del">
        <pc:chgData name="Thiago Arantes" userId="88aeb8729d4c2748" providerId="LiveId" clId="{BA530011-7AFC-4763-A2F3-F8966E0B53E0}" dt="2018-06-14T02:37:47.786" v="105" actId="2696"/>
        <pc:sldMkLst>
          <pc:docMk/>
          <pc:sldMk cId="2808918908" sldId="363"/>
        </pc:sldMkLst>
      </pc:sldChg>
      <pc:sldChg chg="del">
        <pc:chgData name="Thiago Arantes" userId="88aeb8729d4c2748" providerId="LiveId" clId="{BA530011-7AFC-4763-A2F3-F8966E0B53E0}" dt="2018-06-14T02:37:47.801" v="106" actId="2696"/>
        <pc:sldMkLst>
          <pc:docMk/>
          <pc:sldMk cId="2038080416" sldId="364"/>
        </pc:sldMkLst>
      </pc:sldChg>
      <pc:sldChg chg="del">
        <pc:chgData name="Thiago Arantes" userId="88aeb8729d4c2748" providerId="LiveId" clId="{BA530011-7AFC-4763-A2F3-F8966E0B53E0}" dt="2018-06-14T02:37:47.833" v="107" actId="2696"/>
        <pc:sldMkLst>
          <pc:docMk/>
          <pc:sldMk cId="668718013" sldId="365"/>
        </pc:sldMkLst>
      </pc:sldChg>
      <pc:sldChg chg="del">
        <pc:chgData name="Thiago Arantes" userId="88aeb8729d4c2748" providerId="LiveId" clId="{BA530011-7AFC-4763-A2F3-F8966E0B53E0}" dt="2018-06-14T02:37:47.864" v="108" actId="2696"/>
        <pc:sldMkLst>
          <pc:docMk/>
          <pc:sldMk cId="3073841052" sldId="366"/>
        </pc:sldMkLst>
      </pc:sldChg>
      <pc:sldChg chg="del">
        <pc:chgData name="Thiago Arantes" userId="88aeb8729d4c2748" providerId="LiveId" clId="{BA530011-7AFC-4763-A2F3-F8966E0B53E0}" dt="2018-06-14T02:37:47.895" v="109" actId="2696"/>
        <pc:sldMkLst>
          <pc:docMk/>
          <pc:sldMk cId="2329329473" sldId="367"/>
        </pc:sldMkLst>
      </pc:sldChg>
      <pc:sldChg chg="del">
        <pc:chgData name="Thiago Arantes" userId="88aeb8729d4c2748" providerId="LiveId" clId="{BA530011-7AFC-4763-A2F3-F8966E0B53E0}" dt="2018-06-14T02:37:47.926" v="110" actId="2696"/>
        <pc:sldMkLst>
          <pc:docMk/>
          <pc:sldMk cId="3207457691" sldId="368"/>
        </pc:sldMkLst>
      </pc:sldChg>
      <pc:sldChg chg="del">
        <pc:chgData name="Thiago Arantes" userId="88aeb8729d4c2748" providerId="LiveId" clId="{BA530011-7AFC-4763-A2F3-F8966E0B53E0}" dt="2018-06-14T02:37:47.958" v="111" actId="2696"/>
        <pc:sldMkLst>
          <pc:docMk/>
          <pc:sldMk cId="1153911650" sldId="369"/>
        </pc:sldMkLst>
      </pc:sldChg>
      <pc:sldChg chg="del">
        <pc:chgData name="Thiago Arantes" userId="88aeb8729d4c2748" providerId="LiveId" clId="{BA530011-7AFC-4763-A2F3-F8966E0B53E0}" dt="2018-06-14T02:37:47.989" v="112" actId="2696"/>
        <pc:sldMkLst>
          <pc:docMk/>
          <pc:sldMk cId="614776326" sldId="370"/>
        </pc:sldMkLst>
      </pc:sldChg>
      <pc:sldChg chg="del">
        <pc:chgData name="Thiago Arantes" userId="88aeb8729d4c2748" providerId="LiveId" clId="{BA530011-7AFC-4763-A2F3-F8966E0B53E0}" dt="2018-06-14T02:37:48.036" v="113" actId="2696"/>
        <pc:sldMkLst>
          <pc:docMk/>
          <pc:sldMk cId="2009202914" sldId="371"/>
        </pc:sldMkLst>
      </pc:sldChg>
      <pc:sldChg chg="del">
        <pc:chgData name="Thiago Arantes" userId="88aeb8729d4c2748" providerId="LiveId" clId="{BA530011-7AFC-4763-A2F3-F8966E0B53E0}" dt="2018-06-14T02:37:48.051" v="114" actId="2696"/>
        <pc:sldMkLst>
          <pc:docMk/>
          <pc:sldMk cId="3644237811" sldId="372"/>
        </pc:sldMkLst>
      </pc:sldChg>
      <pc:sldChg chg="del">
        <pc:chgData name="Thiago Arantes" userId="88aeb8729d4c2748" providerId="LiveId" clId="{BA530011-7AFC-4763-A2F3-F8966E0B53E0}" dt="2018-06-14T02:37:48.083" v="115" actId="2696"/>
        <pc:sldMkLst>
          <pc:docMk/>
          <pc:sldMk cId="3625745866" sldId="373"/>
        </pc:sldMkLst>
      </pc:sldChg>
      <pc:sldChg chg="del">
        <pc:chgData name="Thiago Arantes" userId="88aeb8729d4c2748" providerId="LiveId" clId="{BA530011-7AFC-4763-A2F3-F8966E0B53E0}" dt="2018-06-14T02:37:48.129" v="116" actId="2696"/>
        <pc:sldMkLst>
          <pc:docMk/>
          <pc:sldMk cId="2227798951" sldId="374"/>
        </pc:sldMkLst>
      </pc:sldChg>
      <pc:sldChg chg="del">
        <pc:chgData name="Thiago Arantes" userId="88aeb8729d4c2748" providerId="LiveId" clId="{BA530011-7AFC-4763-A2F3-F8966E0B53E0}" dt="2018-06-14T02:37:48.161" v="117" actId="2696"/>
        <pc:sldMkLst>
          <pc:docMk/>
          <pc:sldMk cId="2955556519" sldId="375"/>
        </pc:sldMkLst>
      </pc:sldChg>
      <pc:sldChg chg="del">
        <pc:chgData name="Thiago Arantes" userId="88aeb8729d4c2748" providerId="LiveId" clId="{BA530011-7AFC-4763-A2F3-F8966E0B53E0}" dt="2018-06-14T02:37:48.192" v="118" actId="2696"/>
        <pc:sldMkLst>
          <pc:docMk/>
          <pc:sldMk cId="2206282051" sldId="376"/>
        </pc:sldMkLst>
      </pc:sldChg>
      <pc:sldChg chg="del">
        <pc:chgData name="Thiago Arantes" userId="88aeb8729d4c2748" providerId="LiveId" clId="{BA530011-7AFC-4763-A2F3-F8966E0B53E0}" dt="2018-06-14T02:37:48.223" v="119" actId="2696"/>
        <pc:sldMkLst>
          <pc:docMk/>
          <pc:sldMk cId="1988020798" sldId="377"/>
        </pc:sldMkLst>
      </pc:sldChg>
      <pc:sldChg chg="del">
        <pc:chgData name="Thiago Arantes" userId="88aeb8729d4c2748" providerId="LiveId" clId="{BA530011-7AFC-4763-A2F3-F8966E0B53E0}" dt="2018-06-14T02:37:48.286" v="120" actId="2696"/>
        <pc:sldMkLst>
          <pc:docMk/>
          <pc:sldMk cId="3375812083" sldId="378"/>
        </pc:sldMkLst>
      </pc:sldChg>
      <pc:sldChg chg="del">
        <pc:chgData name="Thiago Arantes" userId="88aeb8729d4c2748" providerId="LiveId" clId="{BA530011-7AFC-4763-A2F3-F8966E0B53E0}" dt="2018-06-14T02:37:48.317" v="121" actId="2696"/>
        <pc:sldMkLst>
          <pc:docMk/>
          <pc:sldMk cId="3593257044" sldId="379"/>
        </pc:sldMkLst>
      </pc:sldChg>
      <pc:sldChg chg="del">
        <pc:chgData name="Thiago Arantes" userId="88aeb8729d4c2748" providerId="LiveId" clId="{BA530011-7AFC-4763-A2F3-F8966E0B53E0}" dt="2018-06-14T02:37:48.340" v="122" actId="2696"/>
        <pc:sldMkLst>
          <pc:docMk/>
          <pc:sldMk cId="3060320740" sldId="380"/>
        </pc:sldMkLst>
      </pc:sldChg>
      <pc:sldChg chg="del">
        <pc:chgData name="Thiago Arantes" userId="88aeb8729d4c2748" providerId="LiveId" clId="{BA530011-7AFC-4763-A2F3-F8966E0B53E0}" dt="2018-06-14T02:37:48.343" v="123" actId="2696"/>
        <pc:sldMkLst>
          <pc:docMk/>
          <pc:sldMk cId="2823395748" sldId="381"/>
        </pc:sldMkLst>
      </pc:sldChg>
      <pc:sldChg chg="del">
        <pc:chgData name="Thiago Arantes" userId="88aeb8729d4c2748" providerId="LiveId" clId="{BA530011-7AFC-4763-A2F3-F8966E0B53E0}" dt="2018-06-14T02:37:48.374" v="124" actId="2696"/>
        <pc:sldMkLst>
          <pc:docMk/>
          <pc:sldMk cId="3038147009" sldId="382"/>
        </pc:sldMkLst>
      </pc:sldChg>
      <pc:sldChg chg="del">
        <pc:chgData name="Thiago Arantes" userId="88aeb8729d4c2748" providerId="LiveId" clId="{BA530011-7AFC-4763-A2F3-F8966E0B53E0}" dt="2018-06-14T02:37:48.421" v="125" actId="2696"/>
        <pc:sldMkLst>
          <pc:docMk/>
          <pc:sldMk cId="1736815484" sldId="383"/>
        </pc:sldMkLst>
      </pc:sldChg>
      <pc:sldChg chg="del">
        <pc:chgData name="Thiago Arantes" userId="88aeb8729d4c2748" providerId="LiveId" clId="{BA530011-7AFC-4763-A2F3-F8966E0B53E0}" dt="2018-06-14T02:37:48.436" v="126" actId="2696"/>
        <pc:sldMkLst>
          <pc:docMk/>
          <pc:sldMk cId="1429500622" sldId="384"/>
        </pc:sldMkLst>
      </pc:sldChg>
      <pc:sldChg chg="del">
        <pc:chgData name="Thiago Arantes" userId="88aeb8729d4c2748" providerId="LiveId" clId="{BA530011-7AFC-4763-A2F3-F8966E0B53E0}" dt="2018-06-14T02:37:48.561" v="129" actId="2696"/>
        <pc:sldMkLst>
          <pc:docMk/>
          <pc:sldMk cId="135256252" sldId="385"/>
        </pc:sldMkLst>
      </pc:sldChg>
      <pc:sldChg chg="del">
        <pc:chgData name="Thiago Arantes" userId="88aeb8729d4c2748" providerId="LiveId" clId="{BA530011-7AFC-4763-A2F3-F8966E0B53E0}" dt="2018-06-14T02:37:48.483" v="127" actId="2696"/>
        <pc:sldMkLst>
          <pc:docMk/>
          <pc:sldMk cId="469004016" sldId="386"/>
        </pc:sldMkLst>
      </pc:sldChg>
      <pc:sldChg chg="del">
        <pc:chgData name="Thiago Arantes" userId="88aeb8729d4c2748" providerId="LiveId" clId="{BA530011-7AFC-4763-A2F3-F8966E0B53E0}" dt="2018-06-14T02:37:48.530" v="128" actId="2696"/>
        <pc:sldMkLst>
          <pc:docMk/>
          <pc:sldMk cId="3519179552" sldId="387"/>
        </pc:sldMkLst>
      </pc:sldChg>
      <pc:sldChg chg="del">
        <pc:chgData name="Thiago Arantes" userId="88aeb8729d4c2748" providerId="LiveId" clId="{BA530011-7AFC-4763-A2F3-F8966E0B53E0}" dt="2018-06-14T02:37:48.593" v="130" actId="2696"/>
        <pc:sldMkLst>
          <pc:docMk/>
          <pc:sldMk cId="553389494" sldId="388"/>
        </pc:sldMkLst>
      </pc:sldChg>
      <pc:sldChg chg="del">
        <pc:chgData name="Thiago Arantes" userId="88aeb8729d4c2748" providerId="LiveId" clId="{BA530011-7AFC-4763-A2F3-F8966E0B53E0}" dt="2018-06-14T02:37:48.624" v="131" actId="2696"/>
        <pc:sldMkLst>
          <pc:docMk/>
          <pc:sldMk cId="3413271860" sldId="389"/>
        </pc:sldMkLst>
      </pc:sldChg>
      <pc:sldChg chg="del">
        <pc:chgData name="Thiago Arantes" userId="88aeb8729d4c2748" providerId="LiveId" clId="{BA530011-7AFC-4763-A2F3-F8966E0B53E0}" dt="2018-06-14T02:37:48.655" v="132" actId="2696"/>
        <pc:sldMkLst>
          <pc:docMk/>
          <pc:sldMk cId="4020916914" sldId="390"/>
        </pc:sldMkLst>
      </pc:sldChg>
      <pc:sldChg chg="del">
        <pc:chgData name="Thiago Arantes" userId="88aeb8729d4c2748" providerId="LiveId" clId="{BA530011-7AFC-4763-A2F3-F8966E0B53E0}" dt="2018-06-14T02:37:48.686" v="133" actId="2696"/>
        <pc:sldMkLst>
          <pc:docMk/>
          <pc:sldMk cId="4145967730" sldId="391"/>
        </pc:sldMkLst>
      </pc:sldChg>
      <pc:sldChg chg="del">
        <pc:chgData name="Thiago Arantes" userId="88aeb8729d4c2748" providerId="LiveId" clId="{BA530011-7AFC-4763-A2F3-F8966E0B53E0}" dt="2018-06-14T02:37:48.733" v="134" actId="2696"/>
        <pc:sldMkLst>
          <pc:docMk/>
          <pc:sldMk cId="2647104520" sldId="392"/>
        </pc:sldMkLst>
      </pc:sldChg>
      <pc:sldChg chg="del">
        <pc:chgData name="Thiago Arantes" userId="88aeb8729d4c2748" providerId="LiveId" clId="{BA530011-7AFC-4763-A2F3-F8966E0B53E0}" dt="2018-06-14T02:37:48.780" v="135" actId="2696"/>
        <pc:sldMkLst>
          <pc:docMk/>
          <pc:sldMk cId="958473977" sldId="393"/>
        </pc:sldMkLst>
      </pc:sldChg>
      <pc:sldChg chg="del">
        <pc:chgData name="Thiago Arantes" userId="88aeb8729d4c2748" providerId="LiveId" clId="{BA530011-7AFC-4763-A2F3-F8966E0B53E0}" dt="2018-06-14T02:37:48.810" v="136" actId="2696"/>
        <pc:sldMkLst>
          <pc:docMk/>
          <pc:sldMk cId="3934091973" sldId="394"/>
        </pc:sldMkLst>
      </pc:sldChg>
      <pc:sldChg chg="del">
        <pc:chgData name="Thiago Arantes" userId="88aeb8729d4c2748" providerId="LiveId" clId="{BA530011-7AFC-4763-A2F3-F8966E0B53E0}" dt="2018-06-14T02:37:48.841" v="137" actId="2696"/>
        <pc:sldMkLst>
          <pc:docMk/>
          <pc:sldMk cId="2422797099" sldId="395"/>
        </pc:sldMkLst>
      </pc:sldChg>
      <pc:sldChg chg="del">
        <pc:chgData name="Thiago Arantes" userId="88aeb8729d4c2748" providerId="LiveId" clId="{BA530011-7AFC-4763-A2F3-F8966E0B53E0}" dt="2018-06-14T02:37:48.872" v="138" actId="2696"/>
        <pc:sldMkLst>
          <pc:docMk/>
          <pc:sldMk cId="348711106" sldId="396"/>
        </pc:sldMkLst>
      </pc:sldChg>
      <pc:sldChg chg="del">
        <pc:chgData name="Thiago Arantes" userId="88aeb8729d4c2748" providerId="LiveId" clId="{BA530011-7AFC-4763-A2F3-F8966E0B53E0}" dt="2018-06-14T02:37:48.922" v="139" actId="2696"/>
        <pc:sldMkLst>
          <pc:docMk/>
          <pc:sldMk cId="4101334869" sldId="397"/>
        </pc:sldMkLst>
      </pc:sldChg>
      <pc:sldChg chg="del">
        <pc:chgData name="Thiago Arantes" userId="88aeb8729d4c2748" providerId="LiveId" clId="{BA530011-7AFC-4763-A2F3-F8966E0B53E0}" dt="2018-06-14T02:37:48.939" v="140" actId="2696"/>
        <pc:sldMkLst>
          <pc:docMk/>
          <pc:sldMk cId="2280833636" sldId="398"/>
        </pc:sldMkLst>
      </pc:sldChg>
      <pc:sldChg chg="del">
        <pc:chgData name="Thiago Arantes" userId="88aeb8729d4c2748" providerId="LiveId" clId="{BA530011-7AFC-4763-A2F3-F8966E0B53E0}" dt="2018-06-14T02:37:48.970" v="141" actId="2696"/>
        <pc:sldMkLst>
          <pc:docMk/>
          <pc:sldMk cId="3259870389" sldId="399"/>
        </pc:sldMkLst>
      </pc:sldChg>
      <pc:sldChg chg="del">
        <pc:chgData name="Thiago Arantes" userId="88aeb8729d4c2748" providerId="LiveId" clId="{BA530011-7AFC-4763-A2F3-F8966E0B53E0}" dt="2018-06-14T02:37:48.986" v="142" actId="2696"/>
        <pc:sldMkLst>
          <pc:docMk/>
          <pc:sldMk cId="854743145" sldId="400"/>
        </pc:sldMkLst>
      </pc:sldChg>
      <pc:sldChg chg="del">
        <pc:chgData name="Thiago Arantes" userId="88aeb8729d4c2748" providerId="LiveId" clId="{BA530011-7AFC-4763-A2F3-F8966E0B53E0}" dt="2018-06-14T02:37:49.017" v="143" actId="2696"/>
        <pc:sldMkLst>
          <pc:docMk/>
          <pc:sldMk cId="2521787625" sldId="401"/>
        </pc:sldMkLst>
      </pc:sldChg>
      <pc:sldChg chg="del">
        <pc:chgData name="Thiago Arantes" userId="88aeb8729d4c2748" providerId="LiveId" clId="{BA530011-7AFC-4763-A2F3-F8966E0B53E0}" dt="2018-06-14T02:37:49.048" v="144" actId="2696"/>
        <pc:sldMkLst>
          <pc:docMk/>
          <pc:sldMk cId="366965366" sldId="402"/>
        </pc:sldMkLst>
      </pc:sldChg>
      <pc:sldChg chg="del">
        <pc:chgData name="Thiago Arantes" userId="88aeb8729d4c2748" providerId="LiveId" clId="{BA530011-7AFC-4763-A2F3-F8966E0B53E0}" dt="2018-06-14T02:37:49.080" v="145" actId="2696"/>
        <pc:sldMkLst>
          <pc:docMk/>
          <pc:sldMk cId="2203899312" sldId="403"/>
        </pc:sldMkLst>
      </pc:sldChg>
      <pc:sldChg chg="del">
        <pc:chgData name="Thiago Arantes" userId="88aeb8729d4c2748" providerId="LiveId" clId="{BA530011-7AFC-4763-A2F3-F8966E0B53E0}" dt="2018-06-14T02:37:49.127" v="146" actId="2696"/>
        <pc:sldMkLst>
          <pc:docMk/>
          <pc:sldMk cId="3389144788" sldId="404"/>
        </pc:sldMkLst>
      </pc:sldChg>
      <pc:sldChg chg="del">
        <pc:chgData name="Thiago Arantes" userId="88aeb8729d4c2748" providerId="LiveId" clId="{BA530011-7AFC-4763-A2F3-F8966E0B53E0}" dt="2018-06-14T02:37:49.189" v="147" actId="2696"/>
        <pc:sldMkLst>
          <pc:docMk/>
          <pc:sldMk cId="160481234" sldId="405"/>
        </pc:sldMkLst>
      </pc:sldChg>
      <pc:sldChg chg="del">
        <pc:chgData name="Thiago Arantes" userId="88aeb8729d4c2748" providerId="LiveId" clId="{BA530011-7AFC-4763-A2F3-F8966E0B53E0}" dt="2018-06-14T02:37:49.220" v="148" actId="2696"/>
        <pc:sldMkLst>
          <pc:docMk/>
          <pc:sldMk cId="1655789816" sldId="406"/>
        </pc:sldMkLst>
      </pc:sldChg>
      <pc:sldChg chg="del">
        <pc:chgData name="Thiago Arantes" userId="88aeb8729d4c2748" providerId="LiveId" clId="{BA530011-7AFC-4763-A2F3-F8966E0B53E0}" dt="2018-06-14T02:37:49.252" v="149" actId="2696"/>
        <pc:sldMkLst>
          <pc:docMk/>
          <pc:sldMk cId="3333795431" sldId="407"/>
        </pc:sldMkLst>
      </pc:sldChg>
      <pc:sldChg chg="del">
        <pc:chgData name="Thiago Arantes" userId="88aeb8729d4c2748" providerId="LiveId" clId="{BA530011-7AFC-4763-A2F3-F8966E0B53E0}" dt="2018-06-14T02:37:49.283" v="150" actId="2696"/>
        <pc:sldMkLst>
          <pc:docMk/>
          <pc:sldMk cId="1186808833" sldId="408"/>
        </pc:sldMkLst>
      </pc:sldChg>
      <pc:sldChg chg="del">
        <pc:chgData name="Thiago Arantes" userId="88aeb8729d4c2748" providerId="LiveId" clId="{BA530011-7AFC-4763-A2F3-F8966E0B53E0}" dt="2018-06-14T02:37:49.347" v="151" actId="2696"/>
        <pc:sldMkLst>
          <pc:docMk/>
          <pc:sldMk cId="3128386175" sldId="409"/>
        </pc:sldMkLst>
      </pc:sldChg>
      <pc:sldChg chg="del">
        <pc:chgData name="Thiago Arantes" userId="88aeb8729d4c2748" providerId="LiveId" clId="{BA530011-7AFC-4763-A2F3-F8966E0B53E0}" dt="2018-06-14T02:37:49.378" v="152" actId="2696"/>
        <pc:sldMkLst>
          <pc:docMk/>
          <pc:sldMk cId="1400663161" sldId="410"/>
        </pc:sldMkLst>
      </pc:sldChg>
      <pc:sldChg chg="del">
        <pc:chgData name="Thiago Arantes" userId="88aeb8729d4c2748" providerId="LiveId" clId="{BA530011-7AFC-4763-A2F3-F8966E0B53E0}" dt="2018-06-14T02:37:49.425" v="153" actId="2696"/>
        <pc:sldMkLst>
          <pc:docMk/>
          <pc:sldMk cId="2087460094" sldId="411"/>
        </pc:sldMkLst>
      </pc:sldChg>
      <pc:sldChg chg="del">
        <pc:chgData name="Thiago Arantes" userId="88aeb8729d4c2748" providerId="LiveId" clId="{BA530011-7AFC-4763-A2F3-F8966E0B53E0}" dt="2018-06-14T02:37:49.440" v="154" actId="2696"/>
        <pc:sldMkLst>
          <pc:docMk/>
          <pc:sldMk cId="996679356" sldId="412"/>
        </pc:sldMkLst>
      </pc:sldChg>
      <pc:sldChg chg="del">
        <pc:chgData name="Thiago Arantes" userId="88aeb8729d4c2748" providerId="LiveId" clId="{BA530011-7AFC-4763-A2F3-F8966E0B53E0}" dt="2018-06-14T02:37:49.503" v="156" actId="2696"/>
        <pc:sldMkLst>
          <pc:docMk/>
          <pc:sldMk cId="1369161340" sldId="413"/>
        </pc:sldMkLst>
      </pc:sldChg>
      <pc:sldChg chg="del">
        <pc:chgData name="Thiago Arantes" userId="88aeb8729d4c2748" providerId="LiveId" clId="{BA530011-7AFC-4763-A2F3-F8966E0B53E0}" dt="2018-06-14T02:37:49.472" v="155" actId="2696"/>
        <pc:sldMkLst>
          <pc:docMk/>
          <pc:sldMk cId="760797415" sldId="414"/>
        </pc:sldMkLst>
      </pc:sldChg>
      <pc:sldChg chg="del">
        <pc:chgData name="Thiago Arantes" userId="88aeb8729d4c2748" providerId="LiveId" clId="{BA530011-7AFC-4763-A2F3-F8966E0B53E0}" dt="2018-06-14T02:37:49.534" v="157" actId="2696"/>
        <pc:sldMkLst>
          <pc:docMk/>
          <pc:sldMk cId="3360449199" sldId="415"/>
        </pc:sldMkLst>
      </pc:sldChg>
      <pc:sldChg chg="del">
        <pc:chgData name="Thiago Arantes" userId="88aeb8729d4c2748" providerId="LiveId" clId="{BA530011-7AFC-4763-A2F3-F8966E0B53E0}" dt="2018-06-14T02:37:49.550" v="158" actId="2696"/>
        <pc:sldMkLst>
          <pc:docMk/>
          <pc:sldMk cId="3183331841" sldId="416"/>
        </pc:sldMkLst>
      </pc:sldChg>
      <pc:sldChg chg="del">
        <pc:chgData name="Thiago Arantes" userId="88aeb8729d4c2748" providerId="LiveId" clId="{BA530011-7AFC-4763-A2F3-F8966E0B53E0}" dt="2018-06-14T02:37:49.565" v="159" actId="2696"/>
        <pc:sldMkLst>
          <pc:docMk/>
          <pc:sldMk cId="1446724327" sldId="417"/>
        </pc:sldMkLst>
      </pc:sldChg>
      <pc:sldChg chg="del">
        <pc:chgData name="Thiago Arantes" userId="88aeb8729d4c2748" providerId="LiveId" clId="{BA530011-7AFC-4763-A2F3-F8966E0B53E0}" dt="2018-06-14T02:37:49.596" v="160" actId="2696"/>
        <pc:sldMkLst>
          <pc:docMk/>
          <pc:sldMk cId="3737412322" sldId="418"/>
        </pc:sldMkLst>
      </pc:sldChg>
      <pc:sldChg chg="del">
        <pc:chgData name="Thiago Arantes" userId="88aeb8729d4c2748" providerId="LiveId" clId="{BA530011-7AFC-4763-A2F3-F8966E0B53E0}" dt="2018-06-14T02:37:49.628" v="161" actId="2696"/>
        <pc:sldMkLst>
          <pc:docMk/>
          <pc:sldMk cId="4132451241" sldId="419"/>
        </pc:sldMkLst>
      </pc:sldChg>
      <pc:sldChg chg="del">
        <pc:chgData name="Thiago Arantes" userId="88aeb8729d4c2748" providerId="LiveId" clId="{BA530011-7AFC-4763-A2F3-F8966E0B53E0}" dt="2018-06-14T02:37:49.659" v="162" actId="2696"/>
        <pc:sldMkLst>
          <pc:docMk/>
          <pc:sldMk cId="917693715" sldId="420"/>
        </pc:sldMkLst>
      </pc:sldChg>
      <pc:sldChg chg="del">
        <pc:chgData name="Thiago Arantes" userId="88aeb8729d4c2748" providerId="LiveId" clId="{BA530011-7AFC-4763-A2F3-F8966E0B53E0}" dt="2018-06-14T02:37:49.690" v="163" actId="2696"/>
        <pc:sldMkLst>
          <pc:docMk/>
          <pc:sldMk cId="1871686291" sldId="421"/>
        </pc:sldMkLst>
      </pc:sldChg>
      <pc:sldChg chg="del">
        <pc:chgData name="Thiago Arantes" userId="88aeb8729d4c2748" providerId="LiveId" clId="{BA530011-7AFC-4763-A2F3-F8966E0B53E0}" dt="2018-06-14T02:37:49.721" v="164" actId="2696"/>
        <pc:sldMkLst>
          <pc:docMk/>
          <pc:sldMk cId="3116066904" sldId="422"/>
        </pc:sldMkLst>
      </pc:sldChg>
      <pc:sldChg chg="del">
        <pc:chgData name="Thiago Arantes" userId="88aeb8729d4c2748" providerId="LiveId" clId="{BA530011-7AFC-4763-A2F3-F8966E0B53E0}" dt="2018-06-14T02:37:49.753" v="165" actId="2696"/>
        <pc:sldMkLst>
          <pc:docMk/>
          <pc:sldMk cId="4087256043" sldId="423"/>
        </pc:sldMkLst>
      </pc:sldChg>
      <pc:sldChg chg="del">
        <pc:chgData name="Thiago Arantes" userId="88aeb8729d4c2748" providerId="LiveId" clId="{BA530011-7AFC-4763-A2F3-F8966E0B53E0}" dt="2018-06-14T02:37:49.784" v="166" actId="2696"/>
        <pc:sldMkLst>
          <pc:docMk/>
          <pc:sldMk cId="3727338939" sldId="424"/>
        </pc:sldMkLst>
      </pc:sldChg>
      <pc:sldChg chg="del">
        <pc:chgData name="Thiago Arantes" userId="88aeb8729d4c2748" providerId="LiveId" clId="{BA530011-7AFC-4763-A2F3-F8966E0B53E0}" dt="2018-06-14T02:37:49.800" v="167" actId="2696"/>
        <pc:sldMkLst>
          <pc:docMk/>
          <pc:sldMk cId="3812567835" sldId="425"/>
        </pc:sldMkLst>
      </pc:sldChg>
      <pc:sldChg chg="del">
        <pc:chgData name="Thiago Arantes" userId="88aeb8729d4c2748" providerId="LiveId" clId="{BA530011-7AFC-4763-A2F3-F8966E0B53E0}" dt="2018-06-14T02:37:49.831" v="168" actId="2696"/>
        <pc:sldMkLst>
          <pc:docMk/>
          <pc:sldMk cId="2366373820" sldId="426"/>
        </pc:sldMkLst>
      </pc:sldChg>
      <pc:sldChg chg="del">
        <pc:chgData name="Thiago Arantes" userId="88aeb8729d4c2748" providerId="LiveId" clId="{BA530011-7AFC-4763-A2F3-F8966E0B53E0}" dt="2018-06-14T02:37:49.862" v="169" actId="2696"/>
        <pc:sldMkLst>
          <pc:docMk/>
          <pc:sldMk cId="143318003" sldId="427"/>
        </pc:sldMkLst>
      </pc:sldChg>
      <pc:sldChg chg="del">
        <pc:chgData name="Thiago Arantes" userId="88aeb8729d4c2748" providerId="LiveId" clId="{BA530011-7AFC-4763-A2F3-F8966E0B53E0}" dt="2018-06-14T02:37:49.893" v="170" actId="2696"/>
        <pc:sldMkLst>
          <pc:docMk/>
          <pc:sldMk cId="1099994435" sldId="428"/>
        </pc:sldMkLst>
      </pc:sldChg>
      <pc:sldChg chg="del">
        <pc:chgData name="Thiago Arantes" userId="88aeb8729d4c2748" providerId="LiveId" clId="{BA530011-7AFC-4763-A2F3-F8966E0B53E0}" dt="2018-06-14T02:37:49.925" v="171" actId="2696"/>
        <pc:sldMkLst>
          <pc:docMk/>
          <pc:sldMk cId="3458212976" sldId="429"/>
        </pc:sldMkLst>
      </pc:sldChg>
    </pc:docChg>
  </pc:docChgLst>
  <pc:docChgLst>
    <pc:chgData name="Thiago Arantes" userId="88aeb8729d4c2748" providerId="LiveId" clId="{69886AA2-C168-4DDE-B6F5-7F70CFB3E3F6}"/>
    <pc:docChg chg="undo addSld delSld modSld sldOrd">
      <pc:chgData name="Thiago Arantes" userId="88aeb8729d4c2748" providerId="LiveId" clId="{69886AA2-C168-4DDE-B6F5-7F70CFB3E3F6}" dt="2018-06-14T12:56:09.942" v="481"/>
      <pc:docMkLst>
        <pc:docMk/>
      </pc:docMkLst>
      <pc:sldChg chg="modSp ord">
        <pc:chgData name="Thiago Arantes" userId="88aeb8729d4c2748" providerId="LiveId" clId="{69886AA2-C168-4DDE-B6F5-7F70CFB3E3F6}" dt="2018-06-14T11:45:37.144" v="7"/>
        <pc:sldMkLst>
          <pc:docMk/>
          <pc:sldMk cId="0" sldId="257"/>
        </pc:sldMkLst>
        <pc:spChg chg="mod">
          <ac:chgData name="Thiago Arantes" userId="88aeb8729d4c2748" providerId="LiveId" clId="{69886AA2-C168-4DDE-B6F5-7F70CFB3E3F6}" dt="2018-06-14T11:45:37.144" v="7"/>
          <ac:spMkLst>
            <pc:docMk/>
            <pc:sldMk cId="0" sldId="257"/>
            <ac:spMk id="91" creationId="{00000000-0000-0000-0000-000000000000}"/>
          </ac:spMkLst>
        </pc:spChg>
      </pc:sldChg>
      <pc:sldChg chg="modSp add">
        <pc:chgData name="Thiago Arantes" userId="88aeb8729d4c2748" providerId="LiveId" clId="{69886AA2-C168-4DDE-B6F5-7F70CFB3E3F6}" dt="2018-06-14T11:45:26.519" v="5" actId="20577"/>
        <pc:sldMkLst>
          <pc:docMk/>
          <pc:sldMk cId="989390654" sldId="258"/>
        </pc:sldMkLst>
        <pc:spChg chg="mod">
          <ac:chgData name="Thiago Arantes" userId="88aeb8729d4c2748" providerId="LiveId" clId="{69886AA2-C168-4DDE-B6F5-7F70CFB3E3F6}" dt="2018-06-14T11:45:26.519" v="5" actId="20577"/>
          <ac:spMkLst>
            <pc:docMk/>
            <pc:sldMk cId="989390654" sldId="258"/>
            <ac:spMk id="91" creationId="{00000000-0000-0000-0000-000000000000}"/>
          </ac:spMkLst>
        </pc:spChg>
      </pc:sldChg>
      <pc:sldChg chg="modSp add">
        <pc:chgData name="Thiago Arantes" userId="88aeb8729d4c2748" providerId="LiveId" clId="{69886AA2-C168-4DDE-B6F5-7F70CFB3E3F6}" dt="2018-06-14T11:49:11.292" v="15"/>
        <pc:sldMkLst>
          <pc:docMk/>
          <pc:sldMk cId="3701197221" sldId="259"/>
        </pc:sldMkLst>
        <pc:spChg chg="mod">
          <ac:chgData name="Thiago Arantes" userId="88aeb8729d4c2748" providerId="LiveId" clId="{69886AA2-C168-4DDE-B6F5-7F70CFB3E3F6}" dt="2018-06-14T11:49:11.292" v="15"/>
          <ac:spMkLst>
            <pc:docMk/>
            <pc:sldMk cId="3701197221" sldId="259"/>
            <ac:spMk id="91" creationId="{00000000-0000-0000-0000-000000000000}"/>
          </ac:spMkLst>
        </pc:spChg>
      </pc:sldChg>
      <pc:sldChg chg="modSp add">
        <pc:chgData name="Thiago Arantes" userId="88aeb8729d4c2748" providerId="LiveId" clId="{69886AA2-C168-4DDE-B6F5-7F70CFB3E3F6}" dt="2018-06-14T11:49:25.693" v="18" actId="20577"/>
        <pc:sldMkLst>
          <pc:docMk/>
          <pc:sldMk cId="3401006241" sldId="260"/>
        </pc:sldMkLst>
        <pc:spChg chg="mod">
          <ac:chgData name="Thiago Arantes" userId="88aeb8729d4c2748" providerId="LiveId" clId="{69886AA2-C168-4DDE-B6F5-7F70CFB3E3F6}" dt="2018-06-14T11:49:25.693" v="18" actId="20577"/>
          <ac:spMkLst>
            <pc:docMk/>
            <pc:sldMk cId="3401006241" sldId="260"/>
            <ac:spMk id="91" creationId="{00000000-0000-0000-0000-000000000000}"/>
          </ac:spMkLst>
        </pc:spChg>
      </pc:sldChg>
      <pc:sldChg chg="modSp add">
        <pc:chgData name="Thiago Arantes" userId="88aeb8729d4c2748" providerId="LiveId" clId="{69886AA2-C168-4DDE-B6F5-7F70CFB3E3F6}" dt="2018-06-14T11:51:30.990" v="20"/>
        <pc:sldMkLst>
          <pc:docMk/>
          <pc:sldMk cId="3507359964" sldId="261"/>
        </pc:sldMkLst>
        <pc:spChg chg="mod">
          <ac:chgData name="Thiago Arantes" userId="88aeb8729d4c2748" providerId="LiveId" clId="{69886AA2-C168-4DDE-B6F5-7F70CFB3E3F6}" dt="2018-06-14T11:51:30.990" v="20"/>
          <ac:spMkLst>
            <pc:docMk/>
            <pc:sldMk cId="3507359964" sldId="261"/>
            <ac:spMk id="91" creationId="{00000000-0000-0000-0000-000000000000}"/>
          </ac:spMkLst>
        </pc:spChg>
      </pc:sldChg>
      <pc:sldChg chg="modSp add">
        <pc:chgData name="Thiago Arantes" userId="88aeb8729d4c2748" providerId="LiveId" clId="{69886AA2-C168-4DDE-B6F5-7F70CFB3E3F6}" dt="2018-06-14T11:52:02.279" v="22"/>
        <pc:sldMkLst>
          <pc:docMk/>
          <pc:sldMk cId="1213354208" sldId="262"/>
        </pc:sldMkLst>
        <pc:spChg chg="mod">
          <ac:chgData name="Thiago Arantes" userId="88aeb8729d4c2748" providerId="LiveId" clId="{69886AA2-C168-4DDE-B6F5-7F70CFB3E3F6}" dt="2018-06-14T11:52:02.279" v="22"/>
          <ac:spMkLst>
            <pc:docMk/>
            <pc:sldMk cId="1213354208" sldId="262"/>
            <ac:spMk id="91" creationId="{00000000-0000-0000-0000-000000000000}"/>
          </ac:spMkLst>
        </pc:spChg>
      </pc:sldChg>
      <pc:sldChg chg="modSp add">
        <pc:chgData name="Thiago Arantes" userId="88aeb8729d4c2748" providerId="LiveId" clId="{69886AA2-C168-4DDE-B6F5-7F70CFB3E3F6}" dt="2018-06-14T11:52:27.959" v="25"/>
        <pc:sldMkLst>
          <pc:docMk/>
          <pc:sldMk cId="2176655072" sldId="263"/>
        </pc:sldMkLst>
        <pc:spChg chg="mod">
          <ac:chgData name="Thiago Arantes" userId="88aeb8729d4c2748" providerId="LiveId" clId="{69886AA2-C168-4DDE-B6F5-7F70CFB3E3F6}" dt="2018-06-14T11:52:27.959" v="25"/>
          <ac:spMkLst>
            <pc:docMk/>
            <pc:sldMk cId="2176655072" sldId="263"/>
            <ac:spMk id="91" creationId="{00000000-0000-0000-0000-000000000000}"/>
          </ac:spMkLst>
        </pc:spChg>
      </pc:sldChg>
      <pc:sldChg chg="modSp add">
        <pc:chgData name="Thiago Arantes" userId="88aeb8729d4c2748" providerId="LiveId" clId="{69886AA2-C168-4DDE-B6F5-7F70CFB3E3F6}" dt="2018-06-14T11:52:53.529" v="29" actId="255"/>
        <pc:sldMkLst>
          <pc:docMk/>
          <pc:sldMk cId="861699845" sldId="264"/>
        </pc:sldMkLst>
        <pc:spChg chg="mod">
          <ac:chgData name="Thiago Arantes" userId="88aeb8729d4c2748" providerId="LiveId" clId="{69886AA2-C168-4DDE-B6F5-7F70CFB3E3F6}" dt="2018-06-14T11:52:53.529" v="29" actId="255"/>
          <ac:spMkLst>
            <pc:docMk/>
            <pc:sldMk cId="861699845" sldId="264"/>
            <ac:spMk id="91" creationId="{00000000-0000-0000-0000-000000000000}"/>
          </ac:spMkLst>
        </pc:spChg>
      </pc:sldChg>
      <pc:sldChg chg="modSp add">
        <pc:chgData name="Thiago Arantes" userId="88aeb8729d4c2748" providerId="LiveId" clId="{69886AA2-C168-4DDE-B6F5-7F70CFB3E3F6}" dt="2018-06-14T11:53:18.244" v="32"/>
        <pc:sldMkLst>
          <pc:docMk/>
          <pc:sldMk cId="2992043386" sldId="265"/>
        </pc:sldMkLst>
        <pc:spChg chg="mod">
          <ac:chgData name="Thiago Arantes" userId="88aeb8729d4c2748" providerId="LiveId" clId="{69886AA2-C168-4DDE-B6F5-7F70CFB3E3F6}" dt="2018-06-14T11:53:18.244" v="32"/>
          <ac:spMkLst>
            <pc:docMk/>
            <pc:sldMk cId="2992043386" sldId="265"/>
            <ac:spMk id="91" creationId="{00000000-0000-0000-0000-000000000000}"/>
          </ac:spMkLst>
        </pc:spChg>
      </pc:sldChg>
      <pc:sldChg chg="modSp add">
        <pc:chgData name="Thiago Arantes" userId="88aeb8729d4c2748" providerId="LiveId" clId="{69886AA2-C168-4DDE-B6F5-7F70CFB3E3F6}" dt="2018-06-14T11:53:35.186" v="34"/>
        <pc:sldMkLst>
          <pc:docMk/>
          <pc:sldMk cId="969253117" sldId="266"/>
        </pc:sldMkLst>
        <pc:spChg chg="mod">
          <ac:chgData name="Thiago Arantes" userId="88aeb8729d4c2748" providerId="LiveId" clId="{69886AA2-C168-4DDE-B6F5-7F70CFB3E3F6}" dt="2018-06-14T11:53:35.186" v="34"/>
          <ac:spMkLst>
            <pc:docMk/>
            <pc:sldMk cId="969253117" sldId="266"/>
            <ac:spMk id="91" creationId="{00000000-0000-0000-0000-000000000000}"/>
          </ac:spMkLst>
        </pc:spChg>
      </pc:sldChg>
      <pc:sldChg chg="modSp add">
        <pc:chgData name="Thiago Arantes" userId="88aeb8729d4c2748" providerId="LiveId" clId="{69886AA2-C168-4DDE-B6F5-7F70CFB3E3F6}" dt="2018-06-14T11:54:01.715" v="38" actId="255"/>
        <pc:sldMkLst>
          <pc:docMk/>
          <pc:sldMk cId="2426610170" sldId="267"/>
        </pc:sldMkLst>
        <pc:spChg chg="mod">
          <ac:chgData name="Thiago Arantes" userId="88aeb8729d4c2748" providerId="LiveId" clId="{69886AA2-C168-4DDE-B6F5-7F70CFB3E3F6}" dt="2018-06-14T11:54:01.715" v="38" actId="255"/>
          <ac:spMkLst>
            <pc:docMk/>
            <pc:sldMk cId="2426610170" sldId="267"/>
            <ac:spMk id="91" creationId="{00000000-0000-0000-0000-000000000000}"/>
          </ac:spMkLst>
        </pc:spChg>
      </pc:sldChg>
      <pc:sldChg chg="modSp add">
        <pc:chgData name="Thiago Arantes" userId="88aeb8729d4c2748" providerId="LiveId" clId="{69886AA2-C168-4DDE-B6F5-7F70CFB3E3F6}" dt="2018-06-14T11:54:37.375" v="45" actId="255"/>
        <pc:sldMkLst>
          <pc:docMk/>
          <pc:sldMk cId="3022335055" sldId="268"/>
        </pc:sldMkLst>
        <pc:spChg chg="mod">
          <ac:chgData name="Thiago Arantes" userId="88aeb8729d4c2748" providerId="LiveId" clId="{69886AA2-C168-4DDE-B6F5-7F70CFB3E3F6}" dt="2018-06-14T11:54:37.375" v="45" actId="255"/>
          <ac:spMkLst>
            <pc:docMk/>
            <pc:sldMk cId="3022335055" sldId="268"/>
            <ac:spMk id="91" creationId="{00000000-0000-0000-0000-000000000000}"/>
          </ac:spMkLst>
        </pc:spChg>
      </pc:sldChg>
      <pc:sldChg chg="modSp add">
        <pc:chgData name="Thiago Arantes" userId="88aeb8729d4c2748" providerId="LiveId" clId="{69886AA2-C168-4DDE-B6F5-7F70CFB3E3F6}" dt="2018-06-14T11:56:04.436" v="48"/>
        <pc:sldMkLst>
          <pc:docMk/>
          <pc:sldMk cId="1766540573" sldId="269"/>
        </pc:sldMkLst>
        <pc:spChg chg="mod">
          <ac:chgData name="Thiago Arantes" userId="88aeb8729d4c2748" providerId="LiveId" clId="{69886AA2-C168-4DDE-B6F5-7F70CFB3E3F6}" dt="2018-06-14T11:56:04.436" v="48"/>
          <ac:spMkLst>
            <pc:docMk/>
            <pc:sldMk cId="1766540573" sldId="269"/>
            <ac:spMk id="91" creationId="{00000000-0000-0000-0000-000000000000}"/>
          </ac:spMkLst>
        </pc:spChg>
      </pc:sldChg>
      <pc:sldChg chg="modSp add">
        <pc:chgData name="Thiago Arantes" userId="88aeb8729d4c2748" providerId="LiveId" clId="{69886AA2-C168-4DDE-B6F5-7F70CFB3E3F6}" dt="2018-06-14T11:56:50.496" v="52" actId="255"/>
        <pc:sldMkLst>
          <pc:docMk/>
          <pc:sldMk cId="601338371" sldId="270"/>
        </pc:sldMkLst>
        <pc:spChg chg="mod">
          <ac:chgData name="Thiago Arantes" userId="88aeb8729d4c2748" providerId="LiveId" clId="{69886AA2-C168-4DDE-B6F5-7F70CFB3E3F6}" dt="2018-06-14T11:56:50.496" v="52" actId="255"/>
          <ac:spMkLst>
            <pc:docMk/>
            <pc:sldMk cId="601338371" sldId="270"/>
            <ac:spMk id="91" creationId="{00000000-0000-0000-0000-000000000000}"/>
          </ac:spMkLst>
        </pc:spChg>
      </pc:sldChg>
      <pc:sldChg chg="modSp add">
        <pc:chgData name="Thiago Arantes" userId="88aeb8729d4c2748" providerId="LiveId" clId="{69886AA2-C168-4DDE-B6F5-7F70CFB3E3F6}" dt="2018-06-14T11:57:03.855" v="54"/>
        <pc:sldMkLst>
          <pc:docMk/>
          <pc:sldMk cId="4092014962" sldId="271"/>
        </pc:sldMkLst>
        <pc:spChg chg="mod">
          <ac:chgData name="Thiago Arantes" userId="88aeb8729d4c2748" providerId="LiveId" clId="{69886AA2-C168-4DDE-B6F5-7F70CFB3E3F6}" dt="2018-06-14T11:57:03.855" v="54"/>
          <ac:spMkLst>
            <pc:docMk/>
            <pc:sldMk cId="4092014962" sldId="271"/>
            <ac:spMk id="91" creationId="{00000000-0000-0000-0000-000000000000}"/>
          </ac:spMkLst>
        </pc:spChg>
      </pc:sldChg>
      <pc:sldChg chg="modSp add">
        <pc:chgData name="Thiago Arantes" userId="88aeb8729d4c2748" providerId="LiveId" clId="{69886AA2-C168-4DDE-B6F5-7F70CFB3E3F6}" dt="2018-06-14T11:57:17.337" v="56"/>
        <pc:sldMkLst>
          <pc:docMk/>
          <pc:sldMk cId="4245705129" sldId="272"/>
        </pc:sldMkLst>
        <pc:spChg chg="mod">
          <ac:chgData name="Thiago Arantes" userId="88aeb8729d4c2748" providerId="LiveId" clId="{69886AA2-C168-4DDE-B6F5-7F70CFB3E3F6}" dt="2018-06-14T11:57:17.337" v="56"/>
          <ac:spMkLst>
            <pc:docMk/>
            <pc:sldMk cId="4245705129" sldId="272"/>
            <ac:spMk id="91" creationId="{00000000-0000-0000-0000-000000000000}"/>
          </ac:spMkLst>
        </pc:spChg>
      </pc:sldChg>
      <pc:sldChg chg="modSp add">
        <pc:chgData name="Thiago Arantes" userId="88aeb8729d4c2748" providerId="LiveId" clId="{69886AA2-C168-4DDE-B6F5-7F70CFB3E3F6}" dt="2018-06-14T11:57:59.820" v="58"/>
        <pc:sldMkLst>
          <pc:docMk/>
          <pc:sldMk cId="1203984653" sldId="273"/>
        </pc:sldMkLst>
        <pc:spChg chg="mod">
          <ac:chgData name="Thiago Arantes" userId="88aeb8729d4c2748" providerId="LiveId" clId="{69886AA2-C168-4DDE-B6F5-7F70CFB3E3F6}" dt="2018-06-14T11:57:59.820" v="58"/>
          <ac:spMkLst>
            <pc:docMk/>
            <pc:sldMk cId="1203984653" sldId="273"/>
            <ac:spMk id="91" creationId="{00000000-0000-0000-0000-000000000000}"/>
          </ac:spMkLst>
        </pc:spChg>
      </pc:sldChg>
      <pc:sldChg chg="modSp add">
        <pc:chgData name="Thiago Arantes" userId="88aeb8729d4c2748" providerId="LiveId" clId="{69886AA2-C168-4DDE-B6F5-7F70CFB3E3F6}" dt="2018-06-14T11:59:35.923" v="68" actId="2710"/>
        <pc:sldMkLst>
          <pc:docMk/>
          <pc:sldMk cId="2931681551" sldId="274"/>
        </pc:sldMkLst>
        <pc:spChg chg="mod">
          <ac:chgData name="Thiago Arantes" userId="88aeb8729d4c2748" providerId="LiveId" clId="{69886AA2-C168-4DDE-B6F5-7F70CFB3E3F6}" dt="2018-06-14T11:59:35.923" v="68" actId="2710"/>
          <ac:spMkLst>
            <pc:docMk/>
            <pc:sldMk cId="2931681551" sldId="274"/>
            <ac:spMk id="91" creationId="{00000000-0000-0000-0000-000000000000}"/>
          </ac:spMkLst>
        </pc:spChg>
      </pc:sldChg>
      <pc:sldChg chg="modSp add">
        <pc:chgData name="Thiago Arantes" userId="88aeb8729d4c2748" providerId="LiveId" clId="{69886AA2-C168-4DDE-B6F5-7F70CFB3E3F6}" dt="2018-06-14T11:59:43.978" v="69"/>
        <pc:sldMkLst>
          <pc:docMk/>
          <pc:sldMk cId="404373988" sldId="275"/>
        </pc:sldMkLst>
        <pc:spChg chg="mod">
          <ac:chgData name="Thiago Arantes" userId="88aeb8729d4c2748" providerId="LiveId" clId="{69886AA2-C168-4DDE-B6F5-7F70CFB3E3F6}" dt="2018-06-14T11:59:43.978" v="69"/>
          <ac:spMkLst>
            <pc:docMk/>
            <pc:sldMk cId="404373988" sldId="275"/>
            <ac:spMk id="91" creationId="{00000000-0000-0000-0000-000000000000}"/>
          </ac:spMkLst>
        </pc:spChg>
      </pc:sldChg>
      <pc:sldChg chg="modSp add">
        <pc:chgData name="Thiago Arantes" userId="88aeb8729d4c2748" providerId="LiveId" clId="{69886AA2-C168-4DDE-B6F5-7F70CFB3E3F6}" dt="2018-06-14T12:00:29.049" v="74"/>
        <pc:sldMkLst>
          <pc:docMk/>
          <pc:sldMk cId="1926511782" sldId="276"/>
        </pc:sldMkLst>
        <pc:spChg chg="mod">
          <ac:chgData name="Thiago Arantes" userId="88aeb8729d4c2748" providerId="LiveId" clId="{69886AA2-C168-4DDE-B6F5-7F70CFB3E3F6}" dt="2018-06-14T12:00:29.049" v="74"/>
          <ac:spMkLst>
            <pc:docMk/>
            <pc:sldMk cId="1926511782" sldId="276"/>
            <ac:spMk id="91" creationId="{00000000-0000-0000-0000-000000000000}"/>
          </ac:spMkLst>
        </pc:spChg>
      </pc:sldChg>
      <pc:sldChg chg="modSp add">
        <pc:chgData name="Thiago Arantes" userId="88aeb8729d4c2748" providerId="LiveId" clId="{69886AA2-C168-4DDE-B6F5-7F70CFB3E3F6}" dt="2018-06-14T12:00:42.665" v="76"/>
        <pc:sldMkLst>
          <pc:docMk/>
          <pc:sldMk cId="435462418" sldId="277"/>
        </pc:sldMkLst>
        <pc:spChg chg="mod">
          <ac:chgData name="Thiago Arantes" userId="88aeb8729d4c2748" providerId="LiveId" clId="{69886AA2-C168-4DDE-B6F5-7F70CFB3E3F6}" dt="2018-06-14T12:00:42.665" v="76"/>
          <ac:spMkLst>
            <pc:docMk/>
            <pc:sldMk cId="435462418" sldId="277"/>
            <ac:spMk id="91" creationId="{00000000-0000-0000-0000-000000000000}"/>
          </ac:spMkLst>
        </pc:spChg>
      </pc:sldChg>
      <pc:sldChg chg="modSp add">
        <pc:chgData name="Thiago Arantes" userId="88aeb8729d4c2748" providerId="LiveId" clId="{69886AA2-C168-4DDE-B6F5-7F70CFB3E3F6}" dt="2018-06-14T12:00:53.952" v="78"/>
        <pc:sldMkLst>
          <pc:docMk/>
          <pc:sldMk cId="2811724412" sldId="278"/>
        </pc:sldMkLst>
        <pc:spChg chg="mod">
          <ac:chgData name="Thiago Arantes" userId="88aeb8729d4c2748" providerId="LiveId" clId="{69886AA2-C168-4DDE-B6F5-7F70CFB3E3F6}" dt="2018-06-14T12:00:53.952" v="78"/>
          <ac:spMkLst>
            <pc:docMk/>
            <pc:sldMk cId="2811724412" sldId="278"/>
            <ac:spMk id="91" creationId="{00000000-0000-0000-0000-000000000000}"/>
          </ac:spMkLst>
        </pc:spChg>
      </pc:sldChg>
      <pc:sldChg chg="modSp add">
        <pc:chgData name="Thiago Arantes" userId="88aeb8729d4c2748" providerId="LiveId" clId="{69886AA2-C168-4DDE-B6F5-7F70CFB3E3F6}" dt="2018-06-14T12:01:23.259" v="81"/>
        <pc:sldMkLst>
          <pc:docMk/>
          <pc:sldMk cId="1669274518" sldId="279"/>
        </pc:sldMkLst>
        <pc:spChg chg="mod">
          <ac:chgData name="Thiago Arantes" userId="88aeb8729d4c2748" providerId="LiveId" clId="{69886AA2-C168-4DDE-B6F5-7F70CFB3E3F6}" dt="2018-06-14T12:01:23.259" v="81"/>
          <ac:spMkLst>
            <pc:docMk/>
            <pc:sldMk cId="1669274518" sldId="279"/>
            <ac:spMk id="91" creationId="{00000000-0000-0000-0000-000000000000}"/>
          </ac:spMkLst>
        </pc:spChg>
      </pc:sldChg>
      <pc:sldChg chg="modSp add">
        <pc:chgData name="Thiago Arantes" userId="88aeb8729d4c2748" providerId="LiveId" clId="{69886AA2-C168-4DDE-B6F5-7F70CFB3E3F6}" dt="2018-06-14T12:01:59.637" v="85"/>
        <pc:sldMkLst>
          <pc:docMk/>
          <pc:sldMk cId="494913224" sldId="280"/>
        </pc:sldMkLst>
        <pc:spChg chg="mod">
          <ac:chgData name="Thiago Arantes" userId="88aeb8729d4c2748" providerId="LiveId" clId="{69886AA2-C168-4DDE-B6F5-7F70CFB3E3F6}" dt="2018-06-14T12:01:59.637" v="85"/>
          <ac:spMkLst>
            <pc:docMk/>
            <pc:sldMk cId="494913224" sldId="280"/>
            <ac:spMk id="91" creationId="{00000000-0000-0000-0000-000000000000}"/>
          </ac:spMkLst>
        </pc:spChg>
      </pc:sldChg>
      <pc:sldChg chg="modSp add">
        <pc:chgData name="Thiago Arantes" userId="88aeb8729d4c2748" providerId="LiveId" clId="{69886AA2-C168-4DDE-B6F5-7F70CFB3E3F6}" dt="2018-06-14T12:02:53.281" v="94" actId="255"/>
        <pc:sldMkLst>
          <pc:docMk/>
          <pc:sldMk cId="4243370284" sldId="281"/>
        </pc:sldMkLst>
        <pc:spChg chg="mod">
          <ac:chgData name="Thiago Arantes" userId="88aeb8729d4c2748" providerId="LiveId" clId="{69886AA2-C168-4DDE-B6F5-7F70CFB3E3F6}" dt="2018-06-14T12:02:53.281" v="94" actId="255"/>
          <ac:spMkLst>
            <pc:docMk/>
            <pc:sldMk cId="4243370284" sldId="281"/>
            <ac:spMk id="91" creationId="{00000000-0000-0000-0000-000000000000}"/>
          </ac:spMkLst>
        </pc:spChg>
      </pc:sldChg>
      <pc:sldChg chg="modSp add">
        <pc:chgData name="Thiago Arantes" userId="88aeb8729d4c2748" providerId="LiveId" clId="{69886AA2-C168-4DDE-B6F5-7F70CFB3E3F6}" dt="2018-06-14T12:03:20.300" v="97"/>
        <pc:sldMkLst>
          <pc:docMk/>
          <pc:sldMk cId="2510154825" sldId="282"/>
        </pc:sldMkLst>
        <pc:spChg chg="mod">
          <ac:chgData name="Thiago Arantes" userId="88aeb8729d4c2748" providerId="LiveId" clId="{69886AA2-C168-4DDE-B6F5-7F70CFB3E3F6}" dt="2018-06-14T12:03:20.300" v="97"/>
          <ac:spMkLst>
            <pc:docMk/>
            <pc:sldMk cId="2510154825" sldId="282"/>
            <ac:spMk id="91" creationId="{00000000-0000-0000-0000-000000000000}"/>
          </ac:spMkLst>
        </pc:spChg>
      </pc:sldChg>
      <pc:sldChg chg="modSp add">
        <pc:chgData name="Thiago Arantes" userId="88aeb8729d4c2748" providerId="LiveId" clId="{69886AA2-C168-4DDE-B6F5-7F70CFB3E3F6}" dt="2018-06-14T12:04:01.394" v="104" actId="255"/>
        <pc:sldMkLst>
          <pc:docMk/>
          <pc:sldMk cId="463802657" sldId="283"/>
        </pc:sldMkLst>
        <pc:spChg chg="mod">
          <ac:chgData name="Thiago Arantes" userId="88aeb8729d4c2748" providerId="LiveId" clId="{69886AA2-C168-4DDE-B6F5-7F70CFB3E3F6}" dt="2018-06-14T12:04:01.394" v="104" actId="255"/>
          <ac:spMkLst>
            <pc:docMk/>
            <pc:sldMk cId="463802657" sldId="283"/>
            <ac:spMk id="91" creationId="{00000000-0000-0000-0000-000000000000}"/>
          </ac:spMkLst>
        </pc:spChg>
      </pc:sldChg>
      <pc:sldChg chg="modSp add">
        <pc:chgData name="Thiago Arantes" userId="88aeb8729d4c2748" providerId="LiveId" clId="{69886AA2-C168-4DDE-B6F5-7F70CFB3E3F6}" dt="2018-06-14T12:04:45.053" v="113"/>
        <pc:sldMkLst>
          <pc:docMk/>
          <pc:sldMk cId="543522708" sldId="284"/>
        </pc:sldMkLst>
        <pc:spChg chg="mod">
          <ac:chgData name="Thiago Arantes" userId="88aeb8729d4c2748" providerId="LiveId" clId="{69886AA2-C168-4DDE-B6F5-7F70CFB3E3F6}" dt="2018-06-14T12:04:45.053" v="113"/>
          <ac:spMkLst>
            <pc:docMk/>
            <pc:sldMk cId="543522708" sldId="284"/>
            <ac:spMk id="91" creationId="{00000000-0000-0000-0000-000000000000}"/>
          </ac:spMkLst>
        </pc:spChg>
      </pc:sldChg>
      <pc:sldChg chg="modSp add">
        <pc:chgData name="Thiago Arantes" userId="88aeb8729d4c2748" providerId="LiveId" clId="{69886AA2-C168-4DDE-B6F5-7F70CFB3E3F6}" dt="2018-06-14T12:05:36.064" v="121"/>
        <pc:sldMkLst>
          <pc:docMk/>
          <pc:sldMk cId="250342133" sldId="285"/>
        </pc:sldMkLst>
        <pc:spChg chg="mod">
          <ac:chgData name="Thiago Arantes" userId="88aeb8729d4c2748" providerId="LiveId" clId="{69886AA2-C168-4DDE-B6F5-7F70CFB3E3F6}" dt="2018-06-14T12:05:36.064" v="121"/>
          <ac:spMkLst>
            <pc:docMk/>
            <pc:sldMk cId="250342133" sldId="285"/>
            <ac:spMk id="91" creationId="{00000000-0000-0000-0000-000000000000}"/>
          </ac:spMkLst>
        </pc:spChg>
      </pc:sldChg>
      <pc:sldChg chg="add del">
        <pc:chgData name="Thiago Arantes" userId="88aeb8729d4c2748" providerId="LiveId" clId="{69886AA2-C168-4DDE-B6F5-7F70CFB3E3F6}" dt="2018-06-14T12:05:52.807" v="123"/>
        <pc:sldMkLst>
          <pc:docMk/>
          <pc:sldMk cId="236308297" sldId="286"/>
        </pc:sldMkLst>
      </pc:sldChg>
      <pc:sldChg chg="modSp add">
        <pc:chgData name="Thiago Arantes" userId="88aeb8729d4c2748" providerId="LiveId" clId="{69886AA2-C168-4DDE-B6F5-7F70CFB3E3F6}" dt="2018-06-14T12:06:06.694" v="127" actId="255"/>
        <pc:sldMkLst>
          <pc:docMk/>
          <pc:sldMk cId="2704627516" sldId="286"/>
        </pc:sldMkLst>
        <pc:spChg chg="mod">
          <ac:chgData name="Thiago Arantes" userId="88aeb8729d4c2748" providerId="LiveId" clId="{69886AA2-C168-4DDE-B6F5-7F70CFB3E3F6}" dt="2018-06-14T12:06:06.694" v="127" actId="255"/>
          <ac:spMkLst>
            <pc:docMk/>
            <pc:sldMk cId="2704627516" sldId="286"/>
            <ac:spMk id="91" creationId="{00000000-0000-0000-0000-000000000000}"/>
          </ac:spMkLst>
        </pc:spChg>
      </pc:sldChg>
      <pc:sldChg chg="modSp add">
        <pc:chgData name="Thiago Arantes" userId="88aeb8729d4c2748" providerId="LiveId" clId="{69886AA2-C168-4DDE-B6F5-7F70CFB3E3F6}" dt="2018-06-14T12:06:30.395" v="129"/>
        <pc:sldMkLst>
          <pc:docMk/>
          <pc:sldMk cId="2243220700" sldId="287"/>
        </pc:sldMkLst>
        <pc:spChg chg="mod">
          <ac:chgData name="Thiago Arantes" userId="88aeb8729d4c2748" providerId="LiveId" clId="{69886AA2-C168-4DDE-B6F5-7F70CFB3E3F6}" dt="2018-06-14T12:06:30.395" v="129"/>
          <ac:spMkLst>
            <pc:docMk/>
            <pc:sldMk cId="2243220700" sldId="287"/>
            <ac:spMk id="91" creationId="{00000000-0000-0000-0000-000000000000}"/>
          </ac:spMkLst>
        </pc:spChg>
      </pc:sldChg>
      <pc:sldChg chg="add del">
        <pc:chgData name="Thiago Arantes" userId="88aeb8729d4c2748" providerId="LiveId" clId="{69886AA2-C168-4DDE-B6F5-7F70CFB3E3F6}" dt="2018-06-14T12:06:39.176" v="131"/>
        <pc:sldMkLst>
          <pc:docMk/>
          <pc:sldMk cId="781867252" sldId="288"/>
        </pc:sldMkLst>
      </pc:sldChg>
      <pc:sldChg chg="modSp add">
        <pc:chgData name="Thiago Arantes" userId="88aeb8729d4c2748" providerId="LiveId" clId="{69886AA2-C168-4DDE-B6F5-7F70CFB3E3F6}" dt="2018-06-14T12:06:46.425" v="133"/>
        <pc:sldMkLst>
          <pc:docMk/>
          <pc:sldMk cId="2615963526" sldId="288"/>
        </pc:sldMkLst>
        <pc:spChg chg="mod">
          <ac:chgData name="Thiago Arantes" userId="88aeb8729d4c2748" providerId="LiveId" clId="{69886AA2-C168-4DDE-B6F5-7F70CFB3E3F6}" dt="2018-06-14T12:06:46.425" v="133"/>
          <ac:spMkLst>
            <pc:docMk/>
            <pc:sldMk cId="2615963526" sldId="288"/>
            <ac:spMk id="91" creationId="{00000000-0000-0000-0000-000000000000}"/>
          </ac:spMkLst>
        </pc:spChg>
      </pc:sldChg>
      <pc:sldChg chg="modSp add">
        <pc:chgData name="Thiago Arantes" userId="88aeb8729d4c2748" providerId="LiveId" clId="{69886AA2-C168-4DDE-B6F5-7F70CFB3E3F6}" dt="2018-06-14T12:07:06.900" v="136"/>
        <pc:sldMkLst>
          <pc:docMk/>
          <pc:sldMk cId="3736923245" sldId="289"/>
        </pc:sldMkLst>
        <pc:spChg chg="mod">
          <ac:chgData name="Thiago Arantes" userId="88aeb8729d4c2748" providerId="LiveId" clId="{69886AA2-C168-4DDE-B6F5-7F70CFB3E3F6}" dt="2018-06-14T12:07:06.900" v="136"/>
          <ac:spMkLst>
            <pc:docMk/>
            <pc:sldMk cId="3736923245" sldId="289"/>
            <ac:spMk id="91" creationId="{00000000-0000-0000-0000-000000000000}"/>
          </ac:spMkLst>
        </pc:spChg>
      </pc:sldChg>
      <pc:sldChg chg="modSp add">
        <pc:chgData name="Thiago Arantes" userId="88aeb8729d4c2748" providerId="LiveId" clId="{69886AA2-C168-4DDE-B6F5-7F70CFB3E3F6}" dt="2018-06-14T12:07:30.395" v="140" actId="255"/>
        <pc:sldMkLst>
          <pc:docMk/>
          <pc:sldMk cId="2569727358" sldId="290"/>
        </pc:sldMkLst>
        <pc:spChg chg="mod">
          <ac:chgData name="Thiago Arantes" userId="88aeb8729d4c2748" providerId="LiveId" clId="{69886AA2-C168-4DDE-B6F5-7F70CFB3E3F6}" dt="2018-06-14T12:07:30.395" v="140" actId="255"/>
          <ac:spMkLst>
            <pc:docMk/>
            <pc:sldMk cId="2569727358" sldId="290"/>
            <ac:spMk id="91" creationId="{00000000-0000-0000-0000-000000000000}"/>
          </ac:spMkLst>
        </pc:spChg>
      </pc:sldChg>
      <pc:sldChg chg="modSp add">
        <pc:chgData name="Thiago Arantes" userId="88aeb8729d4c2748" providerId="LiveId" clId="{69886AA2-C168-4DDE-B6F5-7F70CFB3E3F6}" dt="2018-06-14T12:07:56.072" v="143"/>
        <pc:sldMkLst>
          <pc:docMk/>
          <pc:sldMk cId="1704711331" sldId="291"/>
        </pc:sldMkLst>
        <pc:spChg chg="mod">
          <ac:chgData name="Thiago Arantes" userId="88aeb8729d4c2748" providerId="LiveId" clId="{69886AA2-C168-4DDE-B6F5-7F70CFB3E3F6}" dt="2018-06-14T12:07:56.072" v="143"/>
          <ac:spMkLst>
            <pc:docMk/>
            <pc:sldMk cId="1704711331" sldId="291"/>
            <ac:spMk id="91" creationId="{00000000-0000-0000-0000-000000000000}"/>
          </ac:spMkLst>
        </pc:spChg>
      </pc:sldChg>
      <pc:sldChg chg="modSp add">
        <pc:chgData name="Thiago Arantes" userId="88aeb8729d4c2748" providerId="LiveId" clId="{69886AA2-C168-4DDE-B6F5-7F70CFB3E3F6}" dt="2018-06-14T12:08:13.475" v="147" actId="255"/>
        <pc:sldMkLst>
          <pc:docMk/>
          <pc:sldMk cId="883501012" sldId="292"/>
        </pc:sldMkLst>
        <pc:spChg chg="mod">
          <ac:chgData name="Thiago Arantes" userId="88aeb8729d4c2748" providerId="LiveId" clId="{69886AA2-C168-4DDE-B6F5-7F70CFB3E3F6}" dt="2018-06-14T12:08:13.475" v="147" actId="255"/>
          <ac:spMkLst>
            <pc:docMk/>
            <pc:sldMk cId="883501012" sldId="292"/>
            <ac:spMk id="91" creationId="{00000000-0000-0000-0000-000000000000}"/>
          </ac:spMkLst>
        </pc:spChg>
      </pc:sldChg>
      <pc:sldChg chg="modSp add">
        <pc:chgData name="Thiago Arantes" userId="88aeb8729d4c2748" providerId="LiveId" clId="{69886AA2-C168-4DDE-B6F5-7F70CFB3E3F6}" dt="2018-06-14T12:08:29.884" v="149"/>
        <pc:sldMkLst>
          <pc:docMk/>
          <pc:sldMk cId="1858737270" sldId="293"/>
        </pc:sldMkLst>
        <pc:spChg chg="mod">
          <ac:chgData name="Thiago Arantes" userId="88aeb8729d4c2748" providerId="LiveId" clId="{69886AA2-C168-4DDE-B6F5-7F70CFB3E3F6}" dt="2018-06-14T12:08:29.884" v="149"/>
          <ac:spMkLst>
            <pc:docMk/>
            <pc:sldMk cId="1858737270" sldId="293"/>
            <ac:spMk id="91" creationId="{00000000-0000-0000-0000-000000000000}"/>
          </ac:spMkLst>
        </pc:spChg>
      </pc:sldChg>
      <pc:sldChg chg="modSp add">
        <pc:chgData name="Thiago Arantes" userId="88aeb8729d4c2748" providerId="LiveId" clId="{69886AA2-C168-4DDE-B6F5-7F70CFB3E3F6}" dt="2018-06-14T12:08:43.048" v="151"/>
        <pc:sldMkLst>
          <pc:docMk/>
          <pc:sldMk cId="1174206867" sldId="294"/>
        </pc:sldMkLst>
        <pc:spChg chg="mod">
          <ac:chgData name="Thiago Arantes" userId="88aeb8729d4c2748" providerId="LiveId" clId="{69886AA2-C168-4DDE-B6F5-7F70CFB3E3F6}" dt="2018-06-14T12:08:43.048" v="151"/>
          <ac:spMkLst>
            <pc:docMk/>
            <pc:sldMk cId="1174206867" sldId="294"/>
            <ac:spMk id="91" creationId="{00000000-0000-0000-0000-000000000000}"/>
          </ac:spMkLst>
        </pc:spChg>
      </pc:sldChg>
      <pc:sldChg chg="modSp add">
        <pc:chgData name="Thiago Arantes" userId="88aeb8729d4c2748" providerId="LiveId" clId="{69886AA2-C168-4DDE-B6F5-7F70CFB3E3F6}" dt="2018-06-14T12:09:17.057" v="157" actId="20577"/>
        <pc:sldMkLst>
          <pc:docMk/>
          <pc:sldMk cId="2289317798" sldId="295"/>
        </pc:sldMkLst>
        <pc:spChg chg="mod">
          <ac:chgData name="Thiago Arantes" userId="88aeb8729d4c2748" providerId="LiveId" clId="{69886AA2-C168-4DDE-B6F5-7F70CFB3E3F6}" dt="2018-06-14T12:09:17.057" v="157" actId="20577"/>
          <ac:spMkLst>
            <pc:docMk/>
            <pc:sldMk cId="2289317798" sldId="295"/>
            <ac:spMk id="91" creationId="{00000000-0000-0000-0000-000000000000}"/>
          </ac:spMkLst>
        </pc:spChg>
      </pc:sldChg>
      <pc:sldChg chg="modSp add">
        <pc:chgData name="Thiago Arantes" userId="88aeb8729d4c2748" providerId="LiveId" clId="{69886AA2-C168-4DDE-B6F5-7F70CFB3E3F6}" dt="2018-06-14T12:09:32.573" v="159"/>
        <pc:sldMkLst>
          <pc:docMk/>
          <pc:sldMk cId="3308166676" sldId="296"/>
        </pc:sldMkLst>
        <pc:spChg chg="mod">
          <ac:chgData name="Thiago Arantes" userId="88aeb8729d4c2748" providerId="LiveId" clId="{69886AA2-C168-4DDE-B6F5-7F70CFB3E3F6}" dt="2018-06-14T12:09:32.573" v="159"/>
          <ac:spMkLst>
            <pc:docMk/>
            <pc:sldMk cId="3308166676" sldId="296"/>
            <ac:spMk id="91" creationId="{00000000-0000-0000-0000-000000000000}"/>
          </ac:spMkLst>
        </pc:spChg>
      </pc:sldChg>
      <pc:sldChg chg="modSp add">
        <pc:chgData name="Thiago Arantes" userId="88aeb8729d4c2748" providerId="LiveId" clId="{69886AA2-C168-4DDE-B6F5-7F70CFB3E3F6}" dt="2018-06-14T12:09:42.579" v="161"/>
        <pc:sldMkLst>
          <pc:docMk/>
          <pc:sldMk cId="1229679523" sldId="297"/>
        </pc:sldMkLst>
        <pc:spChg chg="mod">
          <ac:chgData name="Thiago Arantes" userId="88aeb8729d4c2748" providerId="LiveId" clId="{69886AA2-C168-4DDE-B6F5-7F70CFB3E3F6}" dt="2018-06-14T12:09:42.579" v="161"/>
          <ac:spMkLst>
            <pc:docMk/>
            <pc:sldMk cId="1229679523" sldId="297"/>
            <ac:spMk id="91" creationId="{00000000-0000-0000-0000-000000000000}"/>
          </ac:spMkLst>
        </pc:spChg>
      </pc:sldChg>
      <pc:sldChg chg="modSp add">
        <pc:chgData name="Thiago Arantes" userId="88aeb8729d4c2748" providerId="LiveId" clId="{69886AA2-C168-4DDE-B6F5-7F70CFB3E3F6}" dt="2018-06-14T12:09:54.055" v="163"/>
        <pc:sldMkLst>
          <pc:docMk/>
          <pc:sldMk cId="1576313559" sldId="298"/>
        </pc:sldMkLst>
        <pc:spChg chg="mod">
          <ac:chgData name="Thiago Arantes" userId="88aeb8729d4c2748" providerId="LiveId" clId="{69886AA2-C168-4DDE-B6F5-7F70CFB3E3F6}" dt="2018-06-14T12:09:54.055" v="163"/>
          <ac:spMkLst>
            <pc:docMk/>
            <pc:sldMk cId="1576313559" sldId="298"/>
            <ac:spMk id="91" creationId="{00000000-0000-0000-0000-000000000000}"/>
          </ac:spMkLst>
        </pc:spChg>
      </pc:sldChg>
      <pc:sldChg chg="modSp add">
        <pc:chgData name="Thiago Arantes" userId="88aeb8729d4c2748" providerId="LiveId" clId="{69886AA2-C168-4DDE-B6F5-7F70CFB3E3F6}" dt="2018-06-14T12:10:05.963" v="165"/>
        <pc:sldMkLst>
          <pc:docMk/>
          <pc:sldMk cId="271750633" sldId="299"/>
        </pc:sldMkLst>
        <pc:spChg chg="mod">
          <ac:chgData name="Thiago Arantes" userId="88aeb8729d4c2748" providerId="LiveId" clId="{69886AA2-C168-4DDE-B6F5-7F70CFB3E3F6}" dt="2018-06-14T12:10:05.963" v="165"/>
          <ac:spMkLst>
            <pc:docMk/>
            <pc:sldMk cId="271750633" sldId="299"/>
            <ac:spMk id="91" creationId="{00000000-0000-0000-0000-000000000000}"/>
          </ac:spMkLst>
        </pc:spChg>
      </pc:sldChg>
      <pc:sldChg chg="modSp add">
        <pc:chgData name="Thiago Arantes" userId="88aeb8729d4c2748" providerId="LiveId" clId="{69886AA2-C168-4DDE-B6F5-7F70CFB3E3F6}" dt="2018-06-14T12:10:18.048" v="167"/>
        <pc:sldMkLst>
          <pc:docMk/>
          <pc:sldMk cId="3642592091" sldId="300"/>
        </pc:sldMkLst>
        <pc:spChg chg="mod">
          <ac:chgData name="Thiago Arantes" userId="88aeb8729d4c2748" providerId="LiveId" clId="{69886AA2-C168-4DDE-B6F5-7F70CFB3E3F6}" dt="2018-06-14T12:10:18.048" v="167"/>
          <ac:spMkLst>
            <pc:docMk/>
            <pc:sldMk cId="3642592091" sldId="300"/>
            <ac:spMk id="91" creationId="{00000000-0000-0000-0000-000000000000}"/>
          </ac:spMkLst>
        </pc:spChg>
      </pc:sldChg>
      <pc:sldChg chg="modSp add">
        <pc:chgData name="Thiago Arantes" userId="88aeb8729d4c2748" providerId="LiveId" clId="{69886AA2-C168-4DDE-B6F5-7F70CFB3E3F6}" dt="2018-06-14T12:10:32.715" v="169"/>
        <pc:sldMkLst>
          <pc:docMk/>
          <pc:sldMk cId="2062196779" sldId="301"/>
        </pc:sldMkLst>
        <pc:spChg chg="mod">
          <ac:chgData name="Thiago Arantes" userId="88aeb8729d4c2748" providerId="LiveId" clId="{69886AA2-C168-4DDE-B6F5-7F70CFB3E3F6}" dt="2018-06-14T12:10:32.715" v="169"/>
          <ac:spMkLst>
            <pc:docMk/>
            <pc:sldMk cId="2062196779" sldId="301"/>
            <ac:spMk id="91" creationId="{00000000-0000-0000-0000-000000000000}"/>
          </ac:spMkLst>
        </pc:spChg>
      </pc:sldChg>
      <pc:sldChg chg="modSp add del">
        <pc:chgData name="Thiago Arantes" userId="88aeb8729d4c2748" providerId="LiveId" clId="{69886AA2-C168-4DDE-B6F5-7F70CFB3E3F6}" dt="2018-06-14T12:22:55.991" v="254" actId="2696"/>
        <pc:sldMkLst>
          <pc:docMk/>
          <pc:sldMk cId="2187876222" sldId="302"/>
        </pc:sldMkLst>
        <pc:spChg chg="mod">
          <ac:chgData name="Thiago Arantes" userId="88aeb8729d4c2748" providerId="LiveId" clId="{69886AA2-C168-4DDE-B6F5-7F70CFB3E3F6}" dt="2018-06-14T12:22:09.918" v="239" actId="2696"/>
          <ac:spMkLst>
            <pc:docMk/>
            <pc:sldMk cId="2187876222" sldId="302"/>
            <ac:spMk id="91" creationId="{00000000-0000-0000-0000-000000000000}"/>
          </ac:spMkLst>
        </pc:spChg>
      </pc:sldChg>
      <pc:sldChg chg="modSp add del">
        <pc:chgData name="Thiago Arantes" userId="88aeb8729d4c2748" providerId="LiveId" clId="{69886AA2-C168-4DDE-B6F5-7F70CFB3E3F6}" dt="2018-06-14T12:22:13.262" v="240" actId="2696"/>
        <pc:sldMkLst>
          <pc:docMk/>
          <pc:sldMk cId="858708305" sldId="303"/>
        </pc:sldMkLst>
        <pc:spChg chg="mod">
          <ac:chgData name="Thiago Arantes" userId="88aeb8729d4c2748" providerId="LiveId" clId="{69886AA2-C168-4DDE-B6F5-7F70CFB3E3F6}" dt="2018-06-14T12:12:01.539" v="185" actId="20577"/>
          <ac:spMkLst>
            <pc:docMk/>
            <pc:sldMk cId="858708305" sldId="303"/>
            <ac:spMk id="91" creationId="{00000000-0000-0000-0000-000000000000}"/>
          </ac:spMkLst>
        </pc:spChg>
      </pc:sldChg>
      <pc:sldChg chg="modSp add del">
        <pc:chgData name="Thiago Arantes" userId="88aeb8729d4c2748" providerId="LiveId" clId="{69886AA2-C168-4DDE-B6F5-7F70CFB3E3F6}" dt="2018-06-14T12:22:13.887" v="241" actId="2696"/>
        <pc:sldMkLst>
          <pc:docMk/>
          <pc:sldMk cId="2104640276" sldId="304"/>
        </pc:sldMkLst>
        <pc:spChg chg="mod">
          <ac:chgData name="Thiago Arantes" userId="88aeb8729d4c2748" providerId="LiveId" clId="{69886AA2-C168-4DDE-B6F5-7F70CFB3E3F6}" dt="2018-06-14T12:12:40.243" v="192" actId="2710"/>
          <ac:spMkLst>
            <pc:docMk/>
            <pc:sldMk cId="2104640276" sldId="304"/>
            <ac:spMk id="91" creationId="{00000000-0000-0000-0000-000000000000}"/>
          </ac:spMkLst>
        </pc:spChg>
      </pc:sldChg>
      <pc:sldChg chg="modSp add del">
        <pc:chgData name="Thiago Arantes" userId="88aeb8729d4c2748" providerId="LiveId" clId="{69886AA2-C168-4DDE-B6F5-7F70CFB3E3F6}" dt="2018-06-14T12:22:14.809" v="242" actId="2696"/>
        <pc:sldMkLst>
          <pc:docMk/>
          <pc:sldMk cId="189527387" sldId="305"/>
        </pc:sldMkLst>
        <pc:spChg chg="mod">
          <ac:chgData name="Thiago Arantes" userId="88aeb8729d4c2748" providerId="LiveId" clId="{69886AA2-C168-4DDE-B6F5-7F70CFB3E3F6}" dt="2018-06-14T12:13:19.712" v="197" actId="14"/>
          <ac:spMkLst>
            <pc:docMk/>
            <pc:sldMk cId="189527387" sldId="305"/>
            <ac:spMk id="91" creationId="{00000000-0000-0000-0000-000000000000}"/>
          </ac:spMkLst>
        </pc:spChg>
      </pc:sldChg>
      <pc:sldChg chg="modSp add del">
        <pc:chgData name="Thiago Arantes" userId="88aeb8729d4c2748" providerId="LiveId" clId="{69886AA2-C168-4DDE-B6F5-7F70CFB3E3F6}" dt="2018-06-14T12:22:15.571" v="243" actId="2696"/>
        <pc:sldMkLst>
          <pc:docMk/>
          <pc:sldMk cId="3084149529" sldId="306"/>
        </pc:sldMkLst>
        <pc:spChg chg="mod">
          <ac:chgData name="Thiago Arantes" userId="88aeb8729d4c2748" providerId="LiveId" clId="{69886AA2-C168-4DDE-B6F5-7F70CFB3E3F6}" dt="2018-06-14T12:14:01.981" v="201" actId="255"/>
          <ac:spMkLst>
            <pc:docMk/>
            <pc:sldMk cId="3084149529" sldId="306"/>
            <ac:spMk id="91" creationId="{00000000-0000-0000-0000-000000000000}"/>
          </ac:spMkLst>
        </pc:spChg>
      </pc:sldChg>
      <pc:sldChg chg="modSp add del">
        <pc:chgData name="Thiago Arantes" userId="88aeb8729d4c2748" providerId="LiveId" clId="{69886AA2-C168-4DDE-B6F5-7F70CFB3E3F6}" dt="2018-06-14T12:22:16.712" v="244" actId="2696"/>
        <pc:sldMkLst>
          <pc:docMk/>
          <pc:sldMk cId="841949315" sldId="307"/>
        </pc:sldMkLst>
        <pc:spChg chg="mod">
          <ac:chgData name="Thiago Arantes" userId="88aeb8729d4c2748" providerId="LiveId" clId="{69886AA2-C168-4DDE-B6F5-7F70CFB3E3F6}" dt="2018-06-14T12:14:19.806" v="205" actId="255"/>
          <ac:spMkLst>
            <pc:docMk/>
            <pc:sldMk cId="841949315" sldId="307"/>
            <ac:spMk id="91" creationId="{00000000-0000-0000-0000-000000000000}"/>
          </ac:spMkLst>
        </pc:spChg>
      </pc:sldChg>
      <pc:sldChg chg="modSp add del">
        <pc:chgData name="Thiago Arantes" userId="88aeb8729d4c2748" providerId="LiveId" clId="{69886AA2-C168-4DDE-B6F5-7F70CFB3E3F6}" dt="2018-06-14T12:22:17.454" v="245" actId="2696"/>
        <pc:sldMkLst>
          <pc:docMk/>
          <pc:sldMk cId="879585863" sldId="308"/>
        </pc:sldMkLst>
        <pc:spChg chg="mod">
          <ac:chgData name="Thiago Arantes" userId="88aeb8729d4c2748" providerId="LiveId" clId="{69886AA2-C168-4DDE-B6F5-7F70CFB3E3F6}" dt="2018-06-14T12:14:59.309" v="209" actId="255"/>
          <ac:spMkLst>
            <pc:docMk/>
            <pc:sldMk cId="879585863" sldId="308"/>
            <ac:spMk id="91" creationId="{00000000-0000-0000-0000-000000000000}"/>
          </ac:spMkLst>
        </pc:spChg>
      </pc:sldChg>
      <pc:sldChg chg="modSp add del">
        <pc:chgData name="Thiago Arantes" userId="88aeb8729d4c2748" providerId="LiveId" clId="{69886AA2-C168-4DDE-B6F5-7F70CFB3E3F6}" dt="2018-06-14T12:22:56.311" v="255" actId="2696"/>
        <pc:sldMkLst>
          <pc:docMk/>
          <pc:sldMk cId="1099299273" sldId="309"/>
        </pc:sldMkLst>
        <pc:spChg chg="mod">
          <ac:chgData name="Thiago Arantes" userId="88aeb8729d4c2748" providerId="LiveId" clId="{69886AA2-C168-4DDE-B6F5-7F70CFB3E3F6}" dt="2018-06-14T12:22:43.346" v="246" actId="2696"/>
          <ac:spMkLst>
            <pc:docMk/>
            <pc:sldMk cId="1099299273" sldId="309"/>
            <ac:spMk id="91" creationId="{00000000-0000-0000-0000-000000000000}"/>
          </ac:spMkLst>
        </pc:spChg>
      </pc:sldChg>
      <pc:sldChg chg="modSp add del">
        <pc:chgData name="Thiago Arantes" userId="88aeb8729d4c2748" providerId="LiveId" clId="{69886AA2-C168-4DDE-B6F5-7F70CFB3E3F6}" dt="2018-06-14T12:22:47.384" v="247" actId="2696"/>
        <pc:sldMkLst>
          <pc:docMk/>
          <pc:sldMk cId="3365849723" sldId="310"/>
        </pc:sldMkLst>
        <pc:spChg chg="mod">
          <ac:chgData name="Thiago Arantes" userId="88aeb8729d4c2748" providerId="LiveId" clId="{69886AA2-C168-4DDE-B6F5-7F70CFB3E3F6}" dt="2018-06-14T12:17:36.405" v="217" actId="15"/>
          <ac:spMkLst>
            <pc:docMk/>
            <pc:sldMk cId="3365849723" sldId="310"/>
            <ac:spMk id="91" creationId="{00000000-0000-0000-0000-000000000000}"/>
          </ac:spMkLst>
        </pc:spChg>
      </pc:sldChg>
      <pc:sldChg chg="modSp add del">
        <pc:chgData name="Thiago Arantes" userId="88aeb8729d4c2748" providerId="LiveId" clId="{69886AA2-C168-4DDE-B6F5-7F70CFB3E3F6}" dt="2018-06-14T12:22:47.869" v="248" actId="2696"/>
        <pc:sldMkLst>
          <pc:docMk/>
          <pc:sldMk cId="831377250" sldId="311"/>
        </pc:sldMkLst>
        <pc:spChg chg="mod">
          <ac:chgData name="Thiago Arantes" userId="88aeb8729d4c2748" providerId="LiveId" clId="{69886AA2-C168-4DDE-B6F5-7F70CFB3E3F6}" dt="2018-06-14T12:17:57.948" v="222" actId="255"/>
          <ac:spMkLst>
            <pc:docMk/>
            <pc:sldMk cId="831377250" sldId="311"/>
            <ac:spMk id="91" creationId="{00000000-0000-0000-0000-000000000000}"/>
          </ac:spMkLst>
        </pc:spChg>
      </pc:sldChg>
      <pc:sldChg chg="modSp add del ord">
        <pc:chgData name="Thiago Arantes" userId="88aeb8729d4c2748" providerId="LiveId" clId="{69886AA2-C168-4DDE-B6F5-7F70CFB3E3F6}" dt="2018-06-14T12:28:40.558" v="332" actId="255"/>
        <pc:sldMkLst>
          <pc:docMk/>
          <pc:sldMk cId="3460329267" sldId="312"/>
        </pc:sldMkLst>
        <pc:spChg chg="mod">
          <ac:chgData name="Thiago Arantes" userId="88aeb8729d4c2748" providerId="LiveId" clId="{69886AA2-C168-4DDE-B6F5-7F70CFB3E3F6}" dt="2018-06-14T12:28:40.558" v="332" actId="255"/>
          <ac:spMkLst>
            <pc:docMk/>
            <pc:sldMk cId="3460329267" sldId="312"/>
            <ac:spMk id="91" creationId="{00000000-0000-0000-0000-000000000000}"/>
          </ac:spMkLst>
        </pc:spChg>
      </pc:sldChg>
      <pc:sldChg chg="modSp add del">
        <pc:chgData name="Thiago Arantes" userId="88aeb8729d4c2748" providerId="LiveId" clId="{69886AA2-C168-4DDE-B6F5-7F70CFB3E3F6}" dt="2018-06-14T12:22:57.665" v="257" actId="2696"/>
        <pc:sldMkLst>
          <pc:docMk/>
          <pc:sldMk cId="768331296" sldId="313"/>
        </pc:sldMkLst>
        <pc:spChg chg="mod">
          <ac:chgData name="Thiago Arantes" userId="88aeb8729d4c2748" providerId="LiveId" clId="{69886AA2-C168-4DDE-B6F5-7F70CFB3E3F6}" dt="2018-06-14T12:18:54.168" v="234" actId="108"/>
          <ac:spMkLst>
            <pc:docMk/>
            <pc:sldMk cId="768331296" sldId="313"/>
            <ac:spMk id="91" creationId="{00000000-0000-0000-0000-000000000000}"/>
          </ac:spMkLst>
        </pc:spChg>
      </pc:sldChg>
      <pc:sldChg chg="modSp add del">
        <pc:chgData name="Thiago Arantes" userId="88aeb8729d4c2748" providerId="LiveId" clId="{69886AA2-C168-4DDE-B6F5-7F70CFB3E3F6}" dt="2018-06-14T12:27:13.159" v="325" actId="113"/>
        <pc:sldMkLst>
          <pc:docMk/>
          <pc:sldMk cId="4242872207" sldId="314"/>
        </pc:sldMkLst>
        <pc:spChg chg="mod">
          <ac:chgData name="Thiago Arantes" userId="88aeb8729d4c2748" providerId="LiveId" clId="{69886AA2-C168-4DDE-B6F5-7F70CFB3E3F6}" dt="2018-06-14T12:27:13.159" v="325" actId="113"/>
          <ac:spMkLst>
            <pc:docMk/>
            <pc:sldMk cId="4242872207" sldId="314"/>
            <ac:spMk id="91" creationId="{00000000-0000-0000-0000-000000000000}"/>
          </ac:spMkLst>
        </pc:spChg>
      </pc:sldChg>
      <pc:sldChg chg="modSp add">
        <pc:chgData name="Thiago Arantes" userId="88aeb8729d4c2748" providerId="LiveId" clId="{69886AA2-C168-4DDE-B6F5-7F70CFB3E3F6}" dt="2018-06-14T12:25:43.303" v="267" actId="255"/>
        <pc:sldMkLst>
          <pc:docMk/>
          <pc:sldMk cId="3656609870" sldId="315"/>
        </pc:sldMkLst>
        <pc:spChg chg="mod">
          <ac:chgData name="Thiago Arantes" userId="88aeb8729d4c2748" providerId="LiveId" clId="{69886AA2-C168-4DDE-B6F5-7F70CFB3E3F6}" dt="2018-06-14T12:25:43.303" v="267" actId="255"/>
          <ac:spMkLst>
            <pc:docMk/>
            <pc:sldMk cId="3656609870" sldId="315"/>
            <ac:spMk id="91" creationId="{00000000-0000-0000-0000-000000000000}"/>
          </ac:spMkLst>
        </pc:spChg>
      </pc:sldChg>
      <pc:sldChg chg="modSp add">
        <pc:chgData name="Thiago Arantes" userId="88aeb8729d4c2748" providerId="LiveId" clId="{69886AA2-C168-4DDE-B6F5-7F70CFB3E3F6}" dt="2018-06-14T12:26:02.887" v="270" actId="114"/>
        <pc:sldMkLst>
          <pc:docMk/>
          <pc:sldMk cId="3287876425" sldId="316"/>
        </pc:sldMkLst>
        <pc:spChg chg="mod">
          <ac:chgData name="Thiago Arantes" userId="88aeb8729d4c2748" providerId="LiveId" clId="{69886AA2-C168-4DDE-B6F5-7F70CFB3E3F6}" dt="2018-06-14T12:26:02.887" v="270" actId="114"/>
          <ac:spMkLst>
            <pc:docMk/>
            <pc:sldMk cId="3287876425" sldId="316"/>
            <ac:spMk id="91" creationId="{00000000-0000-0000-0000-000000000000}"/>
          </ac:spMkLst>
        </pc:spChg>
      </pc:sldChg>
      <pc:sldChg chg="modSp add">
        <pc:chgData name="Thiago Arantes" userId="88aeb8729d4c2748" providerId="LiveId" clId="{69886AA2-C168-4DDE-B6F5-7F70CFB3E3F6}" dt="2018-06-14T12:26:16.414" v="272"/>
        <pc:sldMkLst>
          <pc:docMk/>
          <pc:sldMk cId="332979091" sldId="317"/>
        </pc:sldMkLst>
        <pc:spChg chg="mod">
          <ac:chgData name="Thiago Arantes" userId="88aeb8729d4c2748" providerId="LiveId" clId="{69886AA2-C168-4DDE-B6F5-7F70CFB3E3F6}" dt="2018-06-14T12:26:16.414" v="272"/>
          <ac:spMkLst>
            <pc:docMk/>
            <pc:sldMk cId="332979091" sldId="317"/>
            <ac:spMk id="91" creationId="{00000000-0000-0000-0000-000000000000}"/>
          </ac:spMkLst>
        </pc:spChg>
      </pc:sldChg>
      <pc:sldChg chg="modSp add">
        <pc:chgData name="Thiago Arantes" userId="88aeb8729d4c2748" providerId="LiveId" clId="{69886AA2-C168-4DDE-B6F5-7F70CFB3E3F6}" dt="2018-06-14T12:26:30.299" v="274"/>
        <pc:sldMkLst>
          <pc:docMk/>
          <pc:sldMk cId="2647830763" sldId="318"/>
        </pc:sldMkLst>
        <pc:spChg chg="mod">
          <ac:chgData name="Thiago Arantes" userId="88aeb8729d4c2748" providerId="LiveId" clId="{69886AA2-C168-4DDE-B6F5-7F70CFB3E3F6}" dt="2018-06-14T12:26:30.299" v="274"/>
          <ac:spMkLst>
            <pc:docMk/>
            <pc:sldMk cId="2647830763" sldId="318"/>
            <ac:spMk id="91" creationId="{00000000-0000-0000-0000-000000000000}"/>
          </ac:spMkLst>
        </pc:spChg>
      </pc:sldChg>
      <pc:sldChg chg="modSp add">
        <pc:chgData name="Thiago Arantes" userId="88aeb8729d4c2748" providerId="LiveId" clId="{69886AA2-C168-4DDE-B6F5-7F70CFB3E3F6}" dt="2018-06-14T12:26:47.591" v="276"/>
        <pc:sldMkLst>
          <pc:docMk/>
          <pc:sldMk cId="3639349268" sldId="319"/>
        </pc:sldMkLst>
        <pc:spChg chg="mod">
          <ac:chgData name="Thiago Arantes" userId="88aeb8729d4c2748" providerId="LiveId" clId="{69886AA2-C168-4DDE-B6F5-7F70CFB3E3F6}" dt="2018-06-14T12:26:47.591" v="276"/>
          <ac:spMkLst>
            <pc:docMk/>
            <pc:sldMk cId="3639349268" sldId="319"/>
            <ac:spMk id="91" creationId="{00000000-0000-0000-0000-000000000000}"/>
          </ac:spMkLst>
        </pc:spChg>
      </pc:sldChg>
      <pc:sldChg chg="modSp add">
        <pc:chgData name="Thiago Arantes" userId="88aeb8729d4c2748" providerId="LiveId" clId="{69886AA2-C168-4DDE-B6F5-7F70CFB3E3F6}" dt="2018-06-14T12:29:47.990" v="338" actId="255"/>
        <pc:sldMkLst>
          <pc:docMk/>
          <pc:sldMk cId="4009673161" sldId="320"/>
        </pc:sldMkLst>
        <pc:spChg chg="mod">
          <ac:chgData name="Thiago Arantes" userId="88aeb8729d4c2748" providerId="LiveId" clId="{69886AA2-C168-4DDE-B6F5-7F70CFB3E3F6}" dt="2018-06-14T12:29:47.990" v="338" actId="255"/>
          <ac:spMkLst>
            <pc:docMk/>
            <pc:sldMk cId="4009673161" sldId="320"/>
            <ac:spMk id="91" creationId="{00000000-0000-0000-0000-000000000000}"/>
          </ac:spMkLst>
        </pc:spChg>
      </pc:sldChg>
      <pc:sldChg chg="modSp add">
        <pc:chgData name="Thiago Arantes" userId="88aeb8729d4c2748" providerId="LiveId" clId="{69886AA2-C168-4DDE-B6F5-7F70CFB3E3F6}" dt="2018-06-14T12:30:16.062" v="343"/>
        <pc:sldMkLst>
          <pc:docMk/>
          <pc:sldMk cId="533874075" sldId="321"/>
        </pc:sldMkLst>
        <pc:spChg chg="mod">
          <ac:chgData name="Thiago Arantes" userId="88aeb8729d4c2748" providerId="LiveId" clId="{69886AA2-C168-4DDE-B6F5-7F70CFB3E3F6}" dt="2018-06-14T12:30:16.062" v="343"/>
          <ac:spMkLst>
            <pc:docMk/>
            <pc:sldMk cId="533874075" sldId="321"/>
            <ac:spMk id="91" creationId="{00000000-0000-0000-0000-000000000000}"/>
          </ac:spMkLst>
        </pc:spChg>
      </pc:sldChg>
      <pc:sldChg chg="modSp add">
        <pc:chgData name="Thiago Arantes" userId="88aeb8729d4c2748" providerId="LiveId" clId="{69886AA2-C168-4DDE-B6F5-7F70CFB3E3F6}" dt="2018-06-14T12:30:43.485" v="347"/>
        <pc:sldMkLst>
          <pc:docMk/>
          <pc:sldMk cId="2435492873" sldId="322"/>
        </pc:sldMkLst>
        <pc:spChg chg="mod">
          <ac:chgData name="Thiago Arantes" userId="88aeb8729d4c2748" providerId="LiveId" clId="{69886AA2-C168-4DDE-B6F5-7F70CFB3E3F6}" dt="2018-06-14T12:30:43.485" v="347"/>
          <ac:spMkLst>
            <pc:docMk/>
            <pc:sldMk cId="2435492873" sldId="322"/>
            <ac:spMk id="91" creationId="{00000000-0000-0000-0000-000000000000}"/>
          </ac:spMkLst>
        </pc:spChg>
      </pc:sldChg>
      <pc:sldChg chg="modSp add">
        <pc:chgData name="Thiago Arantes" userId="88aeb8729d4c2748" providerId="LiveId" clId="{69886AA2-C168-4DDE-B6F5-7F70CFB3E3F6}" dt="2018-06-14T12:31:46.493" v="368" actId="20577"/>
        <pc:sldMkLst>
          <pc:docMk/>
          <pc:sldMk cId="1758590991" sldId="323"/>
        </pc:sldMkLst>
        <pc:spChg chg="mod">
          <ac:chgData name="Thiago Arantes" userId="88aeb8729d4c2748" providerId="LiveId" clId="{69886AA2-C168-4DDE-B6F5-7F70CFB3E3F6}" dt="2018-06-14T12:31:46.493" v="368" actId="20577"/>
          <ac:spMkLst>
            <pc:docMk/>
            <pc:sldMk cId="1758590991" sldId="323"/>
            <ac:spMk id="91" creationId="{00000000-0000-0000-0000-000000000000}"/>
          </ac:spMkLst>
        </pc:spChg>
      </pc:sldChg>
      <pc:sldChg chg="modSp add ord">
        <pc:chgData name="Thiago Arantes" userId="88aeb8729d4c2748" providerId="LiveId" clId="{69886AA2-C168-4DDE-B6F5-7F70CFB3E3F6}" dt="2018-06-14T12:31:30.925" v="360"/>
        <pc:sldMkLst>
          <pc:docMk/>
          <pc:sldMk cId="3674268482" sldId="324"/>
        </pc:sldMkLst>
        <pc:spChg chg="mod">
          <ac:chgData name="Thiago Arantes" userId="88aeb8729d4c2748" providerId="LiveId" clId="{69886AA2-C168-4DDE-B6F5-7F70CFB3E3F6}" dt="2018-06-14T12:31:26.780" v="359" actId="20577"/>
          <ac:spMkLst>
            <pc:docMk/>
            <pc:sldMk cId="3674268482" sldId="324"/>
            <ac:spMk id="91" creationId="{00000000-0000-0000-0000-000000000000}"/>
          </ac:spMkLst>
        </pc:spChg>
      </pc:sldChg>
      <pc:sldChg chg="modSp add">
        <pc:chgData name="Thiago Arantes" userId="88aeb8729d4c2748" providerId="LiveId" clId="{69886AA2-C168-4DDE-B6F5-7F70CFB3E3F6}" dt="2018-06-14T12:32:50.774" v="374" actId="255"/>
        <pc:sldMkLst>
          <pc:docMk/>
          <pc:sldMk cId="289532246" sldId="325"/>
        </pc:sldMkLst>
        <pc:spChg chg="mod">
          <ac:chgData name="Thiago Arantes" userId="88aeb8729d4c2748" providerId="LiveId" clId="{69886AA2-C168-4DDE-B6F5-7F70CFB3E3F6}" dt="2018-06-14T12:32:50.774" v="374" actId="255"/>
          <ac:spMkLst>
            <pc:docMk/>
            <pc:sldMk cId="289532246" sldId="325"/>
            <ac:spMk id="91" creationId="{00000000-0000-0000-0000-000000000000}"/>
          </ac:spMkLst>
        </pc:spChg>
      </pc:sldChg>
      <pc:sldChg chg="modSp add">
        <pc:chgData name="Thiago Arantes" userId="88aeb8729d4c2748" providerId="LiveId" clId="{69886AA2-C168-4DDE-B6F5-7F70CFB3E3F6}" dt="2018-06-14T12:33:30.147" v="377"/>
        <pc:sldMkLst>
          <pc:docMk/>
          <pc:sldMk cId="2971124671" sldId="326"/>
        </pc:sldMkLst>
        <pc:spChg chg="mod">
          <ac:chgData name="Thiago Arantes" userId="88aeb8729d4c2748" providerId="LiveId" clId="{69886AA2-C168-4DDE-B6F5-7F70CFB3E3F6}" dt="2018-06-14T12:33:30.147" v="377"/>
          <ac:spMkLst>
            <pc:docMk/>
            <pc:sldMk cId="2971124671" sldId="326"/>
            <ac:spMk id="91" creationId="{00000000-0000-0000-0000-000000000000}"/>
          </ac:spMkLst>
        </pc:spChg>
      </pc:sldChg>
      <pc:sldChg chg="modSp add">
        <pc:chgData name="Thiago Arantes" userId="88aeb8729d4c2748" providerId="LiveId" clId="{69886AA2-C168-4DDE-B6F5-7F70CFB3E3F6}" dt="2018-06-14T12:34:01.299" v="380"/>
        <pc:sldMkLst>
          <pc:docMk/>
          <pc:sldMk cId="2236487858" sldId="327"/>
        </pc:sldMkLst>
        <pc:spChg chg="mod">
          <ac:chgData name="Thiago Arantes" userId="88aeb8729d4c2748" providerId="LiveId" clId="{69886AA2-C168-4DDE-B6F5-7F70CFB3E3F6}" dt="2018-06-14T12:34:01.299" v="380"/>
          <ac:spMkLst>
            <pc:docMk/>
            <pc:sldMk cId="2236487858" sldId="327"/>
            <ac:spMk id="91" creationId="{00000000-0000-0000-0000-000000000000}"/>
          </ac:spMkLst>
        </pc:spChg>
      </pc:sldChg>
      <pc:sldChg chg="modSp add">
        <pc:chgData name="Thiago Arantes" userId="88aeb8729d4c2748" providerId="LiveId" clId="{69886AA2-C168-4DDE-B6F5-7F70CFB3E3F6}" dt="2018-06-14T12:35:13.601" v="383"/>
        <pc:sldMkLst>
          <pc:docMk/>
          <pc:sldMk cId="2158826442" sldId="328"/>
        </pc:sldMkLst>
        <pc:spChg chg="mod">
          <ac:chgData name="Thiago Arantes" userId="88aeb8729d4c2748" providerId="LiveId" clId="{69886AA2-C168-4DDE-B6F5-7F70CFB3E3F6}" dt="2018-06-14T12:35:13.601" v="383"/>
          <ac:spMkLst>
            <pc:docMk/>
            <pc:sldMk cId="2158826442" sldId="328"/>
            <ac:spMk id="91" creationId="{00000000-0000-0000-0000-000000000000}"/>
          </ac:spMkLst>
        </pc:spChg>
      </pc:sldChg>
      <pc:sldChg chg="modSp add">
        <pc:chgData name="Thiago Arantes" userId="88aeb8729d4c2748" providerId="LiveId" clId="{69886AA2-C168-4DDE-B6F5-7F70CFB3E3F6}" dt="2018-06-14T12:35:52.084" v="388"/>
        <pc:sldMkLst>
          <pc:docMk/>
          <pc:sldMk cId="1500349887" sldId="329"/>
        </pc:sldMkLst>
        <pc:spChg chg="mod">
          <ac:chgData name="Thiago Arantes" userId="88aeb8729d4c2748" providerId="LiveId" clId="{69886AA2-C168-4DDE-B6F5-7F70CFB3E3F6}" dt="2018-06-14T12:35:52.084" v="388"/>
          <ac:spMkLst>
            <pc:docMk/>
            <pc:sldMk cId="1500349887" sldId="329"/>
            <ac:spMk id="91" creationId="{00000000-0000-0000-0000-000000000000}"/>
          </ac:spMkLst>
        </pc:spChg>
      </pc:sldChg>
      <pc:sldChg chg="modSp add">
        <pc:chgData name="Thiago Arantes" userId="88aeb8729d4c2748" providerId="LiveId" clId="{69886AA2-C168-4DDE-B6F5-7F70CFB3E3F6}" dt="2018-06-14T12:36:32.180" v="392" actId="20577"/>
        <pc:sldMkLst>
          <pc:docMk/>
          <pc:sldMk cId="2230689751" sldId="330"/>
        </pc:sldMkLst>
        <pc:spChg chg="mod">
          <ac:chgData name="Thiago Arantes" userId="88aeb8729d4c2748" providerId="LiveId" clId="{69886AA2-C168-4DDE-B6F5-7F70CFB3E3F6}" dt="2018-06-14T12:36:32.180" v="392" actId="20577"/>
          <ac:spMkLst>
            <pc:docMk/>
            <pc:sldMk cId="2230689751" sldId="330"/>
            <ac:spMk id="91" creationId="{00000000-0000-0000-0000-000000000000}"/>
          </ac:spMkLst>
        </pc:spChg>
      </pc:sldChg>
      <pc:sldChg chg="modSp add">
        <pc:chgData name="Thiago Arantes" userId="88aeb8729d4c2748" providerId="LiveId" clId="{69886AA2-C168-4DDE-B6F5-7F70CFB3E3F6}" dt="2018-06-14T12:37:11.149" v="395"/>
        <pc:sldMkLst>
          <pc:docMk/>
          <pc:sldMk cId="2142312625" sldId="331"/>
        </pc:sldMkLst>
        <pc:spChg chg="mod">
          <ac:chgData name="Thiago Arantes" userId="88aeb8729d4c2748" providerId="LiveId" clId="{69886AA2-C168-4DDE-B6F5-7F70CFB3E3F6}" dt="2018-06-14T12:37:11.149" v="395"/>
          <ac:spMkLst>
            <pc:docMk/>
            <pc:sldMk cId="2142312625" sldId="331"/>
            <ac:spMk id="91" creationId="{00000000-0000-0000-0000-000000000000}"/>
          </ac:spMkLst>
        </pc:spChg>
      </pc:sldChg>
      <pc:sldChg chg="modSp add">
        <pc:chgData name="Thiago Arantes" userId="88aeb8729d4c2748" providerId="LiveId" clId="{69886AA2-C168-4DDE-B6F5-7F70CFB3E3F6}" dt="2018-06-14T12:37:22.875" v="397"/>
        <pc:sldMkLst>
          <pc:docMk/>
          <pc:sldMk cId="1946842318" sldId="332"/>
        </pc:sldMkLst>
        <pc:spChg chg="mod">
          <ac:chgData name="Thiago Arantes" userId="88aeb8729d4c2748" providerId="LiveId" clId="{69886AA2-C168-4DDE-B6F5-7F70CFB3E3F6}" dt="2018-06-14T12:37:22.875" v="397"/>
          <ac:spMkLst>
            <pc:docMk/>
            <pc:sldMk cId="1946842318" sldId="332"/>
            <ac:spMk id="91" creationId="{00000000-0000-0000-0000-000000000000}"/>
          </ac:spMkLst>
        </pc:spChg>
      </pc:sldChg>
      <pc:sldChg chg="modSp add">
        <pc:chgData name="Thiago Arantes" userId="88aeb8729d4c2748" providerId="LiveId" clId="{69886AA2-C168-4DDE-B6F5-7F70CFB3E3F6}" dt="2018-06-14T12:38:19.744" v="404" actId="20577"/>
        <pc:sldMkLst>
          <pc:docMk/>
          <pc:sldMk cId="3590462453" sldId="333"/>
        </pc:sldMkLst>
        <pc:spChg chg="mod">
          <ac:chgData name="Thiago Arantes" userId="88aeb8729d4c2748" providerId="LiveId" clId="{69886AA2-C168-4DDE-B6F5-7F70CFB3E3F6}" dt="2018-06-14T12:38:19.744" v="404" actId="20577"/>
          <ac:spMkLst>
            <pc:docMk/>
            <pc:sldMk cId="3590462453" sldId="333"/>
            <ac:spMk id="91" creationId="{00000000-0000-0000-0000-000000000000}"/>
          </ac:spMkLst>
        </pc:spChg>
      </pc:sldChg>
      <pc:sldChg chg="modSp add">
        <pc:chgData name="Thiago Arantes" userId="88aeb8729d4c2748" providerId="LiveId" clId="{69886AA2-C168-4DDE-B6F5-7F70CFB3E3F6}" dt="2018-06-14T12:38:16.860" v="403"/>
        <pc:sldMkLst>
          <pc:docMk/>
          <pc:sldMk cId="1413940855" sldId="334"/>
        </pc:sldMkLst>
        <pc:spChg chg="mod">
          <ac:chgData name="Thiago Arantes" userId="88aeb8729d4c2748" providerId="LiveId" clId="{69886AA2-C168-4DDE-B6F5-7F70CFB3E3F6}" dt="2018-06-14T12:38:16.860" v="403"/>
          <ac:spMkLst>
            <pc:docMk/>
            <pc:sldMk cId="1413940855" sldId="334"/>
            <ac:spMk id="91" creationId="{00000000-0000-0000-0000-000000000000}"/>
          </ac:spMkLst>
        </pc:spChg>
      </pc:sldChg>
      <pc:sldChg chg="modSp add">
        <pc:chgData name="Thiago Arantes" userId="88aeb8729d4c2748" providerId="LiveId" clId="{69886AA2-C168-4DDE-B6F5-7F70CFB3E3F6}" dt="2018-06-14T12:39:03.073" v="408" actId="20577"/>
        <pc:sldMkLst>
          <pc:docMk/>
          <pc:sldMk cId="2308046253" sldId="335"/>
        </pc:sldMkLst>
        <pc:spChg chg="mod">
          <ac:chgData name="Thiago Arantes" userId="88aeb8729d4c2748" providerId="LiveId" clId="{69886AA2-C168-4DDE-B6F5-7F70CFB3E3F6}" dt="2018-06-14T12:39:03.073" v="408" actId="20577"/>
          <ac:spMkLst>
            <pc:docMk/>
            <pc:sldMk cId="2308046253" sldId="335"/>
            <ac:spMk id="91" creationId="{00000000-0000-0000-0000-000000000000}"/>
          </ac:spMkLst>
        </pc:spChg>
      </pc:sldChg>
      <pc:sldChg chg="modSp add">
        <pc:chgData name="Thiago Arantes" userId="88aeb8729d4c2748" providerId="LiveId" clId="{69886AA2-C168-4DDE-B6F5-7F70CFB3E3F6}" dt="2018-06-14T12:39:42.183" v="411"/>
        <pc:sldMkLst>
          <pc:docMk/>
          <pc:sldMk cId="3719178139" sldId="336"/>
        </pc:sldMkLst>
        <pc:spChg chg="mod">
          <ac:chgData name="Thiago Arantes" userId="88aeb8729d4c2748" providerId="LiveId" clId="{69886AA2-C168-4DDE-B6F5-7F70CFB3E3F6}" dt="2018-06-14T12:39:42.183" v="411"/>
          <ac:spMkLst>
            <pc:docMk/>
            <pc:sldMk cId="3719178139" sldId="336"/>
            <ac:spMk id="91" creationId="{00000000-0000-0000-0000-000000000000}"/>
          </ac:spMkLst>
        </pc:spChg>
      </pc:sldChg>
      <pc:sldChg chg="modSp add">
        <pc:chgData name="Thiago Arantes" userId="88aeb8729d4c2748" providerId="LiveId" clId="{69886AA2-C168-4DDE-B6F5-7F70CFB3E3F6}" dt="2018-06-14T12:40:43.046" v="415" actId="20577"/>
        <pc:sldMkLst>
          <pc:docMk/>
          <pc:sldMk cId="315414127" sldId="337"/>
        </pc:sldMkLst>
        <pc:spChg chg="mod">
          <ac:chgData name="Thiago Arantes" userId="88aeb8729d4c2748" providerId="LiveId" clId="{69886AA2-C168-4DDE-B6F5-7F70CFB3E3F6}" dt="2018-06-14T12:40:43.046" v="415" actId="20577"/>
          <ac:spMkLst>
            <pc:docMk/>
            <pc:sldMk cId="315414127" sldId="337"/>
            <ac:spMk id="91" creationId="{00000000-0000-0000-0000-000000000000}"/>
          </ac:spMkLst>
        </pc:spChg>
      </pc:sldChg>
      <pc:sldChg chg="modSp add">
        <pc:chgData name="Thiago Arantes" userId="88aeb8729d4c2748" providerId="LiveId" clId="{69886AA2-C168-4DDE-B6F5-7F70CFB3E3F6}" dt="2018-06-14T12:42:30.961" v="423" actId="20577"/>
        <pc:sldMkLst>
          <pc:docMk/>
          <pc:sldMk cId="2978606803" sldId="338"/>
        </pc:sldMkLst>
        <pc:spChg chg="mod">
          <ac:chgData name="Thiago Arantes" userId="88aeb8729d4c2748" providerId="LiveId" clId="{69886AA2-C168-4DDE-B6F5-7F70CFB3E3F6}" dt="2018-06-14T12:42:30.961" v="423" actId="20577"/>
          <ac:spMkLst>
            <pc:docMk/>
            <pc:sldMk cId="2978606803" sldId="338"/>
            <ac:spMk id="91" creationId="{00000000-0000-0000-0000-000000000000}"/>
          </ac:spMkLst>
        </pc:spChg>
      </pc:sldChg>
      <pc:sldChg chg="modSp add">
        <pc:chgData name="Thiago Arantes" userId="88aeb8729d4c2748" providerId="LiveId" clId="{69886AA2-C168-4DDE-B6F5-7F70CFB3E3F6}" dt="2018-06-14T12:42:27.073" v="422" actId="20577"/>
        <pc:sldMkLst>
          <pc:docMk/>
          <pc:sldMk cId="3039335909" sldId="339"/>
        </pc:sldMkLst>
        <pc:spChg chg="mod">
          <ac:chgData name="Thiago Arantes" userId="88aeb8729d4c2748" providerId="LiveId" clId="{69886AA2-C168-4DDE-B6F5-7F70CFB3E3F6}" dt="2018-06-14T12:42:27.073" v="422" actId="20577"/>
          <ac:spMkLst>
            <pc:docMk/>
            <pc:sldMk cId="3039335909" sldId="339"/>
            <ac:spMk id="91" creationId="{00000000-0000-0000-0000-000000000000}"/>
          </ac:spMkLst>
        </pc:spChg>
      </pc:sldChg>
      <pc:sldChg chg="modSp add">
        <pc:chgData name="Thiago Arantes" userId="88aeb8729d4c2748" providerId="LiveId" clId="{69886AA2-C168-4DDE-B6F5-7F70CFB3E3F6}" dt="2018-06-14T12:43:29.055" v="431" actId="6549"/>
        <pc:sldMkLst>
          <pc:docMk/>
          <pc:sldMk cId="3637454561" sldId="340"/>
        </pc:sldMkLst>
        <pc:spChg chg="mod">
          <ac:chgData name="Thiago Arantes" userId="88aeb8729d4c2748" providerId="LiveId" clId="{69886AA2-C168-4DDE-B6F5-7F70CFB3E3F6}" dt="2018-06-14T12:43:29.055" v="431" actId="6549"/>
          <ac:spMkLst>
            <pc:docMk/>
            <pc:sldMk cId="3637454561" sldId="340"/>
            <ac:spMk id="91" creationId="{00000000-0000-0000-0000-000000000000}"/>
          </ac:spMkLst>
        </pc:spChg>
      </pc:sldChg>
      <pc:sldChg chg="modSp add">
        <pc:chgData name="Thiago Arantes" userId="88aeb8729d4c2748" providerId="LiveId" clId="{69886AA2-C168-4DDE-B6F5-7F70CFB3E3F6}" dt="2018-06-14T12:44:51.193" v="440"/>
        <pc:sldMkLst>
          <pc:docMk/>
          <pc:sldMk cId="2855129378" sldId="341"/>
        </pc:sldMkLst>
        <pc:spChg chg="mod">
          <ac:chgData name="Thiago Arantes" userId="88aeb8729d4c2748" providerId="LiveId" clId="{69886AA2-C168-4DDE-B6F5-7F70CFB3E3F6}" dt="2018-06-14T12:44:51.193" v="440"/>
          <ac:spMkLst>
            <pc:docMk/>
            <pc:sldMk cId="2855129378" sldId="341"/>
            <ac:spMk id="91" creationId="{00000000-0000-0000-0000-000000000000}"/>
          </ac:spMkLst>
        </pc:spChg>
      </pc:sldChg>
      <pc:sldChg chg="add ord">
        <pc:chgData name="Thiago Arantes" userId="88aeb8729d4c2748" providerId="LiveId" clId="{69886AA2-C168-4DDE-B6F5-7F70CFB3E3F6}" dt="2018-06-14T12:44:56.006" v="441"/>
        <pc:sldMkLst>
          <pc:docMk/>
          <pc:sldMk cId="1696878169" sldId="342"/>
        </pc:sldMkLst>
      </pc:sldChg>
      <pc:sldChg chg="modSp add">
        <pc:chgData name="Thiago Arantes" userId="88aeb8729d4c2748" providerId="LiveId" clId="{69886AA2-C168-4DDE-B6F5-7F70CFB3E3F6}" dt="2018-06-14T12:46:32.953" v="444"/>
        <pc:sldMkLst>
          <pc:docMk/>
          <pc:sldMk cId="985859135" sldId="343"/>
        </pc:sldMkLst>
        <pc:spChg chg="mod">
          <ac:chgData name="Thiago Arantes" userId="88aeb8729d4c2748" providerId="LiveId" clId="{69886AA2-C168-4DDE-B6F5-7F70CFB3E3F6}" dt="2018-06-14T12:46:32.953" v="444"/>
          <ac:spMkLst>
            <pc:docMk/>
            <pc:sldMk cId="985859135" sldId="343"/>
            <ac:spMk id="91" creationId="{00000000-0000-0000-0000-000000000000}"/>
          </ac:spMkLst>
        </pc:spChg>
      </pc:sldChg>
      <pc:sldChg chg="modSp add">
        <pc:chgData name="Thiago Arantes" userId="88aeb8729d4c2748" providerId="LiveId" clId="{69886AA2-C168-4DDE-B6F5-7F70CFB3E3F6}" dt="2018-06-14T12:51:28.734" v="451" actId="255"/>
        <pc:sldMkLst>
          <pc:docMk/>
          <pc:sldMk cId="1179757381" sldId="344"/>
        </pc:sldMkLst>
        <pc:spChg chg="mod">
          <ac:chgData name="Thiago Arantes" userId="88aeb8729d4c2748" providerId="LiveId" clId="{69886AA2-C168-4DDE-B6F5-7F70CFB3E3F6}" dt="2018-06-14T12:51:28.734" v="451" actId="255"/>
          <ac:spMkLst>
            <pc:docMk/>
            <pc:sldMk cId="1179757381" sldId="344"/>
            <ac:spMk id="91" creationId="{00000000-0000-0000-0000-000000000000}"/>
          </ac:spMkLst>
        </pc:spChg>
      </pc:sldChg>
      <pc:sldChg chg="modSp add">
        <pc:chgData name="Thiago Arantes" userId="88aeb8729d4c2748" providerId="LiveId" clId="{69886AA2-C168-4DDE-B6F5-7F70CFB3E3F6}" dt="2018-06-14T12:52:00.124" v="454"/>
        <pc:sldMkLst>
          <pc:docMk/>
          <pc:sldMk cId="1146490594" sldId="345"/>
        </pc:sldMkLst>
        <pc:spChg chg="mod">
          <ac:chgData name="Thiago Arantes" userId="88aeb8729d4c2748" providerId="LiveId" clId="{69886AA2-C168-4DDE-B6F5-7F70CFB3E3F6}" dt="2018-06-14T12:52:00.124" v="454"/>
          <ac:spMkLst>
            <pc:docMk/>
            <pc:sldMk cId="1146490594" sldId="345"/>
            <ac:spMk id="91" creationId="{00000000-0000-0000-0000-000000000000}"/>
          </ac:spMkLst>
        </pc:spChg>
      </pc:sldChg>
      <pc:sldChg chg="modSp add">
        <pc:chgData name="Thiago Arantes" userId="88aeb8729d4c2748" providerId="LiveId" clId="{69886AA2-C168-4DDE-B6F5-7F70CFB3E3F6}" dt="2018-06-14T12:52:39.004" v="457"/>
        <pc:sldMkLst>
          <pc:docMk/>
          <pc:sldMk cId="1322933408" sldId="346"/>
        </pc:sldMkLst>
        <pc:spChg chg="mod">
          <ac:chgData name="Thiago Arantes" userId="88aeb8729d4c2748" providerId="LiveId" clId="{69886AA2-C168-4DDE-B6F5-7F70CFB3E3F6}" dt="2018-06-14T12:52:39.004" v="457"/>
          <ac:spMkLst>
            <pc:docMk/>
            <pc:sldMk cId="1322933408" sldId="346"/>
            <ac:spMk id="91" creationId="{00000000-0000-0000-0000-000000000000}"/>
          </ac:spMkLst>
        </pc:spChg>
      </pc:sldChg>
      <pc:sldChg chg="modSp add">
        <pc:chgData name="Thiago Arantes" userId="88aeb8729d4c2748" providerId="LiveId" clId="{69886AA2-C168-4DDE-B6F5-7F70CFB3E3F6}" dt="2018-06-14T12:53:05.582" v="459"/>
        <pc:sldMkLst>
          <pc:docMk/>
          <pc:sldMk cId="2428441971" sldId="347"/>
        </pc:sldMkLst>
        <pc:spChg chg="mod">
          <ac:chgData name="Thiago Arantes" userId="88aeb8729d4c2748" providerId="LiveId" clId="{69886AA2-C168-4DDE-B6F5-7F70CFB3E3F6}" dt="2018-06-14T12:53:05.582" v="459"/>
          <ac:spMkLst>
            <pc:docMk/>
            <pc:sldMk cId="2428441971" sldId="347"/>
            <ac:spMk id="91" creationId="{00000000-0000-0000-0000-000000000000}"/>
          </ac:spMkLst>
        </pc:spChg>
      </pc:sldChg>
      <pc:sldChg chg="addSp modSp add ord">
        <pc:chgData name="Thiago Arantes" userId="88aeb8729d4c2748" providerId="LiveId" clId="{69886AA2-C168-4DDE-B6F5-7F70CFB3E3F6}" dt="2018-06-14T12:53:59.050" v="472"/>
        <pc:sldMkLst>
          <pc:docMk/>
          <pc:sldMk cId="3973531966" sldId="348"/>
        </pc:sldMkLst>
        <pc:spChg chg="mod">
          <ac:chgData name="Thiago Arantes" userId="88aeb8729d4c2748" providerId="LiveId" clId="{69886AA2-C168-4DDE-B6F5-7F70CFB3E3F6}" dt="2018-06-14T12:53:20.694" v="468" actId="20577"/>
          <ac:spMkLst>
            <pc:docMk/>
            <pc:sldMk cId="3973531966" sldId="348"/>
            <ac:spMk id="91" creationId="{00000000-0000-0000-0000-000000000000}"/>
          </ac:spMkLst>
        </pc:spChg>
        <pc:graphicFrameChg chg="add mod">
          <ac:chgData name="Thiago Arantes" userId="88aeb8729d4c2748" providerId="LiveId" clId="{69886AA2-C168-4DDE-B6F5-7F70CFB3E3F6}" dt="2018-06-14T12:53:25.737" v="470" actId="1076"/>
          <ac:graphicFrameMkLst>
            <pc:docMk/>
            <pc:sldMk cId="3973531966" sldId="348"/>
            <ac:graphicFrameMk id="4" creationId="{4F208588-2A40-4BCE-9733-125329792502}"/>
          </ac:graphicFrameMkLst>
        </pc:graphicFrameChg>
      </pc:sldChg>
      <pc:sldChg chg="modSp add">
        <pc:chgData name="Thiago Arantes" userId="88aeb8729d4c2748" providerId="LiveId" clId="{69886AA2-C168-4DDE-B6F5-7F70CFB3E3F6}" dt="2018-06-14T12:54:30.050" v="478" actId="20577"/>
        <pc:sldMkLst>
          <pc:docMk/>
          <pc:sldMk cId="2898039402" sldId="349"/>
        </pc:sldMkLst>
        <pc:spChg chg="mod">
          <ac:chgData name="Thiago Arantes" userId="88aeb8729d4c2748" providerId="LiveId" clId="{69886AA2-C168-4DDE-B6F5-7F70CFB3E3F6}" dt="2018-06-14T12:54:30.050" v="478" actId="20577"/>
          <ac:spMkLst>
            <pc:docMk/>
            <pc:sldMk cId="2898039402" sldId="349"/>
            <ac:spMk id="91" creationId="{00000000-0000-0000-0000-000000000000}"/>
          </ac:spMkLst>
        </pc:spChg>
      </pc:sldChg>
      <pc:sldChg chg="modSp add">
        <pc:chgData name="Thiago Arantes" userId="88aeb8729d4c2748" providerId="LiveId" clId="{69886AA2-C168-4DDE-B6F5-7F70CFB3E3F6}" dt="2018-06-14T12:56:09.942" v="481"/>
        <pc:sldMkLst>
          <pc:docMk/>
          <pc:sldMk cId="364102538" sldId="350"/>
        </pc:sldMkLst>
        <pc:spChg chg="mod">
          <ac:chgData name="Thiago Arantes" userId="88aeb8729d4c2748" providerId="LiveId" clId="{69886AA2-C168-4DDE-B6F5-7F70CFB3E3F6}" dt="2018-06-14T12:56:09.942" v="481"/>
          <ac:spMkLst>
            <pc:docMk/>
            <pc:sldMk cId="364102538" sldId="350"/>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buChar char="●"/>
              <a:defRPr sz="1100"/>
            </a:lvl1pPr>
            <a:lvl2pPr lvl="1">
              <a:spcBef>
                <a:spcPts val="0"/>
              </a:spcBef>
              <a:buChar char="○"/>
              <a:defRPr sz="1100"/>
            </a:lvl2pPr>
            <a:lvl3pPr lvl="2">
              <a:spcBef>
                <a:spcPts val="0"/>
              </a:spcBef>
              <a:buChar char="■"/>
              <a:defRPr sz="1100"/>
            </a:lvl3pPr>
            <a:lvl4pPr lvl="3">
              <a:spcBef>
                <a:spcPts val="0"/>
              </a:spcBef>
              <a:buChar char="●"/>
              <a:defRPr sz="1100"/>
            </a:lvl4pPr>
            <a:lvl5pPr lvl="4">
              <a:spcBef>
                <a:spcPts val="0"/>
              </a:spcBef>
              <a:buChar char="○"/>
              <a:defRPr sz="1100"/>
            </a:lvl5pPr>
            <a:lvl6pPr lvl="5">
              <a:spcBef>
                <a:spcPts val="0"/>
              </a:spcBef>
              <a:buChar char="■"/>
              <a:defRPr sz="1100"/>
            </a:lvl6pPr>
            <a:lvl7pPr lvl="6">
              <a:spcBef>
                <a:spcPts val="0"/>
              </a:spcBef>
              <a:buChar char="●"/>
              <a:defRPr sz="1100"/>
            </a:lvl7pPr>
            <a:lvl8pPr lvl="7">
              <a:spcBef>
                <a:spcPts val="0"/>
              </a:spcBef>
              <a:buChar char="○"/>
              <a:defRPr sz="1100"/>
            </a:lvl8pPr>
            <a:lvl9pPr lvl="8">
              <a:spcBef>
                <a:spcPts val="0"/>
              </a:spcBef>
              <a:buChar char="■"/>
              <a:defRPr sz="1100"/>
            </a:lvl9pPr>
          </a:lstStyle>
          <a:p>
            <a:endParaRPr/>
          </a:p>
        </p:txBody>
      </p:sp>
    </p:spTree>
    <p:extLst>
      <p:ext uri="{BB962C8B-B14F-4D97-AF65-F5344CB8AC3E}">
        <p14:creationId xmlns:p14="http://schemas.microsoft.com/office/powerpoint/2010/main" val="380304711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2" name="Shape 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2470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198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802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7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9959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7054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9012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78947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3070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0399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4892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9100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1180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9327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7330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1189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9243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0256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4862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37774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7540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39201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60735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05427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4968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3339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2062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77092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88487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7560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27388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246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58184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457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3937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7571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90056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01703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27077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97478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87934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96804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59112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38882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45036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798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12544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49848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53238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412777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95868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13431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53972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18778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4833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0422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18295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391992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04835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164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98587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86501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92907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36421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65267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10991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99782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40852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400894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317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01001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813281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617105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98211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461114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327270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279934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73044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651243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74716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9544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81554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77248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81557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20408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342823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370154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791277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652867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922941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936903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195414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117472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561724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904395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927046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622992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30441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45505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022561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777225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265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18353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008157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2468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568466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977631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808941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859621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163518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912082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231340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133239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78565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777661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882322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233175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453909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80784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053130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597432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20994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53925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654183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586300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533847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845294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317014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217403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609274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092249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60110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561817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532977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0326767"/>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9217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Slide de título">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1524000" y="1122362"/>
            <a:ext cx="9144000" cy="2387600"/>
          </a:xfrm>
          <a:prstGeom prst="rect">
            <a:avLst/>
          </a:prstGeom>
          <a:noFill/>
          <a:ln>
            <a:noFill/>
          </a:ln>
        </p:spPr>
        <p:txBody>
          <a:bodyPr lIns="91425" tIns="91425" rIns="91425" bIns="91425" anchor="b" anchorCtr="0"/>
          <a:lstStyle>
            <a:lvl1pPr marL="0" marR="0" lvl="0" indent="0" algn="ctr" rtl="0">
              <a:lnSpc>
                <a:spcPct val="90000"/>
              </a:lnSpc>
              <a:spcBef>
                <a:spcPts val="0"/>
              </a:spcBef>
              <a:buClr>
                <a:schemeClr val="dk1"/>
              </a:buClr>
              <a:buFont typeface="Calibri"/>
              <a:buNone/>
              <a:defRPr sz="6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3" name="Shape 13"/>
          <p:cNvSpPr txBox="1">
            <a:spLocks noGrp="1"/>
          </p:cNvSpPr>
          <p:nvPr>
            <p:ph type="subTitle" idx="1"/>
          </p:nvPr>
        </p:nvSpPr>
        <p:spPr>
          <a:xfrm>
            <a:off x="1524000" y="3602037"/>
            <a:ext cx="9144000" cy="1655761"/>
          </a:xfrm>
          <a:prstGeom prst="rect">
            <a:avLst/>
          </a:prstGeom>
          <a:noFill/>
          <a:ln>
            <a:noFill/>
          </a:ln>
        </p:spPr>
        <p:txBody>
          <a:bodyPr lIns="91425" tIns="91425" rIns="91425" bIns="91425" anchor="t" anchorCtr="0"/>
          <a:lstStyle>
            <a:lvl1pPr marL="0" marR="0" lvl="0" indent="0" algn="ctr" rtl="0">
              <a:lnSpc>
                <a:spcPct val="90000"/>
              </a:lnSpc>
              <a:spcBef>
                <a:spcPts val="1000"/>
              </a:spcBef>
              <a:buClr>
                <a:schemeClr val="dk1"/>
              </a:buClr>
              <a:buFont typeface="Arial"/>
              <a:buNone/>
              <a:defRPr sz="2400" b="0" i="0" u="none" strike="noStrike" cap="none">
                <a:solidFill>
                  <a:schemeClr val="dk1"/>
                </a:solidFill>
                <a:latin typeface="Calibri"/>
                <a:ea typeface="Calibri"/>
                <a:cs typeface="Calibri"/>
                <a:sym typeface="Calibri"/>
              </a:defRPr>
            </a:lvl1pPr>
            <a:lvl2pPr marL="457200" marR="0" lvl="1" indent="0" algn="ctr"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2pPr>
            <a:lvl3pPr marL="914400" marR="0" lvl="2" indent="0" algn="ctr" rtl="0">
              <a:lnSpc>
                <a:spcPct val="90000"/>
              </a:lnSpc>
              <a:spcBef>
                <a:spcPts val="500"/>
              </a:spcBef>
              <a:buClr>
                <a:schemeClr val="dk1"/>
              </a:buClr>
              <a:buFont typeface="Arial"/>
              <a:buNone/>
              <a:defRPr sz="1800" b="0" i="0" u="none" strike="noStrike" cap="none">
                <a:solidFill>
                  <a:schemeClr val="dk1"/>
                </a:solidFill>
                <a:latin typeface="Calibri"/>
                <a:ea typeface="Calibri"/>
                <a:cs typeface="Calibri"/>
                <a:sym typeface="Calibri"/>
              </a:defRPr>
            </a:lvl3pPr>
            <a:lvl4pPr marL="1371600" marR="0" lvl="3"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4pPr>
            <a:lvl5pPr marL="1828800" marR="0" lvl="4"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5pPr>
            <a:lvl6pPr marL="2286000" marR="0" lvl="5"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4" name="Shape 14"/>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5" name="Shape 15"/>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b="0" i="0" u="none" strike="noStrike" cap="none">
                <a:solidFill>
                  <a:srgbClr val="888888"/>
                </a:solidFill>
                <a:latin typeface="Calibri"/>
                <a:ea typeface="Calibri"/>
                <a:cs typeface="Calibri"/>
                <a:sym typeface="Calibri"/>
              </a:rPr>
              <a:t>‹nº›</a:t>
            </a:fld>
            <a:endParaRPr lang="pt-BR" sz="1200" b="0" i="0" u="none" strike="noStrike" cap="none">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831850" y="1709738"/>
            <a:ext cx="10515599" cy="2852737"/>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6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5" name="Shape 25"/>
          <p:cNvSpPr txBox="1">
            <a:spLocks noGrp="1"/>
          </p:cNvSpPr>
          <p:nvPr>
            <p:ph type="body" idx="1"/>
          </p:nvPr>
        </p:nvSpPr>
        <p:spPr>
          <a:xfrm>
            <a:off x="831850" y="4589462"/>
            <a:ext cx="10515599" cy="1500187"/>
          </a:xfrm>
          <a:prstGeom prst="rect">
            <a:avLst/>
          </a:prstGeom>
          <a:noFill/>
          <a:ln>
            <a:noFill/>
          </a:ln>
        </p:spPr>
        <p:txBody>
          <a:bodyPr lIns="91425" tIns="91425" rIns="91425" bIns="91425" anchor="t" anchorCtr="0"/>
          <a:lstStyle>
            <a:lvl1pPr marL="0" marR="0" lvl="0" indent="0" algn="l" rtl="0">
              <a:lnSpc>
                <a:spcPct val="90000"/>
              </a:lnSpc>
              <a:spcBef>
                <a:spcPts val="1000"/>
              </a:spcBef>
              <a:buClr>
                <a:srgbClr val="888888"/>
              </a:buClr>
              <a:buFont typeface="Arial"/>
              <a:buChar char="●"/>
              <a:defRPr sz="2400" b="0" i="0" u="none" strike="noStrike" cap="none">
                <a:solidFill>
                  <a:srgbClr val="888888"/>
                </a:solidFill>
                <a:latin typeface="Calibri"/>
                <a:ea typeface="Calibri"/>
                <a:cs typeface="Calibri"/>
                <a:sym typeface="Calibri"/>
              </a:defRPr>
            </a:lvl1pPr>
            <a:lvl2pPr marL="457200" marR="0" lvl="1" indent="0" algn="l" rtl="0">
              <a:lnSpc>
                <a:spcPct val="90000"/>
              </a:lnSpc>
              <a:spcBef>
                <a:spcPts val="500"/>
              </a:spcBef>
              <a:buClr>
                <a:srgbClr val="888888"/>
              </a:buClr>
              <a:buFont typeface="Arial"/>
              <a:buChar char="○"/>
              <a:defRPr sz="2000" b="0" i="0" u="none" strike="noStrike" cap="none">
                <a:solidFill>
                  <a:srgbClr val="888888"/>
                </a:solidFill>
                <a:latin typeface="Calibri"/>
                <a:ea typeface="Calibri"/>
                <a:cs typeface="Calibri"/>
                <a:sym typeface="Calibri"/>
              </a:defRPr>
            </a:lvl2pPr>
            <a:lvl3pPr marL="914400" marR="0" lvl="2" indent="0" algn="l" rtl="0">
              <a:lnSpc>
                <a:spcPct val="90000"/>
              </a:lnSpc>
              <a:spcBef>
                <a:spcPts val="500"/>
              </a:spcBef>
              <a:buClr>
                <a:srgbClr val="888888"/>
              </a:buClr>
              <a:buFont typeface="Arial"/>
              <a:buChar char="■"/>
              <a:defRPr sz="1800" b="0" i="0" u="none" strike="noStrike" cap="none">
                <a:solidFill>
                  <a:srgbClr val="888888"/>
                </a:solidFill>
                <a:latin typeface="Calibri"/>
                <a:ea typeface="Calibri"/>
                <a:cs typeface="Calibri"/>
                <a:sym typeface="Calibri"/>
              </a:defRPr>
            </a:lvl3pPr>
            <a:lvl4pPr marL="1371600" marR="0" lvl="3" indent="0" algn="l" rtl="0">
              <a:lnSpc>
                <a:spcPct val="90000"/>
              </a:lnSpc>
              <a:spcBef>
                <a:spcPts val="500"/>
              </a:spcBef>
              <a:buClr>
                <a:srgbClr val="888888"/>
              </a:buClr>
              <a:buFont typeface="Arial"/>
              <a:buChar char="●"/>
              <a:defRPr sz="1600" b="0" i="0" u="none" strike="noStrike" cap="none">
                <a:solidFill>
                  <a:srgbClr val="888888"/>
                </a:solidFill>
                <a:latin typeface="Calibri"/>
                <a:ea typeface="Calibri"/>
                <a:cs typeface="Calibri"/>
                <a:sym typeface="Calibri"/>
              </a:defRPr>
            </a:lvl4pPr>
            <a:lvl5pPr marL="1828800" marR="0" lvl="4" indent="0" algn="l" rtl="0">
              <a:lnSpc>
                <a:spcPct val="90000"/>
              </a:lnSpc>
              <a:spcBef>
                <a:spcPts val="500"/>
              </a:spcBef>
              <a:buClr>
                <a:srgbClr val="888888"/>
              </a:buClr>
              <a:buFont typeface="Arial"/>
              <a:buChar char="○"/>
              <a:defRPr sz="1600" b="0" i="0" u="none" strike="noStrike" cap="none">
                <a:solidFill>
                  <a:srgbClr val="888888"/>
                </a:solidFill>
                <a:latin typeface="Calibri"/>
                <a:ea typeface="Calibri"/>
                <a:cs typeface="Calibri"/>
                <a:sym typeface="Calibri"/>
              </a:defRPr>
            </a:lvl5pPr>
            <a:lvl6pPr marL="2286000" marR="0" lvl="5" indent="0" algn="l" rtl="0">
              <a:lnSpc>
                <a:spcPct val="90000"/>
              </a:lnSpc>
              <a:spcBef>
                <a:spcPts val="500"/>
              </a:spcBef>
              <a:buClr>
                <a:srgbClr val="888888"/>
              </a:buClr>
              <a:buFont typeface="Arial"/>
              <a:buChar char="■"/>
              <a:defRPr sz="1600" b="0" i="0" u="none" strike="noStrike" cap="none">
                <a:solidFill>
                  <a:srgbClr val="888888"/>
                </a:solidFill>
                <a:latin typeface="Calibri"/>
                <a:ea typeface="Calibri"/>
                <a:cs typeface="Calibri"/>
                <a:sym typeface="Calibri"/>
              </a:defRPr>
            </a:lvl6pPr>
            <a:lvl7pPr marL="2743200" marR="0" lvl="6" indent="0" algn="l" rtl="0">
              <a:lnSpc>
                <a:spcPct val="90000"/>
              </a:lnSpc>
              <a:spcBef>
                <a:spcPts val="500"/>
              </a:spcBef>
              <a:buClr>
                <a:srgbClr val="888888"/>
              </a:buClr>
              <a:buFont typeface="Arial"/>
              <a:buChar char="●"/>
              <a:defRPr sz="1600" b="0" i="0" u="none" strike="noStrike" cap="none">
                <a:solidFill>
                  <a:srgbClr val="888888"/>
                </a:solidFill>
                <a:latin typeface="Calibri"/>
                <a:ea typeface="Calibri"/>
                <a:cs typeface="Calibri"/>
                <a:sym typeface="Calibri"/>
              </a:defRPr>
            </a:lvl7pPr>
            <a:lvl8pPr marL="3200400" marR="0" lvl="7" indent="0" algn="l" rtl="0">
              <a:lnSpc>
                <a:spcPct val="90000"/>
              </a:lnSpc>
              <a:spcBef>
                <a:spcPts val="500"/>
              </a:spcBef>
              <a:buClr>
                <a:srgbClr val="888888"/>
              </a:buClr>
              <a:buFont typeface="Arial"/>
              <a:buChar char="○"/>
              <a:defRPr sz="1600" b="0" i="0" u="none" strike="noStrike" cap="none">
                <a:solidFill>
                  <a:srgbClr val="888888"/>
                </a:solidFill>
                <a:latin typeface="Calibri"/>
                <a:ea typeface="Calibri"/>
                <a:cs typeface="Calibri"/>
                <a:sym typeface="Calibri"/>
              </a:defRPr>
            </a:lvl8pPr>
            <a:lvl9pPr marL="3657600" marR="0" lvl="8" indent="0" algn="l" rtl="0">
              <a:lnSpc>
                <a:spcPct val="90000"/>
              </a:lnSpc>
              <a:spcBef>
                <a:spcPts val="500"/>
              </a:spcBef>
              <a:buClr>
                <a:srgbClr val="888888"/>
              </a:buClr>
              <a:buFont typeface="Arial"/>
              <a:buChar char="■"/>
              <a:defRPr sz="1600" b="0" i="0" u="none" strike="noStrike" cap="none">
                <a:solidFill>
                  <a:srgbClr val="888888"/>
                </a:solidFill>
                <a:latin typeface="Calibri"/>
                <a:ea typeface="Calibri"/>
                <a:cs typeface="Calibri"/>
                <a:sym typeface="Calibri"/>
              </a:defRPr>
            </a:lvl9pPr>
          </a:lstStyle>
          <a:p>
            <a:endParaRPr/>
          </a:p>
        </p:txBody>
      </p:sp>
      <p:sp>
        <p:nvSpPr>
          <p:cNvPr id="26" name="Shape 26"/>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7" name="Shape 27"/>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8" name="Shape 28"/>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Duas Partes de Conteúdo">
    <p:spTree>
      <p:nvGrpSpPr>
        <p:cNvPr id="1" name="Shape 29"/>
        <p:cNvGrpSpPr/>
        <p:nvPr/>
      </p:nvGrpSpPr>
      <p:grpSpPr>
        <a:xfrm>
          <a:off x="0" y="0"/>
          <a:ext cx="0" cy="0"/>
          <a:chOff x="0" y="0"/>
          <a:chExt cx="0" cy="0"/>
        </a:xfrm>
      </p:grpSpPr>
      <p:sp>
        <p:nvSpPr>
          <p:cNvPr id="30" name="Shape 30"/>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1" name="Shape 31"/>
          <p:cNvSpPr txBox="1">
            <a:spLocks noGrp="1"/>
          </p:cNvSpPr>
          <p:nvPr>
            <p:ph type="body" idx="1"/>
          </p:nvPr>
        </p:nvSpPr>
        <p:spPr>
          <a:xfrm>
            <a:off x="838200" y="1825625"/>
            <a:ext cx="5181600"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None/>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9pPr>
          </a:lstStyle>
          <a:p>
            <a:endParaRPr/>
          </a:p>
        </p:txBody>
      </p:sp>
      <p:sp>
        <p:nvSpPr>
          <p:cNvPr id="32" name="Shape 32"/>
          <p:cNvSpPr txBox="1">
            <a:spLocks noGrp="1"/>
          </p:cNvSpPr>
          <p:nvPr>
            <p:ph type="body" idx="2"/>
          </p:nvPr>
        </p:nvSpPr>
        <p:spPr>
          <a:xfrm>
            <a:off x="6172200" y="1825625"/>
            <a:ext cx="5181600"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None/>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9pPr>
          </a:lstStyle>
          <a:p>
            <a:endParaRPr/>
          </a:p>
        </p:txBody>
      </p:sp>
      <p:sp>
        <p:nvSpPr>
          <p:cNvPr id="33" name="Shape 33"/>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Comparação">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839787"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8" name="Shape 38"/>
          <p:cNvSpPr txBox="1">
            <a:spLocks noGrp="1"/>
          </p:cNvSpPr>
          <p:nvPr>
            <p:ph type="body" idx="1"/>
          </p:nvPr>
        </p:nvSpPr>
        <p:spPr>
          <a:xfrm>
            <a:off x="839787" y="1681163"/>
            <a:ext cx="5157787" cy="823912"/>
          </a:xfrm>
          <a:prstGeom prst="rect">
            <a:avLst/>
          </a:prstGeom>
          <a:noFill/>
          <a:ln>
            <a:noFill/>
          </a:ln>
        </p:spPr>
        <p:txBody>
          <a:bodyPr lIns="91425" tIns="91425" rIns="91425" bIns="91425" anchor="b" anchorCtr="0"/>
          <a:lstStyle>
            <a:lvl1pPr marL="0" marR="0" lvl="0" indent="0" algn="l" rtl="0">
              <a:lnSpc>
                <a:spcPct val="90000"/>
              </a:lnSpc>
              <a:spcBef>
                <a:spcPts val="1000"/>
              </a:spcBef>
              <a:buClr>
                <a:schemeClr val="dk1"/>
              </a:buClr>
              <a:buFont typeface="Arial"/>
              <a:buChar char="●"/>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Char char="○"/>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Char char="■"/>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9pPr>
          </a:lstStyle>
          <a:p>
            <a:endParaRPr/>
          </a:p>
        </p:txBody>
      </p:sp>
      <p:sp>
        <p:nvSpPr>
          <p:cNvPr id="39" name="Shape 39"/>
          <p:cNvSpPr txBox="1">
            <a:spLocks noGrp="1"/>
          </p:cNvSpPr>
          <p:nvPr>
            <p:ph type="body" idx="2"/>
          </p:nvPr>
        </p:nvSpPr>
        <p:spPr>
          <a:xfrm>
            <a:off x="839787" y="2505075"/>
            <a:ext cx="5157787" cy="3684588"/>
          </a:xfrm>
          <a:prstGeom prst="rect">
            <a:avLst/>
          </a:prstGeom>
          <a:noFill/>
          <a:ln>
            <a:noFill/>
          </a:ln>
        </p:spPr>
        <p:txBody>
          <a:bodyPr lIns="91425" tIns="91425" rIns="91425" bIns="91425" anchor="t" anchorCtr="0"/>
          <a:lstStyle>
            <a:lvl1pPr marL="228600" marR="0" lvl="0" indent="-50800" algn="l" rtl="0">
              <a:lnSpc>
                <a:spcPct val="90000"/>
              </a:lnSpc>
              <a:spcBef>
                <a:spcPts val="1000"/>
              </a:spcBef>
              <a:buNone/>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9pPr>
          </a:lstStyle>
          <a:p>
            <a:endParaRPr/>
          </a:p>
        </p:txBody>
      </p:sp>
      <p:sp>
        <p:nvSpPr>
          <p:cNvPr id="40" name="Shape 40"/>
          <p:cNvSpPr txBox="1">
            <a:spLocks noGrp="1"/>
          </p:cNvSpPr>
          <p:nvPr>
            <p:ph type="body" idx="3"/>
          </p:nvPr>
        </p:nvSpPr>
        <p:spPr>
          <a:xfrm>
            <a:off x="6172200" y="1681163"/>
            <a:ext cx="5183187" cy="823912"/>
          </a:xfrm>
          <a:prstGeom prst="rect">
            <a:avLst/>
          </a:prstGeom>
          <a:noFill/>
          <a:ln>
            <a:noFill/>
          </a:ln>
        </p:spPr>
        <p:txBody>
          <a:bodyPr lIns="91425" tIns="91425" rIns="91425" bIns="91425" anchor="b" anchorCtr="0"/>
          <a:lstStyle>
            <a:lvl1pPr marL="0" marR="0" lvl="0" indent="0" algn="l" rtl="0">
              <a:lnSpc>
                <a:spcPct val="90000"/>
              </a:lnSpc>
              <a:spcBef>
                <a:spcPts val="1000"/>
              </a:spcBef>
              <a:buClr>
                <a:schemeClr val="dk1"/>
              </a:buClr>
              <a:buFont typeface="Arial"/>
              <a:buChar char="●"/>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Char char="○"/>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Char char="■"/>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Char char="■"/>
              <a:defRPr sz="16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4"/>
          </p:nvPr>
        </p:nvSpPr>
        <p:spPr>
          <a:xfrm>
            <a:off x="6172200" y="2505075"/>
            <a:ext cx="5183187" cy="3684588"/>
          </a:xfrm>
          <a:prstGeom prst="rect">
            <a:avLst/>
          </a:prstGeom>
          <a:noFill/>
          <a:ln>
            <a:noFill/>
          </a:ln>
        </p:spPr>
        <p:txBody>
          <a:bodyPr lIns="91425" tIns="91425" rIns="91425" bIns="91425" anchor="t" anchorCtr="0"/>
          <a:lstStyle>
            <a:lvl1pPr marL="228600" marR="0" lvl="0" indent="-50800" algn="l" rtl="0">
              <a:lnSpc>
                <a:spcPct val="90000"/>
              </a:lnSpc>
              <a:spcBef>
                <a:spcPts val="1000"/>
              </a:spcBef>
              <a:buNone/>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Somente título">
    <p:spTree>
      <p:nvGrpSpPr>
        <p:cNvPr id="1" name="Shape 45"/>
        <p:cNvGrpSpPr/>
        <p:nvPr/>
      </p:nvGrpSpPr>
      <p:grpSpPr>
        <a:xfrm>
          <a:off x="0" y="0"/>
          <a:ext cx="0" cy="0"/>
          <a:chOff x="0" y="0"/>
          <a:chExt cx="0" cy="0"/>
        </a:xfrm>
      </p:grpSpPr>
      <p:sp>
        <p:nvSpPr>
          <p:cNvPr id="46" name="Shape 46"/>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7" name="Shape 47"/>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8" name="Shape 48"/>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9" name="Shape 49"/>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Em branco">
    <p:spTree>
      <p:nvGrpSpPr>
        <p:cNvPr id="1" name="Shape 50"/>
        <p:cNvGrpSpPr/>
        <p:nvPr/>
      </p:nvGrpSpPr>
      <p:grpSpPr>
        <a:xfrm>
          <a:off x="0" y="0"/>
          <a:ext cx="0" cy="0"/>
          <a:chOff x="0" y="0"/>
          <a:chExt cx="0" cy="0"/>
        </a:xfrm>
      </p:grpSpPr>
      <p:sp>
        <p:nvSpPr>
          <p:cNvPr id="51" name="Shape 51"/>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2" name="Shape 52"/>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3" name="Shape 53"/>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Conteúdo com Legenda">
    <p:spTree>
      <p:nvGrpSpPr>
        <p:cNvPr id="1" name="Shape 54"/>
        <p:cNvGrpSpPr/>
        <p:nvPr/>
      </p:nvGrpSpPr>
      <p:grpSpPr>
        <a:xfrm>
          <a:off x="0" y="0"/>
          <a:ext cx="0" cy="0"/>
          <a:chOff x="0" y="0"/>
          <a:chExt cx="0" cy="0"/>
        </a:xfrm>
      </p:grpSpPr>
      <p:sp>
        <p:nvSpPr>
          <p:cNvPr id="55" name="Shape 55"/>
          <p:cNvSpPr txBox="1">
            <a:spLocks noGrp="1"/>
          </p:cNvSpPr>
          <p:nvPr>
            <p:ph type="title"/>
          </p:nvPr>
        </p:nvSpPr>
        <p:spPr>
          <a:xfrm>
            <a:off x="839787" y="457200"/>
            <a:ext cx="3932237" cy="160019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32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6" name="Shape 56"/>
          <p:cNvSpPr txBox="1">
            <a:spLocks noGrp="1"/>
          </p:cNvSpPr>
          <p:nvPr>
            <p:ph type="body" idx="1"/>
          </p:nvPr>
        </p:nvSpPr>
        <p:spPr>
          <a:xfrm>
            <a:off x="5183187" y="987425"/>
            <a:ext cx="6172199" cy="4873624"/>
          </a:xfrm>
          <a:prstGeom prst="rect">
            <a:avLst/>
          </a:prstGeom>
          <a:noFill/>
          <a:ln>
            <a:noFill/>
          </a:ln>
        </p:spPr>
        <p:txBody>
          <a:bodyPr lIns="91425" tIns="91425" rIns="91425" bIns="91425" anchor="t" anchorCtr="0"/>
          <a:lstStyle>
            <a:lvl1pPr marL="228600" marR="0" lvl="0" indent="-25400" algn="l" rtl="0">
              <a:lnSpc>
                <a:spcPct val="90000"/>
              </a:lnSpc>
              <a:spcBef>
                <a:spcPts val="1000"/>
              </a:spcBef>
              <a:buNone/>
              <a:defRPr sz="3200" b="0" i="0" u="none" strike="noStrike" cap="none">
                <a:solidFill>
                  <a:schemeClr val="dk1"/>
                </a:solidFill>
                <a:latin typeface="Calibri"/>
                <a:ea typeface="Calibri"/>
                <a:cs typeface="Calibri"/>
                <a:sym typeface="Calibri"/>
              </a:defRPr>
            </a:lvl1pPr>
            <a:lvl2pPr marL="685800" marR="0" lvl="1" indent="-50800" algn="l" rtl="0">
              <a:lnSpc>
                <a:spcPct val="90000"/>
              </a:lnSpc>
              <a:spcBef>
                <a:spcPts val="500"/>
              </a:spcBef>
              <a:buNone/>
              <a:defRPr sz="2800" b="0" i="0" u="none" strike="noStrike" cap="none">
                <a:solidFill>
                  <a:schemeClr val="dk1"/>
                </a:solidFill>
                <a:latin typeface="Calibri"/>
                <a:ea typeface="Calibri"/>
                <a:cs typeface="Calibri"/>
                <a:sym typeface="Calibri"/>
              </a:defRPr>
            </a:lvl2pPr>
            <a:lvl3pPr marL="1143000" marR="0" lvl="2"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3pPr>
            <a:lvl4pPr marL="1600200" marR="0" lvl="3"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4pPr>
            <a:lvl5pPr marL="2057400" marR="0" lvl="4"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5pPr>
            <a:lvl6pPr marL="2514600" marR="0" lvl="5"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6pPr>
            <a:lvl7pPr marL="2971800" marR="0" lvl="6"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7pPr>
            <a:lvl8pPr marL="3429000" marR="0" lvl="7"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8pPr>
            <a:lvl9pPr marL="3886200" marR="0" lvl="8"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9pPr>
          </a:lstStyle>
          <a:p>
            <a:endParaRPr/>
          </a:p>
        </p:txBody>
      </p:sp>
      <p:sp>
        <p:nvSpPr>
          <p:cNvPr id="57" name="Shape 57"/>
          <p:cNvSpPr txBox="1">
            <a:spLocks noGrp="1"/>
          </p:cNvSpPr>
          <p:nvPr>
            <p:ph type="body" idx="2"/>
          </p:nvPr>
        </p:nvSpPr>
        <p:spPr>
          <a:xfrm>
            <a:off x="839787" y="2057400"/>
            <a:ext cx="3932237" cy="3811588"/>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Char char="●"/>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Char char="○"/>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Char char="■"/>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8" name="Shape 58"/>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Imagem com Legenda">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839787" y="457200"/>
            <a:ext cx="3932237" cy="160019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32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a:spLocks noGrp="1"/>
          </p:cNvSpPr>
          <p:nvPr>
            <p:ph type="pic" idx="2"/>
          </p:nvPr>
        </p:nvSpPr>
        <p:spPr>
          <a:xfrm>
            <a:off x="5183187" y="987425"/>
            <a:ext cx="6172199" cy="4873624"/>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Shape 64"/>
          <p:cNvSpPr txBox="1">
            <a:spLocks noGrp="1"/>
          </p:cNvSpPr>
          <p:nvPr>
            <p:ph type="body" idx="1"/>
          </p:nvPr>
        </p:nvSpPr>
        <p:spPr>
          <a:xfrm>
            <a:off x="839787" y="2057400"/>
            <a:ext cx="3932237" cy="3811588"/>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Char char="●"/>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Char char="○"/>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Char char="■"/>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65" name="Shape 65"/>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Título e texto vertical">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rot="5400000">
            <a:off x="3920331" y="-1256505"/>
            <a:ext cx="4351338" cy="10515599"/>
          </a:xfrm>
          <a:prstGeom prst="rect">
            <a:avLst/>
          </a:prstGeom>
          <a:noFill/>
          <a:ln>
            <a:noFill/>
          </a:ln>
        </p:spPr>
        <p:txBody>
          <a:bodyPr lIns="91425" tIns="91425" rIns="91425" bIns="91425" anchor="t" anchorCtr="0"/>
          <a:lstStyle>
            <a:lvl1pPr marL="228600" marR="0" lvl="0" indent="-50800" algn="l" rtl="0">
              <a:lnSpc>
                <a:spcPct val="90000"/>
              </a:lnSpc>
              <a:spcBef>
                <a:spcPts val="1000"/>
              </a:spcBef>
              <a:buNone/>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2" name="Shape 72"/>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cSld name="Título e texto verticais">
    <p:spTree>
      <p:nvGrpSpPr>
        <p:cNvPr id="1" name="Shape 74"/>
        <p:cNvGrpSpPr/>
        <p:nvPr/>
      </p:nvGrpSpPr>
      <p:grpSpPr>
        <a:xfrm>
          <a:off x="0" y="0"/>
          <a:ext cx="0" cy="0"/>
          <a:chOff x="0" y="0"/>
          <a:chExt cx="0" cy="0"/>
        </a:xfrm>
      </p:grpSpPr>
      <p:sp>
        <p:nvSpPr>
          <p:cNvPr id="75" name="Shape 75"/>
          <p:cNvSpPr txBox="1">
            <a:spLocks noGrp="1"/>
          </p:cNvSpPr>
          <p:nvPr>
            <p:ph type="title"/>
          </p:nvPr>
        </p:nvSpPr>
        <p:spPr>
          <a:xfrm rot="5400000">
            <a:off x="7133431" y="1956594"/>
            <a:ext cx="5811838" cy="2628899"/>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body" idx="1"/>
          </p:nvPr>
        </p:nvSpPr>
        <p:spPr>
          <a:xfrm rot="5400000">
            <a:off x="1799431" y="-596105"/>
            <a:ext cx="5811838" cy="7734299"/>
          </a:xfrm>
          <a:prstGeom prst="rect">
            <a:avLst/>
          </a:prstGeom>
          <a:noFill/>
          <a:ln>
            <a:noFill/>
          </a:ln>
        </p:spPr>
        <p:txBody>
          <a:bodyPr lIns="91425" tIns="91425" rIns="91425" bIns="91425" anchor="t" anchorCtr="0"/>
          <a:lstStyle>
            <a:lvl1pPr marL="228600" marR="0" lvl="0" indent="-50800" algn="l" rtl="0">
              <a:lnSpc>
                <a:spcPct val="90000"/>
              </a:lnSpc>
              <a:spcBef>
                <a:spcPts val="1000"/>
              </a:spcBef>
              <a:buNone/>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8" name="Shape 78"/>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a:solidFill>
                  <a:srgbClr val="888888"/>
                </a:solidFill>
                <a:latin typeface="Calibri"/>
                <a:ea typeface="Calibri"/>
                <a:cs typeface="Calibri"/>
                <a:sym typeface="Calibri"/>
              </a:rPr>
              <a:t>‹nº›</a:t>
            </a:fld>
            <a:endParaRPr lang="pt-BR" sz="1200">
              <a:solidFill>
                <a:srgbClr val="888888"/>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 name="Shape 7"/>
          <p:cNvSpPr txBox="1">
            <a:spLocks noGrp="1"/>
          </p:cNvSpPr>
          <p:nvPr>
            <p:ph type="body" idx="1"/>
          </p:nvPr>
        </p:nvSpPr>
        <p:spPr>
          <a:xfrm>
            <a:off x="838200" y="1825625"/>
            <a:ext cx="10515599"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None/>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None/>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None/>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pt-BR" sz="1200" b="0" i="0" u="none" strike="noStrike" cap="none">
                <a:solidFill>
                  <a:srgbClr val="888888"/>
                </a:solidFill>
                <a:latin typeface="Calibri"/>
                <a:ea typeface="Calibri"/>
                <a:cs typeface="Calibri"/>
                <a:sym typeface="Calibri"/>
              </a:rPr>
              <a:t>‹nº›</a:t>
            </a:fld>
            <a:endParaRPr lang="pt-BR" sz="12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ctrTitle"/>
          </p:nvPr>
        </p:nvSpPr>
        <p:spPr>
          <a:xfrm>
            <a:off x="473175" y="1932973"/>
            <a:ext cx="9144000" cy="1190237"/>
          </a:xfrm>
          <a:prstGeom prst="rect">
            <a:avLst/>
          </a:prstGeom>
          <a:noFill/>
          <a:ln>
            <a:noFill/>
          </a:ln>
        </p:spPr>
        <p:txBody>
          <a:bodyPr lIns="91425" tIns="45700" rIns="91425" bIns="45700" anchor="b" anchorCtr="0">
            <a:noAutofit/>
          </a:bodyPr>
          <a:lstStyle/>
          <a:p>
            <a:pPr marL="0" marR="0" lvl="0" indent="0" algn="l" rtl="0">
              <a:lnSpc>
                <a:spcPct val="90000"/>
              </a:lnSpc>
              <a:spcBef>
                <a:spcPts val="0"/>
              </a:spcBef>
              <a:buClr>
                <a:schemeClr val="dk1"/>
              </a:buClr>
              <a:buSzPct val="25000"/>
              <a:buFont typeface="Open Sans"/>
              <a:buNone/>
            </a:pPr>
            <a:r>
              <a:rPr lang="pt-BR" sz="7200" b="1" dirty="0">
                <a:latin typeface="Verdana" panose="020B0604030504040204" pitchFamily="34" charset="0"/>
                <a:ea typeface="Verdana" panose="020B0604030504040204" pitchFamily="34" charset="0"/>
                <a:cs typeface="Verdana" panose="020B0604030504040204" pitchFamily="34" charset="0"/>
                <a:sym typeface="Helvetica Neue"/>
              </a:rPr>
              <a:t>ECF 2018</a:t>
            </a:r>
          </a:p>
        </p:txBody>
      </p:sp>
      <p:sp>
        <p:nvSpPr>
          <p:cNvPr id="85" name="Shape 85"/>
          <p:cNvSpPr txBox="1">
            <a:spLocks noGrp="1"/>
          </p:cNvSpPr>
          <p:nvPr>
            <p:ph type="subTitle" idx="1"/>
          </p:nvPr>
        </p:nvSpPr>
        <p:spPr>
          <a:xfrm>
            <a:off x="473175" y="3036057"/>
            <a:ext cx="9144000" cy="1655700"/>
          </a:xfrm>
          <a:prstGeom prst="rect">
            <a:avLst/>
          </a:prstGeom>
          <a:noFill/>
          <a:ln>
            <a:noFill/>
          </a:ln>
        </p:spPr>
        <p:txBody>
          <a:bodyPr lIns="91425" tIns="45700" rIns="91425" bIns="45700" anchor="t" anchorCtr="0">
            <a:noAutofit/>
          </a:bodyPr>
          <a:lstStyle/>
          <a:p>
            <a:pPr lvl="0" algn="l">
              <a:spcBef>
                <a:spcPts val="0"/>
              </a:spcBef>
              <a:buSzPct val="25000"/>
            </a:pPr>
            <a:r>
              <a:rPr lang="pt-BR" dirty="0">
                <a:latin typeface="Verdana" panose="020B0604030504040204" pitchFamily="34" charset="0"/>
                <a:ea typeface="Verdana" panose="020B0604030504040204" pitchFamily="34" charset="0"/>
                <a:cs typeface="Verdana" panose="020B0604030504040204" pitchFamily="34" charset="0"/>
                <a:sym typeface="Helvetica Neue"/>
              </a:rPr>
              <a:t>Escrituração </a:t>
            </a:r>
            <a:r>
              <a:rPr lang="pt-BR">
                <a:latin typeface="Verdana" panose="020B0604030504040204" pitchFamily="34" charset="0"/>
                <a:ea typeface="Verdana" panose="020B0604030504040204" pitchFamily="34" charset="0"/>
                <a:cs typeface="Verdana" panose="020B0604030504040204" pitchFamily="34" charset="0"/>
                <a:sym typeface="Helvetica Neue"/>
              </a:rPr>
              <a:t>Contábil Fiscal.</a:t>
            </a:r>
            <a:endParaRPr lang="pt-BR" dirty="0">
              <a:latin typeface="Verdana" panose="020B0604030504040204" pitchFamily="34" charset="0"/>
              <a:ea typeface="Verdana" panose="020B0604030504040204" pitchFamily="34" charset="0"/>
              <a:cs typeface="Verdana" panose="020B0604030504040204" pitchFamily="34" charset="0"/>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smtClean="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Introdução:</a:t>
            </a:r>
          </a:p>
          <a:p>
            <a:pPr lvl="0" algn="just">
              <a:lnSpc>
                <a:spcPct val="150000"/>
              </a:lnSpc>
              <a:buSzPct val="25000"/>
            </a:pPr>
            <a:r>
              <a:rPr lang="pt-BR" sz="2200" smtClean="0">
                <a:latin typeface="Verdana" panose="020B0604030504040204" pitchFamily="34" charset="0"/>
                <a:ea typeface="Verdana" panose="020B0604030504040204" pitchFamily="34" charset="0"/>
                <a:cs typeface="Verdana" panose="020B0604030504040204" pitchFamily="34" charset="0"/>
                <a:sym typeface="Open Sans"/>
              </a:rPr>
              <a:t> A Escrituração Contábil Fiscal (ECF) substituiu a Declaração de Informações Econômico-Fiscais da Pessoa Jurídica (DIPJ), a partir do ano-calendário 2014, com entrega prevista para o último dia útil do mês de julho do ano posterior ao do período da escrituração no ambiente do Sistema Público de Escrituração Digital (Sped). Portanto, a DIPJ está extinta a partir do ano-calendário 2014.</a:t>
            </a:r>
          </a:p>
          <a:p>
            <a:pPr lvl="0" algn="just">
              <a:lnSpc>
                <a:spcPct val="150000"/>
              </a:lnSpc>
              <a:buSzPct val="25000"/>
            </a:pPr>
            <a:r>
              <a:rPr lang="pt-BR" sz="2200" smtClean="0">
                <a:latin typeface="Verdana" panose="020B0604030504040204" pitchFamily="34" charset="0"/>
                <a:ea typeface="Verdana" panose="020B0604030504040204" pitchFamily="34" charset="0"/>
                <a:cs typeface="Verdana" panose="020B0604030504040204" pitchFamily="34" charset="0"/>
                <a:sym typeface="Open Sans"/>
              </a:rPr>
              <a:t>Uma das inovações da ECF corresponde, para as empresas obrigadas a entrega da Escrituração Contábil Digital (ECD), à utilização dos saldos e contas da ECD para preenchimento inicial da ECF. </a:t>
            </a: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98939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Introdução: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também recuperará os saldos finais das ECF anterior, a partir do ano-calendário 2015. Na ECF haverá o preenchimento e controle, por meio de validações, das partes A e B do Livro Eletrônico de Apuração do Lucro Real (e-</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Lalur</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e do Livro Eletrônico de Apuração da Base de Cálculo da CSLL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e-Lacs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Introdução: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Todos os saldos informados nesses livros também serão controlados e, no caso da parte B, haverá o batimento de saldos de um ano para outro.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Finalmente, a ECF apresentará as fichas de informações econômicas e de informações gerais em novo formato de preenchimento para as empresas.</a:t>
            </a:r>
          </a:p>
        </p:txBody>
      </p:sp>
    </p:spTree>
    <p:extLst>
      <p:ext uri="{BB962C8B-B14F-4D97-AF65-F5344CB8AC3E}">
        <p14:creationId xmlns:p14="http://schemas.microsoft.com/office/powerpoint/2010/main" val="121335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Obrigatoriedade:</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São obrigadas ao preenchimento da ECF todas as pessoas jurídicas, inclusive imunes e isentas, sejam elas tributadas pelo lucro real, lucro arbitrado ou lucro presumido, exceto: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As pessoas jurídicas optantes pelo Regime Especial Unificado de Arrecadação de Tributos e Contribuições devidos pelas Microempresas e Empresas de Pequeno Porte (Simples Nacional), de que trata a Lei Complementar nº 123, de 14 de dezembro de 2006;</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Os órgãos públicos, às autarquias e às fundações públicas;</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70119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Obrigatoriedade:</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III - As pessoas jurídicas que não tenham efetuado qualquer atividade operacional, não operacional, patrimonial ou financeira, inclusive aplicação no mercado financeiro ou de capitais, durante todo o ano-calendário.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401006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Obrigatoriedade:</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Há que se ressaltar que, caso a pessoa jurídica tenha Sociedades em Conta de Participação (SCP), cada SCP deverá preencher e transmitir sua própria ECF, utilizando o CNPJ da pessoa jurídica que é sócia ostensiva e o CNPJ/Código de cada SCP. </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50735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Prazo: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as situações normais, a data-limite de entrega é até o último dia útil do mês de julho do ano subsequente ao ano-calendário a que se refira a escrituração.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176655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Prazo: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as situações especiais (cisão, fusão, incorporação ou extinção):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Se a cisão, fusão, incorporação ou extinção ocorrer de janeiro a abril, a data-limite de entrega é o último dia útil do mês de julho do ano da escrituração.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Se a cisão, fusão, incorporação ou extinção ocorrer de maio a dezembro, a data-limite de entrega é o último dia útil do 3º (terceiro) mês subsequente ao do evento.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861699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Importação da ECF e Recuperação da ECD:</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arquivo da ECD não é importado para a ECF e sim recuperado. Primeiramente, deve ser criada uma ECF no próprio programa ou deve ser importado um arquivo da ECF, para, aí sim, recuperar o arquivo da ECD (recuperação de contas, saldos e mapeamento, caso tenha sido realizado na ECD). A ECD recuperada deve estar validada, assinada e transmitida.</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99204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Importação da ECF e Recuperação da ECD:</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as pessoas jurídicas tributadas pelo lucro presumido, imunes ou isentas obrigadas a entregar a ECD, a recuperação da ECD na ECF é obrigatória. Nesse caso, o 0010.TIP_ESC_PRE deve ser preenchido com “C”.</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as pessoas jurídicas não obrigadas a entregar a ECD, o 0010.TIP_ESC_PRE deve ser preenchido com “L”. Nessa situação, os blocos C, E, J e K não serão preenchidos.</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96925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Importação da ECF e Recuperação da ECD:</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programa da ECF consegue recuperar mais de um arquivo da ECD, desde que o períodos dos arquivos da ECD seja equivalente ao período do arquivo da ECF.</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Exemplo: Arquivo da ECF - de 01/01/2015 a 31/12/2015. Arquivos da ECD:</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Arquivo 1 da ECD: de 01/01/2015 a 31/03/2015</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Arquivo 2 da ECD: de 01/04/2015 a 31/08/2015</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Arquivo 3 da ECD: de 01/09/2015 a 31/12/2015</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426610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Importação da ECF e Recuperação da ECD:</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programa da ECF também permite a recuperação da ECF de período imediatamente anterior transmitida. A recuperação da ECF do período imediatamente anterior é obrigatória quando: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1 – A data inicial da ECF (0000.DT_INI) do período atual for diferente de 01/01/2014; e</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2 – O indicador de situação de início de período (0000.IND_SIT_INI_PER) for igual a “0” (Regular – Início no primeiro dia do ano) ou “2” (Resultante de cisão/fusão ou remanescente de cisão ou realizou incorporação).</a:t>
            </a:r>
          </a:p>
        </p:txBody>
      </p:sp>
    </p:spTree>
    <p:extLst>
      <p:ext uri="{BB962C8B-B14F-4D97-AF65-F5344CB8AC3E}">
        <p14:creationId xmlns:p14="http://schemas.microsoft.com/office/powerpoint/2010/main" val="302233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Pessoas Jurídicas Imunes e Isentas:</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partir do ano-calendário 2015, todas as pessoas jurídicas imunes ou isentas estão obrigadas a entregar a ECF.</a:t>
            </a:r>
          </a:p>
        </p:txBody>
      </p:sp>
    </p:spTree>
    <p:extLst>
      <p:ext uri="{BB962C8B-B14F-4D97-AF65-F5344CB8AC3E}">
        <p14:creationId xmlns:p14="http://schemas.microsoft.com/office/powerpoint/2010/main" val="176654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Pessoas Jurídicas Imunes e Isentas:</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As imunes/isentas (desobrigadas do IRPJ e da CSLL) e que não estejam obrigadas a entregar a ECD deverão preencher os seguintes registros: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0000: Abertura do Arquivo Digital e Identificação da Pessoa Jurídica</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0010: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0020: Parâmetros Complementares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0030: Dados Cadastrais</a:t>
            </a:r>
          </a:p>
        </p:txBody>
      </p:sp>
    </p:spTree>
    <p:extLst>
      <p:ext uri="{BB962C8B-B14F-4D97-AF65-F5344CB8AC3E}">
        <p14:creationId xmlns:p14="http://schemas.microsoft.com/office/powerpoint/2010/main" val="601338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Pessoas Jurídicas Imunes e Isentas:</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As imunes/isentas (desobrigadas do IRPJ e da CSLL) e que não estejam obrigadas a entregar a ECD deverão preencher os seguintes registros: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0030: Dados Cadastrais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0930: Identificação dos Signatários da ECF</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X390: Origem e Aplicações de Recursos - Imunes e Isentas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Y612: Identificação e Rendimentos de Dirigentes, Conselheiros, Sócios ou Titular.</a:t>
            </a:r>
          </a:p>
        </p:txBody>
      </p:sp>
    </p:spTree>
    <p:extLst>
      <p:ext uri="{BB962C8B-B14F-4D97-AF65-F5344CB8AC3E}">
        <p14:creationId xmlns:p14="http://schemas.microsoft.com/office/powerpoint/2010/main" val="409201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Pessoas Jurídicas Imunes e Isentas:</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Observação: No caso do registro 0930, para as imunes/isentas que não estejam obrigadas a entregar a ECD, só será exigida a assinatura do representante legal. Portanto, não será obrigatória a assinatura do contador.</a:t>
            </a:r>
          </a:p>
        </p:txBody>
      </p:sp>
    </p:spTree>
    <p:extLst>
      <p:ext uri="{BB962C8B-B14F-4D97-AF65-F5344CB8AC3E}">
        <p14:creationId xmlns:p14="http://schemas.microsoft.com/office/powerpoint/2010/main" val="424570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Pessoas Jurídicas Imunes e Isentas:</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As imunes/isentas (desobrigadas do IRPJ e da CSLL) e que estejam obrigadas a entregar a ECD, além dos registros acima, também preencherão os blocos C, E, J, K e U (esses blocos serão preenchidos pelo sistema por meio da recuperação dos dados da ECD). Nessa situação, a assinatura do contador é obrigatória.</a:t>
            </a:r>
          </a:p>
        </p:txBody>
      </p:sp>
    </p:spTree>
    <p:extLst>
      <p:ext uri="{BB962C8B-B14F-4D97-AF65-F5344CB8AC3E}">
        <p14:creationId xmlns:p14="http://schemas.microsoft.com/office/powerpoint/2010/main" val="120398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Recuperação de ECD Com Encerramento do Exercício Diferente dos Encerramentos da ECF:</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Os encerramentos do exercício na ECF seguem o período de apuração do tributo. Por exemplo, se a empresa é do lucro presumido, os encerramento do exercício da ECF serão trimestrais. </a:t>
            </a:r>
          </a:p>
          <a:p>
            <a:pPr lvl="0" algn="just">
              <a:lnSpc>
                <a:spcPct val="100000"/>
              </a:lnSpc>
              <a:buSzPct val="25000"/>
            </a:pPr>
            <a:endParaRPr lang="pt-BR" sz="1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Caso a ECD recuperada tenha encerramento diferente (por exemplo, a ECD recuperada tenha apenas um encerramento anual), no momento da validação no programa da ECF, poderá aparecer uma mensagem de advertência, com o valor da diferença entre os saldos finais credores e os saldos iniciais credores. </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93168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Recuperação de ECD Com Encerramento do Exercício Diferente dos Encerramentos da ECF:</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Nesse caso, a pessoa jurídica poderá ajustar os saldos por meio de alteração nos registros K155 e K355 (alteração de saldo de uma ou mais contas). </a:t>
            </a:r>
          </a:p>
        </p:txBody>
      </p:sp>
    </p:spTree>
    <p:extLst>
      <p:ext uri="{BB962C8B-B14F-4D97-AF65-F5344CB8AC3E}">
        <p14:creationId xmlns:p14="http://schemas.microsoft.com/office/powerpoint/2010/main" val="404373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Mudança de Contador no Período ou Mudança de Planos de Contas no Período: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Não é possível transmitir duas ou mais ECF no caso de mudança de contador no período ou mudança de plano de contas no período. A ECF deve ser transmitida em arquivo único, a menos que ocorra alguma das situações especiais previstas no registro 0000. </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Caso a entidade tenha que recuperar os dados da ECD, devem ser recuperados os dois arquivos da ECD transmitidos (um para cada contador ou um para cada plano de contas). </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926511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Mudança de Contador no Período ou Mudança de Planos de Contas no Período: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Contudo, para que a ECF recupere os dados corretamente é necessário que os saldos finais das contas que aparecem no primeiro arquivo (primeiro contador ou primeiro plano de contas) sejam iguais aos saldos iniciais dessas mesmas contas que aparecem no segundo arquivo (segundo contador ou segundo plano de contas). </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435462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Mudança de Contador no Período ou Mudança de Planos de Contas no Período: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Isso pode ser feito, na ECD, por meio do preenchimento do registro I157 (transferência de plano de contas) no segundo arquivo da ECD, conforme instruções do Manual de Orientação do Leiaute da ECD. Se isso não ocorrer, a ECF recuperará somente os dados do segundo arquivo e os ajustes necessários deverão ser realizados na própria ECF ou na ECD, por meio de substituição.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81172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Plano de Contas e Mapeamento: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mapeamento das contas contábeis da entidade para as contas referenciais é feito somente em relação às contas analíticas. Contas sintéticas não devem ser mapeadas. </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66927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Conta “Resultado do Exercício”:</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No plano referencial, a conta “Resultado do Exercício” é sintética, pois representa o resultado da diferença entre as receitas e despesas do período. Caso a entidade utilize uma conta transitória analítica “Resultado do Exercício” ou “Apuração do Resultado Exercício” para realizar os lançamentos de transferência dos saldos das receitas e despesas do período, essa conta deverá ter J050.COD_NAT = “09” (Outras) e não deverá ser mapeada. O sistema não permite o mapeamento de contas com código de natureza “09”.</a:t>
            </a:r>
          </a:p>
        </p:txBody>
      </p:sp>
    </p:spTree>
    <p:extLst>
      <p:ext uri="{BB962C8B-B14F-4D97-AF65-F5344CB8AC3E}">
        <p14:creationId xmlns:p14="http://schemas.microsoft.com/office/powerpoint/2010/main" val="494913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Retificação da ECF:</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retificação da ECF poderá ser realizada em até 5 anos.</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Se a ECF de um ano anterior for retificada, poderá ser necessário retificar as ECF dos anos posteriores, em virtude do controle de saldos da ECF.</a:t>
            </a:r>
          </a:p>
          <a:p>
            <a:pPr lvl="1" algn="just">
              <a:lnSpc>
                <a:spcPct val="150000"/>
              </a:lnSpc>
              <a:buSzPct val="25000"/>
            </a:pPr>
            <a:r>
              <a:rPr lang="pt-BR" sz="2200" b="1" dirty="0">
                <a:latin typeface="Verdana" panose="020B0604030504040204" pitchFamily="34" charset="0"/>
                <a:ea typeface="Verdana" panose="020B0604030504040204" pitchFamily="34" charset="0"/>
                <a:cs typeface="Verdana" panose="020B0604030504040204" pitchFamily="34" charset="0"/>
                <a:sym typeface="Open Sans"/>
              </a:rPr>
              <a:t>Exemplo: </a:t>
            </a:r>
            <a:r>
              <a:rPr lang="pt-BR" sz="2200" i="1" dirty="0">
                <a:latin typeface="Verdana" panose="020B0604030504040204" pitchFamily="34" charset="0"/>
                <a:ea typeface="Verdana" panose="020B0604030504040204" pitchFamily="34" charset="0"/>
                <a:cs typeface="Verdana" panose="020B0604030504040204" pitchFamily="34" charset="0"/>
                <a:sym typeface="Open Sans"/>
              </a:rPr>
              <a:t>Em 01/01/2018, a empresa retificou a ECF do ano-calendário 2014. Nesse caso, a empresa pode ter que retificar as ECF dos anos-calendário 2015 e 2016.</a:t>
            </a:r>
          </a:p>
        </p:txBody>
      </p:sp>
    </p:spTree>
    <p:extLst>
      <p:ext uri="{BB962C8B-B14F-4D97-AF65-F5344CB8AC3E}">
        <p14:creationId xmlns:p14="http://schemas.microsoft.com/office/powerpoint/2010/main" val="4243370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Demonstrativo Livro Caixa:</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demonstrativo do livro caixa, previsto no Bloco Q do leiaute da ECF para as pessoas jurídicas optantes pela sistemática do lucro presumido que se utilizem da prerrogativa prevista no parágrafo único do art. 45 da Lei nº 8.981, de 20 de janeiro 1995, e cuja receita bruta no ano seja superior a R$ 1.200.000,00 (um milhão e duzentos mil reais), ou proporcionalmente ao período a que se refere, é obrigatório a partir do ano-calendário 2016.</a:t>
            </a:r>
          </a:p>
        </p:txBody>
      </p:sp>
    </p:spTree>
    <p:extLst>
      <p:ext uri="{BB962C8B-B14F-4D97-AF65-F5344CB8AC3E}">
        <p14:creationId xmlns:p14="http://schemas.microsoft.com/office/powerpoint/2010/main" val="2510154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Lucro Real:</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Decreto-Lei nº 1.598/1977:</a:t>
            </a:r>
          </a:p>
          <a:p>
            <a:pPr lvl="0"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Art. 8o-A.  O sujeito passivo que deixar de apresentar o livro de que trata o inciso I do caput do art. 8o, nos prazos fixados no ato normativo a que se refere o seu § 3o, ou que o apresentar com inexatidões, incorreções ou omissões, fica sujeito às seguintes multas: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equivalente a 0,25%, por mês-calendário ou fração, do lucro líquido antes do IRPJ/CSLL, no período a que se refere a apuração, limitada a 10% (dez por cento) relativamente às pessoas jurídicas que deixarem de apresentar ou apresentarem em atraso o livro;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46380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012403"/>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- 3% (três por cento), não inferior a R$ 100,00 (cem reais), do valor omitido, inexato ou incorreto.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1º  A multa de que trata o inciso I do caput será limitada em:</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R$ 100.000,00 (cem mil reais) para as pessoas jurídicas que no ano-calendário anterior tiverem auferido receita bruta total, igual ou inferior a R$ 3.600.000,00 (três milhões e seiscentos mil reais);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R$ 5.000.000,00 (cinco milhões de reais) para as pessoas jurídicas que não se enquadrarem na hipótese de que trata o inciso I deste parágrafo.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54352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2º  A multa de que trata o inciso I do caput será reduzida: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em 90% (noventa por cento), quando o livro for apresentado em até 30 (trinta) dias após o prazo;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em 75% (setenta e cinco por cento), quando o livro for apresentado em até 60 (sessenta) dias após o prazo;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III - à metade, quando o livro for apresentado depois do prazo, mas antes de qualquer procedimento de ofício;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IV - em 25% (vinte e cinco por cento), se houver a apresentação do livro no prazo fixado em intimação.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50342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3º  A multa de que trata o inciso II do caput: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não será devida se o sujeito passivo corrigir as inexatidões, incorreções ou omissões antes de iniciado qualquer procedimento de ofício;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será reduzida em 50% (cinquenta por cento) se forem corrigidas as inexatidões, incorreções ou omissões no prazo fixado em intimação. </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704627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4º  Quando não houver lucro líquido, antes do IRPJ / CSLL, no período de apuração a que se refere a escrituração, deverá ser utilizado o lucro líquido, antes do IRPJ/CSLL do último período de apuração informado, atualizado pela taxa referencial – Selic, até o termo final de encerramento do período a que se refere a escrituração.</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243220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5º  Sem prejuízo das penalidades previstas neste artigo, aplica-se o disposto no art. 47 da Lei no 8.981/1995, à pessoa jurídica que não escriturar o livro de que trata o inciso I do caput do art. 8o da presente Lei de acordo com as disposições da legislação tributária.</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615963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Não apuradas pelo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Medida Provisória 2.158/2001:</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Art. 57. O sujeito passivo que deixar de cumprir as obrigações acessórias exigidas, ou que as cumprir com incorreções ou omissões será intimado para cumpri-las ou para prestar esclarecimentos relativos a elas nos prazos estipulados pela Secretaria da Receita Federal do Brasil e sujeitar-se-á às seguintes multas:</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736923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Não apuradas pelo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por apresentação extemporânea: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R$ 500,00 por mês-calendário ou fração, relativamente às pessoas jurídicas que estiverem em início de atividade ou que sejam imunes ou isentas ou que;</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R$ 1.500,00 (mil e quinhentos reais) por mês-calendário ou fração, relativamente às demais pessoas jurídicas;</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56972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Não apuradas pelo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por não cumprimento à intimação da Secretaria da Receita Federal do Brasil para cumprir obrigação acessória ou para prestar esclarecimentos nos prazos estipulados pela autoridade fiscal: R$ 500,00 (quinhentos reais) por mês-calendário;</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70471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Não apuradas pelo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III - por cumprimento de obrigação acessória com informações inexatas, incompletas ou omitidas: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3% (três por cento), não inferior a R$ 100,00 (cem reais), do valor das transações comerciais ou das operações financeiras, próprias da pessoa jurídica ou de terceiros em relação aos quais seja responsável tributário, no caso de informação omitida, inexata ou incompleta;</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883501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Não apuradas pelo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2º  Para fins do disposto no inciso I, em relação às pessoas jurídicas que, na última declaração, tenham utilizado mais de uma forma de apuração do lucro, ou tenham realizado algum evento de reorganização societária, deverá ser aplicada a multa de que trata a alínea b do inciso I do caput.</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85873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Penalidades – Não apuradas pelo Lucro Real:</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3º A multa prevista no inciso I do caput será reduzida à metade, quando a obrigação acessória for cumprida antes de qualquer procedimento de ofício.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4º Na hipótese de pessoa jurídica de direito público, serão aplicadas as multas previstas na alínea a do inciso I, no inciso II e na alínea b do inciso III.</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17420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é composta pelos seguintes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0 – Abertura e Identificação – Abre o arquivo, identifica a pessoa jurídica e referencia o período da ECF;</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C - Informações Recuperadas das ECD (Bloco recuperado pelo sistema – Não é importado) - Recupera, das ECD do período da escrituração da ECF, as informações do plano de contas e os saldos mensais.</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289317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a:t>
            </a:r>
            <a:r>
              <a:rPr lang="pt-BR" sz="3600" b="1" dirty="0">
                <a:latin typeface="Verdana" panose="020B0604030504040204" pitchFamily="34" charset="0"/>
                <a:ea typeface="Verdana" panose="020B0604030504040204" pitchFamily="34" charset="0"/>
                <a:cs typeface="Verdana" panose="020B0604030504040204" pitchFamily="34" charset="0"/>
                <a:sym typeface="Open Sans"/>
              </a:rPr>
              <a:t>2018</a:t>
            </a: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é composta pelos seguintes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E – Informações Recuperadas da ECF Anterior e Cálculo Fiscal dos Dados Recuperados da ECD (Bloco recuperado pelo sistema – Não é importado) – A recuperação de dados da ECD é obrigatória para as empresas obrigadas a entregar a ECD. – Recupera, da ECF imediatamente anterior, os saldos finais das contas referenciais e da parte B (do e-LALUR e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e-LACS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Calcula os saldos contábeis de acordo com o período de apuração do tributo.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30816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é composta pelos seguintes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J – Plano de Contas e Mapeamento – Apresenta o mapeamento do plano de contas contábil para o plano de contas referencial.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K - Apresenta os saldos das contas contábeis patrimoniais e de resultado por período de apuração e o seu mapeamento para as contas referenciais.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L - Apresenta o balanço patrimonial, a demonstração do resultado do exercício e apura o lucro líquido da pessoa jurídica tributada pelo lucro real.</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229679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é composta pelos seguintes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M - e-LALUR e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e-LACS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 Apresenta os livros eletrônicos de escrituração e apuração do IRPJ (e-LALUR) e da CSLL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e-LACS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da pessoa jurídica tributada pelo lucro real - partes A e B.</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N - Cálculo do IRPJ e da CSLL – Lucro Real – Calcula o IRPJ e a CSLL com base no lucro real (estimativas mensais e ajuste anual ou valores trimestrais).</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576313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é composta pelos seguintes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P – Lucro Presumido - Apresenta o balanço patrimonial, a demonstração do resultado do exercício e apura o IRPJ e a CSLL com base no lucro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Q – Livro Caixa – Apresenta o demonstrativo do livro caixa para os casos previstos na legislação.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T – Lucro Arbitrado - Apura o IRPJ e a CSLL com base no lucro arbitrado.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7175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é composta pelos seguintes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U – Imunes e Isentas – Apresenta o balanço patrimonial e a demonstração do resultado das imunes ou isentas. Apura, quando for o caso, o IRPJ e a CSLL quando forem obrigadas.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V – Declaração DEREX - Bloco a ser preenchido pelas empresas obrigadas a apresentar esta Declaração, nos termos da IN SRF 726, de 28 de fevereiro de 2007.</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64259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ECF é composta pelos seguintes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X – Informações Econômicas - Apresenta informações econômicas da pessoa jurídica.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Y – Informações Gerais - Apresenta informações gerais da pessoa jurídica.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W – Relatório País-a-País.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9 – Encerramento do Arquivo Digital.</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062196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0000 – Abertura do Arquivo Digital e Identificação da Pessoa Jurídica:</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identifica unicamente uma escrituração no PGE por meio dos seguintes campos: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- 0000.CNPJ – Campo CNPJ (CNPJ BÁSICO – 8 primeiras posições); </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- 0000.COD_SCP – Campo CNPJ da SCP; e</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- 0000.DT_FIN – Campo data fim da ECF.</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187876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0010 –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os parâmetros fiscais que identificam quais blocos e registros serão preenchidos.</a:t>
            </a:r>
            <a:endParaRPr lang="pt-BR" sz="24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09929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0010 –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Escrituração: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 – Obrigadas a entregar a ECD ou entrega facultativa da ECD com recuperação de dados.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L – Livro Caixa ou não obrigadas a entregar a ECD ou entrega facultativa da ECD sem recuperação de dados.</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65660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0010 –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Escrituração:</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Este campo deve ser preenchido pelas pessoas jurídicas tributadas pelo lucro presumido e as imunes e isentas.</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Caso a pessoa jurídica entregue a ECD facultativamente e não queira recuperar os dados da ECD, deve utilizar a opção “L”.</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287876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0010 –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Escrituração:</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Exemplos:</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1 – Lucro Real: Não preencher o campo.</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2 – Lucro Presumido: Preencher "L", quando utilizar livro caixa ou não está obrigada a entregar a ECD e não quer recuperar os dados da ECD (que pode ter sido entregue facultativamente) na ECF.</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32979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0010 –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Escrituração:</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Exemplos:</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3 - Lucro Presumido: Preencher "C", quando está obrigada a entregar a ECD ou não está obrigada à ECD, mas quer recuperar os dados da ECD (que pode ter sido entregue facultativamente) na ECF.</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64783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0010 –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Escrituração:</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Exemplos:</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4 - Imunes/Isentas: Preencher "L", quando não está obrigada a entregar a ECD e não quer recuperar os dados da ECD (que pode ter sido entregue facultativamente) na ECF.</a:t>
            </a:r>
          </a:p>
          <a:p>
            <a:pPr lvl="2" algn="just">
              <a:lnSpc>
                <a:spcPct val="150000"/>
              </a:lnSpc>
              <a:buSzPct val="25000"/>
            </a:pPr>
            <a:r>
              <a:rPr lang="pt-BR" sz="2200" i="1" dirty="0">
                <a:latin typeface="Verdana" panose="020B0604030504040204" pitchFamily="34" charset="0"/>
                <a:ea typeface="Verdana" panose="020B0604030504040204" pitchFamily="34" charset="0"/>
                <a:cs typeface="Verdana" panose="020B0604030504040204" pitchFamily="34" charset="0"/>
                <a:sym typeface="Open Sans"/>
              </a:rPr>
              <a:t>5 - Imunes/Isentas: Preencher "C", quando está obrigada a entregar a ECD ou não está obrigada à ECD, mas quer recuperar os dados da ECD (ter sido entregue facultativamente) na ECF.</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63934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0010 – Parâmetros de Tributação:</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Indicador do Período de Apuração do IRPJ e da CSLL: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T – Trimestral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 – Anual</a:t>
            </a:r>
          </a:p>
          <a:p>
            <a:pPr lvl="1" algn="just">
              <a:lnSpc>
                <a:spcPct val="150000"/>
              </a:lnSpc>
              <a:buSzPct val="25000"/>
            </a:pPr>
            <a:r>
              <a:rPr lang="pt-BR" sz="2200" dirty="0">
                <a:latin typeface="Verdana" panose="020B0604030504040204" pitchFamily="34" charset="0"/>
                <a:ea typeface="Verdana" panose="020B0604030504040204" pitchFamily="34" charset="0"/>
                <a:sym typeface="Open Sans"/>
              </a:rPr>
              <a:t>Qualificação da Pessoa Jurídica:</a:t>
            </a:r>
          </a:p>
          <a:p>
            <a:pPr lvl="2" algn="just">
              <a:lnSpc>
                <a:spcPct val="150000"/>
              </a:lnSpc>
              <a:buSzPct val="25000"/>
            </a:pPr>
            <a:r>
              <a:rPr lang="pt-BR" sz="2200" dirty="0">
                <a:latin typeface="Verdana" panose="020B0604030504040204" pitchFamily="34" charset="0"/>
                <a:ea typeface="Verdana" panose="020B0604030504040204" pitchFamily="34" charset="0"/>
                <a:sym typeface="Open Sans"/>
              </a:rPr>
              <a:t>01 – PJ em Geral</a:t>
            </a:r>
          </a:p>
          <a:p>
            <a:pPr lvl="2" algn="just">
              <a:lnSpc>
                <a:spcPct val="150000"/>
              </a:lnSpc>
              <a:buSzPct val="25000"/>
            </a:pPr>
            <a:r>
              <a:rPr lang="pt-BR" sz="2200" dirty="0">
                <a:latin typeface="Verdana" panose="020B0604030504040204" pitchFamily="34" charset="0"/>
                <a:ea typeface="Verdana" panose="020B0604030504040204" pitchFamily="34" charset="0"/>
                <a:sym typeface="Open Sans"/>
              </a:rPr>
              <a:t>02 – PJ Componente do Sistema Financeiro</a:t>
            </a:r>
          </a:p>
          <a:p>
            <a:pPr lvl="2" algn="just">
              <a:lnSpc>
                <a:spcPct val="150000"/>
              </a:lnSpc>
              <a:buSzPct val="25000"/>
            </a:pPr>
            <a:r>
              <a:rPr lang="pt-BR" sz="2200" dirty="0">
                <a:latin typeface="Verdana" panose="020B0604030504040204" pitchFamily="34" charset="0"/>
                <a:ea typeface="Verdana" panose="020B0604030504040204" pitchFamily="34" charset="0"/>
                <a:sym typeface="Open Sans"/>
              </a:rPr>
              <a:t>03 – Sociedades Seguradoras, de Capitalização ou Entidade Aberta de Previdência Complementar</a:t>
            </a:r>
          </a:p>
          <a:p>
            <a:pPr lvl="2" algn="just">
              <a:lnSpc>
                <a:spcPct val="150000"/>
              </a:lnSpc>
              <a:buSzPct val="25000"/>
            </a:pPr>
            <a:endParaRPr lang="pt-BR" sz="20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76833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0020 – Parâmetros Complementares:</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os parâmetros que identificam quais blocos e registros a serem preenchidos.</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r>
              <a:rPr lang="pt-BR" sz="2200" b="1" i="1" dirty="0">
                <a:latin typeface="Verdana" panose="020B0604030504040204" pitchFamily="34" charset="0"/>
                <a:ea typeface="Verdana" panose="020B0604030504040204" pitchFamily="34" charset="0"/>
                <a:cs typeface="Verdana" panose="020B0604030504040204" pitchFamily="34" charset="0"/>
                <a:sym typeface="Open Sans"/>
              </a:rPr>
              <a:t>Ver Manual de Orientação ao Leiaute.</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4242872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0035 – Identificação da SCP:</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registro só deve ser utilizado nas ECF das pessoas jurídicas sócias ostensivas que possuem Sociedades em Conta de Participação (SCP), para identificação das SCP da pessoa jurídica no período da escrituração. </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Identificação da SCP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(CNPJ – Art. 52 da Instrução Normativa RFB no 1.470, de 30 de maio de 2014)</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Descrição da SCP</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46032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0930 – Identificação dos Signatários da ECF:</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Informa os dados dos signatários da escrituração. São obrigatórias duas assinaturas: uma do contabilista e uma da pessoa jurídica. </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a assinatura do contabilista só podem ser utilizados certificados digitais de pessoa física (e-PF ou e-CPF).</a:t>
            </a:r>
          </a:p>
          <a:p>
            <a:pPr lvl="1"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a assinatura da pessoa jurídica, poderá ser utilizado certificado digital válido (do tipo A1 ou A3):</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1. O e-PJ ou e-CNPJ do estabelecimento que contenha a mesma base do CNPJ (8 primeiros caracteres);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2. O e-PF ou e-CPF do representante legal da pessoa jurídica.</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400967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0930 – Identificação dos Signatários da ECF:</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3.</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3.1. O e-PF ou e-CPF do procurador (outorgado) constituído diretamente no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e-CAC</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(Centro Virtual de Atendimento), a partir do e-PJ ou e-CNPJ da pessoa jurídica (outorgante).</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3.2. O e-PF ou e-CPF do procurador (outorgado) constituído nos termos da Instrução Normativa RFB no 944/2009, por meio de procuração cadastrada no site da Receita Federal do Brasil e validada em qualquer uma de suas unidades, tendo como outorgante a pessoa jurídica.</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53387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0930 – Identificação dos Signatários da ECF:</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3.</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3.3. O e-PJ ou e-CNPJ do procurador (outorgado) constituído diretamente no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e-CAC</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(Centro Virtual de Atendimento), a partir do e-PJ ou e-CNPJ da pessoa jurídica (outorgante);</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3.4. O e-PJ ou e-CNPJ do procurador (outorgado) constituído nos termos da Instrução Normativa RFB n.º 944/2009, por meio de procuração cadastrada na página da Receita Federal do Brasil e validada em qualquer uma de suas unidades, tendo como outorgante a pessoa jurídica.</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435492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0930 – Identificação dos Signatários da ECF:</a:t>
            </a:r>
          </a:p>
          <a:p>
            <a:pPr lvl="2" algn="just">
              <a:lnSpc>
                <a:spcPct val="150000"/>
              </a:lnSpc>
              <a:buSzPct val="25000"/>
            </a:pPr>
            <a:r>
              <a:rPr lang="pt-BR" sz="2200" b="1" dirty="0">
                <a:latin typeface="Verdana" panose="020B0604030504040204" pitchFamily="34" charset="0"/>
                <a:ea typeface="Verdana" panose="020B0604030504040204" pitchFamily="34" charset="0"/>
                <a:cs typeface="Verdana" panose="020B0604030504040204" pitchFamily="34" charset="0"/>
                <a:sym typeface="Open Sans"/>
              </a:rPr>
              <a:t>Assinatura como procurador</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O contador pode assinar a ECF como contador e procurador. Para assinar como procurador, é necessária a procuração eletrônica cadastrada no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e-CAC</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É importante ressaltar que o serviço ECF – Escrituração Contábil Fiscal – deve estar explicitamente habilitado na procuração eletrônica. Isso não é automático, ou seja, se a empresa já possuía a procuração eletrônica, é necessário solicitar a habilitação do serviço ECF. (...)</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674268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0930 – Identificação dos Signatários da ECF:</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Para o preenchimento do registro 0930, as duas linhas conterão os dados do contador (Nome e CPF, conforme e-CPF do contador). Uma linha será com a qualificação “Contabilista” e a outra linha será com a qualificação “Procurador”.</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75859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C:</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bloco C não é preenchido pela empresa. O sistema preencherá o bloco C no momento da recuperação da ECD. Somente poderão ser recuperadas as ECD do tipo “G”,” R”, “B” ou “S”.</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G - Livro Diário (Completo sem escrituração auxiliar).</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 - Livro Diário com Escrituração Resumida (Com escrituração auxiliar).</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 - Livro Balancetes Diários e Balanços.</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89532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C040 -   Identificador da ECD:</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Identifica as ECD recuperadas pelo sistema. O registro é preenchido pelo sistema ao executar a funcionalidade de recuperação de ECD.</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97112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C050 -   Plano de Contas: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os registros I050 (plano de contas societário) das ECD do período.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236487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C051 -   Plano de Contas Referencial: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os registros I051 (centro de custo e mapeamento para o plano de conta referencial) das ECD do período.</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15882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C053 -  Subcontas Correlatas: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os registros I053 (subcontas correlatas) das ECD do período.</a:t>
            </a:r>
          </a:p>
          <a:p>
            <a:pPr lvl="1"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500349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C100 -  Centro de Custos: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os registros I100 (centro de custo) das ECD do período.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230689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C150 -  Saldos Periódicos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as contas dos registros I150 (saldos periódicos – identificação do período) das ECD do período.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14231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C150 -  Saldos Periódicos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as contas dos registros I155 (detalhes dos saldos contábeis recuperados) das ECD do período.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946842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C157: Transferência de Saldos do Plano de Contas: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o registro I157 (transferência de saldos do plano de contas anterior) das ECD do período.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59046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C157: Transferência de Saldos do Plano de Contas: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REGRA_C157_OBRIGATORIO: Se existe na ECD o registro I157 para, pelo menos, uma conta em um período (Exceto o primeiro período da escrituração - C150.DT_INI diferente 0000.DT_INI – Se há I157 no primeiro período, o sistema recupera normalmente, sem verificar saldo do registro I157) , deve existir neste período, registro I157(C157) para todas as contas com I155(C155).VL_SLD_INI diferente de zero. A conta deste período que não possui registro I157 gera erro e não é calculada no processo de recuperação.</a:t>
            </a:r>
          </a:p>
          <a:p>
            <a:pPr lvl="0"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413940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C350 – Saldo das Contas de Resultado Antes do Encerramento – Identificação da Data: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as contas patrimoniais dos registros I350 (saldos das contas de resultado antes do encerramento – identificação da data) das ECD do período.</a:t>
            </a:r>
          </a:p>
        </p:txBody>
      </p:sp>
    </p:spTree>
    <p:extLst>
      <p:ext uri="{BB962C8B-B14F-4D97-AF65-F5344CB8AC3E}">
        <p14:creationId xmlns:p14="http://schemas.microsoft.com/office/powerpoint/2010/main" val="2308046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C355 – Detalhes dos Saldos das Contas de Resultado Antes do Encerramento: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recuperação da ECD. Recupera os registros I355 (detalhes dos saldos das contas de resultado antes do encerramento) das ECD do período.</a:t>
            </a:r>
          </a:p>
        </p:txBody>
      </p:sp>
    </p:spTree>
    <p:extLst>
      <p:ext uri="{BB962C8B-B14F-4D97-AF65-F5344CB8AC3E}">
        <p14:creationId xmlns:p14="http://schemas.microsoft.com/office/powerpoint/2010/main" val="371917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E010 – Saldos Finais Recuperados da ECF Anterior:</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armazena as informações provenientes dos registros L100/L300 ou P100/P150 ou U100/U150 da ECF do período imediatamente anterior. O usuário solicitará a recuperação dos dados através da funcionalidade “Recuperar Saldos da ECF anterior”.</a:t>
            </a:r>
          </a:p>
        </p:txBody>
      </p:sp>
    </p:spTree>
    <p:extLst>
      <p:ext uri="{BB962C8B-B14F-4D97-AF65-F5344CB8AC3E}">
        <p14:creationId xmlns:p14="http://schemas.microsoft.com/office/powerpoint/2010/main" val="31541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E: Informações Recuperadas da ECF Anterior e Cálculo Fiscal dos Dados Recuperados da ECD:</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bloco E não é preenchido pela empresa. O sistema preencherá o bloco E no momento da recuperação da ECF no período imediatamente anterior e efetuará os cálculos fiscais relativos aos dados recuperados da ECD.</a:t>
            </a:r>
          </a:p>
        </p:txBody>
      </p:sp>
    </p:spTree>
    <p:extLst>
      <p:ext uri="{BB962C8B-B14F-4D97-AF65-F5344CB8AC3E}">
        <p14:creationId xmlns:p14="http://schemas.microsoft.com/office/powerpoint/2010/main" val="985859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E015 – Contas Contábeis Mapeadas: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armazena as informações provenientes dos registros K155/K156 da ECF do período imediatamente anterior. O usuário solicitará a recuperação dos dados através da funcionalidade “Recuperar Saldos da ECF anterior.</a:t>
            </a:r>
          </a:p>
        </p:txBody>
      </p:sp>
    </p:spTree>
    <p:extLst>
      <p:ext uri="{BB962C8B-B14F-4D97-AF65-F5344CB8AC3E}">
        <p14:creationId xmlns:p14="http://schemas.microsoft.com/office/powerpoint/2010/main" val="297860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E020 – Saldos Finais das Contas na Parte B do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da ECF Imediatamente Anterior:</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Recuperação dos saldos finais das contas da parte B do e-LALUR que serão replicados automaticamente pelo sistema para o registro M010/M500.</a:t>
            </a:r>
          </a:p>
        </p:txBody>
      </p:sp>
    </p:spTree>
    <p:extLst>
      <p:ext uri="{BB962C8B-B14F-4D97-AF65-F5344CB8AC3E}">
        <p14:creationId xmlns:p14="http://schemas.microsoft.com/office/powerpoint/2010/main" val="303933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E030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recuperar ECD. Calculado de acordo com os períodos fiscais determinados no Bloco 0:</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Trimestral; </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Anual; ou </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Mensal (para balanços de suspensão e redução).</a:t>
            </a:r>
          </a:p>
        </p:txBody>
      </p:sp>
    </p:spTree>
    <p:extLst>
      <p:ext uri="{BB962C8B-B14F-4D97-AF65-F5344CB8AC3E}">
        <p14:creationId xmlns:p14="http://schemas.microsoft.com/office/powerpoint/2010/main" val="363745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E155 – Detalhes dos Saldos Contábeis Calculados com Base nas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ECDs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recuperar ECD. Calculado a partir dos registros recuperados C155 de acordo com os períodos fiscais.</a:t>
            </a:r>
          </a:p>
        </p:txBody>
      </p:sp>
    </p:spTree>
    <p:extLst>
      <p:ext uri="{BB962C8B-B14F-4D97-AF65-F5344CB8AC3E}">
        <p14:creationId xmlns:p14="http://schemas.microsoft.com/office/powerpoint/2010/main" val="1696878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E355 – Detalhes dos Saldos das Contas de Resultado Antes do Encerramento: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preenchido pelo sistema ao executar a funcionalidade de recuperar ECD. Calculado a partir dos registros recuperados C355 de acordo com os períodos fiscais.</a:t>
            </a:r>
          </a:p>
        </p:txBody>
      </p:sp>
    </p:spTree>
    <p:extLst>
      <p:ext uri="{BB962C8B-B14F-4D97-AF65-F5344CB8AC3E}">
        <p14:creationId xmlns:p14="http://schemas.microsoft.com/office/powerpoint/2010/main" val="285512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J: Plano de Contas e Mapeamento: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mapeamento do plano de contas contábil para o plano de contas referencial. Os registros deste bloco podem ser:</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Digitados;</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Importados;  </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III – Replicados a partir do Bloco E; ou</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IV – Recuperados da ECF do período imediatamente anterior ao período da escrituração atual, transmitida via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Sped</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a:t>
            </a:r>
          </a:p>
        </p:txBody>
      </p:sp>
    </p:spTree>
    <p:extLst>
      <p:ext uri="{BB962C8B-B14F-4D97-AF65-F5344CB8AC3E}">
        <p14:creationId xmlns:p14="http://schemas.microsoft.com/office/powerpoint/2010/main" val="1179757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J050 -   Plano de Contas: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onde deve ser informado o plano de contas da empresa.</a:t>
            </a:r>
          </a:p>
        </p:txBody>
      </p:sp>
    </p:spTree>
    <p:extLst>
      <p:ext uri="{BB962C8B-B14F-4D97-AF65-F5344CB8AC3E}">
        <p14:creationId xmlns:p14="http://schemas.microsoft.com/office/powerpoint/2010/main" val="114649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J051 -   Plano de Contas Referencial: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destinado a informar o plano de contas referencial da instituição gestora, referenciando com as respectivas contas do plano de contas da pessoa jurídica.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Somente devem ser referenciadas as contas analíticas com natureza de conta (J050.COD_NAT) igual a “01” (contas de ativo), “02” (contas de passivo), “03” (patrimônio líquido) e “04” (contas de resultado).</a:t>
            </a:r>
          </a:p>
        </p:txBody>
      </p:sp>
    </p:spTree>
    <p:extLst>
      <p:ext uri="{BB962C8B-B14F-4D97-AF65-F5344CB8AC3E}">
        <p14:creationId xmlns:p14="http://schemas.microsoft.com/office/powerpoint/2010/main" val="132293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J051 -   Plano de Contas Referencial: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Observação: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1.- Caso a empresa se utilize de centro de custos para referenciamento na ECD, da mesma forma deve proceder para referenciamento na ECF</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2.- Caso a pessoa jurídica utilize subcontas auxiliares conforme previsão dos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arts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295, 296, 298 e 299 da Instrução Normativa RFB nº 1.700, de 14 de março de 2017, as subcontas auxiliares devem ser mapeadas para a conta referencial “pai” da respectiva subconta.</a:t>
            </a:r>
          </a:p>
        </p:txBody>
      </p:sp>
    </p:spTree>
    <p:extLst>
      <p:ext uri="{BB962C8B-B14F-4D97-AF65-F5344CB8AC3E}">
        <p14:creationId xmlns:p14="http://schemas.microsoft.com/office/powerpoint/2010/main" val="2428441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J051 -   Plano de Contas Referencial: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Exemplo:</a:t>
            </a:r>
          </a:p>
        </p:txBody>
      </p:sp>
      <p:graphicFrame>
        <p:nvGraphicFramePr>
          <p:cNvPr id="4" name="Tabela 3">
            <a:extLst>
              <a:ext uri="{FF2B5EF4-FFF2-40B4-BE49-F238E27FC236}">
                <a16:creationId xmlns:a16="http://schemas.microsoft.com/office/drawing/2014/main" xmlns="" id="{4F208588-2A40-4BCE-9733-125329792502}"/>
              </a:ext>
            </a:extLst>
          </p:cNvPr>
          <p:cNvGraphicFramePr>
            <a:graphicFrameLocks noGrp="1"/>
          </p:cNvGraphicFramePr>
          <p:nvPr>
            <p:extLst>
              <p:ext uri="{D42A27DB-BD31-4B8C-83A1-F6EECF244321}">
                <p14:modId xmlns:p14="http://schemas.microsoft.com/office/powerpoint/2010/main" val="3886458783"/>
              </p:ext>
            </p:extLst>
          </p:nvPr>
        </p:nvGraphicFramePr>
        <p:xfrm>
          <a:off x="2010621" y="2644129"/>
          <a:ext cx="7560840" cy="1569742"/>
        </p:xfrm>
        <a:graphic>
          <a:graphicData uri="http://schemas.openxmlformats.org/drawingml/2006/table">
            <a:tbl>
              <a:tblPr firstRow="1" firstCol="1" bandRow="1">
                <a:tableStyleId>{5C22544A-7EE6-4342-B048-85BDC9FD1C3A}</a:tableStyleId>
              </a:tblPr>
              <a:tblGrid>
                <a:gridCol w="3638090">
                  <a:extLst>
                    <a:ext uri="{9D8B030D-6E8A-4147-A177-3AD203B41FA5}">
                      <a16:colId xmlns:a16="http://schemas.microsoft.com/office/drawing/2014/main" xmlns="" val="20000"/>
                    </a:ext>
                  </a:extLst>
                </a:gridCol>
                <a:gridCol w="3922750">
                  <a:extLst>
                    <a:ext uri="{9D8B030D-6E8A-4147-A177-3AD203B41FA5}">
                      <a16:colId xmlns:a16="http://schemas.microsoft.com/office/drawing/2014/main" xmlns="" val="20001"/>
                    </a:ext>
                  </a:extLst>
                </a:gridCol>
              </a:tblGrid>
              <a:tr h="487680">
                <a:tc>
                  <a:txBody>
                    <a:bodyPr/>
                    <a:lstStyle/>
                    <a:p>
                      <a:pPr>
                        <a:spcAft>
                          <a:spcPts val="0"/>
                        </a:spcAft>
                      </a:pPr>
                      <a:r>
                        <a:rPr lang="pt-BR" sz="1600" dirty="0">
                          <a:effectLst/>
                          <a:latin typeface="Arial" panose="020B0604020202020204" pitchFamily="34" charset="0"/>
                          <a:cs typeface="Arial" panose="020B0604020202020204" pitchFamily="34" charset="0"/>
                        </a:rPr>
                        <a:t>Plano de Contas da Empresa (J050)</a:t>
                      </a:r>
                      <a:endParaRPr lang="pt-BR" sz="16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spcAft>
                          <a:spcPts val="0"/>
                        </a:spcAft>
                      </a:pPr>
                      <a:r>
                        <a:rPr lang="pt-BR" sz="1600" dirty="0">
                          <a:effectLst/>
                          <a:latin typeface="Arial" panose="020B0604020202020204" pitchFamily="34" charset="0"/>
                          <a:cs typeface="Arial" panose="020B0604020202020204" pitchFamily="34" charset="0"/>
                        </a:rPr>
                        <a:t>Mapeamento para o Plano de Contas Referencial (J051)</a:t>
                      </a:r>
                      <a:endParaRPr lang="pt-BR" sz="16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xmlns="" val="10000"/>
                  </a:ext>
                </a:extLst>
              </a:tr>
              <a:tr h="309583">
                <a:tc>
                  <a:txBody>
                    <a:bodyPr/>
                    <a:lstStyle/>
                    <a:p>
                      <a:pPr>
                        <a:spcAft>
                          <a:spcPts val="0"/>
                        </a:spcAft>
                      </a:pPr>
                      <a:r>
                        <a:rPr lang="pt-BR" sz="1600" dirty="0">
                          <a:effectLst/>
                          <a:latin typeface="Arial" panose="020B0604020202020204" pitchFamily="34" charset="0"/>
                          <a:cs typeface="Arial" panose="020B0604020202020204" pitchFamily="34" charset="0"/>
                        </a:rPr>
                        <a:t>Veículos</a:t>
                      </a:r>
                      <a:endParaRPr lang="pt-BR" sz="16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spcAft>
                          <a:spcPts val="0"/>
                        </a:spcAft>
                      </a:pPr>
                      <a:r>
                        <a:rPr lang="pt-BR" sz="1600" dirty="0">
                          <a:effectLst/>
                          <a:latin typeface="Arial" panose="020B0604020202020204" pitchFamily="34" charset="0"/>
                          <a:cs typeface="Arial" panose="020B0604020202020204" pitchFamily="34" charset="0"/>
                        </a:rPr>
                        <a:t>1.02.03.01.08 - Veículos</a:t>
                      </a:r>
                      <a:endParaRPr lang="pt-BR" sz="16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xmlns="" val="10001"/>
                  </a:ext>
                </a:extLst>
              </a:tr>
              <a:tr h="282859">
                <a:tc>
                  <a:txBody>
                    <a:bodyPr/>
                    <a:lstStyle/>
                    <a:p>
                      <a:pPr>
                        <a:spcAft>
                          <a:spcPts val="0"/>
                        </a:spcAft>
                      </a:pPr>
                      <a:r>
                        <a:rPr lang="pt-BR" sz="1600" dirty="0">
                          <a:effectLst/>
                          <a:latin typeface="Arial" panose="020B0604020202020204" pitchFamily="34" charset="0"/>
                          <a:cs typeface="Arial" panose="020B0604020202020204" pitchFamily="34" charset="0"/>
                        </a:rPr>
                        <a:t>Veículos – Subconta Auxiliar</a:t>
                      </a:r>
                      <a:endParaRPr lang="pt-BR" sz="16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spcAft>
                          <a:spcPts val="0"/>
                        </a:spcAft>
                      </a:pPr>
                      <a:r>
                        <a:rPr lang="pt-BR" sz="1600" dirty="0">
                          <a:effectLst/>
                          <a:latin typeface="Arial" panose="020B0604020202020204" pitchFamily="34" charset="0"/>
                          <a:cs typeface="Arial" panose="020B0604020202020204" pitchFamily="34" charset="0"/>
                        </a:rPr>
                        <a:t>1.02.03.01.08 - Veículos</a:t>
                      </a:r>
                      <a:endParaRPr lang="pt-BR" sz="16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xmlns="" val="10002"/>
                  </a:ext>
                </a:extLst>
              </a:tr>
              <a:tr h="489620">
                <a:tc>
                  <a:txBody>
                    <a:bodyPr/>
                    <a:lstStyle/>
                    <a:p>
                      <a:pPr>
                        <a:spcAft>
                          <a:spcPts val="0"/>
                        </a:spcAft>
                      </a:pPr>
                      <a:r>
                        <a:rPr lang="pt-BR" sz="1600">
                          <a:effectLst/>
                          <a:latin typeface="Arial" panose="020B0604020202020204" pitchFamily="34" charset="0"/>
                          <a:cs typeface="Arial" panose="020B0604020202020204" pitchFamily="34" charset="0"/>
                        </a:rPr>
                        <a:t>Subconta AVP (Ajuste a Valor Presente)</a:t>
                      </a:r>
                      <a:endParaRPr lang="pt-BR" sz="1600">
                        <a:effectLst/>
                        <a:latin typeface="Arial" panose="020B0604020202020204" pitchFamily="34" charset="0"/>
                        <a:ea typeface="Calibri"/>
                        <a:cs typeface="Arial" panose="020B0604020202020204" pitchFamily="34" charset="0"/>
                      </a:endParaRPr>
                    </a:p>
                  </a:txBody>
                  <a:tcPr marL="68580" marR="68580" marT="0" marB="0"/>
                </a:tc>
                <a:tc>
                  <a:txBody>
                    <a:bodyPr/>
                    <a:lstStyle/>
                    <a:p>
                      <a:pPr>
                        <a:spcAft>
                          <a:spcPts val="0"/>
                        </a:spcAft>
                      </a:pPr>
                      <a:r>
                        <a:rPr lang="pt-BR" sz="1600" dirty="0">
                          <a:effectLst/>
                          <a:latin typeface="Arial" panose="020B0604020202020204" pitchFamily="34" charset="0"/>
                          <a:cs typeface="Arial" panose="020B0604020202020204" pitchFamily="34" charset="0"/>
                        </a:rPr>
                        <a:t>1.02.03.01.75 - Subconta - Ajuste Valor Presente – Imobilizado</a:t>
                      </a:r>
                      <a:endParaRPr lang="pt-BR" sz="16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3973531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J053 -  Subcontas Correlatas: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utilizado para demonstrar os grupos (J053.COD_IDT) compostos de uma conta “pai” e uma ou mais subcontas correlatas. É possível utilizar o mesmo código de identificação do grupo para mais de um conjunto de conta “pai” e subconta(s).</a:t>
            </a:r>
          </a:p>
        </p:txBody>
      </p:sp>
    </p:spTree>
    <p:extLst>
      <p:ext uri="{BB962C8B-B14F-4D97-AF65-F5344CB8AC3E}">
        <p14:creationId xmlns:p14="http://schemas.microsoft.com/office/powerpoint/2010/main" val="289803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J100 -  Centro de Custos:</a:t>
            </a:r>
          </a:p>
          <a:p>
            <a:pPr lvl="2" algn="just">
              <a:lnSpc>
                <a:spcPct val="150000"/>
              </a:lnSpc>
              <a:buSzPct val="25000"/>
            </a:pPr>
            <a:r>
              <a:rPr lang="pt-BR" sz="2200">
                <a:latin typeface="Verdana" panose="020B0604030504040204" pitchFamily="34" charset="0"/>
                <a:ea typeface="Verdana" panose="020B0604030504040204" pitchFamily="34" charset="0"/>
                <a:cs typeface="Verdana" panose="020B0604030504040204" pitchFamily="34" charset="0"/>
                <a:sym typeface="Open Sans"/>
              </a:rPr>
              <a:t>Registro destinado à informação dos centros de custos utilizados pela pessoa jurídica.</a:t>
            </a: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64102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K: Saldos das Contas Contábeis e Referenciais: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os saldos das contas contábeis e referenciais. Os registros deste bloco podem ser:</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 – Digitados;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 – Importados; ou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III – Replicados a partir do Bloco E.</a:t>
            </a:r>
          </a:p>
        </p:txBody>
      </p:sp>
    </p:spTree>
    <p:extLst>
      <p:ext uri="{BB962C8B-B14F-4D97-AF65-F5344CB8AC3E}">
        <p14:creationId xmlns:p14="http://schemas.microsoft.com/office/powerpoint/2010/main" val="282308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K030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de identificação dos períodos da escrituração necessários conforme definições de parâmetros do Bloco 0.</a:t>
            </a:r>
          </a:p>
        </p:txBody>
      </p:sp>
    </p:spTree>
    <p:extLst>
      <p:ext uri="{BB962C8B-B14F-4D97-AF65-F5344CB8AC3E}">
        <p14:creationId xmlns:p14="http://schemas.microsoft.com/office/powerpoint/2010/main" val="1439337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K155 – Detalhes dos Saldos Contábeis Calculados com Base nas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ECDs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onde devem ser informados os saldos iniciais, os saldos finais, os totais de débitos e os totais de créditos de todas as contas patrimoniais da escrituração societária da pessoa jurídica (Ativo, Passivo e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Patrimonio</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Liquido), no período de apuração. Poderá ser preenchido das seguintes formas:</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Edição pelo programa da ECF;</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Calculado pelo sistema através da funcionalidade de recuperar ECD; e</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Importado de arquivo digital. </a:t>
            </a:r>
          </a:p>
        </p:txBody>
      </p:sp>
    </p:spTree>
    <p:extLst>
      <p:ext uri="{BB962C8B-B14F-4D97-AF65-F5344CB8AC3E}">
        <p14:creationId xmlns:p14="http://schemas.microsoft.com/office/powerpoint/2010/main" val="2684232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K156 – Mapeamento Referencial do Saldo Final: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utilizado para mapeamento, por conta referencial, dos saldos finais de todas as contas patrimoniais da escrituração societária da pessoa jurídica (Ativo, Passivo e Patrimônio Líquido), nos respectivos períodos de apuração. Poderá ser preenchido das seguintes formas:</a:t>
            </a:r>
          </a:p>
          <a:p>
            <a:pPr lvl="3" algn="just">
              <a:lnSpc>
                <a:spcPct val="150000"/>
              </a:lnSpc>
              <a:buSzPct val="25000"/>
            </a:pPr>
            <a:r>
              <a:rPr lang="pt-BR" sz="2400" dirty="0">
                <a:latin typeface="Verdana" panose="020B0604030504040204" pitchFamily="34" charset="0"/>
                <a:ea typeface="Verdana" panose="020B0604030504040204" pitchFamily="34" charset="0"/>
                <a:cs typeface="Verdana" panose="020B0604030504040204" pitchFamily="34" charset="0"/>
                <a:sym typeface="Open Sans"/>
              </a:rPr>
              <a:t>- Edição pelo programa da ECF;</a:t>
            </a:r>
          </a:p>
          <a:p>
            <a:pPr lvl="3" algn="just">
              <a:lnSpc>
                <a:spcPct val="150000"/>
              </a:lnSpc>
              <a:buSzPct val="25000"/>
            </a:pPr>
            <a:r>
              <a:rPr lang="pt-BR" sz="2400" dirty="0">
                <a:latin typeface="Verdana" panose="020B0604030504040204" pitchFamily="34" charset="0"/>
                <a:ea typeface="Verdana" panose="020B0604030504040204" pitchFamily="34" charset="0"/>
                <a:cs typeface="Verdana" panose="020B0604030504040204" pitchFamily="34" charset="0"/>
                <a:sym typeface="Open Sans"/>
              </a:rPr>
              <a:t>- Calculado pelo sistema através da funcionalidade de recuperar ECD; e</a:t>
            </a:r>
          </a:p>
          <a:p>
            <a:pPr lvl="3" algn="just">
              <a:lnSpc>
                <a:spcPct val="150000"/>
              </a:lnSpc>
              <a:buSzPct val="25000"/>
            </a:pPr>
            <a:r>
              <a:rPr lang="pt-BR" sz="2400" dirty="0">
                <a:latin typeface="Verdana" panose="020B0604030504040204" pitchFamily="34" charset="0"/>
                <a:ea typeface="Verdana" panose="020B0604030504040204" pitchFamily="34" charset="0"/>
                <a:cs typeface="Verdana" panose="020B0604030504040204" pitchFamily="34" charset="0"/>
                <a:sym typeface="Open Sans"/>
              </a:rPr>
              <a:t>- Importado de arquivo digital. </a:t>
            </a:r>
          </a:p>
        </p:txBody>
      </p:sp>
    </p:spTree>
    <p:extLst>
      <p:ext uri="{BB962C8B-B14F-4D97-AF65-F5344CB8AC3E}">
        <p14:creationId xmlns:p14="http://schemas.microsoft.com/office/powerpoint/2010/main" val="2441949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K355 – Detalhes dos Saldos das Contas de Resultado Antes do Encerramento: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onde devem ser informados os saldos finais de todas as contas de resultado da escrituração societária da pessoa jurídica antes do encerramento. Poderá ser preenchido das seguintes formas:</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Edição pelo programa da ECF;</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Calculado pelo sistema através da funcionalidade de recuperar ECD; e</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Importado de arquivo digital. </a:t>
            </a:r>
          </a:p>
        </p:txBody>
      </p:sp>
    </p:spTree>
    <p:extLst>
      <p:ext uri="{BB962C8B-B14F-4D97-AF65-F5344CB8AC3E}">
        <p14:creationId xmlns:p14="http://schemas.microsoft.com/office/powerpoint/2010/main" val="214286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K356 – Mapeamento Referencial dos Saldos Finais das Contas Contábeis de Resultado Antes do Encerramento: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onde devem ser mapeados, por conta referencial, os saldo finais de todas as contas de resultado da escrituração societária da pessoa jurídica nos respectivos períodos de apuração. Poderá ser preenchido das seguintes formas:</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Edição pelo programa da ECF;</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Calculado pelo sistema através da funcionalidade de recuperar ECD; e</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Importado de arquivo digital. </a:t>
            </a:r>
          </a:p>
        </p:txBody>
      </p:sp>
    </p:spTree>
    <p:extLst>
      <p:ext uri="{BB962C8B-B14F-4D97-AF65-F5344CB8AC3E}">
        <p14:creationId xmlns:p14="http://schemas.microsoft.com/office/powerpoint/2010/main" val="1158229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K356 – Mapeamento Referencial dos Saldos Finais das Contas Contábeis de Resultado Antes do Encerramento: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Observação: Se houver somente uma conta referencial no registro J051 mapeada a partir de uma conta contábil (plano de contas da pessoa jurídica), o próprio sistema preencherá o registro K356 (mapeamento de uma conta contábil para uma conta referencial). Caso contrário, ou seja, a conta contábil foi mapeada para mais de uma conta referencial, o registro K356 deverá ser preenchido pela pessoa jurídica.</a:t>
            </a:r>
            <a:endParaRPr lang="pt-BR" sz="20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854904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L: Lucro Líquido – Lucro Real: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programa da ECF foi desenvolvido de forma a atender às disposições de apuração do Imposto de Renda da Pessoa Jurídica – IRPJ e da Contribuição Social sobre o Lucro Líquido – CSLL conforme disciplinadas na Instrução Normativa da Secretaria da Receita Federal do Brasil – IN RFB nº 1.700, de 14 de março de 2017; no que se refere às alterações na legislação tributária introduzidas pela Lei nº 12.973, de 13 de maio de 2014 e suas alterações.</a:t>
            </a:r>
            <a:endParaRPr lang="pt-BR" sz="20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546256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L: Lucro Líquido – Lucro Real: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 Assim, as informações inerentes ao tratamento tributário para as empresas do lucro real (conceitos, formas de apuração, obrigatoriedade, bases de tributação, alíquotas, deduções legais, compensações, adições e exclusões,  incentivos fiscais, etc.) e seu disciplinamento devem ser consultadas nas normas de regência (Regulamento do Imposto de Renda da Pessoa Jurídica – Decreto nº 3.000/1999 – RIR/99; lei nº 12.973/2014; IN RFB nº 1.700/2017; etc.).</a:t>
            </a:r>
            <a:endParaRPr lang="pt-BR" sz="20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038032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L: Lucro Líquido – Lucro Real: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Lucro real é o lucro líquido do período de apuração antes da provisão para o IRPJ, ajustado pelas adições, exclusões ou compensações prescritas ou autorizadas pela legislação do IRPJ. É a base de cálculo do imposto sobre a renda apurada segundo registros contábeis e fiscais efetuados sistematicamente de acordo com as leis comerciais e fiscais.</a:t>
            </a:r>
            <a:endParaRPr lang="pt-BR" sz="20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09206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L030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de identificação dos períodos da escrituração necessários conforme definições de parâmetros do Bloco 0.</a:t>
            </a:r>
            <a:endParaRPr lang="pt-BR" sz="20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01193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L100 – Balanço Patrimonial: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balanço patrimonial com base nas contas referenciais para o período de apuração. O saldo inicial pode ser replicado do registro E010/E015 ou preenchido. O saldo final será recuperado do registro K155/K156.</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b="1" dirty="0">
                <a:latin typeface="Verdana" panose="020B0604030504040204" pitchFamily="34" charset="0"/>
                <a:ea typeface="Verdana" panose="020B0604030504040204" pitchFamily="34" charset="0"/>
                <a:cs typeface="Verdana" panose="020B0604030504040204" pitchFamily="34" charset="0"/>
                <a:sym typeface="Open Sans"/>
              </a:rPr>
              <a:t>Os saldos finais do registro L100 não são editáveis.</a:t>
            </a:r>
            <a:endParaRPr lang="pt-BR" sz="2000" b="1"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405217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L200 – Método de Avaliação de Estoques: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método de avaliação de estoques.</a:t>
            </a:r>
            <a:endParaRPr lang="pt-BR" sz="2000" b="1"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78025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L210 – Informativo da Composição dos Custos: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a composição dos custos dos produtos fabricação própria vendidos e custos dos serviços prestados no período para as empresas que utilizam o inventário permanente.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Observação: No caso de lucro real estimativa (anual), o preenchimento do registro L210 será:</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No caso de receita bruta: somente será informado o período anual (A00)</a:t>
            </a:r>
          </a:p>
          <a:p>
            <a:pPr lvl="3" algn="just">
              <a:lnSpc>
                <a:spcPct val="150000"/>
              </a:lnSpc>
              <a:buSzPct val="25000"/>
            </a:pPr>
            <a:r>
              <a:rPr lang="pt-BR" sz="2000" dirty="0">
                <a:latin typeface="Verdana" panose="020B0604030504040204" pitchFamily="34" charset="0"/>
                <a:ea typeface="Verdana" panose="020B0604030504040204" pitchFamily="34" charset="0"/>
                <a:cs typeface="Verdana" panose="020B0604030504040204" pitchFamily="34" charset="0"/>
                <a:sym typeface="Open Sans"/>
              </a:rPr>
              <a:t>- No caso de balanço ou balancete: mensal, com saldos acumulados de um mês para outro.</a:t>
            </a:r>
            <a:endParaRPr lang="pt-BR" sz="2000" b="1"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547984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L300 – Demonstrativo do Resultado Líquido no Período Fiscal: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demonstrativo do resultado do exercício para o período de apuração. Os saldos finais do registro L300 não são editáveis.</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49025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As apurações de IRPJ/CSLL são efetuadas na ECF mediante o Bloco M, este que podemos chamá-lo de e-LALUR e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e-LACS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a:t>
            </a:r>
          </a:p>
        </p:txBody>
      </p:sp>
    </p:spTree>
    <p:extLst>
      <p:ext uri="{BB962C8B-B14F-4D97-AF65-F5344CB8AC3E}">
        <p14:creationId xmlns:p14="http://schemas.microsoft.com/office/powerpoint/2010/main" val="1035056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melhor entendimento, seguem os registros que compõe os mesmos: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M010: Identificação da conta na parte B do e-LALUR e do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e-LACS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 Neste registro vamos informar os tipos de movimentações que irão constar na parte B;</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662216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M030: Identificação dos período e formas de apuração do IRPJ e da CSLL das empresas tributadas pelo lucro real – Neste registro iremos informar os tipos de apuração: Trimestral (qual trimestre), Anual (qual o período).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429052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M300: Lançamentos da parte A do e-LALUR – Neste registro serão informadas:</a:t>
            </a:r>
          </a:p>
          <a:p>
            <a:pPr lvl="3" algn="just">
              <a:lnSpc>
                <a:spcPct val="150000"/>
              </a:lnSpc>
              <a:buSzPct val="25000"/>
            </a:pPr>
            <a:r>
              <a:rPr lang="pt-BR" sz="2400" dirty="0">
                <a:latin typeface="Verdana" panose="020B0604030504040204" pitchFamily="34" charset="0"/>
                <a:ea typeface="Verdana" panose="020B0604030504040204" pitchFamily="34" charset="0"/>
                <a:cs typeface="Verdana" panose="020B0604030504040204" pitchFamily="34" charset="0"/>
                <a:sym typeface="Open Sans"/>
              </a:rPr>
              <a:t>Adições;</a:t>
            </a:r>
          </a:p>
          <a:p>
            <a:pPr lvl="3" algn="just">
              <a:lnSpc>
                <a:spcPct val="150000"/>
              </a:lnSpc>
              <a:buSzPct val="25000"/>
            </a:pPr>
            <a:r>
              <a:rPr lang="pt-BR" sz="2400" dirty="0">
                <a:latin typeface="Verdana" panose="020B0604030504040204" pitchFamily="34" charset="0"/>
                <a:ea typeface="Verdana" panose="020B0604030504040204" pitchFamily="34" charset="0"/>
                <a:cs typeface="Verdana" panose="020B0604030504040204" pitchFamily="34" charset="0"/>
                <a:sym typeface="Open Sans"/>
              </a:rPr>
              <a:t>Exclusões;</a:t>
            </a:r>
          </a:p>
          <a:p>
            <a:pPr lvl="3" algn="just">
              <a:lnSpc>
                <a:spcPct val="150000"/>
              </a:lnSpc>
              <a:buSzPct val="25000"/>
            </a:pPr>
            <a:r>
              <a:rPr lang="pt-BR" sz="2400" dirty="0">
                <a:latin typeface="Verdana" panose="020B0604030504040204" pitchFamily="34" charset="0"/>
                <a:ea typeface="Verdana" panose="020B0604030504040204" pitchFamily="34" charset="0"/>
                <a:cs typeface="Verdana" panose="020B0604030504040204" pitchFamily="34" charset="0"/>
                <a:sym typeface="Open Sans"/>
              </a:rPr>
              <a:t>Compensação de Prejuízos;</a:t>
            </a:r>
          </a:p>
          <a:p>
            <a:pPr lvl="3" algn="just">
              <a:lnSpc>
                <a:spcPct val="150000"/>
              </a:lnSpc>
              <a:buSzPct val="25000"/>
            </a:pPr>
            <a:r>
              <a:rPr lang="pt-BR" sz="2400" dirty="0">
                <a:latin typeface="Verdana" panose="020B0604030504040204" pitchFamily="34" charset="0"/>
                <a:ea typeface="Verdana" panose="020B0604030504040204" pitchFamily="34" charset="0"/>
                <a:cs typeface="Verdana" panose="020B0604030504040204" pitchFamily="34" charset="0"/>
                <a:sym typeface="Open Sans"/>
              </a:rPr>
              <a:t>Lucro.</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15609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M305: Conta da Parte B do e-LALUR – Neste registro serão informadas as movimentações ocorridas na parte B do e-LALUR, a saber:</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D – Para prejuízos ou valores que reduzam o lucro real em períodos subsequentes.</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 – Para valores que aumentam o lucro real em períodos subsequentes.</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00640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M310: Contas contábeis relacionadas ao lançamento da parte A do e-LALUR – Neste registro serão relacionados os lançamentos da parte A do e-</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Lalur</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com as contas contábeis.</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M312: Números dos lançamentos relacionados à conta contábil – Número do Lançamento Descrito na ECD no campo 2 (NUM_LCTO) registro “I200 – Lançamento Contábil”.</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80422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M315: Identificação de processos judiciais e administrativos referentes ao lançamento – Identifica os processos judiciais ou administrativos utilizados que embasaram adições menores que as previstas na legislação ou falta de adição e exclusões maiores que as previstas na legislação na parte A do e-</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Lalur</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(tratamento diverso do regramento fiscal). </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84408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M: Livro Eletrônico de Apuração do Lucro Real (e-</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Lalur</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 e Livro Eletrônico de Apuração da Base de Cálculo da CSLL (</a:t>
            </a:r>
            <a:r>
              <a:rPr lang="pt-BR" b="1" dirty="0" err="1">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e-Lacs</a:t>
            </a: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Para melhor entendimento, seguem os registros que compõe os mesmos:</a:t>
            </a:r>
          </a:p>
          <a:p>
            <a:pPr lvl="3"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M350 ao M415 – Registros idênticos aos anteriores, mas referentes ao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e-LACS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8179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N: Cálculo do IRPJ e da CSLL – Lucro Real: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onde é efetuada a apuração do IRPJ – Lucro Real, ou Prejuízo Fiscal.</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152946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N030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onde é efetuada a apuração do IRPJ – Lucro Real, ou Prejuízo Fiscal.</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305427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N030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de identificação dos períodos da escrituração necessários conforme definições de parâmetros do Bloco 0.</a:t>
            </a:r>
          </a:p>
        </p:txBody>
      </p:sp>
    </p:spTree>
    <p:extLst>
      <p:ext uri="{BB962C8B-B14F-4D97-AF65-F5344CB8AC3E}">
        <p14:creationId xmlns:p14="http://schemas.microsoft.com/office/powerpoint/2010/main" val="651600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N500 – Base de Cálculo do IRPJ Sobre o Lucro Real Após as Compensações de Prejuízos: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a base de cálculo do IRPJ após as compensações de prejuízos.</a:t>
            </a:r>
          </a:p>
        </p:txBody>
      </p:sp>
    </p:spTree>
    <p:extLst>
      <p:ext uri="{BB962C8B-B14F-4D97-AF65-F5344CB8AC3E}">
        <p14:creationId xmlns:p14="http://schemas.microsoft.com/office/powerpoint/2010/main" val="665986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N620 –Cálculo do IRPJ Mensal por Estimativa: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cálculo do IRPJ mensal por estimativa.</a:t>
            </a:r>
          </a:p>
        </p:txBody>
      </p:sp>
    </p:spTree>
    <p:extLst>
      <p:ext uri="{BB962C8B-B14F-4D97-AF65-F5344CB8AC3E}">
        <p14:creationId xmlns:p14="http://schemas.microsoft.com/office/powerpoint/2010/main" val="1880244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N620 –Cálculo do IRPJ Mensal por Estimativa: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cálculo do IRPJ mensal por estimativa.</a:t>
            </a:r>
          </a:p>
        </p:txBody>
      </p:sp>
    </p:spTree>
    <p:extLst>
      <p:ext uri="{BB962C8B-B14F-4D97-AF65-F5344CB8AC3E}">
        <p14:creationId xmlns:p14="http://schemas.microsoft.com/office/powerpoint/2010/main" val="3628377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N630 – Cálculo do IRPJ com Base no Lucro Real: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cálculo do IRPJ com base no lucro real.</a:t>
            </a:r>
          </a:p>
        </p:txBody>
      </p:sp>
    </p:spTree>
    <p:extLst>
      <p:ext uri="{BB962C8B-B14F-4D97-AF65-F5344CB8AC3E}">
        <p14:creationId xmlns:p14="http://schemas.microsoft.com/office/powerpoint/2010/main" val="212887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Registros: N650, N660, N670:</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Semelhantes aos do IRPJ, mas tratam das apurações de CSLL.</a:t>
            </a:r>
          </a:p>
        </p:txBody>
      </p:sp>
    </p:spTree>
    <p:extLst>
      <p:ext uri="{BB962C8B-B14F-4D97-AF65-F5344CB8AC3E}">
        <p14:creationId xmlns:p14="http://schemas.microsoft.com/office/powerpoint/2010/main" val="3942004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P: Lucro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programa da ECF foi desenvolvido de forma a atender às disposições de apuração do Imposto de Renda da Pessoa Jurídica – IRPJ e da Contribuição Social sobre o Lucro Líquido – CSLL conforme disciplinadas na Instrução Normativa da Secretaria da Receita Federal do Brasil – IN RFB nº 1.700, de 14 de março de 2017; no que se refere às alterações na legislação tributária introduzidas pela Lei nº 12.973, de 13 de maio de 2014 e suas alterações.</a:t>
            </a:r>
          </a:p>
        </p:txBody>
      </p:sp>
    </p:spTree>
    <p:extLst>
      <p:ext uri="{BB962C8B-B14F-4D97-AF65-F5344CB8AC3E}">
        <p14:creationId xmlns:p14="http://schemas.microsoft.com/office/powerpoint/2010/main" val="3038336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P: Lucro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Assim, as informações inerentes ao tratamento tributário para as empresa do lucro presumido (conceitos, formas de apuração, obrigatoriedade, bases de tributação, alíquotas, deduções legais, compensações, adições e exclusões,  incentivos fiscais, etc.) e seu disciplinamento devem ser consultadas nas normas de regência (Regulamento do Imposto de Renda da Pessoa Jurídica – Decreto nº 3.000/1999 – RIR/99; lei nº 12.973/2014; IN RFB nº 1.700/2017; etc.).</a:t>
            </a:r>
          </a:p>
        </p:txBody>
      </p:sp>
    </p:spTree>
    <p:extLst>
      <p:ext uri="{BB962C8B-B14F-4D97-AF65-F5344CB8AC3E}">
        <p14:creationId xmlns:p14="http://schemas.microsoft.com/office/powerpoint/2010/main" val="2077338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P030 – Identificação do Período: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Registro de identificação dos períodos da escrituração necessários conforme definições de parâmetros do Bloco 0.</a:t>
            </a:r>
          </a:p>
        </p:txBody>
      </p:sp>
    </p:spTree>
    <p:extLst>
      <p:ext uri="{BB962C8B-B14F-4D97-AF65-F5344CB8AC3E}">
        <p14:creationId xmlns:p14="http://schemas.microsoft.com/office/powerpoint/2010/main" val="1689497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P100 – Balanço Patrimonial:</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o balanço patrimonial com base nas contas referenciais para o período de apuração. O saldo inicial pode ser replicado do registro E010/E015 ou preenchido. O saldo final será recuperado do registro K155/K156.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Atenção: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Caso 0010. TIP_ESC_PRE for igual a “L” (Livro Caixa), este registro não será preenchido; exceto se 0010. IND_REC_RECEITA for igual a “2” (Regime de Competência), quando este registro será obrigatório, mesmo que a empresa não tenha entregue/recuperado a ECD.</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191554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P150 – Demonstrativo do Resultado do Exercício: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a apuração da demonstração do resultado do exercício. Os valores serão recuperados com base nos registros J051, K355 e K356 se 0010. TIP_ESC_PRE for igual a “C” (contábil) e calculados pela própria ECF.</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113367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P150 – Demonstrativo do Resultado do Exercício: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Atenção: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Caso 0010. TIP_ESC_PRE for igual a “L” (Livro Caixa), este registro não será preenchido; exceto se 0010. IND_REC_RECEITA for igual a “2” (Regime de Competência), quando este registro será obrigatório, mesmo que a empresa não tenha entregue/recuperado a ECD.</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338017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P150 – Demonstrativo do Resultado do Exercício: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Atenção: </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Caso 0010. TIP_ESC_PRE for igual a “L” (Livro Caixa), este registro não será preenchido; exceto se 0010. IND_REC_RECEITA for igual a “2” (Regime de Competência), quando este registro será obrigatório, mesmo que a empresa não tenha entregue/recuperado a ECD.</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p:txBody>
      </p:sp>
    </p:spTree>
    <p:extLst>
      <p:ext uri="{BB962C8B-B14F-4D97-AF65-F5344CB8AC3E}">
        <p14:creationId xmlns:p14="http://schemas.microsoft.com/office/powerpoint/2010/main" val="2264719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P200 – Apuração da Base de Cálculo do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Apresenta a apuração da base de cálculo do lucro presumido. </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Observação: Os valores informados neste registro devem considerar os ajustes específicos da Lei no 12.973/2014 (Exemplos: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Arts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8o e 44 da Lei no 12.973/2014).</a:t>
            </a:r>
          </a:p>
        </p:txBody>
      </p:sp>
    </p:spTree>
    <p:extLst>
      <p:ext uri="{BB962C8B-B14F-4D97-AF65-F5344CB8AC3E}">
        <p14:creationId xmlns:p14="http://schemas.microsoft.com/office/powerpoint/2010/main" val="142865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P300 – Cálculo do IRPJ com Base no Lucro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é habilitado para a pessoa jurídica tributada com base no lucro presumido, optante ou não pelo Refis.</a:t>
            </a:r>
          </a:p>
        </p:txBody>
      </p:sp>
    </p:spTree>
    <p:extLst>
      <p:ext uri="{BB962C8B-B14F-4D97-AF65-F5344CB8AC3E}">
        <p14:creationId xmlns:p14="http://schemas.microsoft.com/office/powerpoint/2010/main" val="209165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P400 – Apuração da Base de Cálculo da CSLL com Base no Lucro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deve ser preenchido pela pessoa jurídica que apurou a CSLL com base no lucro presumido, em um ou mais trimestres do ano-calendário, inclusive se optante pelo Refis.</a:t>
            </a:r>
          </a:p>
          <a:p>
            <a:pPr lvl="2" algn="just">
              <a:lnSpc>
                <a:spcPct val="150000"/>
              </a:lnSpc>
              <a:buSzPct val="25000"/>
            </a:pP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Observação: Os valores informados neste registro devem considerar os ajustes específicos da Lei no 12.973/2014 (Exemplos: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Arts</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8o e 44 da Lei no 12.973/2014).</a:t>
            </a:r>
          </a:p>
        </p:txBody>
      </p:sp>
    </p:spTree>
    <p:extLst>
      <p:ext uri="{BB962C8B-B14F-4D97-AF65-F5344CB8AC3E}">
        <p14:creationId xmlns:p14="http://schemas.microsoft.com/office/powerpoint/2010/main" val="2504146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P500 – Cálculo da CSLL com Base no Lucro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deve ser preenchido pela pessoa jurídica que apurou a CSLL com base no lucro presumido, em um ou mais trimestres do ano-calendário, inclusive se optante pelo Refis.</a:t>
            </a:r>
          </a:p>
        </p:txBody>
      </p:sp>
    </p:spTree>
    <p:extLst>
      <p:ext uri="{BB962C8B-B14F-4D97-AF65-F5344CB8AC3E}">
        <p14:creationId xmlns:p14="http://schemas.microsoft.com/office/powerpoint/2010/main" val="423743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P500 – Cálculo da CSLL com Base no Lucro Presumido: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deve ser preenchido pela pessoa jurídica que apurou a CSLL com base no lucro presumido, em um ou mais trimestres do ano-calendário, inclusive se optante pelo Refis.</a:t>
            </a:r>
          </a:p>
        </p:txBody>
      </p:sp>
    </p:spTree>
    <p:extLst>
      <p:ext uri="{BB962C8B-B14F-4D97-AF65-F5344CB8AC3E}">
        <p14:creationId xmlns:p14="http://schemas.microsoft.com/office/powerpoint/2010/main" val="4231951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Bloco Q: Livro Caixa: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bloco deverá estar preenchido para as pessoas jurídicas optantes pela sistemática do lucro presumido que se utilizem da prerrogativa prevista no parágrafo único do art. 45 da Lei nº 8.981, de 20 de janeiro 1995, e cuja receita bruta no ano seja superior a R$ 1.200.000,00 (um milhão e duzentos mil reais), ou proporcionalmente ao período a que se refere, de acordo com a regra abaixo: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Se 0010.IND_ESC_PRE = “L” E SOMA (P200(2) + P200(4) + P200(6) + P200(8)) &gt; 100.000 x (Número de Meses da ECF) então Bloco Q é obrigatório.</a:t>
            </a:r>
          </a:p>
        </p:txBody>
      </p:sp>
    </p:spTree>
    <p:extLst>
      <p:ext uri="{BB962C8B-B14F-4D97-AF65-F5344CB8AC3E}">
        <p14:creationId xmlns:p14="http://schemas.microsoft.com/office/powerpoint/2010/main" val="10570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Q100 – Demonstrativo do Livro Caixa: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Este registro deverá estar preenchido quando 0010.TIP_ESC_PRE for igual a “L” (Livro Caixa). O demonstrativo do livro caixa deverá conter todos os registros constantes no livro caixa da pessoa jurídica. Não haverá edição deste registro no programa da ECF. Somente será possível importar um arquivo da ECF já com este registro no leiaute ou um arquivo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csv</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com os dados do Livro Caixa, com os campos definidos abaixo (exceto Q100.REG) e ordenado por data.</a:t>
            </a:r>
          </a:p>
        </p:txBody>
      </p:sp>
    </p:spTree>
    <p:extLst>
      <p:ext uri="{BB962C8B-B14F-4D97-AF65-F5344CB8AC3E}">
        <p14:creationId xmlns:p14="http://schemas.microsoft.com/office/powerpoint/2010/main" val="394929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Q100 – Demonstrativo do Livro Caixa: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O demonstrativo deverá conter todos os registros constantes no “livro caixa” da pessoa jurídica. Não haverá edição deste registro no programa da ECF. Apenas, é possível importar um arquivo da ECF já contendo o registro no seu leiaute ou importar, a partir do PGE, um arquivo .</a:t>
            </a:r>
            <a:r>
              <a:rPr lang="pt-BR" sz="2200" dirty="0" err="1">
                <a:latin typeface="Verdana" panose="020B0604030504040204" pitchFamily="34" charset="0"/>
                <a:ea typeface="Verdana" panose="020B0604030504040204" pitchFamily="34" charset="0"/>
                <a:cs typeface="Verdana" panose="020B0604030504040204" pitchFamily="34" charset="0"/>
                <a:sym typeface="Open Sans"/>
              </a:rPr>
              <a:t>csv</a:t>
            </a:r>
            <a:r>
              <a:rPr lang="pt-BR" sz="2200" dirty="0">
                <a:latin typeface="Verdana" panose="020B0604030504040204" pitchFamily="34" charset="0"/>
                <a:ea typeface="Verdana" panose="020B0604030504040204" pitchFamily="34" charset="0"/>
                <a:cs typeface="Verdana" panose="020B0604030504040204" pitchFamily="34" charset="0"/>
                <a:sym typeface="Open Sans"/>
              </a:rPr>
              <a:t> com os dados do Livro Caixa (campos 2 a 7 do leiaute abaixo – não contém o campo 1), necessariamente, ordenado por data.</a:t>
            </a:r>
          </a:p>
        </p:txBody>
      </p:sp>
    </p:spTree>
    <p:extLst>
      <p:ext uri="{BB962C8B-B14F-4D97-AF65-F5344CB8AC3E}">
        <p14:creationId xmlns:p14="http://schemas.microsoft.com/office/powerpoint/2010/main" val="28456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Q100 – Demonstrativo do Livro Caixa: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Exemplo de Livro Caixa no formato .CSV: </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DATA;NUM_DOC;HIST;VL_ENTRADA;VL_SAIDA;SLD_FIN</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01012015;1;SALDO ANTERIOR;1000,00;0;1000,00</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02012015;2;RECEBIMENTO DE VENDA;10000,00;0;11000,00</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02012015;3;PAGAMENTO DE FORNECEDORES;0;5000,00;6000,00</a:t>
            </a:r>
          </a:p>
        </p:txBody>
      </p:sp>
    </p:spTree>
    <p:extLst>
      <p:ext uri="{BB962C8B-B14F-4D97-AF65-F5344CB8AC3E}">
        <p14:creationId xmlns:p14="http://schemas.microsoft.com/office/powerpoint/2010/main" val="3081332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Registro Q100 – Demonstrativo do Livro Caixa:</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Exemplo de Livro Caixa no formato .CSV: </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DATA;NUM_DOC;HIST;VL_ENTRADA;VL_SAIDA;SLD_FIN</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01012015;1;SALDO ANTERIOR;1000,00;0;1000,00</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02012015;2;RECEBIMENTO DE VENDA;10000,00;0;11000,00</a:t>
            </a:r>
          </a:p>
          <a:p>
            <a:pPr lvl="2" algn="just">
              <a:lnSpc>
                <a:spcPct val="150000"/>
              </a:lnSpc>
              <a:buSzPct val="25000"/>
            </a:pPr>
            <a:r>
              <a:rPr lang="pt-BR" dirty="0">
                <a:latin typeface="Verdana" panose="020B0604030504040204" pitchFamily="34" charset="0"/>
                <a:ea typeface="Verdana" panose="020B0604030504040204" pitchFamily="34" charset="0"/>
                <a:cs typeface="Verdana" panose="020B0604030504040204" pitchFamily="34" charset="0"/>
                <a:sym typeface="Open Sans"/>
              </a:rPr>
              <a:t>02012015;3;PAGAMENTO DE FORNECEDORES;0;5000,00;6000,00</a:t>
            </a:r>
          </a:p>
        </p:txBody>
      </p:sp>
    </p:spTree>
    <p:extLst>
      <p:ext uri="{BB962C8B-B14F-4D97-AF65-F5344CB8AC3E}">
        <p14:creationId xmlns:p14="http://schemas.microsoft.com/office/powerpoint/2010/main" val="370054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xfrm>
            <a:off x="295421" y="253218"/>
            <a:ext cx="9144000" cy="513541"/>
          </a:xfrm>
          <a:prstGeom prst="rect">
            <a:avLst/>
          </a:prstGeom>
          <a:noFill/>
          <a:ln>
            <a:noFill/>
          </a:ln>
        </p:spPr>
        <p:txBody>
          <a:bodyPr lIns="91425" tIns="45700" rIns="91425" bIns="45700" anchor="b" anchorCtr="0">
            <a:noAutofit/>
          </a:bodyPr>
          <a:lstStyle/>
          <a:p>
            <a:pPr lvl="0" algn="l">
              <a:buSzPct val="25000"/>
            </a:pPr>
            <a:r>
              <a:rPr lang="pt-BR" sz="3600" b="1" dirty="0" smtClean="0">
                <a:latin typeface="Verdana" panose="020B0604030504040204" pitchFamily="34" charset="0"/>
                <a:ea typeface="Verdana" panose="020B0604030504040204" pitchFamily="34" charset="0"/>
                <a:cs typeface="Verdana" panose="020B0604030504040204" pitchFamily="34" charset="0"/>
                <a:sym typeface="Open Sans"/>
              </a:rPr>
              <a:t>ECF 2018</a:t>
            </a:r>
            <a:endParaRPr lang="pt-BR" sz="3600" b="1" dirty="0">
              <a:latin typeface="Verdana" panose="020B0604030504040204" pitchFamily="34" charset="0"/>
              <a:ea typeface="Verdana" panose="020B0604030504040204" pitchFamily="34" charset="0"/>
              <a:cs typeface="Verdana" panose="020B0604030504040204" pitchFamily="34" charset="0"/>
              <a:sym typeface="Open Sans"/>
            </a:endParaRPr>
          </a:p>
        </p:txBody>
      </p:sp>
      <p:sp>
        <p:nvSpPr>
          <p:cNvPr id="91" name="Shape 91"/>
          <p:cNvSpPr txBox="1">
            <a:spLocks noGrp="1"/>
          </p:cNvSpPr>
          <p:nvPr>
            <p:ph type="subTitle" idx="1"/>
          </p:nvPr>
        </p:nvSpPr>
        <p:spPr>
          <a:xfrm>
            <a:off x="878655" y="1250939"/>
            <a:ext cx="10461600" cy="5078424"/>
          </a:xfrm>
          <a:prstGeom prst="rect">
            <a:avLst/>
          </a:prstGeom>
          <a:noFill/>
          <a:ln>
            <a:noFill/>
          </a:ln>
        </p:spPr>
        <p:txBody>
          <a:bodyPr lIns="91425" tIns="45700" rIns="91425" bIns="45700" anchor="t" anchorCtr="0">
            <a:noAutofit/>
          </a:bodyPr>
          <a:lstStyle/>
          <a:p>
            <a:pPr marL="342900" lvl="0" indent="-342900" algn="just">
              <a:spcBef>
                <a:spcPts val="0"/>
              </a:spcBef>
              <a:buClr>
                <a:srgbClr val="2F5496"/>
              </a:buClr>
              <a:buSzPct val="100000"/>
              <a:buFont typeface="Arial"/>
              <a:buChar char="•"/>
            </a:pPr>
            <a:r>
              <a:rPr lang="pt-BR" b="1" dirty="0">
                <a:solidFill>
                  <a:srgbClr val="2F5496"/>
                </a:solidFill>
                <a:latin typeface="Verdana" panose="020B0604030504040204" pitchFamily="34" charset="0"/>
                <a:ea typeface="Verdana" panose="020B0604030504040204" pitchFamily="34" charset="0"/>
                <a:cs typeface="Verdana" panose="020B0604030504040204" pitchFamily="34" charset="0"/>
                <a:sym typeface="Open Sans"/>
              </a:rPr>
              <a:t>Outros Blocos: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U – Imunes e Isentas;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V – Declaração DEREX;</a:t>
            </a:r>
          </a:p>
          <a:p>
            <a:pPr lvl="2" algn="just">
              <a:lnSpc>
                <a:spcPct val="150000"/>
              </a:lnSpc>
              <a:buSzPct val="25000"/>
            </a:pPr>
            <a:r>
              <a:rPr lang="en-US" sz="2200" dirty="0" err="1">
                <a:latin typeface="Verdana" panose="020B0604030504040204" pitchFamily="34" charset="0"/>
                <a:ea typeface="Verdana" panose="020B0604030504040204" pitchFamily="34" charset="0"/>
                <a:cs typeface="Verdana" panose="020B0604030504040204" pitchFamily="34" charset="0"/>
                <a:sym typeface="Open Sans"/>
              </a:rPr>
              <a:t>Bloco</a:t>
            </a:r>
            <a:r>
              <a:rPr lang="en-US" sz="2200" dirty="0">
                <a:latin typeface="Verdana" panose="020B0604030504040204" pitchFamily="34" charset="0"/>
                <a:ea typeface="Verdana" panose="020B0604030504040204" pitchFamily="34" charset="0"/>
                <a:cs typeface="Verdana" panose="020B0604030504040204" pitchFamily="34" charset="0"/>
                <a:sym typeface="Open Sans"/>
              </a:rPr>
              <a:t> W – </a:t>
            </a:r>
            <a:r>
              <a:rPr lang="en-US" sz="2200" dirty="0" err="1">
                <a:latin typeface="Verdana" panose="020B0604030504040204" pitchFamily="34" charset="0"/>
                <a:ea typeface="Verdana" panose="020B0604030504040204" pitchFamily="34" charset="0"/>
                <a:cs typeface="Verdana" panose="020B0604030504040204" pitchFamily="34" charset="0"/>
                <a:sym typeface="Open Sans"/>
              </a:rPr>
              <a:t>Declaração</a:t>
            </a:r>
            <a:r>
              <a:rPr lang="en-US" sz="2200" dirty="0">
                <a:latin typeface="Verdana" panose="020B0604030504040204" pitchFamily="34" charset="0"/>
                <a:ea typeface="Verdana" panose="020B0604030504040204" pitchFamily="34" charset="0"/>
                <a:cs typeface="Verdana" panose="020B0604030504040204" pitchFamily="34" charset="0"/>
                <a:sym typeface="Open Sans"/>
              </a:rPr>
              <a:t> País-a-País (Country-by-Country Report);</a:t>
            </a:r>
            <a:endParaRPr lang="pt-BR" sz="2200" dirty="0">
              <a:latin typeface="Verdana" panose="020B0604030504040204" pitchFamily="34" charset="0"/>
              <a:ea typeface="Verdana" panose="020B0604030504040204" pitchFamily="34" charset="0"/>
              <a:cs typeface="Verdana" panose="020B0604030504040204" pitchFamily="34" charset="0"/>
              <a:sym typeface="Open Sans"/>
            </a:endParaRP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T – Lucro Arbitrado;</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X – Informações Econômicas;</a:t>
            </a:r>
          </a:p>
          <a:p>
            <a:pPr lvl="2" algn="just">
              <a:lnSpc>
                <a:spcPct val="150000"/>
              </a:lnSpc>
              <a:buSzPct val="25000"/>
            </a:pPr>
            <a:r>
              <a:rPr lang="pt-BR" sz="2200" dirty="0">
                <a:latin typeface="Verdana" panose="020B0604030504040204" pitchFamily="34" charset="0"/>
                <a:ea typeface="Verdana" panose="020B0604030504040204" pitchFamily="34" charset="0"/>
                <a:cs typeface="Verdana" panose="020B0604030504040204" pitchFamily="34" charset="0"/>
                <a:sym typeface="Open Sans"/>
              </a:rPr>
              <a:t>Bloco Y – Informações Gerais.</a:t>
            </a:r>
          </a:p>
        </p:txBody>
      </p:sp>
    </p:spTree>
    <p:extLst>
      <p:ext uri="{BB962C8B-B14F-4D97-AF65-F5344CB8AC3E}">
        <p14:creationId xmlns:p14="http://schemas.microsoft.com/office/powerpoint/2010/main" val="1823473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o Office">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3662</TotalTime>
  <Words>8556</Words>
  <Application>Microsoft Office PowerPoint</Application>
  <PresentationFormat>Widescreen</PresentationFormat>
  <Paragraphs>625</Paragraphs>
  <Slides>136</Slides>
  <Notes>136</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136</vt:i4>
      </vt:variant>
    </vt:vector>
  </HeadingPairs>
  <TitlesOfParts>
    <vt:vector size="142" baseType="lpstr">
      <vt:lpstr>Arial</vt:lpstr>
      <vt:lpstr>Helvetica Neue</vt:lpstr>
      <vt:lpstr>Open Sans</vt:lpstr>
      <vt:lpstr>Verdana</vt:lpstr>
      <vt:lpstr>Calibri</vt:lpstr>
      <vt:lpstr>Tema do Office</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lpstr>ECF 2018</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ICMS</dc:title>
  <dc:creator>Thiago Gomes Arantes</dc:creator>
  <cp:lastModifiedBy>mateus rodrigues</cp:lastModifiedBy>
  <cp:revision>58</cp:revision>
  <dcterms:modified xsi:type="dcterms:W3CDTF">2018-07-10T16:22:54Z</dcterms:modified>
</cp:coreProperties>
</file>