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8" r:id="rId4"/>
    <p:sldId id="261" r:id="rId5"/>
    <p:sldId id="262" r:id="rId6"/>
    <p:sldId id="263" r:id="rId7"/>
    <p:sldId id="264" r:id="rId8"/>
  </p:sldIdLst>
  <p:sldSz cx="9144000" cy="6858000" type="screen4x3"/>
  <p:notesSz cx="6858000" cy="9661525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8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3F35-1F23-4889-8550-BF705D3C58BA}" type="datetimeFigureOut">
              <a:rPr lang="pt-BR" smtClean="0"/>
              <a:pPr/>
              <a:t>29/1/2010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D5E04-5601-4117-BBEE-ED044EE7A6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3F35-1F23-4889-8550-BF705D3C58BA}" type="datetimeFigureOut">
              <a:rPr lang="pt-BR" smtClean="0"/>
              <a:pPr/>
              <a:t>29/1/2010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D5E04-5601-4117-BBEE-ED044EE7A6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3F35-1F23-4889-8550-BF705D3C58BA}" type="datetimeFigureOut">
              <a:rPr lang="pt-BR" smtClean="0"/>
              <a:pPr/>
              <a:t>29/1/2010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D5E04-5601-4117-BBEE-ED044EE7A6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3F35-1F23-4889-8550-BF705D3C58BA}" type="datetimeFigureOut">
              <a:rPr lang="pt-BR" smtClean="0"/>
              <a:pPr/>
              <a:t>29/1/2010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D5E04-5601-4117-BBEE-ED044EE7A6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3F35-1F23-4889-8550-BF705D3C58BA}" type="datetimeFigureOut">
              <a:rPr lang="pt-BR" smtClean="0"/>
              <a:pPr/>
              <a:t>29/1/2010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D5E04-5601-4117-BBEE-ED044EE7A6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3F35-1F23-4889-8550-BF705D3C58BA}" type="datetimeFigureOut">
              <a:rPr lang="pt-BR" smtClean="0"/>
              <a:pPr/>
              <a:t>29/1/2010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D5E04-5601-4117-BBEE-ED044EE7A6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3F35-1F23-4889-8550-BF705D3C58BA}" type="datetimeFigureOut">
              <a:rPr lang="pt-BR" smtClean="0"/>
              <a:pPr/>
              <a:t>29/1/2010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D5E04-5601-4117-BBEE-ED044EE7A6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3F35-1F23-4889-8550-BF705D3C58BA}" type="datetimeFigureOut">
              <a:rPr lang="pt-BR" smtClean="0"/>
              <a:pPr/>
              <a:t>29/1/2010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D5E04-5601-4117-BBEE-ED044EE7A6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3F35-1F23-4889-8550-BF705D3C58BA}" type="datetimeFigureOut">
              <a:rPr lang="pt-BR" smtClean="0"/>
              <a:pPr/>
              <a:t>29/1/2010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D5E04-5601-4117-BBEE-ED044EE7A6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3F35-1F23-4889-8550-BF705D3C58BA}" type="datetimeFigureOut">
              <a:rPr lang="pt-BR" smtClean="0"/>
              <a:pPr/>
              <a:t>29/1/2010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D5E04-5601-4117-BBEE-ED044EE7A6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3F35-1F23-4889-8550-BF705D3C58BA}" type="datetimeFigureOut">
              <a:rPr lang="pt-BR" smtClean="0"/>
              <a:pPr/>
              <a:t>29/1/2010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D5E04-5601-4117-BBEE-ED044EE7A6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63F35-1F23-4889-8550-BF705D3C58BA}" type="datetimeFigureOut">
              <a:rPr lang="pt-BR" smtClean="0"/>
              <a:pPr/>
              <a:t>29/1/2010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D5E04-5601-4117-BBEE-ED044EE7A6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10"/>
          <p:cNvGraphicFramePr>
            <a:graphicFrameLocks noChangeAspect="1"/>
          </p:cNvGraphicFramePr>
          <p:nvPr/>
        </p:nvGraphicFramePr>
        <p:xfrm>
          <a:off x="428625" y="357188"/>
          <a:ext cx="8280400" cy="6215062"/>
        </p:xfrm>
        <a:graphic>
          <a:graphicData uri="http://schemas.openxmlformats.org/presentationml/2006/ole">
            <p:oleObj spid="_x0000_s3074" name="Slide" r:id="rId3" imgW="3563196" imgH="2671494" progId="PowerPoint.Slide.8">
              <p:embed/>
            </p:oleObj>
          </a:graphicData>
        </a:graphic>
      </p:graphicFrame>
      <p:sp>
        <p:nvSpPr>
          <p:cNvPr id="5" name="Retângulo 4"/>
          <p:cNvSpPr/>
          <p:nvPr/>
        </p:nvSpPr>
        <p:spPr>
          <a:xfrm>
            <a:off x="1928794" y="2209752"/>
            <a:ext cx="5643602" cy="286232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6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bg1"/>
                </a:solidFill>
              </a:rPr>
              <a:t>ANDAIME</a:t>
            </a:r>
          </a:p>
          <a:p>
            <a:pPr algn="ctr"/>
            <a:r>
              <a:rPr lang="pt-BR" sz="6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bg1"/>
                </a:solidFill>
              </a:rPr>
              <a:t>NÃO LIBERADO</a:t>
            </a:r>
          </a:p>
          <a:p>
            <a:pPr algn="ctr"/>
            <a:r>
              <a:rPr lang="pt-BR" sz="6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bg1"/>
                </a:solidFill>
                <a:effectLst/>
              </a:rPr>
              <a:t>NÃO UTILIZAR</a:t>
            </a:r>
            <a:endParaRPr lang="pt-BR" sz="6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bg1"/>
              </a:solidFill>
              <a:effectLst/>
            </a:endParaRPr>
          </a:p>
        </p:txBody>
      </p:sp>
      <p:pic>
        <p:nvPicPr>
          <p:cNvPr id="6" name="Imagem 5" descr="Logotipo DM.bm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6248" y="1490719"/>
            <a:ext cx="928694" cy="723835"/>
          </a:xfrm>
          <a:prstGeom prst="rect">
            <a:avLst/>
          </a:prstGeom>
          <a:solidFill>
            <a:srgbClr val="F2DCDB"/>
          </a:solidFill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214282" y="500042"/>
            <a:ext cx="307183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/>
              <a:t>50 PLACAS</a:t>
            </a:r>
          </a:p>
          <a:p>
            <a:endParaRPr lang="pt-BR" sz="14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285720" y="3131106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30 cm x 40 cm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10"/>
          <p:cNvGraphicFramePr>
            <a:graphicFrameLocks noChangeAspect="1"/>
          </p:cNvGraphicFramePr>
          <p:nvPr/>
        </p:nvGraphicFramePr>
        <p:xfrm>
          <a:off x="428625" y="357188"/>
          <a:ext cx="8280400" cy="6215062"/>
        </p:xfrm>
        <a:graphic>
          <a:graphicData uri="http://schemas.openxmlformats.org/presentationml/2006/ole">
            <p:oleObj spid="_x0000_s4098" name="Slide" r:id="rId3" imgW="3421344" imgH="2564764" progId="PowerPoint.Slide.8">
              <p:embed/>
            </p:oleObj>
          </a:graphicData>
        </a:graphic>
      </p:graphicFrame>
      <p:sp>
        <p:nvSpPr>
          <p:cNvPr id="6" name="Retângulo 5"/>
          <p:cNvSpPr/>
          <p:nvPr/>
        </p:nvSpPr>
        <p:spPr>
          <a:xfrm>
            <a:off x="3348626" y="2226412"/>
            <a:ext cx="2960489" cy="1631216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bg1"/>
                </a:solidFill>
              </a:rPr>
              <a:t>ANDAIME </a:t>
            </a:r>
          </a:p>
          <a:p>
            <a:pPr algn="ctr"/>
            <a:r>
              <a:rPr lang="pt-BR" sz="5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bg1"/>
                </a:solidFill>
              </a:rPr>
              <a:t>LIBERADO</a:t>
            </a:r>
            <a:endParaRPr lang="pt-BR" sz="5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bg1"/>
              </a:solidFill>
              <a:effectLst/>
            </a:endParaRPr>
          </a:p>
        </p:txBody>
      </p:sp>
      <p:pic>
        <p:nvPicPr>
          <p:cNvPr id="7" name="Imagem 6" descr="Logotipo DM.bm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6248" y="1490719"/>
            <a:ext cx="928694" cy="723835"/>
          </a:xfrm>
          <a:prstGeom prst="rect">
            <a:avLst/>
          </a:prstGeom>
          <a:solidFill>
            <a:srgbClr val="F2DCDB"/>
          </a:solidFill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1500166" y="3714752"/>
            <a:ext cx="64294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600" dirty="0" smtClean="0">
                <a:solidFill>
                  <a:schemeClr val="bg1"/>
                </a:solidFill>
              </a:rPr>
              <a:t>PROIBIDO MODIFICAR</a:t>
            </a:r>
          </a:p>
          <a:p>
            <a:pPr algn="ctr"/>
            <a:r>
              <a:rPr lang="pt-BR" sz="2600" dirty="0" smtClean="0">
                <a:solidFill>
                  <a:schemeClr val="bg1"/>
                </a:solidFill>
              </a:rPr>
              <a:t>QUALQUER PEÇA DESTE ANDAIME</a:t>
            </a:r>
            <a:endParaRPr lang="pt-BR" sz="2600" dirty="0">
              <a:solidFill>
                <a:schemeClr val="bg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2285984" y="4714884"/>
            <a:ext cx="4929222" cy="785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2214546" y="4702742"/>
            <a:ext cx="28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00B050"/>
                </a:solidFill>
              </a:rPr>
              <a:t>Utilizado para:</a:t>
            </a:r>
            <a:endParaRPr lang="pt-BR" b="1" dirty="0">
              <a:solidFill>
                <a:srgbClr val="00B050"/>
              </a:solidFill>
            </a:endParaRPr>
          </a:p>
        </p:txBody>
      </p:sp>
      <p:cxnSp>
        <p:nvCxnSpPr>
          <p:cNvPr id="11" name="Conector reto 10"/>
          <p:cNvCxnSpPr/>
          <p:nvPr/>
        </p:nvCxnSpPr>
        <p:spPr>
          <a:xfrm>
            <a:off x="3786182" y="5000636"/>
            <a:ext cx="2286016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2214546" y="5143512"/>
            <a:ext cx="3929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00B050"/>
                </a:solidFill>
              </a:rPr>
              <a:t>Data: _______/_______/_______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4429124" y="5143512"/>
            <a:ext cx="2857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00B050"/>
                </a:solidFill>
              </a:rPr>
              <a:t>Liberado por: _____________________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214282" y="500042"/>
            <a:ext cx="307183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/>
              <a:t>50 PLACAS</a:t>
            </a:r>
          </a:p>
          <a:p>
            <a:endParaRPr lang="pt-BR" sz="1400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85720" y="3131106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30 cm x 40 cm</a:t>
            </a:r>
            <a:endParaRPr lang="pt-BR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5929322" y="4702742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B050"/>
                </a:solidFill>
              </a:rPr>
              <a:t>UN- _____</a:t>
            </a:r>
            <a:endParaRPr lang="pt-BR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0"/>
          <p:cNvGraphicFramePr>
            <a:graphicFrameLocks noChangeAspect="1"/>
          </p:cNvGraphicFramePr>
          <p:nvPr/>
        </p:nvGraphicFramePr>
        <p:xfrm>
          <a:off x="428625" y="357188"/>
          <a:ext cx="8280400" cy="6215062"/>
        </p:xfrm>
        <a:graphic>
          <a:graphicData uri="http://schemas.openxmlformats.org/presentationml/2006/ole">
            <p:oleObj spid="_x0000_s1026" name="Slide" r:id="rId3" imgW="4222901" imgH="3166923" progId="PowerPoint.Slide.8">
              <p:embed/>
            </p:oleObj>
          </a:graphicData>
        </a:graphic>
      </p:graphicFrame>
      <p:sp>
        <p:nvSpPr>
          <p:cNvPr id="11" name="CaixaDeTexto 10"/>
          <p:cNvSpPr txBox="1"/>
          <p:nvPr/>
        </p:nvSpPr>
        <p:spPr>
          <a:xfrm>
            <a:off x="357158" y="571480"/>
            <a:ext cx="307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10 </a:t>
            </a:r>
            <a:r>
              <a:rPr lang="pt-BR" dirty="0" smtClean="0"/>
              <a:t>PLACAS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285720" y="3131106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30 cm x 40 cm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4071934" y="630776"/>
            <a:ext cx="28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DUPLA FAÇE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4"/>
          <p:cNvGraphicFramePr>
            <a:graphicFrameLocks noChangeAspect="1"/>
          </p:cNvGraphicFramePr>
          <p:nvPr/>
        </p:nvGraphicFramePr>
        <p:xfrm>
          <a:off x="428625" y="357188"/>
          <a:ext cx="8280400" cy="6215062"/>
        </p:xfrm>
        <a:graphic>
          <a:graphicData uri="http://schemas.openxmlformats.org/presentationml/2006/ole">
            <p:oleObj spid="_x0000_s17410" name="Slide" r:id="rId3" imgW="4962144" imgH="3721608" progId="PowerPoint.Slide.8">
              <p:embed/>
            </p:oleObj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571472" y="2786058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60 cm x 60 cm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1406" y="142852"/>
            <a:ext cx="30718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/>
              <a:t>05 PLACAS</a:t>
            </a:r>
          </a:p>
          <a:p>
            <a:pPr>
              <a:buFontTx/>
              <a:buChar char="-"/>
            </a:pPr>
            <a:r>
              <a:rPr lang="pt-BR" sz="1400" dirty="0" smtClean="0"/>
              <a:t>dep. Inflamáveis - canteiro</a:t>
            </a:r>
          </a:p>
          <a:p>
            <a:pPr>
              <a:buFontTx/>
              <a:buChar char="-"/>
            </a:pPr>
            <a:r>
              <a:rPr lang="pt-BR" sz="1400" dirty="0" smtClean="0"/>
              <a:t> </a:t>
            </a:r>
            <a:r>
              <a:rPr lang="pt-BR" sz="1400" dirty="0" smtClean="0"/>
              <a:t>dep. Resíduos -  canteiro</a:t>
            </a:r>
          </a:p>
          <a:p>
            <a:pPr>
              <a:buFontTx/>
              <a:buChar char="-"/>
            </a:pPr>
            <a:r>
              <a:rPr lang="pt-BR" sz="1400" dirty="0" smtClean="0"/>
              <a:t> </a:t>
            </a:r>
            <a:r>
              <a:rPr lang="pt-BR" sz="1400" dirty="0" smtClean="0"/>
              <a:t>dep. Inflamáveis </a:t>
            </a:r>
            <a:r>
              <a:rPr lang="pt-BR" sz="1400" dirty="0" err="1" smtClean="0"/>
              <a:t>un</a:t>
            </a:r>
            <a:r>
              <a:rPr lang="pt-BR" sz="1400" dirty="0" smtClean="0"/>
              <a:t>-87</a:t>
            </a:r>
          </a:p>
          <a:p>
            <a:pPr>
              <a:buFontTx/>
              <a:buChar char="-"/>
            </a:pPr>
            <a:r>
              <a:rPr lang="pt-BR" sz="1400" dirty="0" smtClean="0"/>
              <a:t> </a:t>
            </a:r>
            <a:r>
              <a:rPr lang="pt-BR" sz="1400" dirty="0" smtClean="0"/>
              <a:t>Almoxarifado</a:t>
            </a:r>
          </a:p>
          <a:p>
            <a:pPr>
              <a:buFontTx/>
              <a:buChar char="-"/>
            </a:pPr>
            <a:r>
              <a:rPr lang="pt-BR" sz="1400" dirty="0" smtClean="0"/>
              <a:t> </a:t>
            </a:r>
            <a:r>
              <a:rPr lang="pt-BR" sz="1400" dirty="0" smtClean="0"/>
              <a:t>Bota - fora</a:t>
            </a:r>
            <a:endParaRPr lang="pt-BR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428625" y="357188"/>
          <a:ext cx="8280400" cy="6215062"/>
        </p:xfrm>
        <a:graphic>
          <a:graphicData uri="http://schemas.openxmlformats.org/presentationml/2006/ole">
            <p:oleObj spid="_x0000_s18434" name="Slide" r:id="rId3" imgW="4451661" imgH="3338917" progId="PowerPoint.Slide.8">
              <p:embed/>
            </p:oleObj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571472" y="2786058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60 cm x 60 cm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71406" y="142852"/>
            <a:ext cx="3071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/>
              <a:t>10 PLACAS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4"/>
          <p:cNvGraphicFramePr>
            <a:graphicFrameLocks noChangeAspect="1"/>
          </p:cNvGraphicFramePr>
          <p:nvPr/>
        </p:nvGraphicFramePr>
        <p:xfrm>
          <a:off x="428625" y="357188"/>
          <a:ext cx="8280400" cy="6215062"/>
        </p:xfrm>
        <a:graphic>
          <a:graphicData uri="http://schemas.openxmlformats.org/presentationml/2006/ole">
            <p:oleObj spid="_x0000_s19458" name="Slide" r:id="rId3" imgW="4451661" imgH="3338917" progId="PowerPoint.Slide.8">
              <p:embed/>
            </p:oleObj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285720" y="3131106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30 cm x 40 cm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71406" y="142852"/>
            <a:ext cx="3071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/>
              <a:t>03 PLACAS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428625" y="357188"/>
          <a:ext cx="8280400" cy="6215062"/>
        </p:xfrm>
        <a:graphic>
          <a:graphicData uri="http://schemas.openxmlformats.org/presentationml/2006/ole">
            <p:oleObj spid="_x0000_s20482" name="Slide" r:id="rId3" imgW="3563196" imgH="2671494" progId="PowerPoint.Slide.8">
              <p:embed/>
            </p:oleObj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285720" y="3131106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30 cm x 40 cm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71406" y="142852"/>
            <a:ext cx="3071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/>
              <a:t>03 PLACAS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98</Words>
  <Application>Microsoft Office PowerPoint</Application>
  <PresentationFormat>Apresentação na tela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Tema do Office</vt:lpstr>
      <vt:lpstr>Slide</vt:lpstr>
      <vt:lpstr>Slide do Microsoft Office PowerPoint 97-2003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</dc:creator>
  <cp:lastModifiedBy>andre</cp:lastModifiedBy>
  <cp:revision>16</cp:revision>
  <dcterms:created xsi:type="dcterms:W3CDTF">2010-01-27T11:38:12Z</dcterms:created>
  <dcterms:modified xsi:type="dcterms:W3CDTF">2010-01-29T11:27:26Z</dcterms:modified>
</cp:coreProperties>
</file>