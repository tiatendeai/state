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48" r:id="rId1"/>
  </p:sldMasterIdLst>
  <p:notesMasterIdLst>
    <p:notesMasterId r:id="rId35"/>
  </p:notesMasterIdLst>
  <p:handoutMasterIdLst>
    <p:handoutMasterId r:id="rId36"/>
  </p:handoutMasterIdLst>
  <p:sldIdLst>
    <p:sldId id="4174" r:id="rId2"/>
    <p:sldId id="3669" r:id="rId3"/>
    <p:sldId id="4756" r:id="rId4"/>
    <p:sldId id="4360" r:id="rId5"/>
    <p:sldId id="4773" r:id="rId6"/>
    <p:sldId id="4774" r:id="rId7"/>
    <p:sldId id="4751" r:id="rId8"/>
    <p:sldId id="4775" r:id="rId9"/>
    <p:sldId id="4752" r:id="rId10"/>
    <p:sldId id="4753" r:id="rId11"/>
    <p:sldId id="4776" r:id="rId12"/>
    <p:sldId id="4754" r:id="rId13"/>
    <p:sldId id="4780" r:id="rId14"/>
    <p:sldId id="4755" r:id="rId15"/>
    <p:sldId id="4777" r:id="rId16"/>
    <p:sldId id="4757" r:id="rId17"/>
    <p:sldId id="4758" r:id="rId18"/>
    <p:sldId id="4759" r:id="rId19"/>
    <p:sldId id="4778" r:id="rId20"/>
    <p:sldId id="4760" r:id="rId21"/>
    <p:sldId id="4779" r:id="rId22"/>
    <p:sldId id="4761" r:id="rId23"/>
    <p:sldId id="4763" r:id="rId24"/>
    <p:sldId id="4764" r:id="rId25"/>
    <p:sldId id="4765" r:id="rId26"/>
    <p:sldId id="4766" r:id="rId27"/>
    <p:sldId id="4767" r:id="rId28"/>
    <p:sldId id="4768" r:id="rId29"/>
    <p:sldId id="4770" r:id="rId30"/>
    <p:sldId id="4771" r:id="rId31"/>
    <p:sldId id="4769" r:id="rId32"/>
    <p:sldId id="4772" r:id="rId33"/>
    <p:sldId id="4403" r:id="rId34"/>
  </p:sldIdLst>
  <p:sldSz cx="18288000" cy="10288588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687617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137523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2062852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275047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3438086" algn="l" defTabSz="13752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4125703" algn="l" defTabSz="13752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4813320" algn="l" defTabSz="13752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5500937" algn="l" defTabSz="1375235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EF"/>
    <a:srgbClr val="E44754"/>
    <a:srgbClr val="3B0C3B"/>
    <a:srgbClr val="B6B6B6"/>
    <a:srgbClr val="B8B8B8"/>
    <a:srgbClr val="FA7F05"/>
    <a:srgbClr val="232B36"/>
    <a:srgbClr val="04C4DE"/>
    <a:srgbClr val="4A5B72"/>
    <a:srgbClr val="1F2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94554" autoAdjust="0"/>
  </p:normalViewPr>
  <p:slideViewPr>
    <p:cSldViewPr snapToGrid="0">
      <p:cViewPr varScale="1">
        <p:scale>
          <a:sx n="52" d="100"/>
          <a:sy n="52" d="100"/>
        </p:scale>
        <p:origin x="95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9472"/>
    </p:cViewPr>
  </p:sorterViewPr>
  <p:notesViewPr>
    <p:cSldViewPr snapToGrid="0">
      <p:cViewPr varScale="1">
        <p:scale>
          <a:sx n="83" d="100"/>
          <a:sy n="83" d="100"/>
        </p:scale>
        <p:origin x="-199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2B5CC4F-7E1D-4871-99C7-594D4454431B}" type="datetimeFigureOut">
              <a:rPr lang="ru-RU"/>
              <a:pPr>
                <a:defRPr/>
              </a:pPr>
              <a:t>28.12.2021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039A10D-FF89-4304-8834-E5758B5B28FC}" type="slidenum">
              <a:rPr lang="ru-RU" altLang="ru-RU"/>
              <a:pPr>
                <a:defRPr/>
              </a:pPr>
              <a:t>‹nº›</a:t>
            </a:fld>
            <a:endParaRPr lang="ru-RU" altLang="ru-RU" dirty="0"/>
          </a:p>
        </p:txBody>
      </p:sp>
    </p:spTree>
    <p:extLst>
      <p:ext uri="{BB962C8B-B14F-4D97-AF65-F5344CB8AC3E}">
        <p14:creationId xmlns:p14="http://schemas.microsoft.com/office/powerpoint/2010/main" val="38029499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F836DE1-6B7A-47AD-B7B7-17DCB15A01C6}" type="datetimeFigureOut">
              <a:rPr lang="en-US"/>
              <a:pPr>
                <a:defRPr/>
              </a:pPr>
              <a:t>12/28/2021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3174689-BECC-4390-B3B9-306A17FD432A}" type="slidenum">
              <a:rPr lang="en-US" altLang="ru-RU"/>
              <a:pPr>
                <a:defRPr/>
              </a:pPr>
              <a:t>‹nº›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18869811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805" kern="1200">
        <a:solidFill>
          <a:schemeClr val="tx1"/>
        </a:solidFill>
        <a:latin typeface="+mn-lt"/>
        <a:ea typeface="+mn-ea"/>
        <a:cs typeface="+mn-cs"/>
      </a:defRPr>
    </a:lvl1pPr>
    <a:lvl2pPr marL="687617" algn="l" rtl="0" eaLnBrk="0" fontAlgn="base" hangingPunct="0">
      <a:spcBef>
        <a:spcPct val="30000"/>
      </a:spcBef>
      <a:spcAft>
        <a:spcPct val="0"/>
      </a:spcAft>
      <a:defRPr sz="1805" kern="1200">
        <a:solidFill>
          <a:schemeClr val="tx1"/>
        </a:solidFill>
        <a:latin typeface="+mn-lt"/>
        <a:ea typeface="+mn-ea"/>
        <a:cs typeface="+mn-cs"/>
      </a:defRPr>
    </a:lvl2pPr>
    <a:lvl3pPr marL="1375235" algn="l" rtl="0" eaLnBrk="0" fontAlgn="base" hangingPunct="0">
      <a:spcBef>
        <a:spcPct val="30000"/>
      </a:spcBef>
      <a:spcAft>
        <a:spcPct val="0"/>
      </a:spcAft>
      <a:defRPr sz="1805" kern="1200">
        <a:solidFill>
          <a:schemeClr val="tx1"/>
        </a:solidFill>
        <a:latin typeface="+mn-lt"/>
        <a:ea typeface="+mn-ea"/>
        <a:cs typeface="+mn-cs"/>
      </a:defRPr>
    </a:lvl3pPr>
    <a:lvl4pPr marL="2062852" algn="l" rtl="0" eaLnBrk="0" fontAlgn="base" hangingPunct="0">
      <a:spcBef>
        <a:spcPct val="30000"/>
      </a:spcBef>
      <a:spcAft>
        <a:spcPct val="0"/>
      </a:spcAft>
      <a:defRPr sz="1805" kern="1200">
        <a:solidFill>
          <a:schemeClr val="tx1"/>
        </a:solidFill>
        <a:latin typeface="+mn-lt"/>
        <a:ea typeface="+mn-ea"/>
        <a:cs typeface="+mn-cs"/>
      </a:defRPr>
    </a:lvl4pPr>
    <a:lvl5pPr marL="2750470" algn="l" rtl="0" eaLnBrk="0" fontAlgn="base" hangingPunct="0">
      <a:spcBef>
        <a:spcPct val="30000"/>
      </a:spcBef>
      <a:spcAft>
        <a:spcPct val="0"/>
      </a:spcAft>
      <a:defRPr sz="1805" kern="1200">
        <a:solidFill>
          <a:schemeClr val="tx1"/>
        </a:solidFill>
        <a:latin typeface="+mn-lt"/>
        <a:ea typeface="+mn-ea"/>
        <a:cs typeface="+mn-cs"/>
      </a:defRPr>
    </a:lvl5pPr>
    <a:lvl6pPr marL="3438086" algn="l" defTabSz="1375235" rtl="0" eaLnBrk="1" latinLnBrk="0" hangingPunct="1">
      <a:defRPr sz="1805" kern="1200">
        <a:solidFill>
          <a:schemeClr val="tx1"/>
        </a:solidFill>
        <a:latin typeface="+mn-lt"/>
        <a:ea typeface="+mn-ea"/>
        <a:cs typeface="+mn-cs"/>
      </a:defRPr>
    </a:lvl6pPr>
    <a:lvl7pPr marL="4125703" algn="l" defTabSz="1375235" rtl="0" eaLnBrk="1" latinLnBrk="0" hangingPunct="1">
      <a:defRPr sz="1805" kern="1200">
        <a:solidFill>
          <a:schemeClr val="tx1"/>
        </a:solidFill>
        <a:latin typeface="+mn-lt"/>
        <a:ea typeface="+mn-ea"/>
        <a:cs typeface="+mn-cs"/>
      </a:defRPr>
    </a:lvl7pPr>
    <a:lvl8pPr marL="4813320" algn="l" defTabSz="1375235" rtl="0" eaLnBrk="1" latinLnBrk="0" hangingPunct="1">
      <a:defRPr sz="1805" kern="1200">
        <a:solidFill>
          <a:schemeClr val="tx1"/>
        </a:solidFill>
        <a:latin typeface="+mn-lt"/>
        <a:ea typeface="+mn-ea"/>
        <a:cs typeface="+mn-cs"/>
      </a:defRPr>
    </a:lvl8pPr>
    <a:lvl9pPr marL="5500937" algn="l" defTabSz="1375235" rtl="0" eaLnBrk="1" latinLnBrk="0" hangingPunct="1">
      <a:defRPr sz="180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174689-BECC-4390-B3B9-306A17FD432A}" type="slidenum">
              <a:rPr lang="en-US" altLang="ru-RU" smtClean="0"/>
              <a:pPr>
                <a:defRPr/>
              </a:pPr>
              <a:t>6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3807664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174689-BECC-4390-B3B9-306A17FD432A}" type="slidenum">
              <a:rPr lang="en-US" altLang="ru-RU" smtClean="0"/>
              <a:pPr>
                <a:defRPr/>
              </a:pPr>
              <a:t>7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4258714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3174689-BECC-4390-B3B9-306A17FD432A}" type="slidenum">
              <a:rPr lang="en-US" altLang="ru-RU" smtClean="0"/>
              <a:pPr>
                <a:defRPr/>
              </a:pPr>
              <a:t>8</a:t>
            </a:fld>
            <a:endParaRPr lang="en-US" altLang="ru-RU" dirty="0"/>
          </a:p>
        </p:txBody>
      </p:sp>
    </p:spTree>
    <p:extLst>
      <p:ext uri="{BB962C8B-B14F-4D97-AF65-F5344CB8AC3E}">
        <p14:creationId xmlns:p14="http://schemas.microsoft.com/office/powerpoint/2010/main" val="1452933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1085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52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14595119" y="834730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14595119" y="3707773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1722075" y="3707773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sz="quarter" idx="13"/>
          </p:nvPr>
        </p:nvSpPr>
        <p:spPr>
          <a:xfrm>
            <a:off x="14595119" y="6580816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11722075" y="6580816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8849031" y="6580816"/>
            <a:ext cx="2873043" cy="287304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842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9"/>
          <p:cNvSpPr>
            <a:spLocks noGrp="1"/>
          </p:cNvSpPr>
          <p:nvPr>
            <p:ph type="pic" sz="quarter" idx="10"/>
          </p:nvPr>
        </p:nvSpPr>
        <p:spPr bwMode="auto">
          <a:xfrm>
            <a:off x="8613058" y="6698804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4" name="Freeform 9"/>
          <p:cNvSpPr>
            <a:spLocks noGrp="1"/>
          </p:cNvSpPr>
          <p:nvPr>
            <p:ph type="pic" sz="quarter" idx="15"/>
          </p:nvPr>
        </p:nvSpPr>
        <p:spPr bwMode="auto">
          <a:xfrm>
            <a:off x="14595120" y="3707772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6" name="Freeform 9"/>
          <p:cNvSpPr>
            <a:spLocks noGrp="1"/>
          </p:cNvSpPr>
          <p:nvPr>
            <p:ph type="pic" sz="quarter" idx="17"/>
          </p:nvPr>
        </p:nvSpPr>
        <p:spPr bwMode="auto">
          <a:xfrm>
            <a:off x="14595120" y="716740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0" name="Freeform 9"/>
          <p:cNvSpPr>
            <a:spLocks noGrp="1"/>
          </p:cNvSpPr>
          <p:nvPr>
            <p:ph type="pic" sz="quarter" idx="11"/>
          </p:nvPr>
        </p:nvSpPr>
        <p:spPr bwMode="auto">
          <a:xfrm>
            <a:off x="11604087" y="6698804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2" name="Freeform 9"/>
          <p:cNvSpPr>
            <a:spLocks noGrp="1"/>
          </p:cNvSpPr>
          <p:nvPr>
            <p:ph type="pic" sz="quarter" idx="13"/>
          </p:nvPr>
        </p:nvSpPr>
        <p:spPr bwMode="auto">
          <a:xfrm>
            <a:off x="14595120" y="6698804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13" name="Freeform 9"/>
          <p:cNvSpPr>
            <a:spLocks noGrp="1"/>
          </p:cNvSpPr>
          <p:nvPr>
            <p:ph type="pic" sz="quarter" idx="14"/>
          </p:nvPr>
        </p:nvSpPr>
        <p:spPr bwMode="auto">
          <a:xfrm>
            <a:off x="11604087" y="3707772"/>
            <a:ext cx="2873042" cy="2873042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4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849033" y="808268"/>
            <a:ext cx="8672052" cy="419952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849033" y="5280797"/>
            <a:ext cx="8672052" cy="4199523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AD3B669-EA39-4DCA-A644-8528CC0080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915" y="8925447"/>
            <a:ext cx="2961636" cy="55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927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8849033" y="808268"/>
            <a:ext cx="8672052" cy="27064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8849033" y="3791066"/>
            <a:ext cx="8672052" cy="27064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8849033" y="6773863"/>
            <a:ext cx="8672052" cy="2706457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5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96414" y="0"/>
            <a:ext cx="2668682" cy="6362699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739416" y="0"/>
            <a:ext cx="2668682" cy="90678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6682418" y="1"/>
            <a:ext cx="2668682" cy="4381500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613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796414" y="0"/>
            <a:ext cx="2668682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3775066" y="0"/>
            <a:ext cx="5576034" cy="8115299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675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1"/>
          </p:nvPr>
        </p:nvSpPr>
        <p:spPr>
          <a:xfrm>
            <a:off x="2103008" y="2153264"/>
            <a:ext cx="4568929" cy="4568928"/>
          </a:xfrm>
          <a:prstGeom prst="ellipse">
            <a:avLst/>
          </a:prstGeom>
          <a:solidFill>
            <a:schemeClr val="bg1">
              <a:lumMod val="85000"/>
              <a:alpha val="12000"/>
            </a:schemeClr>
          </a:solidFill>
          <a:ln w="63500">
            <a:solidFill>
              <a:schemeClr val="bg2"/>
            </a:solidFill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62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8288000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 dirty="0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1"/>
          </p:nvPr>
        </p:nvSpPr>
        <p:spPr>
          <a:xfrm>
            <a:off x="2138171" y="2482038"/>
            <a:ext cx="5324514" cy="5324512"/>
          </a:xfrm>
          <a:prstGeom prst="ellipse">
            <a:avLst/>
          </a:prstGeom>
          <a:solidFill>
            <a:schemeClr val="bg1">
              <a:lumMod val="85000"/>
              <a:alpha val="12000"/>
            </a:schemeClr>
          </a:solidFill>
          <a:ln w="63500">
            <a:solidFill>
              <a:schemeClr val="bg2"/>
            </a:solidFill>
          </a:ln>
          <a:effectLst>
            <a:outerShdw blurRad="2921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312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/>
          <p:cNvSpPr>
            <a:spLocks noGrp="1" noEditPoints="1"/>
          </p:cNvSpPr>
          <p:nvPr>
            <p:ph type="pic" sz="quarter" idx="11"/>
          </p:nvPr>
        </p:nvSpPr>
        <p:spPr bwMode="auto">
          <a:xfrm>
            <a:off x="9186552" y="0"/>
            <a:ext cx="9101447" cy="10288588"/>
          </a:xfrm>
          <a:custGeom>
            <a:avLst/>
            <a:gdLst>
              <a:gd name="T0" fmla="*/ 0 w 4027"/>
              <a:gd name="T1" fmla="*/ 2275 h 4552"/>
              <a:gd name="T2" fmla="*/ 1555 w 4027"/>
              <a:gd name="T3" fmla="*/ 712 h 4552"/>
              <a:gd name="T4" fmla="*/ 3112 w 4027"/>
              <a:gd name="T5" fmla="*/ 2275 h 4552"/>
              <a:gd name="T6" fmla="*/ 1555 w 4027"/>
              <a:gd name="T7" fmla="*/ 3840 h 4552"/>
              <a:gd name="T8" fmla="*/ 0 w 4027"/>
              <a:gd name="T9" fmla="*/ 2275 h 4552"/>
              <a:gd name="T10" fmla="*/ 2264 w 4027"/>
              <a:gd name="T11" fmla="*/ 4552 h 4552"/>
              <a:gd name="T12" fmla="*/ 4027 w 4027"/>
              <a:gd name="T13" fmla="*/ 4552 h 4552"/>
              <a:gd name="T14" fmla="*/ 4027 w 4027"/>
              <a:gd name="T15" fmla="*/ 3195 h 4552"/>
              <a:gd name="T16" fmla="*/ 3152 w 4027"/>
              <a:gd name="T17" fmla="*/ 2316 h 4552"/>
              <a:gd name="T18" fmla="*/ 1596 w 4027"/>
              <a:gd name="T19" fmla="*/ 3880 h 4552"/>
              <a:gd name="T20" fmla="*/ 2264 w 4027"/>
              <a:gd name="T21" fmla="*/ 4552 h 4552"/>
              <a:gd name="T22" fmla="*/ 4027 w 4027"/>
              <a:gd name="T23" fmla="*/ 1357 h 4552"/>
              <a:gd name="T24" fmla="*/ 4027 w 4027"/>
              <a:gd name="T25" fmla="*/ 0 h 4552"/>
              <a:gd name="T26" fmla="*/ 2264 w 4027"/>
              <a:gd name="T27" fmla="*/ 0 h 4552"/>
              <a:gd name="T28" fmla="*/ 1596 w 4027"/>
              <a:gd name="T29" fmla="*/ 672 h 4552"/>
              <a:gd name="T30" fmla="*/ 3152 w 4027"/>
              <a:gd name="T31" fmla="*/ 2236 h 4552"/>
              <a:gd name="T32" fmla="*/ 4027 w 4027"/>
              <a:gd name="T33" fmla="*/ 1357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027" h="4552">
                <a:moveTo>
                  <a:pt x="0" y="2275"/>
                </a:moveTo>
                <a:lnTo>
                  <a:pt x="1555" y="712"/>
                </a:lnTo>
                <a:lnTo>
                  <a:pt x="3112" y="2275"/>
                </a:lnTo>
                <a:lnTo>
                  <a:pt x="1555" y="3840"/>
                </a:lnTo>
                <a:lnTo>
                  <a:pt x="0" y="2275"/>
                </a:lnTo>
                <a:close/>
                <a:moveTo>
                  <a:pt x="2264" y="4552"/>
                </a:moveTo>
                <a:lnTo>
                  <a:pt x="4027" y="4552"/>
                </a:lnTo>
                <a:lnTo>
                  <a:pt x="4027" y="3195"/>
                </a:lnTo>
                <a:lnTo>
                  <a:pt x="3152" y="2316"/>
                </a:lnTo>
                <a:lnTo>
                  <a:pt x="1596" y="3880"/>
                </a:lnTo>
                <a:lnTo>
                  <a:pt x="2264" y="4552"/>
                </a:lnTo>
                <a:close/>
                <a:moveTo>
                  <a:pt x="4027" y="1357"/>
                </a:moveTo>
                <a:lnTo>
                  <a:pt x="4027" y="0"/>
                </a:lnTo>
                <a:lnTo>
                  <a:pt x="2264" y="0"/>
                </a:lnTo>
                <a:lnTo>
                  <a:pt x="1596" y="672"/>
                </a:lnTo>
                <a:lnTo>
                  <a:pt x="3152" y="2236"/>
                </a:lnTo>
                <a:lnTo>
                  <a:pt x="4027" y="1357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32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0"/>
          <p:cNvSpPr>
            <a:spLocks noGrp="1"/>
          </p:cNvSpPr>
          <p:nvPr>
            <p:ph type="pic" sz="quarter" idx="12"/>
          </p:nvPr>
        </p:nvSpPr>
        <p:spPr bwMode="auto">
          <a:xfrm>
            <a:off x="5885160" y="0"/>
            <a:ext cx="12402839" cy="10288588"/>
          </a:xfrm>
          <a:custGeom>
            <a:avLst/>
            <a:gdLst>
              <a:gd name="T0" fmla="*/ 2264 w 5485"/>
              <a:gd name="T1" fmla="*/ 0 h 4552"/>
              <a:gd name="T2" fmla="*/ 5485 w 5485"/>
              <a:gd name="T3" fmla="*/ 0 h 4552"/>
              <a:gd name="T4" fmla="*/ 5485 w 5485"/>
              <a:gd name="T5" fmla="*/ 4552 h 4552"/>
              <a:gd name="T6" fmla="*/ 2264 w 5485"/>
              <a:gd name="T7" fmla="*/ 4552 h 4552"/>
              <a:gd name="T8" fmla="*/ 0 w 5485"/>
              <a:gd name="T9" fmla="*/ 2277 h 4552"/>
              <a:gd name="T10" fmla="*/ 2264 w 5485"/>
              <a:gd name="T11" fmla="*/ 0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5485" h="4552">
                <a:moveTo>
                  <a:pt x="2264" y="0"/>
                </a:moveTo>
                <a:lnTo>
                  <a:pt x="5485" y="0"/>
                </a:lnTo>
                <a:lnTo>
                  <a:pt x="5485" y="4552"/>
                </a:lnTo>
                <a:lnTo>
                  <a:pt x="2264" y="4552"/>
                </a:lnTo>
                <a:lnTo>
                  <a:pt x="0" y="2277"/>
                </a:lnTo>
                <a:lnTo>
                  <a:pt x="2264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1525949" y="861651"/>
            <a:ext cx="6354052" cy="8570054"/>
          </a:xfrm>
          <a:custGeom>
            <a:avLst/>
            <a:gdLst>
              <a:gd name="connsiteX0" fmla="*/ 4265807 w 6354052"/>
              <a:gd name="connsiteY0" fmla="*/ 4375473 h 8570055"/>
              <a:gd name="connsiteX1" fmla="*/ 6354052 w 6354052"/>
              <a:gd name="connsiteY1" fmla="*/ 6471634 h 8570055"/>
              <a:gd name="connsiteX2" fmla="*/ 4265807 w 6354052"/>
              <a:gd name="connsiteY2" fmla="*/ 8570055 h 8570055"/>
              <a:gd name="connsiteX3" fmla="*/ 2182082 w 6354052"/>
              <a:gd name="connsiteY3" fmla="*/ 6471634 h 8570055"/>
              <a:gd name="connsiteX4" fmla="*/ 2088245 w 6354052"/>
              <a:gd name="connsiteY4" fmla="*/ 2193391 h 8570055"/>
              <a:gd name="connsiteX5" fmla="*/ 4171970 w 6354052"/>
              <a:gd name="connsiteY5" fmla="*/ 4287284 h 8570055"/>
              <a:gd name="connsiteX6" fmla="*/ 2088245 w 6354052"/>
              <a:gd name="connsiteY6" fmla="*/ 6376663 h 8570055"/>
              <a:gd name="connsiteX7" fmla="*/ 0 w 6354052"/>
              <a:gd name="connsiteY7" fmla="*/ 4287284 h 8570055"/>
              <a:gd name="connsiteX8" fmla="*/ 4265807 w 6354052"/>
              <a:gd name="connsiteY8" fmla="*/ 0 h 8570055"/>
              <a:gd name="connsiteX9" fmla="*/ 6354052 w 6354052"/>
              <a:gd name="connsiteY9" fmla="*/ 2098422 h 8570055"/>
              <a:gd name="connsiteX10" fmla="*/ 4265807 w 6354052"/>
              <a:gd name="connsiteY10" fmla="*/ 4194582 h 8570055"/>
              <a:gd name="connsiteX11" fmla="*/ 2182082 w 6354052"/>
              <a:gd name="connsiteY11" fmla="*/ 2098422 h 8570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354052" h="8570055">
                <a:moveTo>
                  <a:pt x="4265807" y="4375473"/>
                </a:moveTo>
                <a:lnTo>
                  <a:pt x="6354052" y="6471634"/>
                </a:lnTo>
                <a:lnTo>
                  <a:pt x="4265807" y="8570055"/>
                </a:lnTo>
                <a:lnTo>
                  <a:pt x="2182082" y="6471634"/>
                </a:lnTo>
                <a:close/>
                <a:moveTo>
                  <a:pt x="2088245" y="2193391"/>
                </a:moveTo>
                <a:lnTo>
                  <a:pt x="4171970" y="4287284"/>
                </a:lnTo>
                <a:lnTo>
                  <a:pt x="2088245" y="6376663"/>
                </a:lnTo>
                <a:lnTo>
                  <a:pt x="0" y="4287284"/>
                </a:lnTo>
                <a:close/>
                <a:moveTo>
                  <a:pt x="4265807" y="0"/>
                </a:moveTo>
                <a:lnTo>
                  <a:pt x="6354052" y="2098422"/>
                </a:lnTo>
                <a:lnTo>
                  <a:pt x="4265807" y="4194582"/>
                </a:lnTo>
                <a:lnTo>
                  <a:pt x="2182082" y="2098422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31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13963087" cy="10288588"/>
          </a:xfrm>
          <a:custGeom>
            <a:avLst/>
            <a:gdLst>
              <a:gd name="T0" fmla="*/ 2217 w 6176"/>
              <a:gd name="T1" fmla="*/ 4552 h 4552"/>
              <a:gd name="T2" fmla="*/ 3386 w 6176"/>
              <a:gd name="T3" fmla="*/ 4552 h 4552"/>
              <a:gd name="T4" fmla="*/ 1339 w 6176"/>
              <a:gd name="T5" fmla="*/ 2497 h 4552"/>
              <a:gd name="T6" fmla="*/ 1339 w 6176"/>
              <a:gd name="T7" fmla="*/ 3670 h 4552"/>
              <a:gd name="T8" fmla="*/ 2217 w 6176"/>
              <a:gd name="T9" fmla="*/ 4552 h 4552"/>
              <a:gd name="T10" fmla="*/ 3466 w 6176"/>
              <a:gd name="T11" fmla="*/ 4552 h 4552"/>
              <a:gd name="T12" fmla="*/ 6176 w 6176"/>
              <a:gd name="T13" fmla="*/ 4552 h 4552"/>
              <a:gd name="T14" fmla="*/ 1643 w 6176"/>
              <a:gd name="T15" fmla="*/ 0 h 4552"/>
              <a:gd name="T16" fmla="*/ 0 w 6176"/>
              <a:gd name="T17" fmla="*/ 0 h 4552"/>
              <a:gd name="T18" fmla="*/ 0 w 6176"/>
              <a:gd name="T19" fmla="*/ 1072 h 4552"/>
              <a:gd name="T20" fmla="*/ 3466 w 6176"/>
              <a:gd name="T21" fmla="*/ 4552 h 4552"/>
              <a:gd name="T22" fmla="*/ 2892 w 6176"/>
              <a:gd name="T23" fmla="*/ 0 h 4552"/>
              <a:gd name="T24" fmla="*/ 1723 w 6176"/>
              <a:gd name="T25" fmla="*/ 0 h 4552"/>
              <a:gd name="T26" fmla="*/ 3635 w 6176"/>
              <a:gd name="T27" fmla="*/ 1920 h 4552"/>
              <a:gd name="T28" fmla="*/ 3636 w 6176"/>
              <a:gd name="T29" fmla="*/ 1919 h 4552"/>
              <a:gd name="T30" fmla="*/ 3636 w 6176"/>
              <a:gd name="T31" fmla="*/ 747 h 4552"/>
              <a:gd name="T32" fmla="*/ 2892 w 6176"/>
              <a:gd name="T33" fmla="*/ 0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176" h="4552">
                <a:moveTo>
                  <a:pt x="2217" y="4552"/>
                </a:moveTo>
                <a:lnTo>
                  <a:pt x="3386" y="4552"/>
                </a:lnTo>
                <a:lnTo>
                  <a:pt x="1339" y="2497"/>
                </a:lnTo>
                <a:lnTo>
                  <a:pt x="1339" y="3670"/>
                </a:lnTo>
                <a:lnTo>
                  <a:pt x="2217" y="4552"/>
                </a:lnTo>
                <a:close/>
                <a:moveTo>
                  <a:pt x="3466" y="4552"/>
                </a:moveTo>
                <a:lnTo>
                  <a:pt x="6176" y="4552"/>
                </a:lnTo>
                <a:lnTo>
                  <a:pt x="1643" y="0"/>
                </a:lnTo>
                <a:lnTo>
                  <a:pt x="0" y="0"/>
                </a:lnTo>
                <a:lnTo>
                  <a:pt x="0" y="1072"/>
                </a:lnTo>
                <a:lnTo>
                  <a:pt x="3466" y="4552"/>
                </a:lnTo>
                <a:close/>
                <a:moveTo>
                  <a:pt x="2892" y="0"/>
                </a:moveTo>
                <a:lnTo>
                  <a:pt x="1723" y="0"/>
                </a:lnTo>
                <a:lnTo>
                  <a:pt x="3635" y="1920"/>
                </a:lnTo>
                <a:lnTo>
                  <a:pt x="3636" y="1919"/>
                </a:lnTo>
                <a:lnTo>
                  <a:pt x="3636" y="747"/>
                </a:lnTo>
                <a:lnTo>
                  <a:pt x="2892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579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9248423" cy="10288588"/>
          </a:xfrm>
          <a:custGeom>
            <a:avLst/>
            <a:gdLst>
              <a:gd name="T0" fmla="*/ 0 w 4093"/>
              <a:gd name="T1" fmla="*/ 0 h 4552"/>
              <a:gd name="T2" fmla="*/ 2807 w 4093"/>
              <a:gd name="T3" fmla="*/ 0 h 4552"/>
              <a:gd name="T4" fmla="*/ 3878 w 4093"/>
              <a:gd name="T5" fmla="*/ 1076 h 4552"/>
              <a:gd name="T6" fmla="*/ 3879 w 4093"/>
              <a:gd name="T7" fmla="*/ 4256 h 4552"/>
              <a:gd name="T8" fmla="*/ 0 w 4093"/>
              <a:gd name="T9" fmla="*/ 362 h 4552"/>
              <a:gd name="T10" fmla="*/ 0 w 4093"/>
              <a:gd name="T11" fmla="*/ 0 h 4552"/>
              <a:gd name="T12" fmla="*/ 4093 w 4093"/>
              <a:gd name="T13" fmla="*/ 4552 h 4552"/>
              <a:gd name="T14" fmla="*/ 1955 w 4093"/>
              <a:gd name="T15" fmla="*/ 4552 h 4552"/>
              <a:gd name="T16" fmla="*/ 929 w 4093"/>
              <a:gd name="T17" fmla="*/ 3522 h 4552"/>
              <a:gd name="T18" fmla="*/ 929 w 4093"/>
              <a:gd name="T19" fmla="*/ 1375 h 4552"/>
              <a:gd name="T20" fmla="*/ 4093 w 4093"/>
              <a:gd name="T21" fmla="*/ 4552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093" h="4552">
                <a:moveTo>
                  <a:pt x="0" y="0"/>
                </a:moveTo>
                <a:lnTo>
                  <a:pt x="2807" y="0"/>
                </a:lnTo>
                <a:lnTo>
                  <a:pt x="3878" y="1076"/>
                </a:lnTo>
                <a:lnTo>
                  <a:pt x="3879" y="4256"/>
                </a:lnTo>
                <a:lnTo>
                  <a:pt x="0" y="362"/>
                </a:lnTo>
                <a:lnTo>
                  <a:pt x="0" y="0"/>
                </a:lnTo>
                <a:close/>
                <a:moveTo>
                  <a:pt x="4093" y="4552"/>
                </a:moveTo>
                <a:lnTo>
                  <a:pt x="1955" y="4552"/>
                </a:lnTo>
                <a:lnTo>
                  <a:pt x="929" y="3522"/>
                </a:lnTo>
                <a:lnTo>
                  <a:pt x="929" y="1375"/>
                </a:lnTo>
                <a:lnTo>
                  <a:pt x="4093" y="4552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593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8621246" y="1972920"/>
            <a:ext cx="7676873" cy="6342748"/>
          </a:xfrm>
          <a:custGeom>
            <a:avLst/>
            <a:gdLst>
              <a:gd name="T0" fmla="*/ 196 w 3394"/>
              <a:gd name="T1" fmla="*/ 1126 h 2807"/>
              <a:gd name="T2" fmla="*/ 330 w 3394"/>
              <a:gd name="T3" fmla="*/ 1104 h 2807"/>
              <a:gd name="T4" fmla="*/ 461 w 3394"/>
              <a:gd name="T5" fmla="*/ 1140 h 2807"/>
              <a:gd name="T6" fmla="*/ 1629 w 3394"/>
              <a:gd name="T7" fmla="*/ 2292 h 2807"/>
              <a:gd name="T8" fmla="*/ 1690 w 3394"/>
              <a:gd name="T9" fmla="*/ 2416 h 2807"/>
              <a:gd name="T10" fmla="*/ 1693 w 3394"/>
              <a:gd name="T11" fmla="*/ 2552 h 2807"/>
              <a:gd name="T12" fmla="*/ 1639 w 3394"/>
              <a:gd name="T13" fmla="*/ 2678 h 2807"/>
              <a:gd name="T14" fmla="*/ 1531 w 3394"/>
              <a:gd name="T15" fmla="*/ 2771 h 2807"/>
              <a:gd name="T16" fmla="*/ 1400 w 3394"/>
              <a:gd name="T17" fmla="*/ 2807 h 2807"/>
              <a:gd name="T18" fmla="*/ 1266 w 3394"/>
              <a:gd name="T19" fmla="*/ 2784 h 2807"/>
              <a:gd name="T20" fmla="*/ 93 w 3394"/>
              <a:gd name="T21" fmla="*/ 1641 h 2807"/>
              <a:gd name="T22" fmla="*/ 18 w 3394"/>
              <a:gd name="T23" fmla="*/ 1523 h 2807"/>
              <a:gd name="T24" fmla="*/ 2 w 3394"/>
              <a:gd name="T25" fmla="*/ 1388 h 2807"/>
              <a:gd name="T26" fmla="*/ 43 w 3394"/>
              <a:gd name="T27" fmla="*/ 1258 h 2807"/>
              <a:gd name="T28" fmla="*/ 1939 w 3394"/>
              <a:gd name="T29" fmla="*/ 61 h 2807"/>
              <a:gd name="T30" fmla="*/ 2065 w 3394"/>
              <a:gd name="T31" fmla="*/ 5 h 2807"/>
              <a:gd name="T32" fmla="*/ 2201 w 3394"/>
              <a:gd name="T33" fmla="*/ 8 h 2807"/>
              <a:gd name="T34" fmla="*/ 2324 w 3394"/>
              <a:gd name="T35" fmla="*/ 70 h 2807"/>
              <a:gd name="T36" fmla="*/ 3311 w 3394"/>
              <a:gd name="T37" fmla="*/ 1077 h 2807"/>
              <a:gd name="T38" fmla="*/ 3346 w 3394"/>
              <a:gd name="T39" fmla="*/ 1209 h 2807"/>
              <a:gd name="T40" fmla="*/ 3323 w 3394"/>
              <a:gd name="T41" fmla="*/ 1342 h 2807"/>
              <a:gd name="T42" fmla="*/ 3243 w 3394"/>
              <a:gd name="T43" fmla="*/ 1458 h 2807"/>
              <a:gd name="T44" fmla="*/ 3122 w 3394"/>
              <a:gd name="T45" fmla="*/ 1526 h 2807"/>
              <a:gd name="T46" fmla="*/ 2986 w 3394"/>
              <a:gd name="T47" fmla="*/ 1536 h 2807"/>
              <a:gd name="T48" fmla="*/ 2859 w 3394"/>
              <a:gd name="T49" fmla="*/ 1488 h 2807"/>
              <a:gd name="T50" fmla="*/ 1863 w 3394"/>
              <a:gd name="T51" fmla="*/ 488 h 2807"/>
              <a:gd name="T52" fmla="*/ 1814 w 3394"/>
              <a:gd name="T53" fmla="*/ 360 h 2807"/>
              <a:gd name="T54" fmla="*/ 1824 w 3394"/>
              <a:gd name="T55" fmla="*/ 224 h 2807"/>
              <a:gd name="T56" fmla="*/ 1892 w 3394"/>
              <a:gd name="T57" fmla="*/ 103 h 2807"/>
              <a:gd name="T58" fmla="*/ 1227 w 3394"/>
              <a:gd name="T59" fmla="*/ 235 h 2807"/>
              <a:gd name="T60" fmla="*/ 1361 w 3394"/>
              <a:gd name="T61" fmla="*/ 206 h 2807"/>
              <a:gd name="T62" fmla="*/ 1493 w 3394"/>
              <a:gd name="T63" fmla="*/ 235 h 2807"/>
              <a:gd name="T64" fmla="*/ 3314 w 3394"/>
              <a:gd name="T65" fmla="*/ 2033 h 2807"/>
              <a:gd name="T66" fmla="*/ 3382 w 3394"/>
              <a:gd name="T67" fmla="*/ 2155 h 2807"/>
              <a:gd name="T68" fmla="*/ 3391 w 3394"/>
              <a:gd name="T69" fmla="*/ 2290 h 2807"/>
              <a:gd name="T70" fmla="*/ 3343 w 3394"/>
              <a:gd name="T71" fmla="*/ 2418 h 2807"/>
              <a:gd name="T72" fmla="*/ 3240 w 3394"/>
              <a:gd name="T73" fmla="*/ 2516 h 2807"/>
              <a:gd name="T74" fmla="*/ 3110 w 3394"/>
              <a:gd name="T75" fmla="*/ 2558 h 2807"/>
              <a:gd name="T76" fmla="*/ 2976 w 3394"/>
              <a:gd name="T77" fmla="*/ 2542 h 2807"/>
              <a:gd name="T78" fmla="*/ 2857 w 3394"/>
              <a:gd name="T79" fmla="*/ 2468 h 2807"/>
              <a:gd name="T80" fmla="*/ 1069 w 3394"/>
              <a:gd name="T81" fmla="*/ 639 h 2807"/>
              <a:gd name="T82" fmla="*/ 1047 w 3394"/>
              <a:gd name="T83" fmla="*/ 505 h 2807"/>
              <a:gd name="T84" fmla="*/ 1081 w 3394"/>
              <a:gd name="T85" fmla="*/ 374 h 2807"/>
              <a:gd name="T86" fmla="*/ 268 w 3394"/>
              <a:gd name="T87" fmla="*/ 353 h 2807"/>
              <a:gd name="T88" fmla="*/ 391 w 3394"/>
              <a:gd name="T89" fmla="*/ 291 h 2807"/>
              <a:gd name="T90" fmla="*/ 527 w 3394"/>
              <a:gd name="T91" fmla="*/ 288 h 2807"/>
              <a:gd name="T92" fmla="*/ 653 w 3394"/>
              <a:gd name="T93" fmla="*/ 343 h 2807"/>
              <a:gd name="T94" fmla="*/ 2526 w 3394"/>
              <a:gd name="T95" fmla="*/ 2231 h 2807"/>
              <a:gd name="T96" fmla="*/ 2568 w 3394"/>
              <a:gd name="T97" fmla="*/ 2362 h 2807"/>
              <a:gd name="T98" fmla="*/ 2553 w 3394"/>
              <a:gd name="T99" fmla="*/ 2496 h 2807"/>
              <a:gd name="T100" fmla="*/ 2478 w 3394"/>
              <a:gd name="T101" fmla="*/ 2615 h 2807"/>
              <a:gd name="T102" fmla="*/ 2360 w 3394"/>
              <a:gd name="T103" fmla="*/ 2689 h 2807"/>
              <a:gd name="T104" fmla="*/ 2225 w 3394"/>
              <a:gd name="T105" fmla="*/ 2706 h 2807"/>
              <a:gd name="T106" fmla="*/ 2096 w 3394"/>
              <a:gd name="T107" fmla="*/ 2663 h 2807"/>
              <a:gd name="T108" fmla="*/ 213 w 3394"/>
              <a:gd name="T109" fmla="*/ 784 h 2807"/>
              <a:gd name="T110" fmla="*/ 158 w 3394"/>
              <a:gd name="T111" fmla="*/ 658 h 2807"/>
              <a:gd name="T112" fmla="*/ 161 w 3394"/>
              <a:gd name="T113" fmla="*/ 523 h 2807"/>
              <a:gd name="T114" fmla="*/ 223 w 3394"/>
              <a:gd name="T115" fmla="*/ 398 h 28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394" h="2807">
                <a:moveTo>
                  <a:pt x="93" y="1195"/>
                </a:moveTo>
                <a:lnTo>
                  <a:pt x="104" y="1184"/>
                </a:lnTo>
                <a:lnTo>
                  <a:pt x="116" y="1174"/>
                </a:lnTo>
                <a:lnTo>
                  <a:pt x="129" y="1164"/>
                </a:lnTo>
                <a:lnTo>
                  <a:pt x="142" y="1155"/>
                </a:lnTo>
                <a:lnTo>
                  <a:pt x="154" y="1147"/>
                </a:lnTo>
                <a:lnTo>
                  <a:pt x="169" y="1140"/>
                </a:lnTo>
                <a:lnTo>
                  <a:pt x="182" y="1132"/>
                </a:lnTo>
                <a:lnTo>
                  <a:pt x="196" y="1126"/>
                </a:lnTo>
                <a:lnTo>
                  <a:pt x="211" y="1121"/>
                </a:lnTo>
                <a:lnTo>
                  <a:pt x="225" y="1116"/>
                </a:lnTo>
                <a:lnTo>
                  <a:pt x="239" y="1112"/>
                </a:lnTo>
                <a:lnTo>
                  <a:pt x="255" y="1109"/>
                </a:lnTo>
                <a:lnTo>
                  <a:pt x="269" y="1107"/>
                </a:lnTo>
                <a:lnTo>
                  <a:pt x="285" y="1105"/>
                </a:lnTo>
                <a:lnTo>
                  <a:pt x="300" y="1104"/>
                </a:lnTo>
                <a:lnTo>
                  <a:pt x="314" y="1104"/>
                </a:lnTo>
                <a:lnTo>
                  <a:pt x="330" y="1104"/>
                </a:lnTo>
                <a:lnTo>
                  <a:pt x="345" y="1105"/>
                </a:lnTo>
                <a:lnTo>
                  <a:pt x="360" y="1107"/>
                </a:lnTo>
                <a:lnTo>
                  <a:pt x="375" y="1109"/>
                </a:lnTo>
                <a:lnTo>
                  <a:pt x="389" y="1112"/>
                </a:lnTo>
                <a:lnTo>
                  <a:pt x="405" y="1116"/>
                </a:lnTo>
                <a:lnTo>
                  <a:pt x="419" y="1121"/>
                </a:lnTo>
                <a:lnTo>
                  <a:pt x="434" y="1126"/>
                </a:lnTo>
                <a:lnTo>
                  <a:pt x="447" y="1132"/>
                </a:lnTo>
                <a:lnTo>
                  <a:pt x="461" y="1140"/>
                </a:lnTo>
                <a:lnTo>
                  <a:pt x="475" y="1147"/>
                </a:lnTo>
                <a:lnTo>
                  <a:pt x="488" y="1155"/>
                </a:lnTo>
                <a:lnTo>
                  <a:pt x="501" y="1164"/>
                </a:lnTo>
                <a:lnTo>
                  <a:pt x="514" y="1174"/>
                </a:lnTo>
                <a:lnTo>
                  <a:pt x="526" y="1184"/>
                </a:lnTo>
                <a:lnTo>
                  <a:pt x="537" y="1195"/>
                </a:lnTo>
                <a:lnTo>
                  <a:pt x="1607" y="2268"/>
                </a:lnTo>
                <a:lnTo>
                  <a:pt x="1619" y="2280"/>
                </a:lnTo>
                <a:lnTo>
                  <a:pt x="1629" y="2292"/>
                </a:lnTo>
                <a:lnTo>
                  <a:pt x="1639" y="2305"/>
                </a:lnTo>
                <a:lnTo>
                  <a:pt x="1647" y="2318"/>
                </a:lnTo>
                <a:lnTo>
                  <a:pt x="1655" y="2331"/>
                </a:lnTo>
                <a:lnTo>
                  <a:pt x="1664" y="2344"/>
                </a:lnTo>
                <a:lnTo>
                  <a:pt x="1670" y="2359"/>
                </a:lnTo>
                <a:lnTo>
                  <a:pt x="1676" y="2373"/>
                </a:lnTo>
                <a:lnTo>
                  <a:pt x="1682" y="2386"/>
                </a:lnTo>
                <a:lnTo>
                  <a:pt x="1686" y="2402"/>
                </a:lnTo>
                <a:lnTo>
                  <a:pt x="1690" y="2416"/>
                </a:lnTo>
                <a:lnTo>
                  <a:pt x="1693" y="2431"/>
                </a:lnTo>
                <a:lnTo>
                  <a:pt x="1696" y="2446"/>
                </a:lnTo>
                <a:lnTo>
                  <a:pt x="1698" y="2462"/>
                </a:lnTo>
                <a:lnTo>
                  <a:pt x="1699" y="2476"/>
                </a:lnTo>
                <a:lnTo>
                  <a:pt x="1700" y="2492"/>
                </a:lnTo>
                <a:lnTo>
                  <a:pt x="1699" y="2507"/>
                </a:lnTo>
                <a:lnTo>
                  <a:pt x="1698" y="2521"/>
                </a:lnTo>
                <a:lnTo>
                  <a:pt x="1696" y="2537"/>
                </a:lnTo>
                <a:lnTo>
                  <a:pt x="1693" y="2552"/>
                </a:lnTo>
                <a:lnTo>
                  <a:pt x="1690" y="2567"/>
                </a:lnTo>
                <a:lnTo>
                  <a:pt x="1686" y="2581"/>
                </a:lnTo>
                <a:lnTo>
                  <a:pt x="1682" y="2597"/>
                </a:lnTo>
                <a:lnTo>
                  <a:pt x="1676" y="2610"/>
                </a:lnTo>
                <a:lnTo>
                  <a:pt x="1670" y="2624"/>
                </a:lnTo>
                <a:lnTo>
                  <a:pt x="1664" y="2639"/>
                </a:lnTo>
                <a:lnTo>
                  <a:pt x="1655" y="2652"/>
                </a:lnTo>
                <a:lnTo>
                  <a:pt x="1647" y="2666"/>
                </a:lnTo>
                <a:lnTo>
                  <a:pt x="1639" y="2678"/>
                </a:lnTo>
                <a:lnTo>
                  <a:pt x="1629" y="2691"/>
                </a:lnTo>
                <a:lnTo>
                  <a:pt x="1619" y="2703"/>
                </a:lnTo>
                <a:lnTo>
                  <a:pt x="1607" y="2715"/>
                </a:lnTo>
                <a:lnTo>
                  <a:pt x="1596" y="2726"/>
                </a:lnTo>
                <a:lnTo>
                  <a:pt x="1584" y="2737"/>
                </a:lnTo>
                <a:lnTo>
                  <a:pt x="1571" y="2746"/>
                </a:lnTo>
                <a:lnTo>
                  <a:pt x="1558" y="2755"/>
                </a:lnTo>
                <a:lnTo>
                  <a:pt x="1545" y="2763"/>
                </a:lnTo>
                <a:lnTo>
                  <a:pt x="1531" y="2771"/>
                </a:lnTo>
                <a:lnTo>
                  <a:pt x="1518" y="2778"/>
                </a:lnTo>
                <a:lnTo>
                  <a:pt x="1504" y="2784"/>
                </a:lnTo>
                <a:lnTo>
                  <a:pt x="1489" y="2789"/>
                </a:lnTo>
                <a:lnTo>
                  <a:pt x="1475" y="2794"/>
                </a:lnTo>
                <a:lnTo>
                  <a:pt x="1460" y="2797"/>
                </a:lnTo>
                <a:lnTo>
                  <a:pt x="1445" y="2801"/>
                </a:lnTo>
                <a:lnTo>
                  <a:pt x="1431" y="2803"/>
                </a:lnTo>
                <a:lnTo>
                  <a:pt x="1415" y="2806"/>
                </a:lnTo>
                <a:lnTo>
                  <a:pt x="1400" y="2807"/>
                </a:lnTo>
                <a:lnTo>
                  <a:pt x="1385" y="2807"/>
                </a:lnTo>
                <a:lnTo>
                  <a:pt x="1370" y="2807"/>
                </a:lnTo>
                <a:lnTo>
                  <a:pt x="1355" y="2806"/>
                </a:lnTo>
                <a:lnTo>
                  <a:pt x="1339" y="2803"/>
                </a:lnTo>
                <a:lnTo>
                  <a:pt x="1325" y="2801"/>
                </a:lnTo>
                <a:lnTo>
                  <a:pt x="1309" y="2797"/>
                </a:lnTo>
                <a:lnTo>
                  <a:pt x="1295" y="2794"/>
                </a:lnTo>
                <a:lnTo>
                  <a:pt x="1281" y="2789"/>
                </a:lnTo>
                <a:lnTo>
                  <a:pt x="1266" y="2784"/>
                </a:lnTo>
                <a:lnTo>
                  <a:pt x="1252" y="2778"/>
                </a:lnTo>
                <a:lnTo>
                  <a:pt x="1239" y="2771"/>
                </a:lnTo>
                <a:lnTo>
                  <a:pt x="1225" y="2763"/>
                </a:lnTo>
                <a:lnTo>
                  <a:pt x="1212" y="2755"/>
                </a:lnTo>
                <a:lnTo>
                  <a:pt x="1199" y="2746"/>
                </a:lnTo>
                <a:lnTo>
                  <a:pt x="1186" y="2737"/>
                </a:lnTo>
                <a:lnTo>
                  <a:pt x="1174" y="2726"/>
                </a:lnTo>
                <a:lnTo>
                  <a:pt x="1163" y="2715"/>
                </a:lnTo>
                <a:lnTo>
                  <a:pt x="93" y="1641"/>
                </a:lnTo>
                <a:lnTo>
                  <a:pt x="81" y="1630"/>
                </a:lnTo>
                <a:lnTo>
                  <a:pt x="71" y="1617"/>
                </a:lnTo>
                <a:lnTo>
                  <a:pt x="61" y="1605"/>
                </a:lnTo>
                <a:lnTo>
                  <a:pt x="52" y="1593"/>
                </a:lnTo>
                <a:lnTo>
                  <a:pt x="43" y="1579"/>
                </a:lnTo>
                <a:lnTo>
                  <a:pt x="36" y="1565"/>
                </a:lnTo>
                <a:lnTo>
                  <a:pt x="29" y="1552"/>
                </a:lnTo>
                <a:lnTo>
                  <a:pt x="24" y="1537"/>
                </a:lnTo>
                <a:lnTo>
                  <a:pt x="18" y="1523"/>
                </a:lnTo>
                <a:lnTo>
                  <a:pt x="14" y="1508"/>
                </a:lnTo>
                <a:lnTo>
                  <a:pt x="9" y="1494"/>
                </a:lnTo>
                <a:lnTo>
                  <a:pt x="6" y="1478"/>
                </a:lnTo>
                <a:lnTo>
                  <a:pt x="3" y="1464"/>
                </a:lnTo>
                <a:lnTo>
                  <a:pt x="2" y="1449"/>
                </a:lnTo>
                <a:lnTo>
                  <a:pt x="1" y="1433"/>
                </a:lnTo>
                <a:lnTo>
                  <a:pt x="0" y="1419"/>
                </a:lnTo>
                <a:lnTo>
                  <a:pt x="1" y="1403"/>
                </a:lnTo>
                <a:lnTo>
                  <a:pt x="2" y="1388"/>
                </a:lnTo>
                <a:lnTo>
                  <a:pt x="3" y="1373"/>
                </a:lnTo>
                <a:lnTo>
                  <a:pt x="6" y="1358"/>
                </a:lnTo>
                <a:lnTo>
                  <a:pt x="9" y="1344"/>
                </a:lnTo>
                <a:lnTo>
                  <a:pt x="14" y="1328"/>
                </a:lnTo>
                <a:lnTo>
                  <a:pt x="18" y="1314"/>
                </a:lnTo>
                <a:lnTo>
                  <a:pt x="24" y="1299"/>
                </a:lnTo>
                <a:lnTo>
                  <a:pt x="29" y="1286"/>
                </a:lnTo>
                <a:lnTo>
                  <a:pt x="36" y="1271"/>
                </a:lnTo>
                <a:lnTo>
                  <a:pt x="43" y="1258"/>
                </a:lnTo>
                <a:lnTo>
                  <a:pt x="52" y="1245"/>
                </a:lnTo>
                <a:lnTo>
                  <a:pt x="61" y="1231"/>
                </a:lnTo>
                <a:lnTo>
                  <a:pt x="71" y="1219"/>
                </a:lnTo>
                <a:lnTo>
                  <a:pt x="81" y="1207"/>
                </a:lnTo>
                <a:lnTo>
                  <a:pt x="93" y="1195"/>
                </a:lnTo>
                <a:close/>
                <a:moveTo>
                  <a:pt x="1903" y="92"/>
                </a:moveTo>
                <a:lnTo>
                  <a:pt x="1914" y="80"/>
                </a:lnTo>
                <a:lnTo>
                  <a:pt x="1927" y="70"/>
                </a:lnTo>
                <a:lnTo>
                  <a:pt x="1939" y="61"/>
                </a:lnTo>
                <a:lnTo>
                  <a:pt x="1952" y="51"/>
                </a:lnTo>
                <a:lnTo>
                  <a:pt x="1966" y="43"/>
                </a:lnTo>
                <a:lnTo>
                  <a:pt x="1979" y="35"/>
                </a:lnTo>
                <a:lnTo>
                  <a:pt x="1992" y="29"/>
                </a:lnTo>
                <a:lnTo>
                  <a:pt x="2007" y="23"/>
                </a:lnTo>
                <a:lnTo>
                  <a:pt x="2021" y="17"/>
                </a:lnTo>
                <a:lnTo>
                  <a:pt x="2035" y="12"/>
                </a:lnTo>
                <a:lnTo>
                  <a:pt x="2050" y="8"/>
                </a:lnTo>
                <a:lnTo>
                  <a:pt x="2065" y="5"/>
                </a:lnTo>
                <a:lnTo>
                  <a:pt x="2080" y="3"/>
                </a:lnTo>
                <a:lnTo>
                  <a:pt x="2095" y="1"/>
                </a:lnTo>
                <a:lnTo>
                  <a:pt x="2110" y="0"/>
                </a:lnTo>
                <a:lnTo>
                  <a:pt x="2125" y="0"/>
                </a:lnTo>
                <a:lnTo>
                  <a:pt x="2140" y="0"/>
                </a:lnTo>
                <a:lnTo>
                  <a:pt x="2156" y="1"/>
                </a:lnTo>
                <a:lnTo>
                  <a:pt x="2171" y="3"/>
                </a:lnTo>
                <a:lnTo>
                  <a:pt x="2185" y="5"/>
                </a:lnTo>
                <a:lnTo>
                  <a:pt x="2201" y="8"/>
                </a:lnTo>
                <a:lnTo>
                  <a:pt x="2215" y="12"/>
                </a:lnTo>
                <a:lnTo>
                  <a:pt x="2230" y="17"/>
                </a:lnTo>
                <a:lnTo>
                  <a:pt x="2244" y="23"/>
                </a:lnTo>
                <a:lnTo>
                  <a:pt x="2258" y="29"/>
                </a:lnTo>
                <a:lnTo>
                  <a:pt x="2272" y="35"/>
                </a:lnTo>
                <a:lnTo>
                  <a:pt x="2285" y="43"/>
                </a:lnTo>
                <a:lnTo>
                  <a:pt x="2298" y="51"/>
                </a:lnTo>
                <a:lnTo>
                  <a:pt x="2312" y="61"/>
                </a:lnTo>
                <a:lnTo>
                  <a:pt x="2324" y="70"/>
                </a:lnTo>
                <a:lnTo>
                  <a:pt x="2336" y="80"/>
                </a:lnTo>
                <a:lnTo>
                  <a:pt x="2348" y="92"/>
                </a:lnTo>
                <a:lnTo>
                  <a:pt x="3254" y="1001"/>
                </a:lnTo>
                <a:lnTo>
                  <a:pt x="3266" y="1013"/>
                </a:lnTo>
                <a:lnTo>
                  <a:pt x="3276" y="1024"/>
                </a:lnTo>
                <a:lnTo>
                  <a:pt x="3286" y="1038"/>
                </a:lnTo>
                <a:lnTo>
                  <a:pt x="3294" y="1050"/>
                </a:lnTo>
                <a:lnTo>
                  <a:pt x="3303" y="1063"/>
                </a:lnTo>
                <a:lnTo>
                  <a:pt x="3311" y="1077"/>
                </a:lnTo>
                <a:lnTo>
                  <a:pt x="3317" y="1091"/>
                </a:lnTo>
                <a:lnTo>
                  <a:pt x="3323" y="1105"/>
                </a:lnTo>
                <a:lnTo>
                  <a:pt x="3329" y="1119"/>
                </a:lnTo>
                <a:lnTo>
                  <a:pt x="3333" y="1133"/>
                </a:lnTo>
                <a:lnTo>
                  <a:pt x="3338" y="1149"/>
                </a:lnTo>
                <a:lnTo>
                  <a:pt x="3341" y="1163"/>
                </a:lnTo>
                <a:lnTo>
                  <a:pt x="3344" y="1179"/>
                </a:lnTo>
                <a:lnTo>
                  <a:pt x="3345" y="1193"/>
                </a:lnTo>
                <a:lnTo>
                  <a:pt x="3346" y="1209"/>
                </a:lnTo>
                <a:lnTo>
                  <a:pt x="3347" y="1224"/>
                </a:lnTo>
                <a:lnTo>
                  <a:pt x="3346" y="1240"/>
                </a:lnTo>
                <a:lnTo>
                  <a:pt x="3345" y="1254"/>
                </a:lnTo>
                <a:lnTo>
                  <a:pt x="3344" y="1269"/>
                </a:lnTo>
                <a:lnTo>
                  <a:pt x="3341" y="1284"/>
                </a:lnTo>
                <a:lnTo>
                  <a:pt x="3338" y="1299"/>
                </a:lnTo>
                <a:lnTo>
                  <a:pt x="3333" y="1314"/>
                </a:lnTo>
                <a:lnTo>
                  <a:pt x="3329" y="1328"/>
                </a:lnTo>
                <a:lnTo>
                  <a:pt x="3323" y="1342"/>
                </a:lnTo>
                <a:lnTo>
                  <a:pt x="3317" y="1357"/>
                </a:lnTo>
                <a:lnTo>
                  <a:pt x="3311" y="1371"/>
                </a:lnTo>
                <a:lnTo>
                  <a:pt x="3303" y="1385"/>
                </a:lnTo>
                <a:lnTo>
                  <a:pt x="3294" y="1398"/>
                </a:lnTo>
                <a:lnTo>
                  <a:pt x="3286" y="1410"/>
                </a:lnTo>
                <a:lnTo>
                  <a:pt x="3276" y="1423"/>
                </a:lnTo>
                <a:lnTo>
                  <a:pt x="3266" y="1435"/>
                </a:lnTo>
                <a:lnTo>
                  <a:pt x="3254" y="1448"/>
                </a:lnTo>
                <a:lnTo>
                  <a:pt x="3243" y="1458"/>
                </a:lnTo>
                <a:lnTo>
                  <a:pt x="3231" y="1469"/>
                </a:lnTo>
                <a:lnTo>
                  <a:pt x="3218" y="1478"/>
                </a:lnTo>
                <a:lnTo>
                  <a:pt x="3205" y="1488"/>
                </a:lnTo>
                <a:lnTo>
                  <a:pt x="3192" y="1496"/>
                </a:lnTo>
                <a:lnTo>
                  <a:pt x="3178" y="1503"/>
                </a:lnTo>
                <a:lnTo>
                  <a:pt x="3165" y="1510"/>
                </a:lnTo>
                <a:lnTo>
                  <a:pt x="3151" y="1516"/>
                </a:lnTo>
                <a:lnTo>
                  <a:pt x="3136" y="1522"/>
                </a:lnTo>
                <a:lnTo>
                  <a:pt x="3122" y="1526"/>
                </a:lnTo>
                <a:lnTo>
                  <a:pt x="3107" y="1530"/>
                </a:lnTo>
                <a:lnTo>
                  <a:pt x="3092" y="1533"/>
                </a:lnTo>
                <a:lnTo>
                  <a:pt x="3078" y="1536"/>
                </a:lnTo>
                <a:lnTo>
                  <a:pt x="3062" y="1538"/>
                </a:lnTo>
                <a:lnTo>
                  <a:pt x="3047" y="1539"/>
                </a:lnTo>
                <a:lnTo>
                  <a:pt x="3033" y="1539"/>
                </a:lnTo>
                <a:lnTo>
                  <a:pt x="3017" y="1539"/>
                </a:lnTo>
                <a:lnTo>
                  <a:pt x="3002" y="1538"/>
                </a:lnTo>
                <a:lnTo>
                  <a:pt x="2986" y="1536"/>
                </a:lnTo>
                <a:lnTo>
                  <a:pt x="2972" y="1533"/>
                </a:lnTo>
                <a:lnTo>
                  <a:pt x="2957" y="1530"/>
                </a:lnTo>
                <a:lnTo>
                  <a:pt x="2942" y="1526"/>
                </a:lnTo>
                <a:lnTo>
                  <a:pt x="2928" y="1522"/>
                </a:lnTo>
                <a:lnTo>
                  <a:pt x="2913" y="1516"/>
                </a:lnTo>
                <a:lnTo>
                  <a:pt x="2899" y="1510"/>
                </a:lnTo>
                <a:lnTo>
                  <a:pt x="2886" y="1503"/>
                </a:lnTo>
                <a:lnTo>
                  <a:pt x="2872" y="1496"/>
                </a:lnTo>
                <a:lnTo>
                  <a:pt x="2859" y="1488"/>
                </a:lnTo>
                <a:lnTo>
                  <a:pt x="2846" y="1478"/>
                </a:lnTo>
                <a:lnTo>
                  <a:pt x="2833" y="1469"/>
                </a:lnTo>
                <a:lnTo>
                  <a:pt x="2821" y="1458"/>
                </a:lnTo>
                <a:lnTo>
                  <a:pt x="2810" y="1448"/>
                </a:lnTo>
                <a:lnTo>
                  <a:pt x="1903" y="537"/>
                </a:lnTo>
                <a:lnTo>
                  <a:pt x="1892" y="526"/>
                </a:lnTo>
                <a:lnTo>
                  <a:pt x="1881" y="514"/>
                </a:lnTo>
                <a:lnTo>
                  <a:pt x="1871" y="501"/>
                </a:lnTo>
                <a:lnTo>
                  <a:pt x="1863" y="488"/>
                </a:lnTo>
                <a:lnTo>
                  <a:pt x="1855" y="476"/>
                </a:lnTo>
                <a:lnTo>
                  <a:pt x="1846" y="461"/>
                </a:lnTo>
                <a:lnTo>
                  <a:pt x="1840" y="448"/>
                </a:lnTo>
                <a:lnTo>
                  <a:pt x="1834" y="433"/>
                </a:lnTo>
                <a:lnTo>
                  <a:pt x="1828" y="419"/>
                </a:lnTo>
                <a:lnTo>
                  <a:pt x="1824" y="405"/>
                </a:lnTo>
                <a:lnTo>
                  <a:pt x="1820" y="390"/>
                </a:lnTo>
                <a:lnTo>
                  <a:pt x="1817" y="375"/>
                </a:lnTo>
                <a:lnTo>
                  <a:pt x="1814" y="360"/>
                </a:lnTo>
                <a:lnTo>
                  <a:pt x="1813" y="345"/>
                </a:lnTo>
                <a:lnTo>
                  <a:pt x="1812" y="329"/>
                </a:lnTo>
                <a:lnTo>
                  <a:pt x="1811" y="315"/>
                </a:lnTo>
                <a:lnTo>
                  <a:pt x="1812" y="300"/>
                </a:lnTo>
                <a:lnTo>
                  <a:pt x="1813" y="284"/>
                </a:lnTo>
                <a:lnTo>
                  <a:pt x="1814" y="270"/>
                </a:lnTo>
                <a:lnTo>
                  <a:pt x="1817" y="254"/>
                </a:lnTo>
                <a:lnTo>
                  <a:pt x="1820" y="240"/>
                </a:lnTo>
                <a:lnTo>
                  <a:pt x="1824" y="224"/>
                </a:lnTo>
                <a:lnTo>
                  <a:pt x="1828" y="210"/>
                </a:lnTo>
                <a:lnTo>
                  <a:pt x="1834" y="196"/>
                </a:lnTo>
                <a:lnTo>
                  <a:pt x="1840" y="181"/>
                </a:lnTo>
                <a:lnTo>
                  <a:pt x="1846" y="168"/>
                </a:lnTo>
                <a:lnTo>
                  <a:pt x="1855" y="154"/>
                </a:lnTo>
                <a:lnTo>
                  <a:pt x="1863" y="141"/>
                </a:lnTo>
                <a:lnTo>
                  <a:pt x="1871" y="128"/>
                </a:lnTo>
                <a:lnTo>
                  <a:pt x="1881" y="115"/>
                </a:lnTo>
                <a:lnTo>
                  <a:pt x="1892" y="103"/>
                </a:lnTo>
                <a:lnTo>
                  <a:pt x="1903" y="92"/>
                </a:lnTo>
                <a:close/>
                <a:moveTo>
                  <a:pt x="1138" y="297"/>
                </a:moveTo>
                <a:lnTo>
                  <a:pt x="1149" y="286"/>
                </a:lnTo>
                <a:lnTo>
                  <a:pt x="1162" y="276"/>
                </a:lnTo>
                <a:lnTo>
                  <a:pt x="1174" y="267"/>
                </a:lnTo>
                <a:lnTo>
                  <a:pt x="1187" y="257"/>
                </a:lnTo>
                <a:lnTo>
                  <a:pt x="1201" y="249"/>
                </a:lnTo>
                <a:lnTo>
                  <a:pt x="1214" y="242"/>
                </a:lnTo>
                <a:lnTo>
                  <a:pt x="1227" y="235"/>
                </a:lnTo>
                <a:lnTo>
                  <a:pt x="1242" y="228"/>
                </a:lnTo>
                <a:lnTo>
                  <a:pt x="1256" y="223"/>
                </a:lnTo>
                <a:lnTo>
                  <a:pt x="1270" y="218"/>
                </a:lnTo>
                <a:lnTo>
                  <a:pt x="1286" y="215"/>
                </a:lnTo>
                <a:lnTo>
                  <a:pt x="1300" y="211"/>
                </a:lnTo>
                <a:lnTo>
                  <a:pt x="1316" y="209"/>
                </a:lnTo>
                <a:lnTo>
                  <a:pt x="1330" y="207"/>
                </a:lnTo>
                <a:lnTo>
                  <a:pt x="1345" y="206"/>
                </a:lnTo>
                <a:lnTo>
                  <a:pt x="1361" y="206"/>
                </a:lnTo>
                <a:lnTo>
                  <a:pt x="1375" y="206"/>
                </a:lnTo>
                <a:lnTo>
                  <a:pt x="1391" y="207"/>
                </a:lnTo>
                <a:lnTo>
                  <a:pt x="1406" y="209"/>
                </a:lnTo>
                <a:lnTo>
                  <a:pt x="1420" y="211"/>
                </a:lnTo>
                <a:lnTo>
                  <a:pt x="1436" y="215"/>
                </a:lnTo>
                <a:lnTo>
                  <a:pt x="1450" y="218"/>
                </a:lnTo>
                <a:lnTo>
                  <a:pt x="1464" y="223"/>
                </a:lnTo>
                <a:lnTo>
                  <a:pt x="1479" y="228"/>
                </a:lnTo>
                <a:lnTo>
                  <a:pt x="1493" y="235"/>
                </a:lnTo>
                <a:lnTo>
                  <a:pt x="1507" y="242"/>
                </a:lnTo>
                <a:lnTo>
                  <a:pt x="1520" y="249"/>
                </a:lnTo>
                <a:lnTo>
                  <a:pt x="1533" y="257"/>
                </a:lnTo>
                <a:lnTo>
                  <a:pt x="1547" y="267"/>
                </a:lnTo>
                <a:lnTo>
                  <a:pt x="1559" y="276"/>
                </a:lnTo>
                <a:lnTo>
                  <a:pt x="1571" y="286"/>
                </a:lnTo>
                <a:lnTo>
                  <a:pt x="1583" y="297"/>
                </a:lnTo>
                <a:lnTo>
                  <a:pt x="3303" y="2022"/>
                </a:lnTo>
                <a:lnTo>
                  <a:pt x="3314" y="2033"/>
                </a:lnTo>
                <a:lnTo>
                  <a:pt x="3324" y="2046"/>
                </a:lnTo>
                <a:lnTo>
                  <a:pt x="3333" y="2058"/>
                </a:lnTo>
                <a:lnTo>
                  <a:pt x="3343" y="2071"/>
                </a:lnTo>
                <a:lnTo>
                  <a:pt x="3351" y="2085"/>
                </a:lnTo>
                <a:lnTo>
                  <a:pt x="3358" y="2098"/>
                </a:lnTo>
                <a:lnTo>
                  <a:pt x="3365" y="2112"/>
                </a:lnTo>
                <a:lnTo>
                  <a:pt x="3371" y="2126"/>
                </a:lnTo>
                <a:lnTo>
                  <a:pt x="3377" y="2140"/>
                </a:lnTo>
                <a:lnTo>
                  <a:pt x="3382" y="2155"/>
                </a:lnTo>
                <a:lnTo>
                  <a:pt x="3385" y="2169"/>
                </a:lnTo>
                <a:lnTo>
                  <a:pt x="3389" y="2185"/>
                </a:lnTo>
                <a:lnTo>
                  <a:pt x="3391" y="2199"/>
                </a:lnTo>
                <a:lnTo>
                  <a:pt x="3393" y="2215"/>
                </a:lnTo>
                <a:lnTo>
                  <a:pt x="3394" y="2230"/>
                </a:lnTo>
                <a:lnTo>
                  <a:pt x="3394" y="2244"/>
                </a:lnTo>
                <a:lnTo>
                  <a:pt x="3394" y="2260"/>
                </a:lnTo>
                <a:lnTo>
                  <a:pt x="3393" y="2275"/>
                </a:lnTo>
                <a:lnTo>
                  <a:pt x="3391" y="2290"/>
                </a:lnTo>
                <a:lnTo>
                  <a:pt x="3389" y="2305"/>
                </a:lnTo>
                <a:lnTo>
                  <a:pt x="3385" y="2320"/>
                </a:lnTo>
                <a:lnTo>
                  <a:pt x="3382" y="2335"/>
                </a:lnTo>
                <a:lnTo>
                  <a:pt x="3377" y="2349"/>
                </a:lnTo>
                <a:lnTo>
                  <a:pt x="3371" y="2364"/>
                </a:lnTo>
                <a:lnTo>
                  <a:pt x="3365" y="2378"/>
                </a:lnTo>
                <a:lnTo>
                  <a:pt x="3358" y="2392"/>
                </a:lnTo>
                <a:lnTo>
                  <a:pt x="3351" y="2405"/>
                </a:lnTo>
                <a:lnTo>
                  <a:pt x="3343" y="2418"/>
                </a:lnTo>
                <a:lnTo>
                  <a:pt x="3333" y="2432"/>
                </a:lnTo>
                <a:lnTo>
                  <a:pt x="3324" y="2444"/>
                </a:lnTo>
                <a:lnTo>
                  <a:pt x="3314" y="2457"/>
                </a:lnTo>
                <a:lnTo>
                  <a:pt x="3303" y="2468"/>
                </a:lnTo>
                <a:lnTo>
                  <a:pt x="3290" y="2479"/>
                </a:lnTo>
                <a:lnTo>
                  <a:pt x="3279" y="2489"/>
                </a:lnTo>
                <a:lnTo>
                  <a:pt x="3266" y="2500"/>
                </a:lnTo>
                <a:lnTo>
                  <a:pt x="3253" y="2508"/>
                </a:lnTo>
                <a:lnTo>
                  <a:pt x="3240" y="2516"/>
                </a:lnTo>
                <a:lnTo>
                  <a:pt x="3227" y="2524"/>
                </a:lnTo>
                <a:lnTo>
                  <a:pt x="3212" y="2531"/>
                </a:lnTo>
                <a:lnTo>
                  <a:pt x="3199" y="2537"/>
                </a:lnTo>
                <a:lnTo>
                  <a:pt x="3184" y="2542"/>
                </a:lnTo>
                <a:lnTo>
                  <a:pt x="3169" y="2547"/>
                </a:lnTo>
                <a:lnTo>
                  <a:pt x="3155" y="2551"/>
                </a:lnTo>
                <a:lnTo>
                  <a:pt x="3140" y="2554"/>
                </a:lnTo>
                <a:lnTo>
                  <a:pt x="3125" y="2556"/>
                </a:lnTo>
                <a:lnTo>
                  <a:pt x="3110" y="2558"/>
                </a:lnTo>
                <a:lnTo>
                  <a:pt x="3095" y="2559"/>
                </a:lnTo>
                <a:lnTo>
                  <a:pt x="3080" y="2560"/>
                </a:lnTo>
                <a:lnTo>
                  <a:pt x="3064" y="2559"/>
                </a:lnTo>
                <a:lnTo>
                  <a:pt x="3050" y="2558"/>
                </a:lnTo>
                <a:lnTo>
                  <a:pt x="3035" y="2556"/>
                </a:lnTo>
                <a:lnTo>
                  <a:pt x="3019" y="2554"/>
                </a:lnTo>
                <a:lnTo>
                  <a:pt x="3005" y="2551"/>
                </a:lnTo>
                <a:lnTo>
                  <a:pt x="2990" y="2547"/>
                </a:lnTo>
                <a:lnTo>
                  <a:pt x="2976" y="2542"/>
                </a:lnTo>
                <a:lnTo>
                  <a:pt x="2962" y="2537"/>
                </a:lnTo>
                <a:lnTo>
                  <a:pt x="2947" y="2531"/>
                </a:lnTo>
                <a:lnTo>
                  <a:pt x="2933" y="2524"/>
                </a:lnTo>
                <a:lnTo>
                  <a:pt x="2920" y="2516"/>
                </a:lnTo>
                <a:lnTo>
                  <a:pt x="2906" y="2508"/>
                </a:lnTo>
                <a:lnTo>
                  <a:pt x="2894" y="2500"/>
                </a:lnTo>
                <a:lnTo>
                  <a:pt x="2882" y="2489"/>
                </a:lnTo>
                <a:lnTo>
                  <a:pt x="2869" y="2479"/>
                </a:lnTo>
                <a:lnTo>
                  <a:pt x="2857" y="2468"/>
                </a:lnTo>
                <a:lnTo>
                  <a:pt x="1138" y="744"/>
                </a:lnTo>
                <a:lnTo>
                  <a:pt x="1127" y="732"/>
                </a:lnTo>
                <a:lnTo>
                  <a:pt x="1116" y="720"/>
                </a:lnTo>
                <a:lnTo>
                  <a:pt x="1107" y="707"/>
                </a:lnTo>
                <a:lnTo>
                  <a:pt x="1098" y="695"/>
                </a:lnTo>
                <a:lnTo>
                  <a:pt x="1090" y="682"/>
                </a:lnTo>
                <a:lnTo>
                  <a:pt x="1081" y="668"/>
                </a:lnTo>
                <a:lnTo>
                  <a:pt x="1075" y="654"/>
                </a:lnTo>
                <a:lnTo>
                  <a:pt x="1069" y="639"/>
                </a:lnTo>
                <a:lnTo>
                  <a:pt x="1064" y="625"/>
                </a:lnTo>
                <a:lnTo>
                  <a:pt x="1059" y="610"/>
                </a:lnTo>
                <a:lnTo>
                  <a:pt x="1055" y="596"/>
                </a:lnTo>
                <a:lnTo>
                  <a:pt x="1052" y="582"/>
                </a:lnTo>
                <a:lnTo>
                  <a:pt x="1050" y="566"/>
                </a:lnTo>
                <a:lnTo>
                  <a:pt x="1048" y="551"/>
                </a:lnTo>
                <a:lnTo>
                  <a:pt x="1047" y="536"/>
                </a:lnTo>
                <a:lnTo>
                  <a:pt x="1046" y="521"/>
                </a:lnTo>
                <a:lnTo>
                  <a:pt x="1047" y="505"/>
                </a:lnTo>
                <a:lnTo>
                  <a:pt x="1048" y="490"/>
                </a:lnTo>
                <a:lnTo>
                  <a:pt x="1050" y="476"/>
                </a:lnTo>
                <a:lnTo>
                  <a:pt x="1052" y="460"/>
                </a:lnTo>
                <a:lnTo>
                  <a:pt x="1055" y="446"/>
                </a:lnTo>
                <a:lnTo>
                  <a:pt x="1059" y="431"/>
                </a:lnTo>
                <a:lnTo>
                  <a:pt x="1064" y="416"/>
                </a:lnTo>
                <a:lnTo>
                  <a:pt x="1069" y="401"/>
                </a:lnTo>
                <a:lnTo>
                  <a:pt x="1075" y="388"/>
                </a:lnTo>
                <a:lnTo>
                  <a:pt x="1081" y="374"/>
                </a:lnTo>
                <a:lnTo>
                  <a:pt x="1090" y="360"/>
                </a:lnTo>
                <a:lnTo>
                  <a:pt x="1098" y="347"/>
                </a:lnTo>
                <a:lnTo>
                  <a:pt x="1107" y="335"/>
                </a:lnTo>
                <a:lnTo>
                  <a:pt x="1116" y="321"/>
                </a:lnTo>
                <a:lnTo>
                  <a:pt x="1127" y="310"/>
                </a:lnTo>
                <a:lnTo>
                  <a:pt x="1138" y="297"/>
                </a:lnTo>
                <a:close/>
                <a:moveTo>
                  <a:pt x="245" y="375"/>
                </a:moveTo>
                <a:lnTo>
                  <a:pt x="256" y="363"/>
                </a:lnTo>
                <a:lnTo>
                  <a:pt x="268" y="353"/>
                </a:lnTo>
                <a:lnTo>
                  <a:pt x="280" y="343"/>
                </a:lnTo>
                <a:lnTo>
                  <a:pt x="293" y="335"/>
                </a:lnTo>
                <a:lnTo>
                  <a:pt x="306" y="326"/>
                </a:lnTo>
                <a:lnTo>
                  <a:pt x="321" y="318"/>
                </a:lnTo>
                <a:lnTo>
                  <a:pt x="334" y="312"/>
                </a:lnTo>
                <a:lnTo>
                  <a:pt x="348" y="306"/>
                </a:lnTo>
                <a:lnTo>
                  <a:pt x="363" y="301"/>
                </a:lnTo>
                <a:lnTo>
                  <a:pt x="377" y="295"/>
                </a:lnTo>
                <a:lnTo>
                  <a:pt x="391" y="291"/>
                </a:lnTo>
                <a:lnTo>
                  <a:pt x="407" y="288"/>
                </a:lnTo>
                <a:lnTo>
                  <a:pt x="421" y="286"/>
                </a:lnTo>
                <a:lnTo>
                  <a:pt x="437" y="284"/>
                </a:lnTo>
                <a:lnTo>
                  <a:pt x="452" y="283"/>
                </a:lnTo>
                <a:lnTo>
                  <a:pt x="466" y="282"/>
                </a:lnTo>
                <a:lnTo>
                  <a:pt x="482" y="283"/>
                </a:lnTo>
                <a:lnTo>
                  <a:pt x="497" y="284"/>
                </a:lnTo>
                <a:lnTo>
                  <a:pt x="512" y="286"/>
                </a:lnTo>
                <a:lnTo>
                  <a:pt x="527" y="288"/>
                </a:lnTo>
                <a:lnTo>
                  <a:pt x="541" y="291"/>
                </a:lnTo>
                <a:lnTo>
                  <a:pt x="557" y="295"/>
                </a:lnTo>
                <a:lnTo>
                  <a:pt x="571" y="301"/>
                </a:lnTo>
                <a:lnTo>
                  <a:pt x="585" y="306"/>
                </a:lnTo>
                <a:lnTo>
                  <a:pt x="599" y="312"/>
                </a:lnTo>
                <a:lnTo>
                  <a:pt x="613" y="318"/>
                </a:lnTo>
                <a:lnTo>
                  <a:pt x="627" y="326"/>
                </a:lnTo>
                <a:lnTo>
                  <a:pt x="640" y="335"/>
                </a:lnTo>
                <a:lnTo>
                  <a:pt x="653" y="343"/>
                </a:lnTo>
                <a:lnTo>
                  <a:pt x="666" y="353"/>
                </a:lnTo>
                <a:lnTo>
                  <a:pt x="678" y="363"/>
                </a:lnTo>
                <a:lnTo>
                  <a:pt x="689" y="375"/>
                </a:lnTo>
                <a:lnTo>
                  <a:pt x="2478" y="2168"/>
                </a:lnTo>
                <a:lnTo>
                  <a:pt x="2489" y="2181"/>
                </a:lnTo>
                <a:lnTo>
                  <a:pt x="2500" y="2192"/>
                </a:lnTo>
                <a:lnTo>
                  <a:pt x="2510" y="2205"/>
                </a:lnTo>
                <a:lnTo>
                  <a:pt x="2518" y="2218"/>
                </a:lnTo>
                <a:lnTo>
                  <a:pt x="2526" y="2231"/>
                </a:lnTo>
                <a:lnTo>
                  <a:pt x="2534" y="2244"/>
                </a:lnTo>
                <a:lnTo>
                  <a:pt x="2541" y="2259"/>
                </a:lnTo>
                <a:lnTo>
                  <a:pt x="2547" y="2272"/>
                </a:lnTo>
                <a:lnTo>
                  <a:pt x="2553" y="2287"/>
                </a:lnTo>
                <a:lnTo>
                  <a:pt x="2557" y="2302"/>
                </a:lnTo>
                <a:lnTo>
                  <a:pt x="2561" y="2316"/>
                </a:lnTo>
                <a:lnTo>
                  <a:pt x="2564" y="2331"/>
                </a:lnTo>
                <a:lnTo>
                  <a:pt x="2566" y="2346"/>
                </a:lnTo>
                <a:lnTo>
                  <a:pt x="2568" y="2362"/>
                </a:lnTo>
                <a:lnTo>
                  <a:pt x="2569" y="2376"/>
                </a:lnTo>
                <a:lnTo>
                  <a:pt x="2570" y="2392"/>
                </a:lnTo>
                <a:lnTo>
                  <a:pt x="2569" y="2407"/>
                </a:lnTo>
                <a:lnTo>
                  <a:pt x="2568" y="2421"/>
                </a:lnTo>
                <a:lnTo>
                  <a:pt x="2566" y="2437"/>
                </a:lnTo>
                <a:lnTo>
                  <a:pt x="2564" y="2452"/>
                </a:lnTo>
                <a:lnTo>
                  <a:pt x="2561" y="2467"/>
                </a:lnTo>
                <a:lnTo>
                  <a:pt x="2557" y="2481"/>
                </a:lnTo>
                <a:lnTo>
                  <a:pt x="2553" y="2496"/>
                </a:lnTo>
                <a:lnTo>
                  <a:pt x="2547" y="2510"/>
                </a:lnTo>
                <a:lnTo>
                  <a:pt x="2541" y="2524"/>
                </a:lnTo>
                <a:lnTo>
                  <a:pt x="2534" y="2539"/>
                </a:lnTo>
                <a:lnTo>
                  <a:pt x="2526" y="2552"/>
                </a:lnTo>
                <a:lnTo>
                  <a:pt x="2518" y="2566"/>
                </a:lnTo>
                <a:lnTo>
                  <a:pt x="2510" y="2578"/>
                </a:lnTo>
                <a:lnTo>
                  <a:pt x="2500" y="2590"/>
                </a:lnTo>
                <a:lnTo>
                  <a:pt x="2489" y="2603"/>
                </a:lnTo>
                <a:lnTo>
                  <a:pt x="2478" y="2615"/>
                </a:lnTo>
                <a:lnTo>
                  <a:pt x="2467" y="2626"/>
                </a:lnTo>
                <a:lnTo>
                  <a:pt x="2454" y="2637"/>
                </a:lnTo>
                <a:lnTo>
                  <a:pt x="2442" y="2646"/>
                </a:lnTo>
                <a:lnTo>
                  <a:pt x="2429" y="2655"/>
                </a:lnTo>
                <a:lnTo>
                  <a:pt x="2415" y="2663"/>
                </a:lnTo>
                <a:lnTo>
                  <a:pt x="2402" y="2671"/>
                </a:lnTo>
                <a:lnTo>
                  <a:pt x="2389" y="2678"/>
                </a:lnTo>
                <a:lnTo>
                  <a:pt x="2374" y="2684"/>
                </a:lnTo>
                <a:lnTo>
                  <a:pt x="2360" y="2689"/>
                </a:lnTo>
                <a:lnTo>
                  <a:pt x="2346" y="2694"/>
                </a:lnTo>
                <a:lnTo>
                  <a:pt x="2331" y="2697"/>
                </a:lnTo>
                <a:lnTo>
                  <a:pt x="2316" y="2701"/>
                </a:lnTo>
                <a:lnTo>
                  <a:pt x="2301" y="2704"/>
                </a:lnTo>
                <a:lnTo>
                  <a:pt x="2286" y="2706"/>
                </a:lnTo>
                <a:lnTo>
                  <a:pt x="2271" y="2707"/>
                </a:lnTo>
                <a:lnTo>
                  <a:pt x="2256" y="2707"/>
                </a:lnTo>
                <a:lnTo>
                  <a:pt x="2241" y="2707"/>
                </a:lnTo>
                <a:lnTo>
                  <a:pt x="2225" y="2706"/>
                </a:lnTo>
                <a:lnTo>
                  <a:pt x="2210" y="2704"/>
                </a:lnTo>
                <a:lnTo>
                  <a:pt x="2196" y="2701"/>
                </a:lnTo>
                <a:lnTo>
                  <a:pt x="2180" y="2697"/>
                </a:lnTo>
                <a:lnTo>
                  <a:pt x="2166" y="2694"/>
                </a:lnTo>
                <a:lnTo>
                  <a:pt x="2151" y="2689"/>
                </a:lnTo>
                <a:lnTo>
                  <a:pt x="2137" y="2684"/>
                </a:lnTo>
                <a:lnTo>
                  <a:pt x="2123" y="2678"/>
                </a:lnTo>
                <a:lnTo>
                  <a:pt x="2109" y="2671"/>
                </a:lnTo>
                <a:lnTo>
                  <a:pt x="2096" y="2663"/>
                </a:lnTo>
                <a:lnTo>
                  <a:pt x="2083" y="2655"/>
                </a:lnTo>
                <a:lnTo>
                  <a:pt x="2069" y="2646"/>
                </a:lnTo>
                <a:lnTo>
                  <a:pt x="2057" y="2637"/>
                </a:lnTo>
                <a:lnTo>
                  <a:pt x="2045" y="2626"/>
                </a:lnTo>
                <a:lnTo>
                  <a:pt x="2033" y="2615"/>
                </a:lnTo>
                <a:lnTo>
                  <a:pt x="245" y="821"/>
                </a:lnTo>
                <a:lnTo>
                  <a:pt x="233" y="809"/>
                </a:lnTo>
                <a:lnTo>
                  <a:pt x="223" y="797"/>
                </a:lnTo>
                <a:lnTo>
                  <a:pt x="213" y="784"/>
                </a:lnTo>
                <a:lnTo>
                  <a:pt x="203" y="771"/>
                </a:lnTo>
                <a:lnTo>
                  <a:pt x="195" y="758"/>
                </a:lnTo>
                <a:lnTo>
                  <a:pt x="188" y="744"/>
                </a:lnTo>
                <a:lnTo>
                  <a:pt x="181" y="731"/>
                </a:lnTo>
                <a:lnTo>
                  <a:pt x="175" y="717"/>
                </a:lnTo>
                <a:lnTo>
                  <a:pt x="170" y="702"/>
                </a:lnTo>
                <a:lnTo>
                  <a:pt x="165" y="688"/>
                </a:lnTo>
                <a:lnTo>
                  <a:pt x="161" y="673"/>
                </a:lnTo>
                <a:lnTo>
                  <a:pt x="158" y="658"/>
                </a:lnTo>
                <a:lnTo>
                  <a:pt x="155" y="643"/>
                </a:lnTo>
                <a:lnTo>
                  <a:pt x="154" y="628"/>
                </a:lnTo>
                <a:lnTo>
                  <a:pt x="152" y="613"/>
                </a:lnTo>
                <a:lnTo>
                  <a:pt x="152" y="598"/>
                </a:lnTo>
                <a:lnTo>
                  <a:pt x="152" y="583"/>
                </a:lnTo>
                <a:lnTo>
                  <a:pt x="154" y="567"/>
                </a:lnTo>
                <a:lnTo>
                  <a:pt x="155" y="553"/>
                </a:lnTo>
                <a:lnTo>
                  <a:pt x="158" y="537"/>
                </a:lnTo>
                <a:lnTo>
                  <a:pt x="161" y="523"/>
                </a:lnTo>
                <a:lnTo>
                  <a:pt x="165" y="508"/>
                </a:lnTo>
                <a:lnTo>
                  <a:pt x="170" y="493"/>
                </a:lnTo>
                <a:lnTo>
                  <a:pt x="175" y="479"/>
                </a:lnTo>
                <a:lnTo>
                  <a:pt x="181" y="464"/>
                </a:lnTo>
                <a:lnTo>
                  <a:pt x="188" y="451"/>
                </a:lnTo>
                <a:lnTo>
                  <a:pt x="195" y="437"/>
                </a:lnTo>
                <a:lnTo>
                  <a:pt x="203" y="424"/>
                </a:lnTo>
                <a:lnTo>
                  <a:pt x="213" y="411"/>
                </a:lnTo>
                <a:lnTo>
                  <a:pt x="223" y="398"/>
                </a:lnTo>
                <a:lnTo>
                  <a:pt x="233" y="386"/>
                </a:lnTo>
                <a:lnTo>
                  <a:pt x="245" y="375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83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7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9740559" y="1667654"/>
            <a:ext cx="6263602" cy="6953280"/>
          </a:xfrm>
          <a:custGeom>
            <a:avLst/>
            <a:gdLst>
              <a:gd name="T0" fmla="*/ 0 w 2770"/>
              <a:gd name="T1" fmla="*/ 2030 h 3077"/>
              <a:gd name="T2" fmla="*/ 1044 w 2770"/>
              <a:gd name="T3" fmla="*/ 3077 h 3077"/>
              <a:gd name="T4" fmla="*/ 1044 w 2770"/>
              <a:gd name="T5" fmla="*/ 2185 h 3077"/>
              <a:gd name="T6" fmla="*/ 0 w 2770"/>
              <a:gd name="T7" fmla="*/ 1137 h 3077"/>
              <a:gd name="T8" fmla="*/ 0 w 2770"/>
              <a:gd name="T9" fmla="*/ 2030 h 3077"/>
              <a:gd name="T10" fmla="*/ 1777 w 2770"/>
              <a:gd name="T11" fmla="*/ 893 h 3077"/>
              <a:gd name="T12" fmla="*/ 2652 w 2770"/>
              <a:gd name="T13" fmla="*/ 1770 h 3077"/>
              <a:gd name="T14" fmla="*/ 2652 w 2770"/>
              <a:gd name="T15" fmla="*/ 878 h 3077"/>
              <a:gd name="T16" fmla="*/ 1777 w 2770"/>
              <a:gd name="T17" fmla="*/ 0 h 3077"/>
              <a:gd name="T18" fmla="*/ 1777 w 2770"/>
              <a:gd name="T19" fmla="*/ 893 h 3077"/>
              <a:gd name="T20" fmla="*/ 823 w 2770"/>
              <a:gd name="T21" fmla="*/ 909 h 3077"/>
              <a:gd name="T22" fmla="*/ 2770 w 2770"/>
              <a:gd name="T23" fmla="*/ 2862 h 3077"/>
              <a:gd name="T24" fmla="*/ 2770 w 2770"/>
              <a:gd name="T25" fmla="*/ 1970 h 3077"/>
              <a:gd name="T26" fmla="*/ 823 w 2770"/>
              <a:gd name="T27" fmla="*/ 17 h 3077"/>
              <a:gd name="T28" fmla="*/ 823 w 2770"/>
              <a:gd name="T29" fmla="*/ 909 h 3077"/>
              <a:gd name="T30" fmla="*/ 248 w 2770"/>
              <a:gd name="T31" fmla="*/ 1307 h 3077"/>
              <a:gd name="T32" fmla="*/ 2004 w 2770"/>
              <a:gd name="T33" fmla="*/ 3066 h 3077"/>
              <a:gd name="T34" fmla="*/ 2004 w 2770"/>
              <a:gd name="T35" fmla="*/ 2174 h 3077"/>
              <a:gd name="T36" fmla="*/ 248 w 2770"/>
              <a:gd name="T37" fmla="*/ 414 h 3077"/>
              <a:gd name="T38" fmla="*/ 248 w 2770"/>
              <a:gd name="T39" fmla="*/ 1307 h 30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770" h="3077">
                <a:moveTo>
                  <a:pt x="0" y="2030"/>
                </a:moveTo>
                <a:lnTo>
                  <a:pt x="1044" y="3077"/>
                </a:lnTo>
                <a:lnTo>
                  <a:pt x="1044" y="2185"/>
                </a:lnTo>
                <a:lnTo>
                  <a:pt x="0" y="1137"/>
                </a:lnTo>
                <a:lnTo>
                  <a:pt x="0" y="2030"/>
                </a:lnTo>
                <a:close/>
                <a:moveTo>
                  <a:pt x="1777" y="893"/>
                </a:moveTo>
                <a:lnTo>
                  <a:pt x="2652" y="1770"/>
                </a:lnTo>
                <a:lnTo>
                  <a:pt x="2652" y="878"/>
                </a:lnTo>
                <a:lnTo>
                  <a:pt x="1777" y="0"/>
                </a:lnTo>
                <a:lnTo>
                  <a:pt x="1777" y="893"/>
                </a:lnTo>
                <a:close/>
                <a:moveTo>
                  <a:pt x="823" y="909"/>
                </a:moveTo>
                <a:lnTo>
                  <a:pt x="2770" y="2862"/>
                </a:lnTo>
                <a:lnTo>
                  <a:pt x="2770" y="1970"/>
                </a:lnTo>
                <a:lnTo>
                  <a:pt x="823" y="17"/>
                </a:lnTo>
                <a:lnTo>
                  <a:pt x="823" y="909"/>
                </a:lnTo>
                <a:close/>
                <a:moveTo>
                  <a:pt x="248" y="1307"/>
                </a:moveTo>
                <a:lnTo>
                  <a:pt x="2004" y="3066"/>
                </a:lnTo>
                <a:lnTo>
                  <a:pt x="2004" y="2174"/>
                </a:lnTo>
                <a:lnTo>
                  <a:pt x="248" y="414"/>
                </a:lnTo>
                <a:lnTo>
                  <a:pt x="248" y="1307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317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10333813" cy="10288588"/>
          </a:xfrm>
          <a:custGeom>
            <a:avLst/>
            <a:gdLst>
              <a:gd name="T0" fmla="*/ 765 w 4570"/>
              <a:gd name="T1" fmla="*/ 4552 h 4552"/>
              <a:gd name="T2" fmla="*/ 909 w 4570"/>
              <a:gd name="T3" fmla="*/ 4552 h 4552"/>
              <a:gd name="T4" fmla="*/ 1740 w 4570"/>
              <a:gd name="T5" fmla="*/ 3717 h 4552"/>
              <a:gd name="T6" fmla="*/ 837 w 4570"/>
              <a:gd name="T7" fmla="*/ 2810 h 4552"/>
              <a:gd name="T8" fmla="*/ 0 w 4570"/>
              <a:gd name="T9" fmla="*/ 3650 h 4552"/>
              <a:gd name="T10" fmla="*/ 0 w 4570"/>
              <a:gd name="T11" fmla="*/ 3783 h 4552"/>
              <a:gd name="T12" fmla="*/ 765 w 4570"/>
              <a:gd name="T13" fmla="*/ 4552 h 4552"/>
              <a:gd name="T14" fmla="*/ 2652 w 4570"/>
              <a:gd name="T15" fmla="*/ 4552 h 4552"/>
              <a:gd name="T16" fmla="*/ 2795 w 4570"/>
              <a:gd name="T17" fmla="*/ 4552 h 4552"/>
              <a:gd name="T18" fmla="*/ 3627 w 4570"/>
              <a:gd name="T19" fmla="*/ 3717 h 4552"/>
              <a:gd name="T20" fmla="*/ 2723 w 4570"/>
              <a:gd name="T21" fmla="*/ 2810 h 4552"/>
              <a:gd name="T22" fmla="*/ 1820 w 4570"/>
              <a:gd name="T23" fmla="*/ 3717 h 4552"/>
              <a:gd name="T24" fmla="*/ 2652 w 4570"/>
              <a:gd name="T25" fmla="*/ 4552 h 4552"/>
              <a:gd name="T26" fmla="*/ 2876 w 4570"/>
              <a:gd name="T27" fmla="*/ 4552 h 4552"/>
              <a:gd name="T28" fmla="*/ 4459 w 4570"/>
              <a:gd name="T29" fmla="*/ 4552 h 4552"/>
              <a:gd name="T30" fmla="*/ 3667 w 4570"/>
              <a:gd name="T31" fmla="*/ 3757 h 4552"/>
              <a:gd name="T32" fmla="*/ 2876 w 4570"/>
              <a:gd name="T33" fmla="*/ 4552 h 4552"/>
              <a:gd name="T34" fmla="*/ 3698 w 4570"/>
              <a:gd name="T35" fmla="*/ 0 h 4552"/>
              <a:gd name="T36" fmla="*/ 3635 w 4570"/>
              <a:gd name="T37" fmla="*/ 0 h 4552"/>
              <a:gd name="T38" fmla="*/ 2763 w 4570"/>
              <a:gd name="T39" fmla="*/ 875 h 4552"/>
              <a:gd name="T40" fmla="*/ 3667 w 4570"/>
              <a:gd name="T41" fmla="*/ 1782 h 4552"/>
              <a:gd name="T42" fmla="*/ 4570 w 4570"/>
              <a:gd name="T43" fmla="*/ 875 h 4552"/>
              <a:gd name="T44" fmla="*/ 3698 w 4570"/>
              <a:gd name="T45" fmla="*/ 0 h 4552"/>
              <a:gd name="T46" fmla="*/ 3555 w 4570"/>
              <a:gd name="T47" fmla="*/ 0 h 4552"/>
              <a:gd name="T48" fmla="*/ 1893 w 4570"/>
              <a:gd name="T49" fmla="*/ 0 h 4552"/>
              <a:gd name="T50" fmla="*/ 2723 w 4570"/>
              <a:gd name="T51" fmla="*/ 835 h 4552"/>
              <a:gd name="T52" fmla="*/ 3555 w 4570"/>
              <a:gd name="T53" fmla="*/ 0 h 4552"/>
              <a:gd name="T54" fmla="*/ 1812 w 4570"/>
              <a:gd name="T55" fmla="*/ 0 h 4552"/>
              <a:gd name="T56" fmla="*/ 1749 w 4570"/>
              <a:gd name="T57" fmla="*/ 0 h 4552"/>
              <a:gd name="T58" fmla="*/ 877 w 4570"/>
              <a:gd name="T59" fmla="*/ 875 h 4552"/>
              <a:gd name="T60" fmla="*/ 1780 w 4570"/>
              <a:gd name="T61" fmla="*/ 1782 h 4552"/>
              <a:gd name="T62" fmla="*/ 2684 w 4570"/>
              <a:gd name="T63" fmla="*/ 875 h 4552"/>
              <a:gd name="T64" fmla="*/ 1812 w 4570"/>
              <a:gd name="T65" fmla="*/ 0 h 4552"/>
              <a:gd name="T66" fmla="*/ 0 w 4570"/>
              <a:gd name="T67" fmla="*/ 76 h 4552"/>
              <a:gd name="T68" fmla="*/ 0 w 4570"/>
              <a:gd name="T69" fmla="*/ 1675 h 4552"/>
              <a:gd name="T70" fmla="*/ 797 w 4570"/>
              <a:gd name="T71" fmla="*/ 875 h 4552"/>
              <a:gd name="T72" fmla="*/ 0 w 4570"/>
              <a:gd name="T73" fmla="*/ 76 h 4552"/>
              <a:gd name="T74" fmla="*/ 0 w 4570"/>
              <a:gd name="T75" fmla="*/ 1756 h 4552"/>
              <a:gd name="T76" fmla="*/ 0 w 4570"/>
              <a:gd name="T77" fmla="*/ 1889 h 4552"/>
              <a:gd name="T78" fmla="*/ 837 w 4570"/>
              <a:gd name="T79" fmla="*/ 2730 h 4552"/>
              <a:gd name="T80" fmla="*/ 1740 w 4570"/>
              <a:gd name="T81" fmla="*/ 1822 h 4552"/>
              <a:gd name="T82" fmla="*/ 837 w 4570"/>
              <a:gd name="T83" fmla="*/ 915 h 4552"/>
              <a:gd name="T84" fmla="*/ 0 w 4570"/>
              <a:gd name="T85" fmla="*/ 1756 h 4552"/>
              <a:gd name="T86" fmla="*/ 0 w 4570"/>
              <a:gd name="T87" fmla="*/ 1970 h 4552"/>
              <a:gd name="T88" fmla="*/ 0 w 4570"/>
              <a:gd name="T89" fmla="*/ 3569 h 4552"/>
              <a:gd name="T90" fmla="*/ 797 w 4570"/>
              <a:gd name="T91" fmla="*/ 2770 h 4552"/>
              <a:gd name="T92" fmla="*/ 0 w 4570"/>
              <a:gd name="T93" fmla="*/ 1970 h 4552"/>
              <a:gd name="T94" fmla="*/ 877 w 4570"/>
              <a:gd name="T95" fmla="*/ 2770 h 4552"/>
              <a:gd name="T96" fmla="*/ 1780 w 4570"/>
              <a:gd name="T97" fmla="*/ 1862 h 4552"/>
              <a:gd name="T98" fmla="*/ 2684 w 4570"/>
              <a:gd name="T99" fmla="*/ 2770 h 4552"/>
              <a:gd name="T100" fmla="*/ 1780 w 4570"/>
              <a:gd name="T101" fmla="*/ 3677 h 4552"/>
              <a:gd name="T102" fmla="*/ 877 w 4570"/>
              <a:gd name="T103" fmla="*/ 2770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570" h="4552">
                <a:moveTo>
                  <a:pt x="765" y="4552"/>
                </a:moveTo>
                <a:lnTo>
                  <a:pt x="909" y="4552"/>
                </a:lnTo>
                <a:lnTo>
                  <a:pt x="1740" y="3717"/>
                </a:lnTo>
                <a:lnTo>
                  <a:pt x="837" y="2810"/>
                </a:lnTo>
                <a:lnTo>
                  <a:pt x="0" y="3650"/>
                </a:lnTo>
                <a:lnTo>
                  <a:pt x="0" y="3783"/>
                </a:lnTo>
                <a:lnTo>
                  <a:pt x="765" y="4552"/>
                </a:lnTo>
                <a:close/>
                <a:moveTo>
                  <a:pt x="2652" y="4552"/>
                </a:moveTo>
                <a:lnTo>
                  <a:pt x="2795" y="4552"/>
                </a:lnTo>
                <a:lnTo>
                  <a:pt x="3627" y="3717"/>
                </a:lnTo>
                <a:lnTo>
                  <a:pt x="2723" y="2810"/>
                </a:lnTo>
                <a:lnTo>
                  <a:pt x="1820" y="3717"/>
                </a:lnTo>
                <a:lnTo>
                  <a:pt x="2652" y="4552"/>
                </a:lnTo>
                <a:close/>
                <a:moveTo>
                  <a:pt x="2876" y="4552"/>
                </a:moveTo>
                <a:lnTo>
                  <a:pt x="4459" y="4552"/>
                </a:lnTo>
                <a:lnTo>
                  <a:pt x="3667" y="3757"/>
                </a:lnTo>
                <a:lnTo>
                  <a:pt x="2876" y="4552"/>
                </a:lnTo>
                <a:close/>
                <a:moveTo>
                  <a:pt x="3698" y="0"/>
                </a:moveTo>
                <a:lnTo>
                  <a:pt x="3635" y="0"/>
                </a:lnTo>
                <a:lnTo>
                  <a:pt x="2763" y="875"/>
                </a:lnTo>
                <a:lnTo>
                  <a:pt x="3667" y="1782"/>
                </a:lnTo>
                <a:lnTo>
                  <a:pt x="4570" y="875"/>
                </a:lnTo>
                <a:lnTo>
                  <a:pt x="3698" y="0"/>
                </a:lnTo>
                <a:close/>
                <a:moveTo>
                  <a:pt x="3555" y="0"/>
                </a:moveTo>
                <a:lnTo>
                  <a:pt x="1893" y="0"/>
                </a:lnTo>
                <a:lnTo>
                  <a:pt x="2723" y="835"/>
                </a:lnTo>
                <a:lnTo>
                  <a:pt x="3555" y="0"/>
                </a:lnTo>
                <a:close/>
                <a:moveTo>
                  <a:pt x="1812" y="0"/>
                </a:moveTo>
                <a:lnTo>
                  <a:pt x="1749" y="0"/>
                </a:lnTo>
                <a:lnTo>
                  <a:pt x="877" y="875"/>
                </a:lnTo>
                <a:lnTo>
                  <a:pt x="1780" y="1782"/>
                </a:lnTo>
                <a:lnTo>
                  <a:pt x="2684" y="875"/>
                </a:lnTo>
                <a:lnTo>
                  <a:pt x="1812" y="0"/>
                </a:lnTo>
                <a:close/>
                <a:moveTo>
                  <a:pt x="0" y="76"/>
                </a:moveTo>
                <a:lnTo>
                  <a:pt x="0" y="1675"/>
                </a:lnTo>
                <a:lnTo>
                  <a:pt x="797" y="875"/>
                </a:lnTo>
                <a:lnTo>
                  <a:pt x="0" y="76"/>
                </a:lnTo>
                <a:close/>
                <a:moveTo>
                  <a:pt x="0" y="1756"/>
                </a:moveTo>
                <a:lnTo>
                  <a:pt x="0" y="1889"/>
                </a:lnTo>
                <a:lnTo>
                  <a:pt x="837" y="2730"/>
                </a:lnTo>
                <a:lnTo>
                  <a:pt x="1740" y="1822"/>
                </a:lnTo>
                <a:lnTo>
                  <a:pt x="837" y="915"/>
                </a:lnTo>
                <a:lnTo>
                  <a:pt x="0" y="1756"/>
                </a:lnTo>
                <a:close/>
                <a:moveTo>
                  <a:pt x="0" y="1970"/>
                </a:moveTo>
                <a:lnTo>
                  <a:pt x="0" y="3569"/>
                </a:lnTo>
                <a:lnTo>
                  <a:pt x="797" y="2770"/>
                </a:lnTo>
                <a:lnTo>
                  <a:pt x="0" y="1970"/>
                </a:lnTo>
                <a:close/>
                <a:moveTo>
                  <a:pt x="877" y="2770"/>
                </a:moveTo>
                <a:lnTo>
                  <a:pt x="1780" y="1862"/>
                </a:lnTo>
                <a:lnTo>
                  <a:pt x="2684" y="2770"/>
                </a:lnTo>
                <a:lnTo>
                  <a:pt x="1780" y="3677"/>
                </a:lnTo>
                <a:lnTo>
                  <a:pt x="877" y="277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18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10333813" cy="10288588"/>
          </a:xfrm>
          <a:custGeom>
            <a:avLst/>
            <a:gdLst>
              <a:gd name="T0" fmla="*/ 1308 w 4552"/>
              <a:gd name="T1" fmla="*/ 0 h 4552"/>
              <a:gd name="T2" fmla="*/ 897 w 4552"/>
              <a:gd name="T3" fmla="*/ 803 h 4552"/>
              <a:gd name="T4" fmla="*/ 487 w 4552"/>
              <a:gd name="T5" fmla="*/ 0 h 4552"/>
              <a:gd name="T6" fmla="*/ 2599 w 4552"/>
              <a:gd name="T7" fmla="*/ 0 h 4552"/>
              <a:gd name="T8" fmla="*/ 2188 w 4552"/>
              <a:gd name="T9" fmla="*/ 803 h 4552"/>
              <a:gd name="T10" fmla="*/ 1777 w 4552"/>
              <a:gd name="T11" fmla="*/ 0 h 4552"/>
              <a:gd name="T12" fmla="*/ 3696 w 4552"/>
              <a:gd name="T13" fmla="*/ 4552 h 4552"/>
              <a:gd name="T14" fmla="*/ 4552 w 4552"/>
              <a:gd name="T15" fmla="*/ 4552 h 4552"/>
              <a:gd name="T16" fmla="*/ 3341 w 4552"/>
              <a:gd name="T17" fmla="*/ 4552 h 4552"/>
              <a:gd name="T18" fmla="*/ 3479 w 4552"/>
              <a:gd name="T19" fmla="*/ 3474 h 4552"/>
              <a:gd name="T20" fmla="*/ 3615 w 4552"/>
              <a:gd name="T21" fmla="*/ 4552 h 4552"/>
              <a:gd name="T22" fmla="*/ 2406 w 4552"/>
              <a:gd name="T23" fmla="*/ 4552 h 4552"/>
              <a:gd name="T24" fmla="*/ 3261 w 4552"/>
              <a:gd name="T25" fmla="*/ 4552 h 4552"/>
              <a:gd name="T26" fmla="*/ 2051 w 4552"/>
              <a:gd name="T27" fmla="*/ 4552 h 4552"/>
              <a:gd name="T28" fmla="*/ 2188 w 4552"/>
              <a:gd name="T29" fmla="*/ 3474 h 4552"/>
              <a:gd name="T30" fmla="*/ 2325 w 4552"/>
              <a:gd name="T31" fmla="*/ 4552 h 4552"/>
              <a:gd name="T32" fmla="*/ 760 w 4552"/>
              <a:gd name="T33" fmla="*/ 4552 h 4552"/>
              <a:gd name="T34" fmla="*/ 897 w 4552"/>
              <a:gd name="T35" fmla="*/ 3474 h 4552"/>
              <a:gd name="T36" fmla="*/ 1035 w 4552"/>
              <a:gd name="T37" fmla="*/ 4552 h 4552"/>
              <a:gd name="T38" fmla="*/ 0 w 4552"/>
              <a:gd name="T39" fmla="*/ 1784 h 4552"/>
              <a:gd name="T40" fmla="*/ 857 w 4552"/>
              <a:gd name="T41" fmla="*/ 2139 h 4552"/>
              <a:gd name="T42" fmla="*/ 0 w 4552"/>
              <a:gd name="T43" fmla="*/ 2493 h 4552"/>
              <a:gd name="T44" fmla="*/ 0 w 4552"/>
              <a:gd name="T45" fmla="*/ 490 h 4552"/>
              <a:gd name="T46" fmla="*/ 857 w 4552"/>
              <a:gd name="T47" fmla="*/ 844 h 4552"/>
              <a:gd name="T48" fmla="*/ 0 w 4552"/>
              <a:gd name="T49" fmla="*/ 1197 h 4552"/>
              <a:gd name="T50" fmla="*/ 2833 w 4552"/>
              <a:gd name="T51" fmla="*/ 236 h 4552"/>
              <a:gd name="T52" fmla="*/ 2833 w 4552"/>
              <a:gd name="T53" fmla="*/ 1451 h 4552"/>
              <a:gd name="T54" fmla="*/ 2874 w 4552"/>
              <a:gd name="T55" fmla="*/ 2786 h 4552"/>
              <a:gd name="T56" fmla="*/ 4084 w 4552"/>
              <a:gd name="T57" fmla="*/ 2786 h 4552"/>
              <a:gd name="T58" fmla="*/ 2874 w 4552"/>
              <a:gd name="T59" fmla="*/ 2786 h 4552"/>
              <a:gd name="T60" fmla="*/ 2833 w 4552"/>
              <a:gd name="T61" fmla="*/ 1531 h 4552"/>
              <a:gd name="T62" fmla="*/ 2833 w 4552"/>
              <a:gd name="T63" fmla="*/ 2746 h 4552"/>
              <a:gd name="T64" fmla="*/ 1583 w 4552"/>
              <a:gd name="T65" fmla="*/ 1491 h 4552"/>
              <a:gd name="T66" fmla="*/ 2793 w 4552"/>
              <a:gd name="T67" fmla="*/ 1491 h 4552"/>
              <a:gd name="T68" fmla="*/ 1583 w 4552"/>
              <a:gd name="T69" fmla="*/ 1491 h 4552"/>
              <a:gd name="T70" fmla="*/ 1543 w 4552"/>
              <a:gd name="T71" fmla="*/ 236 h 4552"/>
              <a:gd name="T72" fmla="*/ 1543 w 4552"/>
              <a:gd name="T73" fmla="*/ 1451 h 4552"/>
              <a:gd name="T74" fmla="*/ 938 w 4552"/>
              <a:gd name="T75" fmla="*/ 3434 h 4552"/>
              <a:gd name="T76" fmla="*/ 2148 w 4552"/>
              <a:gd name="T77" fmla="*/ 3434 h 4552"/>
              <a:gd name="T78" fmla="*/ 938 w 4552"/>
              <a:gd name="T79" fmla="*/ 3434 h 4552"/>
              <a:gd name="T80" fmla="*/ 897 w 4552"/>
              <a:gd name="T81" fmla="*/ 2179 h 4552"/>
              <a:gd name="T82" fmla="*/ 897 w 4552"/>
              <a:gd name="T83" fmla="*/ 3394 h 4552"/>
              <a:gd name="T84" fmla="*/ 2228 w 4552"/>
              <a:gd name="T85" fmla="*/ 3434 h 4552"/>
              <a:gd name="T86" fmla="*/ 3439 w 4552"/>
              <a:gd name="T87" fmla="*/ 3434 h 4552"/>
              <a:gd name="T88" fmla="*/ 2228 w 4552"/>
              <a:gd name="T89" fmla="*/ 3434 h 4552"/>
              <a:gd name="T90" fmla="*/ 2188 w 4552"/>
              <a:gd name="T91" fmla="*/ 2179 h 4552"/>
              <a:gd name="T92" fmla="*/ 2188 w 4552"/>
              <a:gd name="T93" fmla="*/ 3394 h 4552"/>
              <a:gd name="T94" fmla="*/ 938 w 4552"/>
              <a:gd name="T95" fmla="*/ 2139 h 4552"/>
              <a:gd name="T96" fmla="*/ 2148 w 4552"/>
              <a:gd name="T97" fmla="*/ 2139 h 4552"/>
              <a:gd name="T98" fmla="*/ 938 w 4552"/>
              <a:gd name="T99" fmla="*/ 2139 h 4552"/>
              <a:gd name="T100" fmla="*/ 897 w 4552"/>
              <a:gd name="T101" fmla="*/ 884 h 4552"/>
              <a:gd name="T102" fmla="*/ 897 w 4552"/>
              <a:gd name="T103" fmla="*/ 2098 h 45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4552" h="4552">
                <a:moveTo>
                  <a:pt x="487" y="0"/>
                </a:moveTo>
                <a:lnTo>
                  <a:pt x="1308" y="0"/>
                </a:lnTo>
                <a:lnTo>
                  <a:pt x="1503" y="195"/>
                </a:lnTo>
                <a:lnTo>
                  <a:pt x="897" y="803"/>
                </a:lnTo>
                <a:lnTo>
                  <a:pt x="292" y="195"/>
                </a:lnTo>
                <a:lnTo>
                  <a:pt x="487" y="0"/>
                </a:lnTo>
                <a:close/>
                <a:moveTo>
                  <a:pt x="1777" y="0"/>
                </a:moveTo>
                <a:lnTo>
                  <a:pt x="2599" y="0"/>
                </a:lnTo>
                <a:lnTo>
                  <a:pt x="2793" y="195"/>
                </a:lnTo>
                <a:lnTo>
                  <a:pt x="2188" y="803"/>
                </a:lnTo>
                <a:lnTo>
                  <a:pt x="1583" y="195"/>
                </a:lnTo>
                <a:lnTo>
                  <a:pt x="1777" y="0"/>
                </a:lnTo>
                <a:close/>
                <a:moveTo>
                  <a:pt x="4552" y="4552"/>
                </a:moveTo>
                <a:lnTo>
                  <a:pt x="3696" y="4552"/>
                </a:lnTo>
                <a:lnTo>
                  <a:pt x="4123" y="4122"/>
                </a:lnTo>
                <a:lnTo>
                  <a:pt x="4552" y="4552"/>
                </a:lnTo>
                <a:close/>
                <a:moveTo>
                  <a:pt x="3615" y="4552"/>
                </a:moveTo>
                <a:lnTo>
                  <a:pt x="3341" y="4552"/>
                </a:lnTo>
                <a:lnTo>
                  <a:pt x="2874" y="4082"/>
                </a:lnTo>
                <a:lnTo>
                  <a:pt x="3479" y="3474"/>
                </a:lnTo>
                <a:lnTo>
                  <a:pt x="4084" y="4082"/>
                </a:lnTo>
                <a:lnTo>
                  <a:pt x="3615" y="4552"/>
                </a:lnTo>
                <a:close/>
                <a:moveTo>
                  <a:pt x="3261" y="4552"/>
                </a:moveTo>
                <a:lnTo>
                  <a:pt x="2406" y="4552"/>
                </a:lnTo>
                <a:lnTo>
                  <a:pt x="2833" y="4122"/>
                </a:lnTo>
                <a:lnTo>
                  <a:pt x="3261" y="4552"/>
                </a:lnTo>
                <a:close/>
                <a:moveTo>
                  <a:pt x="2325" y="4552"/>
                </a:moveTo>
                <a:lnTo>
                  <a:pt x="2051" y="4552"/>
                </a:lnTo>
                <a:lnTo>
                  <a:pt x="1583" y="4082"/>
                </a:lnTo>
                <a:lnTo>
                  <a:pt x="2188" y="3474"/>
                </a:lnTo>
                <a:lnTo>
                  <a:pt x="2793" y="4082"/>
                </a:lnTo>
                <a:lnTo>
                  <a:pt x="2325" y="4552"/>
                </a:lnTo>
                <a:close/>
                <a:moveTo>
                  <a:pt x="1035" y="4552"/>
                </a:moveTo>
                <a:lnTo>
                  <a:pt x="760" y="4552"/>
                </a:lnTo>
                <a:lnTo>
                  <a:pt x="292" y="4082"/>
                </a:lnTo>
                <a:lnTo>
                  <a:pt x="897" y="3474"/>
                </a:lnTo>
                <a:lnTo>
                  <a:pt x="1503" y="4082"/>
                </a:lnTo>
                <a:lnTo>
                  <a:pt x="1035" y="4552"/>
                </a:lnTo>
                <a:close/>
                <a:moveTo>
                  <a:pt x="0" y="2493"/>
                </a:moveTo>
                <a:lnTo>
                  <a:pt x="0" y="1784"/>
                </a:lnTo>
                <a:lnTo>
                  <a:pt x="253" y="1531"/>
                </a:lnTo>
                <a:lnTo>
                  <a:pt x="857" y="2139"/>
                </a:lnTo>
                <a:lnTo>
                  <a:pt x="253" y="2746"/>
                </a:lnTo>
                <a:lnTo>
                  <a:pt x="0" y="2493"/>
                </a:lnTo>
                <a:close/>
                <a:moveTo>
                  <a:pt x="0" y="1197"/>
                </a:moveTo>
                <a:lnTo>
                  <a:pt x="0" y="490"/>
                </a:lnTo>
                <a:lnTo>
                  <a:pt x="253" y="236"/>
                </a:lnTo>
                <a:lnTo>
                  <a:pt x="857" y="844"/>
                </a:lnTo>
                <a:lnTo>
                  <a:pt x="253" y="1451"/>
                </a:lnTo>
                <a:lnTo>
                  <a:pt x="0" y="1197"/>
                </a:lnTo>
                <a:close/>
                <a:moveTo>
                  <a:pt x="2228" y="844"/>
                </a:moveTo>
                <a:lnTo>
                  <a:pt x="2833" y="236"/>
                </a:lnTo>
                <a:lnTo>
                  <a:pt x="3439" y="844"/>
                </a:lnTo>
                <a:lnTo>
                  <a:pt x="2833" y="1451"/>
                </a:lnTo>
                <a:lnTo>
                  <a:pt x="2228" y="844"/>
                </a:lnTo>
                <a:close/>
                <a:moveTo>
                  <a:pt x="2874" y="2786"/>
                </a:moveTo>
                <a:lnTo>
                  <a:pt x="3479" y="2179"/>
                </a:lnTo>
                <a:lnTo>
                  <a:pt x="4084" y="2786"/>
                </a:lnTo>
                <a:lnTo>
                  <a:pt x="3479" y="3394"/>
                </a:lnTo>
                <a:lnTo>
                  <a:pt x="2874" y="2786"/>
                </a:lnTo>
                <a:close/>
                <a:moveTo>
                  <a:pt x="2228" y="2139"/>
                </a:moveTo>
                <a:lnTo>
                  <a:pt x="2833" y="1531"/>
                </a:lnTo>
                <a:lnTo>
                  <a:pt x="3439" y="2139"/>
                </a:lnTo>
                <a:lnTo>
                  <a:pt x="2833" y="2746"/>
                </a:lnTo>
                <a:lnTo>
                  <a:pt x="2228" y="2139"/>
                </a:lnTo>
                <a:close/>
                <a:moveTo>
                  <a:pt x="1583" y="1491"/>
                </a:moveTo>
                <a:lnTo>
                  <a:pt x="2188" y="884"/>
                </a:lnTo>
                <a:lnTo>
                  <a:pt x="2793" y="1491"/>
                </a:lnTo>
                <a:lnTo>
                  <a:pt x="2188" y="2098"/>
                </a:lnTo>
                <a:lnTo>
                  <a:pt x="1583" y="1491"/>
                </a:lnTo>
                <a:close/>
                <a:moveTo>
                  <a:pt x="938" y="844"/>
                </a:moveTo>
                <a:lnTo>
                  <a:pt x="1543" y="236"/>
                </a:lnTo>
                <a:lnTo>
                  <a:pt x="2148" y="844"/>
                </a:lnTo>
                <a:lnTo>
                  <a:pt x="1543" y="1451"/>
                </a:lnTo>
                <a:lnTo>
                  <a:pt x="938" y="844"/>
                </a:lnTo>
                <a:close/>
                <a:moveTo>
                  <a:pt x="938" y="3434"/>
                </a:moveTo>
                <a:lnTo>
                  <a:pt x="1543" y="2827"/>
                </a:lnTo>
                <a:lnTo>
                  <a:pt x="2148" y="3434"/>
                </a:lnTo>
                <a:lnTo>
                  <a:pt x="1543" y="4042"/>
                </a:lnTo>
                <a:lnTo>
                  <a:pt x="938" y="3434"/>
                </a:lnTo>
                <a:close/>
                <a:moveTo>
                  <a:pt x="292" y="2786"/>
                </a:moveTo>
                <a:lnTo>
                  <a:pt x="897" y="2179"/>
                </a:lnTo>
                <a:lnTo>
                  <a:pt x="1503" y="2786"/>
                </a:lnTo>
                <a:lnTo>
                  <a:pt x="897" y="3394"/>
                </a:lnTo>
                <a:lnTo>
                  <a:pt x="292" y="2786"/>
                </a:lnTo>
                <a:close/>
                <a:moveTo>
                  <a:pt x="2228" y="3434"/>
                </a:moveTo>
                <a:lnTo>
                  <a:pt x="2833" y="2827"/>
                </a:lnTo>
                <a:lnTo>
                  <a:pt x="3439" y="3434"/>
                </a:lnTo>
                <a:lnTo>
                  <a:pt x="2833" y="4042"/>
                </a:lnTo>
                <a:lnTo>
                  <a:pt x="2228" y="3434"/>
                </a:lnTo>
                <a:close/>
                <a:moveTo>
                  <a:pt x="1583" y="2786"/>
                </a:moveTo>
                <a:lnTo>
                  <a:pt x="2188" y="2179"/>
                </a:lnTo>
                <a:lnTo>
                  <a:pt x="2793" y="2786"/>
                </a:lnTo>
                <a:lnTo>
                  <a:pt x="2188" y="3394"/>
                </a:lnTo>
                <a:lnTo>
                  <a:pt x="1583" y="2786"/>
                </a:lnTo>
                <a:close/>
                <a:moveTo>
                  <a:pt x="938" y="2139"/>
                </a:moveTo>
                <a:lnTo>
                  <a:pt x="1543" y="1531"/>
                </a:lnTo>
                <a:lnTo>
                  <a:pt x="2148" y="2139"/>
                </a:lnTo>
                <a:lnTo>
                  <a:pt x="1543" y="2746"/>
                </a:lnTo>
                <a:lnTo>
                  <a:pt x="938" y="2139"/>
                </a:lnTo>
                <a:close/>
                <a:moveTo>
                  <a:pt x="292" y="1491"/>
                </a:moveTo>
                <a:lnTo>
                  <a:pt x="897" y="884"/>
                </a:lnTo>
                <a:lnTo>
                  <a:pt x="1503" y="1491"/>
                </a:lnTo>
                <a:lnTo>
                  <a:pt x="897" y="2098"/>
                </a:lnTo>
                <a:lnTo>
                  <a:pt x="292" y="1491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098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>
            <a:spLocks noGrp="1"/>
          </p:cNvSpPr>
          <p:nvPr>
            <p:ph type="pic" sz="quarter" idx="11"/>
          </p:nvPr>
        </p:nvSpPr>
        <p:spPr bwMode="auto">
          <a:xfrm>
            <a:off x="12956540" y="3868149"/>
            <a:ext cx="5331460" cy="6420439"/>
          </a:xfrm>
          <a:custGeom>
            <a:avLst/>
            <a:gdLst>
              <a:gd name="T0" fmla="*/ 373 w 2347"/>
              <a:gd name="T1" fmla="*/ 2831 h 2831"/>
              <a:gd name="T2" fmla="*/ 279 w 2347"/>
              <a:gd name="T3" fmla="*/ 2698 h 2831"/>
              <a:gd name="T4" fmla="*/ 199 w 2347"/>
              <a:gd name="T5" fmla="*/ 2561 h 2831"/>
              <a:gd name="T6" fmla="*/ 131 w 2347"/>
              <a:gd name="T7" fmla="*/ 2416 h 2831"/>
              <a:gd name="T8" fmla="*/ 78 w 2347"/>
              <a:gd name="T9" fmla="*/ 2268 h 2831"/>
              <a:gd name="T10" fmla="*/ 39 w 2347"/>
              <a:gd name="T11" fmla="*/ 2116 h 2831"/>
              <a:gd name="T12" fmla="*/ 14 w 2347"/>
              <a:gd name="T13" fmla="*/ 1962 h 2831"/>
              <a:gd name="T14" fmla="*/ 1 w 2347"/>
              <a:gd name="T15" fmla="*/ 1806 h 2831"/>
              <a:gd name="T16" fmla="*/ 2 w 2347"/>
              <a:gd name="T17" fmla="*/ 1650 h 2831"/>
              <a:gd name="T18" fmla="*/ 19 w 2347"/>
              <a:gd name="T19" fmla="*/ 1495 h 2831"/>
              <a:gd name="T20" fmla="*/ 47 w 2347"/>
              <a:gd name="T21" fmla="*/ 1342 h 2831"/>
              <a:gd name="T22" fmla="*/ 90 w 2347"/>
              <a:gd name="T23" fmla="*/ 1190 h 2831"/>
              <a:gd name="T24" fmla="*/ 147 w 2347"/>
              <a:gd name="T25" fmla="*/ 1043 h 2831"/>
              <a:gd name="T26" fmla="*/ 217 w 2347"/>
              <a:gd name="T27" fmla="*/ 900 h 2831"/>
              <a:gd name="T28" fmla="*/ 301 w 2347"/>
              <a:gd name="T29" fmla="*/ 764 h 2831"/>
              <a:gd name="T30" fmla="*/ 399 w 2347"/>
              <a:gd name="T31" fmla="*/ 633 h 2831"/>
              <a:gd name="T32" fmla="*/ 511 w 2347"/>
              <a:gd name="T33" fmla="*/ 510 h 2831"/>
              <a:gd name="T34" fmla="*/ 606 w 2347"/>
              <a:gd name="T35" fmla="*/ 421 h 2831"/>
              <a:gd name="T36" fmla="*/ 706 w 2347"/>
              <a:gd name="T37" fmla="*/ 341 h 2831"/>
              <a:gd name="T38" fmla="*/ 810 w 2347"/>
              <a:gd name="T39" fmla="*/ 271 h 2831"/>
              <a:gd name="T40" fmla="*/ 918 w 2347"/>
              <a:gd name="T41" fmla="*/ 207 h 2831"/>
              <a:gd name="T42" fmla="*/ 1031 w 2347"/>
              <a:gd name="T43" fmla="*/ 152 h 2831"/>
              <a:gd name="T44" fmla="*/ 1145 w 2347"/>
              <a:gd name="T45" fmla="*/ 105 h 2831"/>
              <a:gd name="T46" fmla="*/ 1263 w 2347"/>
              <a:gd name="T47" fmla="*/ 68 h 2831"/>
              <a:gd name="T48" fmla="*/ 1381 w 2347"/>
              <a:gd name="T49" fmla="*/ 39 h 2831"/>
              <a:gd name="T50" fmla="*/ 1501 w 2347"/>
              <a:gd name="T51" fmla="*/ 17 h 2831"/>
              <a:gd name="T52" fmla="*/ 1624 w 2347"/>
              <a:gd name="T53" fmla="*/ 4 h 2831"/>
              <a:gd name="T54" fmla="*/ 1745 w 2347"/>
              <a:gd name="T55" fmla="*/ 0 h 2831"/>
              <a:gd name="T56" fmla="*/ 1868 w 2347"/>
              <a:gd name="T57" fmla="*/ 4 h 2831"/>
              <a:gd name="T58" fmla="*/ 1989 w 2347"/>
              <a:gd name="T59" fmla="*/ 16 h 2831"/>
              <a:gd name="T60" fmla="*/ 2110 w 2347"/>
              <a:gd name="T61" fmla="*/ 38 h 2831"/>
              <a:gd name="T62" fmla="*/ 2229 w 2347"/>
              <a:gd name="T63" fmla="*/ 67 h 2831"/>
              <a:gd name="T64" fmla="*/ 2347 w 2347"/>
              <a:gd name="T65" fmla="*/ 104 h 28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47" h="2831">
                <a:moveTo>
                  <a:pt x="2347" y="2831"/>
                </a:moveTo>
                <a:lnTo>
                  <a:pt x="373" y="2831"/>
                </a:lnTo>
                <a:lnTo>
                  <a:pt x="324" y="2765"/>
                </a:lnTo>
                <a:lnTo>
                  <a:pt x="279" y="2698"/>
                </a:lnTo>
                <a:lnTo>
                  <a:pt x="237" y="2630"/>
                </a:lnTo>
                <a:lnTo>
                  <a:pt x="199" y="2561"/>
                </a:lnTo>
                <a:lnTo>
                  <a:pt x="163" y="2489"/>
                </a:lnTo>
                <a:lnTo>
                  <a:pt x="131" y="2416"/>
                </a:lnTo>
                <a:lnTo>
                  <a:pt x="104" y="2343"/>
                </a:lnTo>
                <a:lnTo>
                  <a:pt x="78" y="2268"/>
                </a:lnTo>
                <a:lnTo>
                  <a:pt x="57" y="2192"/>
                </a:lnTo>
                <a:lnTo>
                  <a:pt x="39" y="2116"/>
                </a:lnTo>
                <a:lnTo>
                  <a:pt x="25" y="2039"/>
                </a:lnTo>
                <a:lnTo>
                  <a:pt x="14" y="1962"/>
                </a:lnTo>
                <a:lnTo>
                  <a:pt x="5" y="1884"/>
                </a:lnTo>
                <a:lnTo>
                  <a:pt x="1" y="1806"/>
                </a:lnTo>
                <a:lnTo>
                  <a:pt x="0" y="1728"/>
                </a:lnTo>
                <a:lnTo>
                  <a:pt x="2" y="1650"/>
                </a:lnTo>
                <a:lnTo>
                  <a:pt x="8" y="1572"/>
                </a:lnTo>
                <a:lnTo>
                  <a:pt x="19" y="1495"/>
                </a:lnTo>
                <a:lnTo>
                  <a:pt x="31" y="1418"/>
                </a:lnTo>
                <a:lnTo>
                  <a:pt x="47" y="1342"/>
                </a:lnTo>
                <a:lnTo>
                  <a:pt x="67" y="1266"/>
                </a:lnTo>
                <a:lnTo>
                  <a:pt x="90" y="1190"/>
                </a:lnTo>
                <a:lnTo>
                  <a:pt x="117" y="1116"/>
                </a:lnTo>
                <a:lnTo>
                  <a:pt x="147" y="1043"/>
                </a:lnTo>
                <a:lnTo>
                  <a:pt x="181" y="971"/>
                </a:lnTo>
                <a:lnTo>
                  <a:pt x="217" y="900"/>
                </a:lnTo>
                <a:lnTo>
                  <a:pt x="257" y="830"/>
                </a:lnTo>
                <a:lnTo>
                  <a:pt x="301" y="764"/>
                </a:lnTo>
                <a:lnTo>
                  <a:pt x="349" y="697"/>
                </a:lnTo>
                <a:lnTo>
                  <a:pt x="399" y="633"/>
                </a:lnTo>
                <a:lnTo>
                  <a:pt x="453" y="570"/>
                </a:lnTo>
                <a:lnTo>
                  <a:pt x="511" y="510"/>
                </a:lnTo>
                <a:lnTo>
                  <a:pt x="557" y="465"/>
                </a:lnTo>
                <a:lnTo>
                  <a:pt x="606" y="421"/>
                </a:lnTo>
                <a:lnTo>
                  <a:pt x="655" y="381"/>
                </a:lnTo>
                <a:lnTo>
                  <a:pt x="706" y="341"/>
                </a:lnTo>
                <a:lnTo>
                  <a:pt x="758" y="305"/>
                </a:lnTo>
                <a:lnTo>
                  <a:pt x="810" y="271"/>
                </a:lnTo>
                <a:lnTo>
                  <a:pt x="864" y="237"/>
                </a:lnTo>
                <a:lnTo>
                  <a:pt x="918" y="207"/>
                </a:lnTo>
                <a:lnTo>
                  <a:pt x="974" y="178"/>
                </a:lnTo>
                <a:lnTo>
                  <a:pt x="1031" y="152"/>
                </a:lnTo>
                <a:lnTo>
                  <a:pt x="1087" y="128"/>
                </a:lnTo>
                <a:lnTo>
                  <a:pt x="1145" y="105"/>
                </a:lnTo>
                <a:lnTo>
                  <a:pt x="1203" y="85"/>
                </a:lnTo>
                <a:lnTo>
                  <a:pt x="1263" y="68"/>
                </a:lnTo>
                <a:lnTo>
                  <a:pt x="1321" y="52"/>
                </a:lnTo>
                <a:lnTo>
                  <a:pt x="1381" y="39"/>
                </a:lnTo>
                <a:lnTo>
                  <a:pt x="1442" y="27"/>
                </a:lnTo>
                <a:lnTo>
                  <a:pt x="1501" y="17"/>
                </a:lnTo>
                <a:lnTo>
                  <a:pt x="1562" y="9"/>
                </a:lnTo>
                <a:lnTo>
                  <a:pt x="1624" y="4"/>
                </a:lnTo>
                <a:lnTo>
                  <a:pt x="1685" y="1"/>
                </a:lnTo>
                <a:lnTo>
                  <a:pt x="1745" y="0"/>
                </a:lnTo>
                <a:lnTo>
                  <a:pt x="1806" y="1"/>
                </a:lnTo>
                <a:lnTo>
                  <a:pt x="1868" y="4"/>
                </a:lnTo>
                <a:lnTo>
                  <a:pt x="1929" y="9"/>
                </a:lnTo>
                <a:lnTo>
                  <a:pt x="1989" y="16"/>
                </a:lnTo>
                <a:lnTo>
                  <a:pt x="2050" y="27"/>
                </a:lnTo>
                <a:lnTo>
                  <a:pt x="2110" y="38"/>
                </a:lnTo>
                <a:lnTo>
                  <a:pt x="2170" y="51"/>
                </a:lnTo>
                <a:lnTo>
                  <a:pt x="2229" y="67"/>
                </a:lnTo>
                <a:lnTo>
                  <a:pt x="2288" y="84"/>
                </a:lnTo>
                <a:lnTo>
                  <a:pt x="2347" y="104"/>
                </a:lnTo>
                <a:lnTo>
                  <a:pt x="2347" y="2831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" name="Freeform 9"/>
          <p:cNvSpPr>
            <a:spLocks noGrp="1"/>
          </p:cNvSpPr>
          <p:nvPr>
            <p:ph type="pic" sz="quarter" idx="10"/>
          </p:nvPr>
        </p:nvSpPr>
        <p:spPr bwMode="auto">
          <a:xfrm>
            <a:off x="7250746" y="0"/>
            <a:ext cx="7929126" cy="6091482"/>
          </a:xfrm>
          <a:custGeom>
            <a:avLst/>
            <a:gdLst>
              <a:gd name="T0" fmla="*/ 3223 w 3494"/>
              <a:gd name="T1" fmla="*/ 0 h 2687"/>
              <a:gd name="T2" fmla="*/ 3298 w 3494"/>
              <a:gd name="T3" fmla="*/ 130 h 2687"/>
              <a:gd name="T4" fmla="*/ 3360 w 3494"/>
              <a:gd name="T5" fmla="*/ 263 h 2687"/>
              <a:gd name="T6" fmla="*/ 3410 w 3494"/>
              <a:gd name="T7" fmla="*/ 402 h 2687"/>
              <a:gd name="T8" fmla="*/ 3450 w 3494"/>
              <a:gd name="T9" fmla="*/ 543 h 2687"/>
              <a:gd name="T10" fmla="*/ 3476 w 3494"/>
              <a:gd name="T11" fmla="*/ 687 h 2687"/>
              <a:gd name="T12" fmla="*/ 3491 w 3494"/>
              <a:gd name="T13" fmla="*/ 831 h 2687"/>
              <a:gd name="T14" fmla="*/ 3494 w 3494"/>
              <a:gd name="T15" fmla="*/ 976 h 2687"/>
              <a:gd name="T16" fmla="*/ 3485 w 3494"/>
              <a:gd name="T17" fmla="*/ 1122 h 2687"/>
              <a:gd name="T18" fmla="*/ 3464 w 3494"/>
              <a:gd name="T19" fmla="*/ 1266 h 2687"/>
              <a:gd name="T20" fmla="*/ 3431 w 3494"/>
              <a:gd name="T21" fmla="*/ 1409 h 2687"/>
              <a:gd name="T22" fmla="*/ 3387 w 3494"/>
              <a:gd name="T23" fmla="*/ 1547 h 2687"/>
              <a:gd name="T24" fmla="*/ 3330 w 3494"/>
              <a:gd name="T25" fmla="*/ 1684 h 2687"/>
              <a:gd name="T26" fmla="*/ 3261 w 3494"/>
              <a:gd name="T27" fmla="*/ 1816 h 2687"/>
              <a:gd name="T28" fmla="*/ 3180 w 3494"/>
              <a:gd name="T29" fmla="*/ 1942 h 2687"/>
              <a:gd name="T30" fmla="*/ 3088 w 3494"/>
              <a:gd name="T31" fmla="*/ 2064 h 2687"/>
              <a:gd name="T32" fmla="*/ 2984 w 3494"/>
              <a:gd name="T33" fmla="*/ 2177 h 2687"/>
              <a:gd name="T34" fmla="*/ 2851 w 3494"/>
              <a:gd name="T35" fmla="*/ 2296 h 2687"/>
              <a:gd name="T36" fmla="*/ 2711 w 3494"/>
              <a:gd name="T37" fmla="*/ 2401 h 2687"/>
              <a:gd name="T38" fmla="*/ 2562 w 3494"/>
              <a:gd name="T39" fmla="*/ 2488 h 2687"/>
              <a:gd name="T40" fmla="*/ 2406 w 3494"/>
              <a:gd name="T41" fmla="*/ 2560 h 2687"/>
              <a:gd name="T42" fmla="*/ 2246 w 3494"/>
              <a:gd name="T43" fmla="*/ 2616 h 2687"/>
              <a:gd name="T44" fmla="*/ 2082 w 3494"/>
              <a:gd name="T45" fmla="*/ 2656 h 2687"/>
              <a:gd name="T46" fmla="*/ 1915 w 3494"/>
              <a:gd name="T47" fmla="*/ 2680 h 2687"/>
              <a:gd name="T48" fmla="*/ 1747 w 3494"/>
              <a:gd name="T49" fmla="*/ 2687 h 2687"/>
              <a:gd name="T50" fmla="*/ 1579 w 3494"/>
              <a:gd name="T51" fmla="*/ 2680 h 2687"/>
              <a:gd name="T52" fmla="*/ 1412 w 3494"/>
              <a:gd name="T53" fmla="*/ 2656 h 2687"/>
              <a:gd name="T54" fmla="*/ 1248 w 3494"/>
              <a:gd name="T55" fmla="*/ 2616 h 2687"/>
              <a:gd name="T56" fmla="*/ 1088 w 3494"/>
              <a:gd name="T57" fmla="*/ 2560 h 2687"/>
              <a:gd name="T58" fmla="*/ 932 w 3494"/>
              <a:gd name="T59" fmla="*/ 2488 h 2687"/>
              <a:gd name="T60" fmla="*/ 784 w 3494"/>
              <a:gd name="T61" fmla="*/ 2401 h 2687"/>
              <a:gd name="T62" fmla="*/ 643 w 3494"/>
              <a:gd name="T63" fmla="*/ 2296 h 2687"/>
              <a:gd name="T64" fmla="*/ 510 w 3494"/>
              <a:gd name="T65" fmla="*/ 2177 h 2687"/>
              <a:gd name="T66" fmla="*/ 406 w 3494"/>
              <a:gd name="T67" fmla="*/ 2064 h 2687"/>
              <a:gd name="T68" fmla="*/ 314 w 3494"/>
              <a:gd name="T69" fmla="*/ 1942 h 2687"/>
              <a:gd name="T70" fmla="*/ 233 w 3494"/>
              <a:gd name="T71" fmla="*/ 1816 h 2687"/>
              <a:gd name="T72" fmla="*/ 164 w 3494"/>
              <a:gd name="T73" fmla="*/ 1684 h 2687"/>
              <a:gd name="T74" fmla="*/ 107 w 3494"/>
              <a:gd name="T75" fmla="*/ 1547 h 2687"/>
              <a:gd name="T76" fmla="*/ 63 w 3494"/>
              <a:gd name="T77" fmla="*/ 1409 h 2687"/>
              <a:gd name="T78" fmla="*/ 30 w 3494"/>
              <a:gd name="T79" fmla="*/ 1266 h 2687"/>
              <a:gd name="T80" fmla="*/ 9 w 3494"/>
              <a:gd name="T81" fmla="*/ 1122 h 2687"/>
              <a:gd name="T82" fmla="*/ 0 w 3494"/>
              <a:gd name="T83" fmla="*/ 976 h 2687"/>
              <a:gd name="T84" fmla="*/ 3 w 3494"/>
              <a:gd name="T85" fmla="*/ 831 h 2687"/>
              <a:gd name="T86" fmla="*/ 18 w 3494"/>
              <a:gd name="T87" fmla="*/ 687 h 2687"/>
              <a:gd name="T88" fmla="*/ 45 w 3494"/>
              <a:gd name="T89" fmla="*/ 543 h 2687"/>
              <a:gd name="T90" fmla="*/ 84 w 3494"/>
              <a:gd name="T91" fmla="*/ 402 h 2687"/>
              <a:gd name="T92" fmla="*/ 135 w 3494"/>
              <a:gd name="T93" fmla="*/ 263 h 2687"/>
              <a:gd name="T94" fmla="*/ 197 w 3494"/>
              <a:gd name="T95" fmla="*/ 130 h 2687"/>
              <a:gd name="T96" fmla="*/ 271 w 3494"/>
              <a:gd name="T97" fmla="*/ 0 h 2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3494" h="2687">
                <a:moveTo>
                  <a:pt x="271" y="0"/>
                </a:moveTo>
                <a:lnTo>
                  <a:pt x="3223" y="0"/>
                </a:lnTo>
                <a:lnTo>
                  <a:pt x="3261" y="64"/>
                </a:lnTo>
                <a:lnTo>
                  <a:pt x="3298" y="130"/>
                </a:lnTo>
                <a:lnTo>
                  <a:pt x="3330" y="197"/>
                </a:lnTo>
                <a:lnTo>
                  <a:pt x="3360" y="263"/>
                </a:lnTo>
                <a:lnTo>
                  <a:pt x="3387" y="332"/>
                </a:lnTo>
                <a:lnTo>
                  <a:pt x="3410" y="402"/>
                </a:lnTo>
                <a:lnTo>
                  <a:pt x="3431" y="472"/>
                </a:lnTo>
                <a:lnTo>
                  <a:pt x="3450" y="543"/>
                </a:lnTo>
                <a:lnTo>
                  <a:pt x="3464" y="615"/>
                </a:lnTo>
                <a:lnTo>
                  <a:pt x="3476" y="687"/>
                </a:lnTo>
                <a:lnTo>
                  <a:pt x="3485" y="759"/>
                </a:lnTo>
                <a:lnTo>
                  <a:pt x="3491" y="831"/>
                </a:lnTo>
                <a:lnTo>
                  <a:pt x="3494" y="903"/>
                </a:lnTo>
                <a:lnTo>
                  <a:pt x="3494" y="976"/>
                </a:lnTo>
                <a:lnTo>
                  <a:pt x="3491" y="1049"/>
                </a:lnTo>
                <a:lnTo>
                  <a:pt x="3485" y="1122"/>
                </a:lnTo>
                <a:lnTo>
                  <a:pt x="3476" y="1194"/>
                </a:lnTo>
                <a:lnTo>
                  <a:pt x="3464" y="1266"/>
                </a:lnTo>
                <a:lnTo>
                  <a:pt x="3450" y="1338"/>
                </a:lnTo>
                <a:lnTo>
                  <a:pt x="3431" y="1409"/>
                </a:lnTo>
                <a:lnTo>
                  <a:pt x="3410" y="1478"/>
                </a:lnTo>
                <a:lnTo>
                  <a:pt x="3387" y="1547"/>
                </a:lnTo>
                <a:lnTo>
                  <a:pt x="3360" y="1616"/>
                </a:lnTo>
                <a:lnTo>
                  <a:pt x="3330" y="1684"/>
                </a:lnTo>
                <a:lnTo>
                  <a:pt x="3297" y="1751"/>
                </a:lnTo>
                <a:lnTo>
                  <a:pt x="3261" y="1816"/>
                </a:lnTo>
                <a:lnTo>
                  <a:pt x="3223" y="1879"/>
                </a:lnTo>
                <a:lnTo>
                  <a:pt x="3180" y="1942"/>
                </a:lnTo>
                <a:lnTo>
                  <a:pt x="3136" y="2004"/>
                </a:lnTo>
                <a:lnTo>
                  <a:pt x="3088" y="2064"/>
                </a:lnTo>
                <a:lnTo>
                  <a:pt x="3038" y="2121"/>
                </a:lnTo>
                <a:lnTo>
                  <a:pt x="2984" y="2177"/>
                </a:lnTo>
                <a:lnTo>
                  <a:pt x="2919" y="2239"/>
                </a:lnTo>
                <a:lnTo>
                  <a:pt x="2851" y="2296"/>
                </a:lnTo>
                <a:lnTo>
                  <a:pt x="2782" y="2351"/>
                </a:lnTo>
                <a:lnTo>
                  <a:pt x="2711" y="2401"/>
                </a:lnTo>
                <a:lnTo>
                  <a:pt x="2637" y="2446"/>
                </a:lnTo>
                <a:lnTo>
                  <a:pt x="2562" y="2488"/>
                </a:lnTo>
                <a:lnTo>
                  <a:pt x="2485" y="2526"/>
                </a:lnTo>
                <a:lnTo>
                  <a:pt x="2406" y="2560"/>
                </a:lnTo>
                <a:lnTo>
                  <a:pt x="2326" y="2590"/>
                </a:lnTo>
                <a:lnTo>
                  <a:pt x="2246" y="2616"/>
                </a:lnTo>
                <a:lnTo>
                  <a:pt x="2164" y="2638"/>
                </a:lnTo>
                <a:lnTo>
                  <a:pt x="2082" y="2656"/>
                </a:lnTo>
                <a:lnTo>
                  <a:pt x="1998" y="2670"/>
                </a:lnTo>
                <a:lnTo>
                  <a:pt x="1915" y="2680"/>
                </a:lnTo>
                <a:lnTo>
                  <a:pt x="1831" y="2685"/>
                </a:lnTo>
                <a:lnTo>
                  <a:pt x="1747" y="2687"/>
                </a:lnTo>
                <a:lnTo>
                  <a:pt x="1663" y="2685"/>
                </a:lnTo>
                <a:lnTo>
                  <a:pt x="1579" y="2680"/>
                </a:lnTo>
                <a:lnTo>
                  <a:pt x="1495" y="2670"/>
                </a:lnTo>
                <a:lnTo>
                  <a:pt x="1412" y="2656"/>
                </a:lnTo>
                <a:lnTo>
                  <a:pt x="1330" y="2638"/>
                </a:lnTo>
                <a:lnTo>
                  <a:pt x="1248" y="2616"/>
                </a:lnTo>
                <a:lnTo>
                  <a:pt x="1167" y="2590"/>
                </a:lnTo>
                <a:lnTo>
                  <a:pt x="1088" y="2560"/>
                </a:lnTo>
                <a:lnTo>
                  <a:pt x="1009" y="2526"/>
                </a:lnTo>
                <a:lnTo>
                  <a:pt x="932" y="2488"/>
                </a:lnTo>
                <a:lnTo>
                  <a:pt x="857" y="2446"/>
                </a:lnTo>
                <a:lnTo>
                  <a:pt x="784" y="2401"/>
                </a:lnTo>
                <a:lnTo>
                  <a:pt x="713" y="2351"/>
                </a:lnTo>
                <a:lnTo>
                  <a:pt x="643" y="2296"/>
                </a:lnTo>
                <a:lnTo>
                  <a:pt x="575" y="2239"/>
                </a:lnTo>
                <a:lnTo>
                  <a:pt x="510" y="2177"/>
                </a:lnTo>
                <a:lnTo>
                  <a:pt x="457" y="2121"/>
                </a:lnTo>
                <a:lnTo>
                  <a:pt x="406" y="2064"/>
                </a:lnTo>
                <a:lnTo>
                  <a:pt x="358" y="2004"/>
                </a:lnTo>
                <a:lnTo>
                  <a:pt x="314" y="1942"/>
                </a:lnTo>
                <a:lnTo>
                  <a:pt x="271" y="1879"/>
                </a:lnTo>
                <a:lnTo>
                  <a:pt x="233" y="1816"/>
                </a:lnTo>
                <a:lnTo>
                  <a:pt x="197" y="1751"/>
                </a:lnTo>
                <a:lnTo>
                  <a:pt x="164" y="1684"/>
                </a:lnTo>
                <a:lnTo>
                  <a:pt x="135" y="1616"/>
                </a:lnTo>
                <a:lnTo>
                  <a:pt x="107" y="1547"/>
                </a:lnTo>
                <a:lnTo>
                  <a:pt x="84" y="1478"/>
                </a:lnTo>
                <a:lnTo>
                  <a:pt x="63" y="1409"/>
                </a:lnTo>
                <a:lnTo>
                  <a:pt x="45" y="1338"/>
                </a:lnTo>
                <a:lnTo>
                  <a:pt x="30" y="1266"/>
                </a:lnTo>
                <a:lnTo>
                  <a:pt x="18" y="1194"/>
                </a:lnTo>
                <a:lnTo>
                  <a:pt x="9" y="1122"/>
                </a:lnTo>
                <a:lnTo>
                  <a:pt x="3" y="1049"/>
                </a:lnTo>
                <a:lnTo>
                  <a:pt x="0" y="976"/>
                </a:lnTo>
                <a:lnTo>
                  <a:pt x="0" y="903"/>
                </a:lnTo>
                <a:lnTo>
                  <a:pt x="3" y="831"/>
                </a:lnTo>
                <a:lnTo>
                  <a:pt x="9" y="759"/>
                </a:lnTo>
                <a:lnTo>
                  <a:pt x="18" y="687"/>
                </a:lnTo>
                <a:lnTo>
                  <a:pt x="30" y="615"/>
                </a:lnTo>
                <a:lnTo>
                  <a:pt x="45" y="543"/>
                </a:lnTo>
                <a:lnTo>
                  <a:pt x="63" y="472"/>
                </a:lnTo>
                <a:lnTo>
                  <a:pt x="84" y="402"/>
                </a:lnTo>
                <a:lnTo>
                  <a:pt x="107" y="332"/>
                </a:lnTo>
                <a:lnTo>
                  <a:pt x="135" y="263"/>
                </a:lnTo>
                <a:lnTo>
                  <a:pt x="164" y="197"/>
                </a:lnTo>
                <a:lnTo>
                  <a:pt x="197" y="130"/>
                </a:lnTo>
                <a:lnTo>
                  <a:pt x="233" y="64"/>
                </a:lnTo>
                <a:lnTo>
                  <a:pt x="271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032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/>
          <p:cNvSpPr>
            <a:spLocks noGrp="1"/>
          </p:cNvSpPr>
          <p:nvPr>
            <p:ph type="pic" sz="quarter" idx="11"/>
          </p:nvPr>
        </p:nvSpPr>
        <p:spPr bwMode="auto">
          <a:xfrm>
            <a:off x="12094430" y="3006035"/>
            <a:ext cx="6193569" cy="7282554"/>
          </a:xfrm>
          <a:custGeom>
            <a:avLst/>
            <a:gdLst>
              <a:gd name="T0" fmla="*/ 738 w 2729"/>
              <a:gd name="T1" fmla="*/ 3214 h 3214"/>
              <a:gd name="T2" fmla="*/ 213 w 2729"/>
              <a:gd name="T3" fmla="*/ 2686 h 3214"/>
              <a:gd name="T4" fmla="*/ 160 w 2729"/>
              <a:gd name="T5" fmla="*/ 2622 h 3214"/>
              <a:gd name="T6" fmla="*/ 114 w 2729"/>
              <a:gd name="T7" fmla="*/ 2553 h 3214"/>
              <a:gd name="T8" fmla="*/ 77 w 2729"/>
              <a:gd name="T9" fmla="*/ 2481 h 3214"/>
              <a:gd name="T10" fmla="*/ 47 w 2729"/>
              <a:gd name="T11" fmla="*/ 2406 h 3214"/>
              <a:gd name="T12" fmla="*/ 24 w 2729"/>
              <a:gd name="T13" fmla="*/ 2329 h 3214"/>
              <a:gd name="T14" fmla="*/ 9 w 2729"/>
              <a:gd name="T15" fmla="*/ 2250 h 3214"/>
              <a:gd name="T16" fmla="*/ 1 w 2729"/>
              <a:gd name="T17" fmla="*/ 2171 h 3214"/>
              <a:gd name="T18" fmla="*/ 1 w 2729"/>
              <a:gd name="T19" fmla="*/ 2091 h 3214"/>
              <a:gd name="T20" fmla="*/ 9 w 2729"/>
              <a:gd name="T21" fmla="*/ 2011 h 3214"/>
              <a:gd name="T22" fmla="*/ 24 w 2729"/>
              <a:gd name="T23" fmla="*/ 1933 h 3214"/>
              <a:gd name="T24" fmla="*/ 47 w 2729"/>
              <a:gd name="T25" fmla="*/ 1856 h 3214"/>
              <a:gd name="T26" fmla="*/ 77 w 2729"/>
              <a:gd name="T27" fmla="*/ 1781 h 3214"/>
              <a:gd name="T28" fmla="*/ 114 w 2729"/>
              <a:gd name="T29" fmla="*/ 1709 h 3214"/>
              <a:gd name="T30" fmla="*/ 160 w 2729"/>
              <a:gd name="T31" fmla="*/ 1639 h 3214"/>
              <a:gd name="T32" fmla="*/ 213 w 2729"/>
              <a:gd name="T33" fmla="*/ 1575 h 3214"/>
              <a:gd name="T34" fmla="*/ 1544 w 2729"/>
              <a:gd name="T35" fmla="*/ 242 h 3214"/>
              <a:gd name="T36" fmla="*/ 1606 w 2729"/>
              <a:gd name="T37" fmla="*/ 186 h 3214"/>
              <a:gd name="T38" fmla="*/ 1673 w 2729"/>
              <a:gd name="T39" fmla="*/ 137 h 3214"/>
              <a:gd name="T40" fmla="*/ 1744 w 2729"/>
              <a:gd name="T41" fmla="*/ 95 h 3214"/>
              <a:gd name="T42" fmla="*/ 1817 w 2729"/>
              <a:gd name="T43" fmla="*/ 61 h 3214"/>
              <a:gd name="T44" fmla="*/ 1893 w 2729"/>
              <a:gd name="T45" fmla="*/ 35 h 3214"/>
              <a:gd name="T46" fmla="*/ 1971 w 2729"/>
              <a:gd name="T47" fmla="*/ 15 h 3214"/>
              <a:gd name="T48" fmla="*/ 2050 w 2729"/>
              <a:gd name="T49" fmla="*/ 4 h 3214"/>
              <a:gd name="T50" fmla="*/ 2130 w 2729"/>
              <a:gd name="T51" fmla="*/ 0 h 3214"/>
              <a:gd name="T52" fmla="*/ 2210 w 2729"/>
              <a:gd name="T53" fmla="*/ 4 h 3214"/>
              <a:gd name="T54" fmla="*/ 2289 w 2729"/>
              <a:gd name="T55" fmla="*/ 15 h 3214"/>
              <a:gd name="T56" fmla="*/ 2367 w 2729"/>
              <a:gd name="T57" fmla="*/ 35 h 3214"/>
              <a:gd name="T58" fmla="*/ 2443 w 2729"/>
              <a:gd name="T59" fmla="*/ 61 h 3214"/>
              <a:gd name="T60" fmla="*/ 2515 w 2729"/>
              <a:gd name="T61" fmla="*/ 95 h 3214"/>
              <a:gd name="T62" fmla="*/ 2586 w 2729"/>
              <a:gd name="T63" fmla="*/ 137 h 3214"/>
              <a:gd name="T64" fmla="*/ 2653 w 2729"/>
              <a:gd name="T65" fmla="*/ 186 h 3214"/>
              <a:gd name="T66" fmla="*/ 2716 w 2729"/>
              <a:gd name="T67" fmla="*/ 242 h 3214"/>
              <a:gd name="T68" fmla="*/ 2729 w 2729"/>
              <a:gd name="T69" fmla="*/ 3214 h 32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729" h="3214">
                <a:moveTo>
                  <a:pt x="2729" y="3214"/>
                </a:moveTo>
                <a:lnTo>
                  <a:pt x="738" y="3214"/>
                </a:lnTo>
                <a:lnTo>
                  <a:pt x="242" y="2718"/>
                </a:lnTo>
                <a:lnTo>
                  <a:pt x="213" y="2686"/>
                </a:lnTo>
                <a:lnTo>
                  <a:pt x="185" y="2655"/>
                </a:lnTo>
                <a:lnTo>
                  <a:pt x="160" y="2622"/>
                </a:lnTo>
                <a:lnTo>
                  <a:pt x="137" y="2588"/>
                </a:lnTo>
                <a:lnTo>
                  <a:pt x="114" y="2553"/>
                </a:lnTo>
                <a:lnTo>
                  <a:pt x="95" y="2517"/>
                </a:lnTo>
                <a:lnTo>
                  <a:pt x="77" y="2481"/>
                </a:lnTo>
                <a:lnTo>
                  <a:pt x="61" y="2443"/>
                </a:lnTo>
                <a:lnTo>
                  <a:pt x="47" y="2406"/>
                </a:lnTo>
                <a:lnTo>
                  <a:pt x="35" y="2367"/>
                </a:lnTo>
                <a:lnTo>
                  <a:pt x="24" y="2329"/>
                </a:lnTo>
                <a:lnTo>
                  <a:pt x="15" y="2289"/>
                </a:lnTo>
                <a:lnTo>
                  <a:pt x="9" y="2250"/>
                </a:lnTo>
                <a:lnTo>
                  <a:pt x="4" y="2210"/>
                </a:lnTo>
                <a:lnTo>
                  <a:pt x="1" y="2171"/>
                </a:lnTo>
                <a:lnTo>
                  <a:pt x="0" y="2130"/>
                </a:lnTo>
                <a:lnTo>
                  <a:pt x="1" y="2091"/>
                </a:lnTo>
                <a:lnTo>
                  <a:pt x="4" y="2052"/>
                </a:lnTo>
                <a:lnTo>
                  <a:pt x="9" y="2011"/>
                </a:lnTo>
                <a:lnTo>
                  <a:pt x="15" y="1973"/>
                </a:lnTo>
                <a:lnTo>
                  <a:pt x="24" y="1933"/>
                </a:lnTo>
                <a:lnTo>
                  <a:pt x="35" y="1895"/>
                </a:lnTo>
                <a:lnTo>
                  <a:pt x="47" y="1856"/>
                </a:lnTo>
                <a:lnTo>
                  <a:pt x="61" y="1819"/>
                </a:lnTo>
                <a:lnTo>
                  <a:pt x="77" y="1781"/>
                </a:lnTo>
                <a:lnTo>
                  <a:pt x="95" y="1745"/>
                </a:lnTo>
                <a:lnTo>
                  <a:pt x="114" y="1709"/>
                </a:lnTo>
                <a:lnTo>
                  <a:pt x="137" y="1674"/>
                </a:lnTo>
                <a:lnTo>
                  <a:pt x="160" y="1639"/>
                </a:lnTo>
                <a:lnTo>
                  <a:pt x="185" y="1607"/>
                </a:lnTo>
                <a:lnTo>
                  <a:pt x="213" y="1575"/>
                </a:lnTo>
                <a:lnTo>
                  <a:pt x="242" y="1544"/>
                </a:lnTo>
                <a:lnTo>
                  <a:pt x="1544" y="242"/>
                </a:lnTo>
                <a:lnTo>
                  <a:pt x="1574" y="213"/>
                </a:lnTo>
                <a:lnTo>
                  <a:pt x="1606" y="186"/>
                </a:lnTo>
                <a:lnTo>
                  <a:pt x="1639" y="160"/>
                </a:lnTo>
                <a:lnTo>
                  <a:pt x="1673" y="137"/>
                </a:lnTo>
                <a:lnTo>
                  <a:pt x="1708" y="115"/>
                </a:lnTo>
                <a:lnTo>
                  <a:pt x="1744" y="95"/>
                </a:lnTo>
                <a:lnTo>
                  <a:pt x="1781" y="77"/>
                </a:lnTo>
                <a:lnTo>
                  <a:pt x="1817" y="61"/>
                </a:lnTo>
                <a:lnTo>
                  <a:pt x="1855" y="47"/>
                </a:lnTo>
                <a:lnTo>
                  <a:pt x="1893" y="35"/>
                </a:lnTo>
                <a:lnTo>
                  <a:pt x="1932" y="25"/>
                </a:lnTo>
                <a:lnTo>
                  <a:pt x="1971" y="15"/>
                </a:lnTo>
                <a:lnTo>
                  <a:pt x="2010" y="9"/>
                </a:lnTo>
                <a:lnTo>
                  <a:pt x="2050" y="4"/>
                </a:lnTo>
                <a:lnTo>
                  <a:pt x="2090" y="1"/>
                </a:lnTo>
                <a:lnTo>
                  <a:pt x="2130" y="0"/>
                </a:lnTo>
                <a:lnTo>
                  <a:pt x="2169" y="1"/>
                </a:lnTo>
                <a:lnTo>
                  <a:pt x="2210" y="4"/>
                </a:lnTo>
                <a:lnTo>
                  <a:pt x="2249" y="9"/>
                </a:lnTo>
                <a:lnTo>
                  <a:pt x="2289" y="15"/>
                </a:lnTo>
                <a:lnTo>
                  <a:pt x="2327" y="25"/>
                </a:lnTo>
                <a:lnTo>
                  <a:pt x="2367" y="35"/>
                </a:lnTo>
                <a:lnTo>
                  <a:pt x="2404" y="47"/>
                </a:lnTo>
                <a:lnTo>
                  <a:pt x="2443" y="61"/>
                </a:lnTo>
                <a:lnTo>
                  <a:pt x="2479" y="77"/>
                </a:lnTo>
                <a:lnTo>
                  <a:pt x="2515" y="95"/>
                </a:lnTo>
                <a:lnTo>
                  <a:pt x="2552" y="115"/>
                </a:lnTo>
                <a:lnTo>
                  <a:pt x="2586" y="137"/>
                </a:lnTo>
                <a:lnTo>
                  <a:pt x="2621" y="160"/>
                </a:lnTo>
                <a:lnTo>
                  <a:pt x="2653" y="186"/>
                </a:lnTo>
                <a:lnTo>
                  <a:pt x="2685" y="213"/>
                </a:lnTo>
                <a:lnTo>
                  <a:pt x="2716" y="242"/>
                </a:lnTo>
                <a:lnTo>
                  <a:pt x="2729" y="255"/>
                </a:lnTo>
                <a:lnTo>
                  <a:pt x="2729" y="3214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  <p:sp>
        <p:nvSpPr>
          <p:cNvPr id="3" name="Freeform 6"/>
          <p:cNvSpPr>
            <a:spLocks noGrp="1"/>
          </p:cNvSpPr>
          <p:nvPr>
            <p:ph type="pic" sz="quarter" idx="10"/>
          </p:nvPr>
        </p:nvSpPr>
        <p:spPr bwMode="auto">
          <a:xfrm>
            <a:off x="6399977" y="0"/>
            <a:ext cx="9653343" cy="6964929"/>
          </a:xfrm>
          <a:custGeom>
            <a:avLst/>
            <a:gdLst>
              <a:gd name="T0" fmla="*/ 3665 w 4259"/>
              <a:gd name="T1" fmla="*/ 0 h 3070"/>
              <a:gd name="T2" fmla="*/ 4047 w 4259"/>
              <a:gd name="T3" fmla="*/ 384 h 3070"/>
              <a:gd name="T4" fmla="*/ 4099 w 4259"/>
              <a:gd name="T5" fmla="*/ 449 h 3070"/>
              <a:gd name="T6" fmla="*/ 4145 w 4259"/>
              <a:gd name="T7" fmla="*/ 517 h 3070"/>
              <a:gd name="T8" fmla="*/ 4182 w 4259"/>
              <a:gd name="T9" fmla="*/ 590 h 3070"/>
              <a:gd name="T10" fmla="*/ 4213 w 4259"/>
              <a:gd name="T11" fmla="*/ 665 h 3070"/>
              <a:gd name="T12" fmla="*/ 4236 w 4259"/>
              <a:gd name="T13" fmla="*/ 742 h 3070"/>
              <a:gd name="T14" fmla="*/ 4251 w 4259"/>
              <a:gd name="T15" fmla="*/ 820 h 3070"/>
              <a:gd name="T16" fmla="*/ 4258 w 4259"/>
              <a:gd name="T17" fmla="*/ 900 h 3070"/>
              <a:gd name="T18" fmla="*/ 4258 w 4259"/>
              <a:gd name="T19" fmla="*/ 980 h 3070"/>
              <a:gd name="T20" fmla="*/ 4251 w 4259"/>
              <a:gd name="T21" fmla="*/ 1059 h 3070"/>
              <a:gd name="T22" fmla="*/ 4236 w 4259"/>
              <a:gd name="T23" fmla="*/ 1138 h 3070"/>
              <a:gd name="T24" fmla="*/ 4213 w 4259"/>
              <a:gd name="T25" fmla="*/ 1215 h 3070"/>
              <a:gd name="T26" fmla="*/ 4182 w 4259"/>
              <a:gd name="T27" fmla="*/ 1290 h 3070"/>
              <a:gd name="T28" fmla="*/ 4145 w 4259"/>
              <a:gd name="T29" fmla="*/ 1362 h 3070"/>
              <a:gd name="T30" fmla="*/ 4099 w 4259"/>
              <a:gd name="T31" fmla="*/ 1431 h 3070"/>
              <a:gd name="T32" fmla="*/ 4047 w 4259"/>
              <a:gd name="T33" fmla="*/ 1495 h 3070"/>
              <a:gd name="T34" fmla="*/ 2717 w 4259"/>
              <a:gd name="T35" fmla="*/ 2828 h 3070"/>
              <a:gd name="T36" fmla="*/ 2654 w 4259"/>
              <a:gd name="T37" fmla="*/ 2884 h 3070"/>
              <a:gd name="T38" fmla="*/ 2586 w 4259"/>
              <a:gd name="T39" fmla="*/ 2934 h 3070"/>
              <a:gd name="T40" fmla="*/ 2516 w 4259"/>
              <a:gd name="T41" fmla="*/ 2976 h 3070"/>
              <a:gd name="T42" fmla="*/ 2442 w 4259"/>
              <a:gd name="T43" fmla="*/ 3009 h 3070"/>
              <a:gd name="T44" fmla="*/ 2366 w 4259"/>
              <a:gd name="T45" fmla="*/ 3036 h 3070"/>
              <a:gd name="T46" fmla="*/ 2288 w 4259"/>
              <a:gd name="T47" fmla="*/ 3055 h 3070"/>
              <a:gd name="T48" fmla="*/ 2209 w 4259"/>
              <a:gd name="T49" fmla="*/ 3066 h 3070"/>
              <a:gd name="T50" fmla="*/ 2129 w 4259"/>
              <a:gd name="T51" fmla="*/ 3070 h 3070"/>
              <a:gd name="T52" fmla="*/ 2049 w 4259"/>
              <a:gd name="T53" fmla="*/ 3066 h 3070"/>
              <a:gd name="T54" fmla="*/ 1971 w 4259"/>
              <a:gd name="T55" fmla="*/ 3055 h 3070"/>
              <a:gd name="T56" fmla="*/ 1894 w 4259"/>
              <a:gd name="T57" fmla="*/ 3036 h 3070"/>
              <a:gd name="T58" fmla="*/ 1817 w 4259"/>
              <a:gd name="T59" fmla="*/ 3009 h 3070"/>
              <a:gd name="T60" fmla="*/ 1744 w 4259"/>
              <a:gd name="T61" fmla="*/ 2976 h 3070"/>
              <a:gd name="T62" fmla="*/ 1673 w 4259"/>
              <a:gd name="T63" fmla="*/ 2934 h 3070"/>
              <a:gd name="T64" fmla="*/ 1606 w 4259"/>
              <a:gd name="T65" fmla="*/ 2884 h 3070"/>
              <a:gd name="T66" fmla="*/ 1543 w 4259"/>
              <a:gd name="T67" fmla="*/ 2828 h 3070"/>
              <a:gd name="T68" fmla="*/ 212 w 4259"/>
              <a:gd name="T69" fmla="*/ 1495 h 3070"/>
              <a:gd name="T70" fmla="*/ 160 w 4259"/>
              <a:gd name="T71" fmla="*/ 1431 h 3070"/>
              <a:gd name="T72" fmla="*/ 114 w 4259"/>
              <a:gd name="T73" fmla="*/ 1362 h 3070"/>
              <a:gd name="T74" fmla="*/ 77 w 4259"/>
              <a:gd name="T75" fmla="*/ 1290 h 3070"/>
              <a:gd name="T76" fmla="*/ 46 w 4259"/>
              <a:gd name="T77" fmla="*/ 1215 h 3070"/>
              <a:gd name="T78" fmla="*/ 24 w 4259"/>
              <a:gd name="T79" fmla="*/ 1138 h 3070"/>
              <a:gd name="T80" fmla="*/ 9 w 4259"/>
              <a:gd name="T81" fmla="*/ 1059 h 3070"/>
              <a:gd name="T82" fmla="*/ 1 w 4259"/>
              <a:gd name="T83" fmla="*/ 980 h 3070"/>
              <a:gd name="T84" fmla="*/ 1 w 4259"/>
              <a:gd name="T85" fmla="*/ 900 h 3070"/>
              <a:gd name="T86" fmla="*/ 9 w 4259"/>
              <a:gd name="T87" fmla="*/ 820 h 3070"/>
              <a:gd name="T88" fmla="*/ 24 w 4259"/>
              <a:gd name="T89" fmla="*/ 742 h 3070"/>
              <a:gd name="T90" fmla="*/ 46 w 4259"/>
              <a:gd name="T91" fmla="*/ 665 h 3070"/>
              <a:gd name="T92" fmla="*/ 77 w 4259"/>
              <a:gd name="T93" fmla="*/ 590 h 3070"/>
              <a:gd name="T94" fmla="*/ 114 w 4259"/>
              <a:gd name="T95" fmla="*/ 517 h 3070"/>
              <a:gd name="T96" fmla="*/ 160 w 4259"/>
              <a:gd name="T97" fmla="*/ 449 h 3070"/>
              <a:gd name="T98" fmla="*/ 212 w 4259"/>
              <a:gd name="T99" fmla="*/ 384 h 3070"/>
              <a:gd name="T100" fmla="*/ 595 w 4259"/>
              <a:gd name="T101" fmla="*/ 0 h 30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4259" h="3070">
                <a:moveTo>
                  <a:pt x="595" y="0"/>
                </a:moveTo>
                <a:lnTo>
                  <a:pt x="3665" y="0"/>
                </a:lnTo>
                <a:lnTo>
                  <a:pt x="4017" y="353"/>
                </a:lnTo>
                <a:lnTo>
                  <a:pt x="4047" y="384"/>
                </a:lnTo>
                <a:lnTo>
                  <a:pt x="4074" y="416"/>
                </a:lnTo>
                <a:lnTo>
                  <a:pt x="4099" y="449"/>
                </a:lnTo>
                <a:lnTo>
                  <a:pt x="4123" y="483"/>
                </a:lnTo>
                <a:lnTo>
                  <a:pt x="4145" y="517"/>
                </a:lnTo>
                <a:lnTo>
                  <a:pt x="4165" y="554"/>
                </a:lnTo>
                <a:lnTo>
                  <a:pt x="4182" y="590"/>
                </a:lnTo>
                <a:lnTo>
                  <a:pt x="4198" y="627"/>
                </a:lnTo>
                <a:lnTo>
                  <a:pt x="4213" y="665"/>
                </a:lnTo>
                <a:lnTo>
                  <a:pt x="4225" y="704"/>
                </a:lnTo>
                <a:lnTo>
                  <a:pt x="4236" y="742"/>
                </a:lnTo>
                <a:lnTo>
                  <a:pt x="4244" y="782"/>
                </a:lnTo>
                <a:lnTo>
                  <a:pt x="4251" y="820"/>
                </a:lnTo>
                <a:lnTo>
                  <a:pt x="4255" y="861"/>
                </a:lnTo>
                <a:lnTo>
                  <a:pt x="4258" y="900"/>
                </a:lnTo>
                <a:lnTo>
                  <a:pt x="4259" y="940"/>
                </a:lnTo>
                <a:lnTo>
                  <a:pt x="4258" y="980"/>
                </a:lnTo>
                <a:lnTo>
                  <a:pt x="4255" y="1020"/>
                </a:lnTo>
                <a:lnTo>
                  <a:pt x="4251" y="1059"/>
                </a:lnTo>
                <a:lnTo>
                  <a:pt x="4244" y="1099"/>
                </a:lnTo>
                <a:lnTo>
                  <a:pt x="4236" y="1138"/>
                </a:lnTo>
                <a:lnTo>
                  <a:pt x="4225" y="1176"/>
                </a:lnTo>
                <a:lnTo>
                  <a:pt x="4213" y="1215"/>
                </a:lnTo>
                <a:lnTo>
                  <a:pt x="4198" y="1252"/>
                </a:lnTo>
                <a:lnTo>
                  <a:pt x="4182" y="1290"/>
                </a:lnTo>
                <a:lnTo>
                  <a:pt x="4165" y="1326"/>
                </a:lnTo>
                <a:lnTo>
                  <a:pt x="4145" y="1362"/>
                </a:lnTo>
                <a:lnTo>
                  <a:pt x="4123" y="1397"/>
                </a:lnTo>
                <a:lnTo>
                  <a:pt x="4099" y="1431"/>
                </a:lnTo>
                <a:lnTo>
                  <a:pt x="4074" y="1464"/>
                </a:lnTo>
                <a:lnTo>
                  <a:pt x="4047" y="1495"/>
                </a:lnTo>
                <a:lnTo>
                  <a:pt x="4017" y="1527"/>
                </a:lnTo>
                <a:lnTo>
                  <a:pt x="2717" y="2828"/>
                </a:lnTo>
                <a:lnTo>
                  <a:pt x="2685" y="2857"/>
                </a:lnTo>
                <a:lnTo>
                  <a:pt x="2654" y="2884"/>
                </a:lnTo>
                <a:lnTo>
                  <a:pt x="2620" y="2910"/>
                </a:lnTo>
                <a:lnTo>
                  <a:pt x="2586" y="2934"/>
                </a:lnTo>
                <a:lnTo>
                  <a:pt x="2552" y="2955"/>
                </a:lnTo>
                <a:lnTo>
                  <a:pt x="2516" y="2976"/>
                </a:lnTo>
                <a:lnTo>
                  <a:pt x="2480" y="2994"/>
                </a:lnTo>
                <a:lnTo>
                  <a:pt x="2442" y="3009"/>
                </a:lnTo>
                <a:lnTo>
                  <a:pt x="2405" y="3023"/>
                </a:lnTo>
                <a:lnTo>
                  <a:pt x="2366" y="3036"/>
                </a:lnTo>
                <a:lnTo>
                  <a:pt x="2328" y="3046"/>
                </a:lnTo>
                <a:lnTo>
                  <a:pt x="2288" y="3055"/>
                </a:lnTo>
                <a:lnTo>
                  <a:pt x="2249" y="3062"/>
                </a:lnTo>
                <a:lnTo>
                  <a:pt x="2209" y="3066"/>
                </a:lnTo>
                <a:lnTo>
                  <a:pt x="2170" y="3069"/>
                </a:lnTo>
                <a:lnTo>
                  <a:pt x="2129" y="3070"/>
                </a:lnTo>
                <a:lnTo>
                  <a:pt x="2090" y="3069"/>
                </a:lnTo>
                <a:lnTo>
                  <a:pt x="2049" y="3066"/>
                </a:lnTo>
                <a:lnTo>
                  <a:pt x="2010" y="3062"/>
                </a:lnTo>
                <a:lnTo>
                  <a:pt x="1971" y="3055"/>
                </a:lnTo>
                <a:lnTo>
                  <a:pt x="1932" y="3046"/>
                </a:lnTo>
                <a:lnTo>
                  <a:pt x="1894" y="3036"/>
                </a:lnTo>
                <a:lnTo>
                  <a:pt x="1855" y="3023"/>
                </a:lnTo>
                <a:lnTo>
                  <a:pt x="1817" y="3009"/>
                </a:lnTo>
                <a:lnTo>
                  <a:pt x="1780" y="2994"/>
                </a:lnTo>
                <a:lnTo>
                  <a:pt x="1744" y="2976"/>
                </a:lnTo>
                <a:lnTo>
                  <a:pt x="1707" y="2955"/>
                </a:lnTo>
                <a:lnTo>
                  <a:pt x="1673" y="2934"/>
                </a:lnTo>
                <a:lnTo>
                  <a:pt x="1639" y="2910"/>
                </a:lnTo>
                <a:lnTo>
                  <a:pt x="1606" y="2884"/>
                </a:lnTo>
                <a:lnTo>
                  <a:pt x="1574" y="2857"/>
                </a:lnTo>
                <a:lnTo>
                  <a:pt x="1543" y="2828"/>
                </a:lnTo>
                <a:lnTo>
                  <a:pt x="242" y="1527"/>
                </a:lnTo>
                <a:lnTo>
                  <a:pt x="212" y="1495"/>
                </a:lnTo>
                <a:lnTo>
                  <a:pt x="185" y="1464"/>
                </a:lnTo>
                <a:lnTo>
                  <a:pt x="160" y="1431"/>
                </a:lnTo>
                <a:lnTo>
                  <a:pt x="136" y="1397"/>
                </a:lnTo>
                <a:lnTo>
                  <a:pt x="114" y="1362"/>
                </a:lnTo>
                <a:lnTo>
                  <a:pt x="95" y="1326"/>
                </a:lnTo>
                <a:lnTo>
                  <a:pt x="77" y="1290"/>
                </a:lnTo>
                <a:lnTo>
                  <a:pt x="61" y="1252"/>
                </a:lnTo>
                <a:lnTo>
                  <a:pt x="46" y="1215"/>
                </a:lnTo>
                <a:lnTo>
                  <a:pt x="34" y="1176"/>
                </a:lnTo>
                <a:lnTo>
                  <a:pt x="24" y="1138"/>
                </a:lnTo>
                <a:lnTo>
                  <a:pt x="15" y="1099"/>
                </a:lnTo>
                <a:lnTo>
                  <a:pt x="9" y="1059"/>
                </a:lnTo>
                <a:lnTo>
                  <a:pt x="4" y="1020"/>
                </a:lnTo>
                <a:lnTo>
                  <a:pt x="1" y="980"/>
                </a:lnTo>
                <a:lnTo>
                  <a:pt x="0" y="940"/>
                </a:lnTo>
                <a:lnTo>
                  <a:pt x="1" y="900"/>
                </a:lnTo>
                <a:lnTo>
                  <a:pt x="4" y="861"/>
                </a:lnTo>
                <a:lnTo>
                  <a:pt x="9" y="820"/>
                </a:lnTo>
                <a:lnTo>
                  <a:pt x="15" y="782"/>
                </a:lnTo>
                <a:lnTo>
                  <a:pt x="24" y="742"/>
                </a:lnTo>
                <a:lnTo>
                  <a:pt x="34" y="704"/>
                </a:lnTo>
                <a:lnTo>
                  <a:pt x="46" y="665"/>
                </a:lnTo>
                <a:lnTo>
                  <a:pt x="61" y="627"/>
                </a:lnTo>
                <a:lnTo>
                  <a:pt x="77" y="590"/>
                </a:lnTo>
                <a:lnTo>
                  <a:pt x="95" y="554"/>
                </a:lnTo>
                <a:lnTo>
                  <a:pt x="114" y="517"/>
                </a:lnTo>
                <a:lnTo>
                  <a:pt x="136" y="483"/>
                </a:lnTo>
                <a:lnTo>
                  <a:pt x="160" y="449"/>
                </a:lnTo>
                <a:lnTo>
                  <a:pt x="185" y="416"/>
                </a:lnTo>
                <a:lnTo>
                  <a:pt x="212" y="384"/>
                </a:lnTo>
                <a:lnTo>
                  <a:pt x="242" y="353"/>
                </a:lnTo>
                <a:lnTo>
                  <a:pt x="595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946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2"/>
          <p:cNvSpPr>
            <a:spLocks noGrp="1" noChangeArrowheads="1"/>
          </p:cNvSpPr>
          <p:nvPr>
            <p:ph type="pic" sz="quarter" idx="10"/>
          </p:nvPr>
        </p:nvSpPr>
        <p:spPr bwMode="auto">
          <a:xfrm>
            <a:off x="3919050" y="3199634"/>
            <a:ext cx="3878010" cy="3897879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6845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9"/>
          <p:cNvSpPr>
            <a:spLocks noGrp="1"/>
          </p:cNvSpPr>
          <p:nvPr>
            <p:ph type="pic" sz="quarter" idx="10"/>
          </p:nvPr>
        </p:nvSpPr>
        <p:spPr bwMode="auto">
          <a:xfrm>
            <a:off x="3225040" y="2826535"/>
            <a:ext cx="4635517" cy="4635518"/>
          </a:xfrm>
          <a:custGeom>
            <a:avLst/>
            <a:gdLst>
              <a:gd name="T0" fmla="*/ 919 w 2047"/>
              <a:gd name="T1" fmla="*/ 5 h 2054"/>
              <a:gd name="T2" fmla="*/ 767 w 2047"/>
              <a:gd name="T3" fmla="*/ 32 h 2054"/>
              <a:gd name="T4" fmla="*/ 625 w 2047"/>
              <a:gd name="T5" fmla="*/ 81 h 2054"/>
              <a:gd name="T6" fmla="*/ 492 w 2047"/>
              <a:gd name="T7" fmla="*/ 149 h 2054"/>
              <a:gd name="T8" fmla="*/ 373 w 2047"/>
              <a:gd name="T9" fmla="*/ 235 h 2054"/>
              <a:gd name="T10" fmla="*/ 266 w 2047"/>
              <a:gd name="T11" fmla="*/ 336 h 2054"/>
              <a:gd name="T12" fmla="*/ 175 w 2047"/>
              <a:gd name="T13" fmla="*/ 452 h 2054"/>
              <a:gd name="T14" fmla="*/ 101 w 2047"/>
              <a:gd name="T15" fmla="*/ 582 h 2054"/>
              <a:gd name="T16" fmla="*/ 46 w 2047"/>
              <a:gd name="T17" fmla="*/ 721 h 2054"/>
              <a:gd name="T18" fmla="*/ 12 w 2047"/>
              <a:gd name="T19" fmla="*/ 871 h 2054"/>
              <a:gd name="T20" fmla="*/ 0 w 2047"/>
              <a:gd name="T21" fmla="*/ 1027 h 2054"/>
              <a:gd name="T22" fmla="*/ 12 w 2047"/>
              <a:gd name="T23" fmla="*/ 1183 h 2054"/>
              <a:gd name="T24" fmla="*/ 46 w 2047"/>
              <a:gd name="T25" fmla="*/ 1333 h 2054"/>
              <a:gd name="T26" fmla="*/ 101 w 2047"/>
              <a:gd name="T27" fmla="*/ 1472 h 2054"/>
              <a:gd name="T28" fmla="*/ 175 w 2047"/>
              <a:gd name="T29" fmla="*/ 1602 h 2054"/>
              <a:gd name="T30" fmla="*/ 266 w 2047"/>
              <a:gd name="T31" fmla="*/ 1718 h 2054"/>
              <a:gd name="T32" fmla="*/ 373 w 2047"/>
              <a:gd name="T33" fmla="*/ 1819 h 2054"/>
              <a:gd name="T34" fmla="*/ 492 w 2047"/>
              <a:gd name="T35" fmla="*/ 1905 h 2054"/>
              <a:gd name="T36" fmla="*/ 625 w 2047"/>
              <a:gd name="T37" fmla="*/ 1973 h 2054"/>
              <a:gd name="T38" fmla="*/ 767 w 2047"/>
              <a:gd name="T39" fmla="*/ 2022 h 2054"/>
              <a:gd name="T40" fmla="*/ 919 w 2047"/>
              <a:gd name="T41" fmla="*/ 2049 h 2054"/>
              <a:gd name="T42" fmla="*/ 1076 w 2047"/>
              <a:gd name="T43" fmla="*/ 2053 h 2054"/>
              <a:gd name="T44" fmla="*/ 1229 w 2047"/>
              <a:gd name="T45" fmla="*/ 2034 h 2054"/>
              <a:gd name="T46" fmla="*/ 1375 w 2047"/>
              <a:gd name="T47" fmla="*/ 1992 h 2054"/>
              <a:gd name="T48" fmla="*/ 1511 w 2047"/>
              <a:gd name="T49" fmla="*/ 1930 h 2054"/>
              <a:gd name="T50" fmla="*/ 1635 w 2047"/>
              <a:gd name="T51" fmla="*/ 1850 h 2054"/>
              <a:gd name="T52" fmla="*/ 1746 w 2047"/>
              <a:gd name="T53" fmla="*/ 1753 h 2054"/>
              <a:gd name="T54" fmla="*/ 1843 w 2047"/>
              <a:gd name="T55" fmla="*/ 1642 h 2054"/>
              <a:gd name="T56" fmla="*/ 1923 w 2047"/>
              <a:gd name="T57" fmla="*/ 1516 h 2054"/>
              <a:gd name="T58" fmla="*/ 1984 w 2047"/>
              <a:gd name="T59" fmla="*/ 1380 h 2054"/>
              <a:gd name="T60" fmla="*/ 2025 w 2047"/>
              <a:gd name="T61" fmla="*/ 1234 h 2054"/>
              <a:gd name="T62" fmla="*/ 2045 w 2047"/>
              <a:gd name="T63" fmla="*/ 1080 h 2054"/>
              <a:gd name="T64" fmla="*/ 2041 w 2047"/>
              <a:gd name="T65" fmla="*/ 922 h 2054"/>
              <a:gd name="T66" fmla="*/ 2014 w 2047"/>
              <a:gd name="T67" fmla="*/ 770 h 2054"/>
              <a:gd name="T68" fmla="*/ 1966 w 2047"/>
              <a:gd name="T69" fmla="*/ 627 h 2054"/>
              <a:gd name="T70" fmla="*/ 1899 w 2047"/>
              <a:gd name="T71" fmla="*/ 494 h 2054"/>
              <a:gd name="T72" fmla="*/ 1813 w 2047"/>
              <a:gd name="T73" fmla="*/ 373 h 2054"/>
              <a:gd name="T74" fmla="*/ 1711 w 2047"/>
              <a:gd name="T75" fmla="*/ 267 h 2054"/>
              <a:gd name="T76" fmla="*/ 1595 w 2047"/>
              <a:gd name="T77" fmla="*/ 175 h 2054"/>
              <a:gd name="T78" fmla="*/ 1466 w 2047"/>
              <a:gd name="T79" fmla="*/ 101 h 2054"/>
              <a:gd name="T80" fmla="*/ 1327 w 2047"/>
              <a:gd name="T81" fmla="*/ 46 h 2054"/>
              <a:gd name="T82" fmla="*/ 1179 w 2047"/>
              <a:gd name="T83" fmla="*/ 11 h 2054"/>
              <a:gd name="T84" fmla="*/ 1023 w 2047"/>
              <a:gd name="T85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047" h="2054">
                <a:moveTo>
                  <a:pt x="1023" y="0"/>
                </a:moveTo>
                <a:lnTo>
                  <a:pt x="971" y="1"/>
                </a:lnTo>
                <a:lnTo>
                  <a:pt x="919" y="5"/>
                </a:lnTo>
                <a:lnTo>
                  <a:pt x="867" y="11"/>
                </a:lnTo>
                <a:lnTo>
                  <a:pt x="817" y="20"/>
                </a:lnTo>
                <a:lnTo>
                  <a:pt x="767" y="32"/>
                </a:lnTo>
                <a:lnTo>
                  <a:pt x="719" y="46"/>
                </a:lnTo>
                <a:lnTo>
                  <a:pt x="671" y="62"/>
                </a:lnTo>
                <a:lnTo>
                  <a:pt x="625" y="81"/>
                </a:lnTo>
                <a:lnTo>
                  <a:pt x="579" y="101"/>
                </a:lnTo>
                <a:lnTo>
                  <a:pt x="535" y="124"/>
                </a:lnTo>
                <a:lnTo>
                  <a:pt x="492" y="149"/>
                </a:lnTo>
                <a:lnTo>
                  <a:pt x="452" y="175"/>
                </a:lnTo>
                <a:lnTo>
                  <a:pt x="411" y="204"/>
                </a:lnTo>
                <a:lnTo>
                  <a:pt x="373" y="235"/>
                </a:lnTo>
                <a:lnTo>
                  <a:pt x="335" y="267"/>
                </a:lnTo>
                <a:lnTo>
                  <a:pt x="300" y="301"/>
                </a:lnTo>
                <a:lnTo>
                  <a:pt x="266" y="336"/>
                </a:lnTo>
                <a:lnTo>
                  <a:pt x="234" y="373"/>
                </a:lnTo>
                <a:lnTo>
                  <a:pt x="203" y="412"/>
                </a:lnTo>
                <a:lnTo>
                  <a:pt x="175" y="452"/>
                </a:lnTo>
                <a:lnTo>
                  <a:pt x="148" y="494"/>
                </a:lnTo>
                <a:lnTo>
                  <a:pt x="124" y="538"/>
                </a:lnTo>
                <a:lnTo>
                  <a:pt x="101" y="582"/>
                </a:lnTo>
                <a:lnTo>
                  <a:pt x="81" y="627"/>
                </a:lnTo>
                <a:lnTo>
                  <a:pt x="62" y="674"/>
                </a:lnTo>
                <a:lnTo>
                  <a:pt x="46" y="721"/>
                </a:lnTo>
                <a:lnTo>
                  <a:pt x="33" y="770"/>
                </a:lnTo>
                <a:lnTo>
                  <a:pt x="21" y="820"/>
                </a:lnTo>
                <a:lnTo>
                  <a:pt x="12" y="871"/>
                </a:lnTo>
                <a:lnTo>
                  <a:pt x="5" y="922"/>
                </a:lnTo>
                <a:lnTo>
                  <a:pt x="2" y="975"/>
                </a:lnTo>
                <a:lnTo>
                  <a:pt x="0" y="1027"/>
                </a:lnTo>
                <a:lnTo>
                  <a:pt x="2" y="1080"/>
                </a:lnTo>
                <a:lnTo>
                  <a:pt x="5" y="1132"/>
                </a:lnTo>
                <a:lnTo>
                  <a:pt x="12" y="1183"/>
                </a:lnTo>
                <a:lnTo>
                  <a:pt x="21" y="1234"/>
                </a:lnTo>
                <a:lnTo>
                  <a:pt x="33" y="1284"/>
                </a:lnTo>
                <a:lnTo>
                  <a:pt x="46" y="1333"/>
                </a:lnTo>
                <a:lnTo>
                  <a:pt x="62" y="1380"/>
                </a:lnTo>
                <a:lnTo>
                  <a:pt x="81" y="1427"/>
                </a:lnTo>
                <a:lnTo>
                  <a:pt x="101" y="1472"/>
                </a:lnTo>
                <a:lnTo>
                  <a:pt x="124" y="1516"/>
                </a:lnTo>
                <a:lnTo>
                  <a:pt x="148" y="1560"/>
                </a:lnTo>
                <a:lnTo>
                  <a:pt x="175" y="1602"/>
                </a:lnTo>
                <a:lnTo>
                  <a:pt x="203" y="1642"/>
                </a:lnTo>
                <a:lnTo>
                  <a:pt x="234" y="1681"/>
                </a:lnTo>
                <a:lnTo>
                  <a:pt x="266" y="1718"/>
                </a:lnTo>
                <a:lnTo>
                  <a:pt x="300" y="1753"/>
                </a:lnTo>
                <a:lnTo>
                  <a:pt x="335" y="1787"/>
                </a:lnTo>
                <a:lnTo>
                  <a:pt x="373" y="1819"/>
                </a:lnTo>
                <a:lnTo>
                  <a:pt x="411" y="1850"/>
                </a:lnTo>
                <a:lnTo>
                  <a:pt x="452" y="1879"/>
                </a:lnTo>
                <a:lnTo>
                  <a:pt x="492" y="1905"/>
                </a:lnTo>
                <a:lnTo>
                  <a:pt x="535" y="1930"/>
                </a:lnTo>
                <a:lnTo>
                  <a:pt x="579" y="1953"/>
                </a:lnTo>
                <a:lnTo>
                  <a:pt x="625" y="1973"/>
                </a:lnTo>
                <a:lnTo>
                  <a:pt x="671" y="1992"/>
                </a:lnTo>
                <a:lnTo>
                  <a:pt x="719" y="2008"/>
                </a:lnTo>
                <a:lnTo>
                  <a:pt x="767" y="2022"/>
                </a:lnTo>
                <a:lnTo>
                  <a:pt x="817" y="2034"/>
                </a:lnTo>
                <a:lnTo>
                  <a:pt x="867" y="2043"/>
                </a:lnTo>
                <a:lnTo>
                  <a:pt x="919" y="2049"/>
                </a:lnTo>
                <a:lnTo>
                  <a:pt x="971" y="2053"/>
                </a:lnTo>
                <a:lnTo>
                  <a:pt x="1023" y="2054"/>
                </a:lnTo>
                <a:lnTo>
                  <a:pt x="1076" y="2053"/>
                </a:lnTo>
                <a:lnTo>
                  <a:pt x="1128" y="2049"/>
                </a:lnTo>
                <a:lnTo>
                  <a:pt x="1179" y="2043"/>
                </a:lnTo>
                <a:lnTo>
                  <a:pt x="1229" y="2034"/>
                </a:lnTo>
                <a:lnTo>
                  <a:pt x="1279" y="2022"/>
                </a:lnTo>
                <a:lnTo>
                  <a:pt x="1327" y="2008"/>
                </a:lnTo>
                <a:lnTo>
                  <a:pt x="1375" y="1992"/>
                </a:lnTo>
                <a:lnTo>
                  <a:pt x="1421" y="1973"/>
                </a:lnTo>
                <a:lnTo>
                  <a:pt x="1466" y="1953"/>
                </a:lnTo>
                <a:lnTo>
                  <a:pt x="1511" y="1930"/>
                </a:lnTo>
                <a:lnTo>
                  <a:pt x="1554" y="1905"/>
                </a:lnTo>
                <a:lnTo>
                  <a:pt x="1595" y="1879"/>
                </a:lnTo>
                <a:lnTo>
                  <a:pt x="1635" y="1850"/>
                </a:lnTo>
                <a:lnTo>
                  <a:pt x="1674" y="1819"/>
                </a:lnTo>
                <a:lnTo>
                  <a:pt x="1711" y="1787"/>
                </a:lnTo>
                <a:lnTo>
                  <a:pt x="1746" y="1753"/>
                </a:lnTo>
                <a:lnTo>
                  <a:pt x="1780" y="1718"/>
                </a:lnTo>
                <a:lnTo>
                  <a:pt x="1813" y="1681"/>
                </a:lnTo>
                <a:lnTo>
                  <a:pt x="1843" y="1642"/>
                </a:lnTo>
                <a:lnTo>
                  <a:pt x="1872" y="1602"/>
                </a:lnTo>
                <a:lnTo>
                  <a:pt x="1899" y="1560"/>
                </a:lnTo>
                <a:lnTo>
                  <a:pt x="1923" y="1516"/>
                </a:lnTo>
                <a:lnTo>
                  <a:pt x="1946" y="1472"/>
                </a:lnTo>
                <a:lnTo>
                  <a:pt x="1966" y="1427"/>
                </a:lnTo>
                <a:lnTo>
                  <a:pt x="1984" y="1380"/>
                </a:lnTo>
                <a:lnTo>
                  <a:pt x="2001" y="1333"/>
                </a:lnTo>
                <a:lnTo>
                  <a:pt x="2014" y="1284"/>
                </a:lnTo>
                <a:lnTo>
                  <a:pt x="2025" y="1234"/>
                </a:lnTo>
                <a:lnTo>
                  <a:pt x="2034" y="1183"/>
                </a:lnTo>
                <a:lnTo>
                  <a:pt x="2041" y="1132"/>
                </a:lnTo>
                <a:lnTo>
                  <a:pt x="2045" y="1080"/>
                </a:lnTo>
                <a:lnTo>
                  <a:pt x="2047" y="1027"/>
                </a:lnTo>
                <a:lnTo>
                  <a:pt x="2045" y="975"/>
                </a:lnTo>
                <a:lnTo>
                  <a:pt x="2041" y="922"/>
                </a:lnTo>
                <a:lnTo>
                  <a:pt x="2034" y="871"/>
                </a:lnTo>
                <a:lnTo>
                  <a:pt x="2025" y="820"/>
                </a:lnTo>
                <a:lnTo>
                  <a:pt x="2014" y="770"/>
                </a:lnTo>
                <a:lnTo>
                  <a:pt x="2001" y="721"/>
                </a:lnTo>
                <a:lnTo>
                  <a:pt x="1984" y="674"/>
                </a:lnTo>
                <a:lnTo>
                  <a:pt x="1966" y="627"/>
                </a:lnTo>
                <a:lnTo>
                  <a:pt x="1946" y="582"/>
                </a:lnTo>
                <a:lnTo>
                  <a:pt x="1923" y="538"/>
                </a:lnTo>
                <a:lnTo>
                  <a:pt x="1899" y="494"/>
                </a:lnTo>
                <a:lnTo>
                  <a:pt x="1872" y="452"/>
                </a:lnTo>
                <a:lnTo>
                  <a:pt x="1843" y="412"/>
                </a:lnTo>
                <a:lnTo>
                  <a:pt x="1813" y="373"/>
                </a:lnTo>
                <a:lnTo>
                  <a:pt x="1780" y="336"/>
                </a:lnTo>
                <a:lnTo>
                  <a:pt x="1746" y="301"/>
                </a:lnTo>
                <a:lnTo>
                  <a:pt x="1711" y="267"/>
                </a:lnTo>
                <a:lnTo>
                  <a:pt x="1674" y="235"/>
                </a:lnTo>
                <a:lnTo>
                  <a:pt x="1635" y="204"/>
                </a:lnTo>
                <a:lnTo>
                  <a:pt x="1595" y="175"/>
                </a:lnTo>
                <a:lnTo>
                  <a:pt x="1554" y="149"/>
                </a:lnTo>
                <a:lnTo>
                  <a:pt x="1511" y="124"/>
                </a:lnTo>
                <a:lnTo>
                  <a:pt x="1466" y="101"/>
                </a:lnTo>
                <a:lnTo>
                  <a:pt x="1421" y="81"/>
                </a:lnTo>
                <a:lnTo>
                  <a:pt x="1375" y="62"/>
                </a:lnTo>
                <a:lnTo>
                  <a:pt x="1327" y="46"/>
                </a:lnTo>
                <a:lnTo>
                  <a:pt x="1279" y="32"/>
                </a:lnTo>
                <a:lnTo>
                  <a:pt x="1229" y="20"/>
                </a:lnTo>
                <a:lnTo>
                  <a:pt x="1179" y="11"/>
                </a:lnTo>
                <a:lnTo>
                  <a:pt x="1128" y="5"/>
                </a:lnTo>
                <a:lnTo>
                  <a:pt x="1076" y="1"/>
                </a:lnTo>
                <a:lnTo>
                  <a:pt x="102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071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18288000" cy="10288588"/>
          </a:xfrm>
          <a:custGeom>
            <a:avLst/>
            <a:gdLst>
              <a:gd name="T0" fmla="*/ 7945 w 7945"/>
              <a:gd name="T1" fmla="*/ 0 h 4532"/>
              <a:gd name="T2" fmla="*/ 2463 w 7945"/>
              <a:gd name="T3" fmla="*/ 2920 h 4532"/>
              <a:gd name="T4" fmla="*/ 2408 w 7945"/>
              <a:gd name="T5" fmla="*/ 2942 h 4532"/>
              <a:gd name="T6" fmla="*/ 2353 w 7945"/>
              <a:gd name="T7" fmla="*/ 2959 h 4532"/>
              <a:gd name="T8" fmla="*/ 2297 w 7945"/>
              <a:gd name="T9" fmla="*/ 2970 h 4532"/>
              <a:gd name="T10" fmla="*/ 2241 w 7945"/>
              <a:gd name="T11" fmla="*/ 2975 h 4532"/>
              <a:gd name="T12" fmla="*/ 2185 w 7945"/>
              <a:gd name="T13" fmla="*/ 2974 h 4532"/>
              <a:gd name="T14" fmla="*/ 2129 w 7945"/>
              <a:gd name="T15" fmla="*/ 2968 h 4532"/>
              <a:gd name="T16" fmla="*/ 2075 w 7945"/>
              <a:gd name="T17" fmla="*/ 2956 h 4532"/>
              <a:gd name="T18" fmla="*/ 2022 w 7945"/>
              <a:gd name="T19" fmla="*/ 2940 h 4532"/>
              <a:gd name="T20" fmla="*/ 1971 w 7945"/>
              <a:gd name="T21" fmla="*/ 2920 h 4532"/>
              <a:gd name="T22" fmla="*/ 1921 w 7945"/>
              <a:gd name="T23" fmla="*/ 2894 h 4532"/>
              <a:gd name="T24" fmla="*/ 1875 w 7945"/>
              <a:gd name="T25" fmla="*/ 2863 h 4532"/>
              <a:gd name="T26" fmla="*/ 1832 w 7945"/>
              <a:gd name="T27" fmla="*/ 2828 h 4532"/>
              <a:gd name="T28" fmla="*/ 1791 w 7945"/>
              <a:gd name="T29" fmla="*/ 2789 h 4532"/>
              <a:gd name="T30" fmla="*/ 1755 w 7945"/>
              <a:gd name="T31" fmla="*/ 2745 h 4532"/>
              <a:gd name="T32" fmla="*/ 1722 w 7945"/>
              <a:gd name="T33" fmla="*/ 2698 h 4532"/>
              <a:gd name="T34" fmla="*/ 1695 w 7945"/>
              <a:gd name="T35" fmla="*/ 2645 h 4532"/>
              <a:gd name="T36" fmla="*/ 1672 w 7945"/>
              <a:gd name="T37" fmla="*/ 2591 h 4532"/>
              <a:gd name="T38" fmla="*/ 1656 w 7945"/>
              <a:gd name="T39" fmla="*/ 2536 h 4532"/>
              <a:gd name="T40" fmla="*/ 1645 w 7945"/>
              <a:gd name="T41" fmla="*/ 2480 h 4532"/>
              <a:gd name="T42" fmla="*/ 1640 w 7945"/>
              <a:gd name="T43" fmla="*/ 2425 h 4532"/>
              <a:gd name="T44" fmla="*/ 1640 w 7945"/>
              <a:gd name="T45" fmla="*/ 2368 h 4532"/>
              <a:gd name="T46" fmla="*/ 1646 w 7945"/>
              <a:gd name="T47" fmla="*/ 2313 h 4532"/>
              <a:gd name="T48" fmla="*/ 1658 w 7945"/>
              <a:gd name="T49" fmla="*/ 2259 h 4532"/>
              <a:gd name="T50" fmla="*/ 1674 w 7945"/>
              <a:gd name="T51" fmla="*/ 2206 h 4532"/>
              <a:gd name="T52" fmla="*/ 1695 w 7945"/>
              <a:gd name="T53" fmla="*/ 2155 h 4532"/>
              <a:gd name="T54" fmla="*/ 1720 w 7945"/>
              <a:gd name="T55" fmla="*/ 2106 h 4532"/>
              <a:gd name="T56" fmla="*/ 1752 w 7945"/>
              <a:gd name="T57" fmla="*/ 2060 h 4532"/>
              <a:gd name="T58" fmla="*/ 1786 w 7945"/>
              <a:gd name="T59" fmla="*/ 2016 h 4532"/>
              <a:gd name="T60" fmla="*/ 1826 w 7945"/>
              <a:gd name="T61" fmla="*/ 1976 h 4532"/>
              <a:gd name="T62" fmla="*/ 1870 w 7945"/>
              <a:gd name="T63" fmla="*/ 1939 h 4532"/>
              <a:gd name="T64" fmla="*/ 1918 w 7945"/>
              <a:gd name="T65" fmla="*/ 1907 h 4532"/>
              <a:gd name="T66" fmla="*/ 1970 w 7945"/>
              <a:gd name="T67" fmla="*/ 1880 h 4532"/>
              <a:gd name="T68" fmla="*/ 7945 w 7945"/>
              <a:gd name="T69" fmla="*/ 400 h 4532"/>
              <a:gd name="T70" fmla="*/ 1877 w 7945"/>
              <a:gd name="T71" fmla="*/ 4532 h 4532"/>
              <a:gd name="T72" fmla="*/ 0 w 7945"/>
              <a:gd name="T73" fmla="*/ 4144 h 45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7945" h="4532">
                <a:moveTo>
                  <a:pt x="5960" y="0"/>
                </a:moveTo>
                <a:lnTo>
                  <a:pt x="7945" y="0"/>
                </a:lnTo>
                <a:lnTo>
                  <a:pt x="7945" y="336"/>
                </a:lnTo>
                <a:lnTo>
                  <a:pt x="2463" y="2920"/>
                </a:lnTo>
                <a:lnTo>
                  <a:pt x="2436" y="2932"/>
                </a:lnTo>
                <a:lnTo>
                  <a:pt x="2408" y="2942"/>
                </a:lnTo>
                <a:lnTo>
                  <a:pt x="2381" y="2951"/>
                </a:lnTo>
                <a:lnTo>
                  <a:pt x="2353" y="2959"/>
                </a:lnTo>
                <a:lnTo>
                  <a:pt x="2325" y="2965"/>
                </a:lnTo>
                <a:lnTo>
                  <a:pt x="2297" y="2970"/>
                </a:lnTo>
                <a:lnTo>
                  <a:pt x="2269" y="2973"/>
                </a:lnTo>
                <a:lnTo>
                  <a:pt x="2241" y="2975"/>
                </a:lnTo>
                <a:lnTo>
                  <a:pt x="2212" y="2975"/>
                </a:lnTo>
                <a:lnTo>
                  <a:pt x="2185" y="2974"/>
                </a:lnTo>
                <a:lnTo>
                  <a:pt x="2157" y="2972"/>
                </a:lnTo>
                <a:lnTo>
                  <a:pt x="2129" y="2968"/>
                </a:lnTo>
                <a:lnTo>
                  <a:pt x="2102" y="2963"/>
                </a:lnTo>
                <a:lnTo>
                  <a:pt x="2075" y="2956"/>
                </a:lnTo>
                <a:lnTo>
                  <a:pt x="2048" y="2949"/>
                </a:lnTo>
                <a:lnTo>
                  <a:pt x="2022" y="2940"/>
                </a:lnTo>
                <a:lnTo>
                  <a:pt x="1996" y="2931"/>
                </a:lnTo>
                <a:lnTo>
                  <a:pt x="1971" y="2920"/>
                </a:lnTo>
                <a:lnTo>
                  <a:pt x="1946" y="2907"/>
                </a:lnTo>
                <a:lnTo>
                  <a:pt x="1921" y="2894"/>
                </a:lnTo>
                <a:lnTo>
                  <a:pt x="1898" y="2879"/>
                </a:lnTo>
                <a:lnTo>
                  <a:pt x="1875" y="2863"/>
                </a:lnTo>
                <a:lnTo>
                  <a:pt x="1853" y="2846"/>
                </a:lnTo>
                <a:lnTo>
                  <a:pt x="1832" y="2828"/>
                </a:lnTo>
                <a:lnTo>
                  <a:pt x="1811" y="2809"/>
                </a:lnTo>
                <a:lnTo>
                  <a:pt x="1791" y="2789"/>
                </a:lnTo>
                <a:lnTo>
                  <a:pt x="1772" y="2767"/>
                </a:lnTo>
                <a:lnTo>
                  <a:pt x="1755" y="2745"/>
                </a:lnTo>
                <a:lnTo>
                  <a:pt x="1738" y="2722"/>
                </a:lnTo>
                <a:lnTo>
                  <a:pt x="1722" y="2698"/>
                </a:lnTo>
                <a:lnTo>
                  <a:pt x="1708" y="2671"/>
                </a:lnTo>
                <a:lnTo>
                  <a:pt x="1695" y="2645"/>
                </a:lnTo>
                <a:lnTo>
                  <a:pt x="1683" y="2619"/>
                </a:lnTo>
                <a:lnTo>
                  <a:pt x="1672" y="2591"/>
                </a:lnTo>
                <a:lnTo>
                  <a:pt x="1664" y="2564"/>
                </a:lnTo>
                <a:lnTo>
                  <a:pt x="1656" y="2536"/>
                </a:lnTo>
                <a:lnTo>
                  <a:pt x="1649" y="2509"/>
                </a:lnTo>
                <a:lnTo>
                  <a:pt x="1645" y="2480"/>
                </a:lnTo>
                <a:lnTo>
                  <a:pt x="1641" y="2452"/>
                </a:lnTo>
                <a:lnTo>
                  <a:pt x="1640" y="2425"/>
                </a:lnTo>
                <a:lnTo>
                  <a:pt x="1639" y="2396"/>
                </a:lnTo>
                <a:lnTo>
                  <a:pt x="1640" y="2368"/>
                </a:lnTo>
                <a:lnTo>
                  <a:pt x="1642" y="2341"/>
                </a:lnTo>
                <a:lnTo>
                  <a:pt x="1646" y="2313"/>
                </a:lnTo>
                <a:lnTo>
                  <a:pt x="1651" y="2286"/>
                </a:lnTo>
                <a:lnTo>
                  <a:pt x="1658" y="2259"/>
                </a:lnTo>
                <a:lnTo>
                  <a:pt x="1665" y="2232"/>
                </a:lnTo>
                <a:lnTo>
                  <a:pt x="1674" y="2206"/>
                </a:lnTo>
                <a:lnTo>
                  <a:pt x="1684" y="2180"/>
                </a:lnTo>
                <a:lnTo>
                  <a:pt x="1695" y="2155"/>
                </a:lnTo>
                <a:lnTo>
                  <a:pt x="1707" y="2130"/>
                </a:lnTo>
                <a:lnTo>
                  <a:pt x="1720" y="2106"/>
                </a:lnTo>
                <a:lnTo>
                  <a:pt x="1736" y="2083"/>
                </a:lnTo>
                <a:lnTo>
                  <a:pt x="1752" y="2060"/>
                </a:lnTo>
                <a:lnTo>
                  <a:pt x="1768" y="2037"/>
                </a:lnTo>
                <a:lnTo>
                  <a:pt x="1786" y="2016"/>
                </a:lnTo>
                <a:lnTo>
                  <a:pt x="1806" y="1996"/>
                </a:lnTo>
                <a:lnTo>
                  <a:pt x="1826" y="1976"/>
                </a:lnTo>
                <a:lnTo>
                  <a:pt x="1847" y="1957"/>
                </a:lnTo>
                <a:lnTo>
                  <a:pt x="1870" y="1939"/>
                </a:lnTo>
                <a:lnTo>
                  <a:pt x="1893" y="1923"/>
                </a:lnTo>
                <a:lnTo>
                  <a:pt x="1918" y="1907"/>
                </a:lnTo>
                <a:lnTo>
                  <a:pt x="1944" y="1893"/>
                </a:lnTo>
                <a:lnTo>
                  <a:pt x="1970" y="1880"/>
                </a:lnTo>
                <a:lnTo>
                  <a:pt x="5960" y="0"/>
                </a:lnTo>
                <a:close/>
                <a:moveTo>
                  <a:pt x="7945" y="400"/>
                </a:moveTo>
                <a:lnTo>
                  <a:pt x="7945" y="1672"/>
                </a:lnTo>
                <a:lnTo>
                  <a:pt x="1877" y="4532"/>
                </a:lnTo>
                <a:lnTo>
                  <a:pt x="0" y="4532"/>
                </a:lnTo>
                <a:lnTo>
                  <a:pt x="0" y="4144"/>
                </a:lnTo>
                <a:lnTo>
                  <a:pt x="7945" y="40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610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0" y="0"/>
            <a:ext cx="18288000" cy="4891381"/>
          </a:xfrm>
          <a:custGeom>
            <a:avLst/>
            <a:gdLst>
              <a:gd name="T0" fmla="*/ 0 w 7945"/>
              <a:gd name="T1" fmla="*/ 166 h 2126"/>
              <a:gd name="T2" fmla="*/ 3200 w 7945"/>
              <a:gd name="T3" fmla="*/ 0 h 2126"/>
              <a:gd name="T4" fmla="*/ 485 w 7945"/>
              <a:gd name="T5" fmla="*/ 0 h 2126"/>
              <a:gd name="T6" fmla="*/ 1656 w 7945"/>
              <a:gd name="T7" fmla="*/ 2071 h 2126"/>
              <a:gd name="T8" fmla="*/ 1573 w 7945"/>
              <a:gd name="T9" fmla="*/ 2102 h 2126"/>
              <a:gd name="T10" fmla="*/ 1488 w 7945"/>
              <a:gd name="T11" fmla="*/ 2121 h 2126"/>
              <a:gd name="T12" fmla="*/ 1404 w 7945"/>
              <a:gd name="T13" fmla="*/ 2126 h 2126"/>
              <a:gd name="T14" fmla="*/ 1320 w 7945"/>
              <a:gd name="T15" fmla="*/ 2119 h 2126"/>
              <a:gd name="T16" fmla="*/ 1239 w 7945"/>
              <a:gd name="T17" fmla="*/ 2100 h 2126"/>
              <a:gd name="T18" fmla="*/ 1161 w 7945"/>
              <a:gd name="T19" fmla="*/ 2070 h 2126"/>
              <a:gd name="T20" fmla="*/ 1088 w 7945"/>
              <a:gd name="T21" fmla="*/ 2030 h 2126"/>
              <a:gd name="T22" fmla="*/ 1021 w 7945"/>
              <a:gd name="T23" fmla="*/ 1979 h 2126"/>
              <a:gd name="T24" fmla="*/ 962 w 7945"/>
              <a:gd name="T25" fmla="*/ 1917 h 2126"/>
              <a:gd name="T26" fmla="*/ 911 w 7945"/>
              <a:gd name="T27" fmla="*/ 1848 h 2126"/>
              <a:gd name="T28" fmla="*/ 871 w 7945"/>
              <a:gd name="T29" fmla="*/ 1768 h 2126"/>
              <a:gd name="T30" fmla="*/ 844 w 7945"/>
              <a:gd name="T31" fmla="*/ 1685 h 2126"/>
              <a:gd name="T32" fmla="*/ 830 w 7945"/>
              <a:gd name="T33" fmla="*/ 1601 h 2126"/>
              <a:gd name="T34" fmla="*/ 829 w 7945"/>
              <a:gd name="T35" fmla="*/ 1517 h 2126"/>
              <a:gd name="T36" fmla="*/ 839 w 7945"/>
              <a:gd name="T37" fmla="*/ 1434 h 2126"/>
              <a:gd name="T38" fmla="*/ 862 w 7945"/>
              <a:gd name="T39" fmla="*/ 1353 h 2126"/>
              <a:gd name="T40" fmla="*/ 896 w 7945"/>
              <a:gd name="T41" fmla="*/ 1277 h 2126"/>
              <a:gd name="T42" fmla="*/ 940 w 7945"/>
              <a:gd name="T43" fmla="*/ 1206 h 2126"/>
              <a:gd name="T44" fmla="*/ 994 w 7945"/>
              <a:gd name="T45" fmla="*/ 1142 h 2126"/>
              <a:gd name="T46" fmla="*/ 1059 w 7945"/>
              <a:gd name="T47" fmla="*/ 1085 h 2126"/>
              <a:gd name="T48" fmla="*/ 1133 w 7945"/>
              <a:gd name="T49" fmla="*/ 1039 h 2126"/>
              <a:gd name="T50" fmla="*/ 6183 w 7945"/>
              <a:gd name="T51" fmla="*/ 0 h 2126"/>
              <a:gd name="T52" fmla="*/ 4889 w 7945"/>
              <a:gd name="T53" fmla="*/ 1889 h 2126"/>
              <a:gd name="T54" fmla="*/ 4806 w 7945"/>
              <a:gd name="T55" fmla="*/ 1920 h 2126"/>
              <a:gd name="T56" fmla="*/ 4722 w 7945"/>
              <a:gd name="T57" fmla="*/ 1939 h 2126"/>
              <a:gd name="T58" fmla="*/ 4638 w 7945"/>
              <a:gd name="T59" fmla="*/ 1945 h 2126"/>
              <a:gd name="T60" fmla="*/ 4554 w 7945"/>
              <a:gd name="T61" fmla="*/ 1938 h 2126"/>
              <a:gd name="T62" fmla="*/ 4473 w 7945"/>
              <a:gd name="T63" fmla="*/ 1919 h 2126"/>
              <a:gd name="T64" fmla="*/ 4395 w 7945"/>
              <a:gd name="T65" fmla="*/ 1889 h 2126"/>
              <a:gd name="T66" fmla="*/ 4322 w 7945"/>
              <a:gd name="T67" fmla="*/ 1849 h 2126"/>
              <a:gd name="T68" fmla="*/ 4255 w 7945"/>
              <a:gd name="T69" fmla="*/ 1797 h 2126"/>
              <a:gd name="T70" fmla="*/ 4195 w 7945"/>
              <a:gd name="T71" fmla="*/ 1736 h 2126"/>
              <a:gd name="T72" fmla="*/ 4145 w 7945"/>
              <a:gd name="T73" fmla="*/ 1666 h 2126"/>
              <a:gd name="T74" fmla="*/ 4105 w 7945"/>
              <a:gd name="T75" fmla="*/ 1587 h 2126"/>
              <a:gd name="T76" fmla="*/ 4078 w 7945"/>
              <a:gd name="T77" fmla="*/ 1504 h 2126"/>
              <a:gd name="T78" fmla="*/ 4064 w 7945"/>
              <a:gd name="T79" fmla="*/ 1420 h 2126"/>
              <a:gd name="T80" fmla="*/ 4062 w 7945"/>
              <a:gd name="T81" fmla="*/ 1335 h 2126"/>
              <a:gd name="T82" fmla="*/ 4073 w 7945"/>
              <a:gd name="T83" fmla="*/ 1252 h 2126"/>
              <a:gd name="T84" fmla="*/ 4095 w 7945"/>
              <a:gd name="T85" fmla="*/ 1172 h 2126"/>
              <a:gd name="T86" fmla="*/ 4130 w 7945"/>
              <a:gd name="T87" fmla="*/ 1096 h 2126"/>
              <a:gd name="T88" fmla="*/ 4173 w 7945"/>
              <a:gd name="T89" fmla="*/ 1024 h 2126"/>
              <a:gd name="T90" fmla="*/ 4228 w 7945"/>
              <a:gd name="T91" fmla="*/ 961 h 2126"/>
              <a:gd name="T92" fmla="*/ 4293 w 7945"/>
              <a:gd name="T93" fmla="*/ 904 h 2126"/>
              <a:gd name="T94" fmla="*/ 4367 w 7945"/>
              <a:gd name="T95" fmla="*/ 858 h 21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7945" h="2126">
                <a:moveTo>
                  <a:pt x="0" y="0"/>
                </a:moveTo>
                <a:lnTo>
                  <a:pt x="351" y="0"/>
                </a:lnTo>
                <a:lnTo>
                  <a:pt x="0" y="166"/>
                </a:lnTo>
                <a:lnTo>
                  <a:pt x="0" y="0"/>
                </a:lnTo>
                <a:close/>
                <a:moveTo>
                  <a:pt x="485" y="0"/>
                </a:moveTo>
                <a:lnTo>
                  <a:pt x="3200" y="0"/>
                </a:lnTo>
                <a:lnTo>
                  <a:pt x="0" y="1508"/>
                </a:lnTo>
                <a:lnTo>
                  <a:pt x="0" y="229"/>
                </a:lnTo>
                <a:lnTo>
                  <a:pt x="485" y="0"/>
                </a:lnTo>
                <a:close/>
                <a:moveTo>
                  <a:pt x="3335" y="0"/>
                </a:moveTo>
                <a:lnTo>
                  <a:pt x="6049" y="0"/>
                </a:lnTo>
                <a:lnTo>
                  <a:pt x="1656" y="2071"/>
                </a:lnTo>
                <a:lnTo>
                  <a:pt x="1628" y="2082"/>
                </a:lnTo>
                <a:lnTo>
                  <a:pt x="1601" y="2093"/>
                </a:lnTo>
                <a:lnTo>
                  <a:pt x="1573" y="2102"/>
                </a:lnTo>
                <a:lnTo>
                  <a:pt x="1545" y="2109"/>
                </a:lnTo>
                <a:lnTo>
                  <a:pt x="1517" y="2115"/>
                </a:lnTo>
                <a:lnTo>
                  <a:pt x="1488" y="2121"/>
                </a:lnTo>
                <a:lnTo>
                  <a:pt x="1460" y="2124"/>
                </a:lnTo>
                <a:lnTo>
                  <a:pt x="1433" y="2126"/>
                </a:lnTo>
                <a:lnTo>
                  <a:pt x="1404" y="2126"/>
                </a:lnTo>
                <a:lnTo>
                  <a:pt x="1376" y="2125"/>
                </a:lnTo>
                <a:lnTo>
                  <a:pt x="1348" y="2123"/>
                </a:lnTo>
                <a:lnTo>
                  <a:pt x="1320" y="2119"/>
                </a:lnTo>
                <a:lnTo>
                  <a:pt x="1293" y="2114"/>
                </a:lnTo>
                <a:lnTo>
                  <a:pt x="1265" y="2107"/>
                </a:lnTo>
                <a:lnTo>
                  <a:pt x="1239" y="2100"/>
                </a:lnTo>
                <a:lnTo>
                  <a:pt x="1213" y="2091"/>
                </a:lnTo>
                <a:lnTo>
                  <a:pt x="1186" y="2082"/>
                </a:lnTo>
                <a:lnTo>
                  <a:pt x="1161" y="2070"/>
                </a:lnTo>
                <a:lnTo>
                  <a:pt x="1135" y="2058"/>
                </a:lnTo>
                <a:lnTo>
                  <a:pt x="1111" y="2045"/>
                </a:lnTo>
                <a:lnTo>
                  <a:pt x="1088" y="2030"/>
                </a:lnTo>
                <a:lnTo>
                  <a:pt x="1064" y="2013"/>
                </a:lnTo>
                <a:lnTo>
                  <a:pt x="1042" y="1996"/>
                </a:lnTo>
                <a:lnTo>
                  <a:pt x="1021" y="1979"/>
                </a:lnTo>
                <a:lnTo>
                  <a:pt x="1001" y="1959"/>
                </a:lnTo>
                <a:lnTo>
                  <a:pt x="980" y="1939"/>
                </a:lnTo>
                <a:lnTo>
                  <a:pt x="962" y="1917"/>
                </a:lnTo>
                <a:lnTo>
                  <a:pt x="944" y="1895"/>
                </a:lnTo>
                <a:lnTo>
                  <a:pt x="926" y="1872"/>
                </a:lnTo>
                <a:lnTo>
                  <a:pt x="911" y="1848"/>
                </a:lnTo>
                <a:lnTo>
                  <a:pt x="897" y="1821"/>
                </a:lnTo>
                <a:lnTo>
                  <a:pt x="883" y="1795"/>
                </a:lnTo>
                <a:lnTo>
                  <a:pt x="871" y="1768"/>
                </a:lnTo>
                <a:lnTo>
                  <a:pt x="861" y="1740"/>
                </a:lnTo>
                <a:lnTo>
                  <a:pt x="851" y="1713"/>
                </a:lnTo>
                <a:lnTo>
                  <a:pt x="844" y="1685"/>
                </a:lnTo>
                <a:lnTo>
                  <a:pt x="838" y="1657"/>
                </a:lnTo>
                <a:lnTo>
                  <a:pt x="833" y="1629"/>
                </a:lnTo>
                <a:lnTo>
                  <a:pt x="830" y="1601"/>
                </a:lnTo>
                <a:lnTo>
                  <a:pt x="828" y="1572"/>
                </a:lnTo>
                <a:lnTo>
                  <a:pt x="828" y="1544"/>
                </a:lnTo>
                <a:lnTo>
                  <a:pt x="829" y="1517"/>
                </a:lnTo>
                <a:lnTo>
                  <a:pt x="831" y="1489"/>
                </a:lnTo>
                <a:lnTo>
                  <a:pt x="834" y="1461"/>
                </a:lnTo>
                <a:lnTo>
                  <a:pt x="839" y="1434"/>
                </a:lnTo>
                <a:lnTo>
                  <a:pt x="845" y="1407"/>
                </a:lnTo>
                <a:lnTo>
                  <a:pt x="853" y="1379"/>
                </a:lnTo>
                <a:lnTo>
                  <a:pt x="862" y="1353"/>
                </a:lnTo>
                <a:lnTo>
                  <a:pt x="872" y="1328"/>
                </a:lnTo>
                <a:lnTo>
                  <a:pt x="883" y="1301"/>
                </a:lnTo>
                <a:lnTo>
                  <a:pt x="896" y="1277"/>
                </a:lnTo>
                <a:lnTo>
                  <a:pt x="909" y="1253"/>
                </a:lnTo>
                <a:lnTo>
                  <a:pt x="924" y="1229"/>
                </a:lnTo>
                <a:lnTo>
                  <a:pt x="940" y="1206"/>
                </a:lnTo>
                <a:lnTo>
                  <a:pt x="957" y="1184"/>
                </a:lnTo>
                <a:lnTo>
                  <a:pt x="975" y="1162"/>
                </a:lnTo>
                <a:lnTo>
                  <a:pt x="994" y="1142"/>
                </a:lnTo>
                <a:lnTo>
                  <a:pt x="1016" y="1122"/>
                </a:lnTo>
                <a:lnTo>
                  <a:pt x="1037" y="1103"/>
                </a:lnTo>
                <a:lnTo>
                  <a:pt x="1059" y="1085"/>
                </a:lnTo>
                <a:lnTo>
                  <a:pt x="1083" y="1069"/>
                </a:lnTo>
                <a:lnTo>
                  <a:pt x="1107" y="1053"/>
                </a:lnTo>
                <a:lnTo>
                  <a:pt x="1133" y="1039"/>
                </a:lnTo>
                <a:lnTo>
                  <a:pt x="1160" y="1025"/>
                </a:lnTo>
                <a:lnTo>
                  <a:pt x="3335" y="0"/>
                </a:lnTo>
                <a:close/>
                <a:moveTo>
                  <a:pt x="6183" y="0"/>
                </a:moveTo>
                <a:lnTo>
                  <a:pt x="7945" y="0"/>
                </a:lnTo>
                <a:lnTo>
                  <a:pt x="7945" y="449"/>
                </a:lnTo>
                <a:lnTo>
                  <a:pt x="4889" y="1889"/>
                </a:lnTo>
                <a:lnTo>
                  <a:pt x="4862" y="1901"/>
                </a:lnTo>
                <a:lnTo>
                  <a:pt x="4834" y="1912"/>
                </a:lnTo>
                <a:lnTo>
                  <a:pt x="4806" y="1920"/>
                </a:lnTo>
                <a:lnTo>
                  <a:pt x="4779" y="1928"/>
                </a:lnTo>
                <a:lnTo>
                  <a:pt x="4751" y="1934"/>
                </a:lnTo>
                <a:lnTo>
                  <a:pt x="4722" y="1939"/>
                </a:lnTo>
                <a:lnTo>
                  <a:pt x="4694" y="1943"/>
                </a:lnTo>
                <a:lnTo>
                  <a:pt x="4665" y="1944"/>
                </a:lnTo>
                <a:lnTo>
                  <a:pt x="4638" y="1945"/>
                </a:lnTo>
                <a:lnTo>
                  <a:pt x="4610" y="1944"/>
                </a:lnTo>
                <a:lnTo>
                  <a:pt x="4581" y="1942"/>
                </a:lnTo>
                <a:lnTo>
                  <a:pt x="4554" y="1938"/>
                </a:lnTo>
                <a:lnTo>
                  <a:pt x="4526" y="1932"/>
                </a:lnTo>
                <a:lnTo>
                  <a:pt x="4499" y="1926"/>
                </a:lnTo>
                <a:lnTo>
                  <a:pt x="4473" y="1919"/>
                </a:lnTo>
                <a:lnTo>
                  <a:pt x="4446" y="1910"/>
                </a:lnTo>
                <a:lnTo>
                  <a:pt x="4420" y="1900"/>
                </a:lnTo>
                <a:lnTo>
                  <a:pt x="4395" y="1889"/>
                </a:lnTo>
                <a:lnTo>
                  <a:pt x="4369" y="1877"/>
                </a:lnTo>
                <a:lnTo>
                  <a:pt x="4345" y="1863"/>
                </a:lnTo>
                <a:lnTo>
                  <a:pt x="4322" y="1849"/>
                </a:lnTo>
                <a:lnTo>
                  <a:pt x="4298" y="1832"/>
                </a:lnTo>
                <a:lnTo>
                  <a:pt x="4276" y="1815"/>
                </a:lnTo>
                <a:lnTo>
                  <a:pt x="4255" y="1797"/>
                </a:lnTo>
                <a:lnTo>
                  <a:pt x="4233" y="1778"/>
                </a:lnTo>
                <a:lnTo>
                  <a:pt x="4214" y="1758"/>
                </a:lnTo>
                <a:lnTo>
                  <a:pt x="4195" y="1736"/>
                </a:lnTo>
                <a:lnTo>
                  <a:pt x="4178" y="1714"/>
                </a:lnTo>
                <a:lnTo>
                  <a:pt x="4160" y="1690"/>
                </a:lnTo>
                <a:lnTo>
                  <a:pt x="4145" y="1666"/>
                </a:lnTo>
                <a:lnTo>
                  <a:pt x="4130" y="1640"/>
                </a:lnTo>
                <a:lnTo>
                  <a:pt x="4117" y="1614"/>
                </a:lnTo>
                <a:lnTo>
                  <a:pt x="4105" y="1587"/>
                </a:lnTo>
                <a:lnTo>
                  <a:pt x="4094" y="1559"/>
                </a:lnTo>
                <a:lnTo>
                  <a:pt x="4085" y="1531"/>
                </a:lnTo>
                <a:lnTo>
                  <a:pt x="4078" y="1504"/>
                </a:lnTo>
                <a:lnTo>
                  <a:pt x="4071" y="1475"/>
                </a:lnTo>
                <a:lnTo>
                  <a:pt x="4067" y="1447"/>
                </a:lnTo>
                <a:lnTo>
                  <a:pt x="4064" y="1420"/>
                </a:lnTo>
                <a:lnTo>
                  <a:pt x="4062" y="1391"/>
                </a:lnTo>
                <a:lnTo>
                  <a:pt x="4061" y="1363"/>
                </a:lnTo>
                <a:lnTo>
                  <a:pt x="4062" y="1335"/>
                </a:lnTo>
                <a:lnTo>
                  <a:pt x="4065" y="1308"/>
                </a:lnTo>
                <a:lnTo>
                  <a:pt x="4068" y="1279"/>
                </a:lnTo>
                <a:lnTo>
                  <a:pt x="4073" y="1252"/>
                </a:lnTo>
                <a:lnTo>
                  <a:pt x="4079" y="1225"/>
                </a:lnTo>
                <a:lnTo>
                  <a:pt x="4087" y="1198"/>
                </a:lnTo>
                <a:lnTo>
                  <a:pt x="4095" y="1172"/>
                </a:lnTo>
                <a:lnTo>
                  <a:pt x="4106" y="1146"/>
                </a:lnTo>
                <a:lnTo>
                  <a:pt x="4117" y="1120"/>
                </a:lnTo>
                <a:lnTo>
                  <a:pt x="4130" y="1096"/>
                </a:lnTo>
                <a:lnTo>
                  <a:pt x="4143" y="1071"/>
                </a:lnTo>
                <a:lnTo>
                  <a:pt x="4158" y="1048"/>
                </a:lnTo>
                <a:lnTo>
                  <a:pt x="4173" y="1024"/>
                </a:lnTo>
                <a:lnTo>
                  <a:pt x="4191" y="1002"/>
                </a:lnTo>
                <a:lnTo>
                  <a:pt x="4209" y="981"/>
                </a:lnTo>
                <a:lnTo>
                  <a:pt x="4228" y="961"/>
                </a:lnTo>
                <a:lnTo>
                  <a:pt x="4249" y="940"/>
                </a:lnTo>
                <a:lnTo>
                  <a:pt x="4271" y="922"/>
                </a:lnTo>
                <a:lnTo>
                  <a:pt x="4293" y="904"/>
                </a:lnTo>
                <a:lnTo>
                  <a:pt x="4317" y="888"/>
                </a:lnTo>
                <a:lnTo>
                  <a:pt x="4341" y="872"/>
                </a:lnTo>
                <a:lnTo>
                  <a:pt x="4367" y="858"/>
                </a:lnTo>
                <a:lnTo>
                  <a:pt x="4394" y="843"/>
                </a:lnTo>
                <a:lnTo>
                  <a:pt x="6183" y="0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6599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8313910" y="0"/>
            <a:ext cx="9974090" cy="10288588"/>
          </a:xfrm>
          <a:custGeom>
            <a:avLst/>
            <a:gdLst>
              <a:gd name="T0" fmla="*/ 899 w 4437"/>
              <a:gd name="T1" fmla="*/ 1304 h 4581"/>
              <a:gd name="T2" fmla="*/ 756 w 4437"/>
              <a:gd name="T3" fmla="*/ 1334 h 4581"/>
              <a:gd name="T4" fmla="*/ 615 w 4437"/>
              <a:gd name="T5" fmla="*/ 1328 h 4581"/>
              <a:gd name="T6" fmla="*/ 480 w 4437"/>
              <a:gd name="T7" fmla="*/ 1291 h 4581"/>
              <a:gd name="T8" fmla="*/ 357 w 4437"/>
              <a:gd name="T9" fmla="*/ 1220 h 4581"/>
              <a:gd name="T10" fmla="*/ 253 w 4437"/>
              <a:gd name="T11" fmla="*/ 1123 h 4581"/>
              <a:gd name="T12" fmla="*/ 175 w 4437"/>
              <a:gd name="T13" fmla="*/ 999 h 4581"/>
              <a:gd name="T14" fmla="*/ 129 w 4437"/>
              <a:gd name="T15" fmla="*/ 858 h 4581"/>
              <a:gd name="T16" fmla="*/ 121 w 4437"/>
              <a:gd name="T17" fmla="*/ 716 h 4581"/>
              <a:gd name="T18" fmla="*/ 146 w 4437"/>
              <a:gd name="T19" fmla="*/ 576 h 4581"/>
              <a:gd name="T20" fmla="*/ 203 w 4437"/>
              <a:gd name="T21" fmla="*/ 448 h 4581"/>
              <a:gd name="T22" fmla="*/ 289 w 4437"/>
              <a:gd name="T23" fmla="*/ 336 h 4581"/>
              <a:gd name="T24" fmla="*/ 404 w 4437"/>
              <a:gd name="T25" fmla="*/ 246 h 4581"/>
              <a:gd name="T26" fmla="*/ 4437 w 4437"/>
              <a:gd name="T27" fmla="*/ 0 h 4581"/>
              <a:gd name="T28" fmla="*/ 1896 w 4437"/>
              <a:gd name="T29" fmla="*/ 2192 h 4581"/>
              <a:gd name="T30" fmla="*/ 1754 w 4437"/>
              <a:gd name="T31" fmla="*/ 2215 h 4581"/>
              <a:gd name="T32" fmla="*/ 1612 w 4437"/>
              <a:gd name="T33" fmla="*/ 2204 h 4581"/>
              <a:gd name="T34" fmla="*/ 1479 w 4437"/>
              <a:gd name="T35" fmla="*/ 2159 h 4581"/>
              <a:gd name="T36" fmla="*/ 1360 w 4437"/>
              <a:gd name="T37" fmla="*/ 2084 h 4581"/>
              <a:gd name="T38" fmla="*/ 1261 w 4437"/>
              <a:gd name="T39" fmla="*/ 1980 h 4581"/>
              <a:gd name="T40" fmla="*/ 1188 w 4437"/>
              <a:gd name="T41" fmla="*/ 1850 h 4581"/>
              <a:gd name="T42" fmla="*/ 1151 w 4437"/>
              <a:gd name="T43" fmla="*/ 1709 h 4581"/>
              <a:gd name="T44" fmla="*/ 1149 w 4437"/>
              <a:gd name="T45" fmla="*/ 1567 h 4581"/>
              <a:gd name="T46" fmla="*/ 1180 w 4437"/>
              <a:gd name="T47" fmla="*/ 1429 h 4581"/>
              <a:gd name="T48" fmla="*/ 1244 w 4437"/>
              <a:gd name="T49" fmla="*/ 1304 h 4581"/>
              <a:gd name="T50" fmla="*/ 1337 w 4437"/>
              <a:gd name="T51" fmla="*/ 1195 h 4581"/>
              <a:gd name="T52" fmla="*/ 1456 w 4437"/>
              <a:gd name="T53" fmla="*/ 1111 h 4581"/>
              <a:gd name="T54" fmla="*/ 833 w 4437"/>
              <a:gd name="T55" fmla="*/ 4057 h 4581"/>
              <a:gd name="T56" fmla="*/ 693 w 4437"/>
              <a:gd name="T57" fmla="*/ 4103 h 4581"/>
              <a:gd name="T58" fmla="*/ 551 w 4437"/>
              <a:gd name="T59" fmla="*/ 4111 h 4581"/>
              <a:gd name="T60" fmla="*/ 412 w 4437"/>
              <a:gd name="T61" fmla="*/ 4086 h 4581"/>
              <a:gd name="T62" fmla="*/ 284 w 4437"/>
              <a:gd name="T63" fmla="*/ 4029 h 4581"/>
              <a:gd name="T64" fmla="*/ 171 w 4437"/>
              <a:gd name="T65" fmla="*/ 3941 h 4581"/>
              <a:gd name="T66" fmla="*/ 82 w 4437"/>
              <a:gd name="T67" fmla="*/ 3827 h 4581"/>
              <a:gd name="T68" fmla="*/ 23 w 4437"/>
              <a:gd name="T69" fmla="*/ 3691 h 4581"/>
              <a:gd name="T70" fmla="*/ 0 w 4437"/>
              <a:gd name="T71" fmla="*/ 3548 h 4581"/>
              <a:gd name="T72" fmla="*/ 12 w 4437"/>
              <a:gd name="T73" fmla="*/ 3408 h 4581"/>
              <a:gd name="T74" fmla="*/ 57 w 4437"/>
              <a:gd name="T75" fmla="*/ 3273 h 4581"/>
              <a:gd name="T76" fmla="*/ 132 w 4437"/>
              <a:gd name="T77" fmla="*/ 3154 h 4581"/>
              <a:gd name="T78" fmla="*/ 236 w 4437"/>
              <a:gd name="T79" fmla="*/ 3055 h 4581"/>
              <a:gd name="T80" fmla="*/ 4437 w 4437"/>
              <a:gd name="T81" fmla="*/ 1074 h 4581"/>
              <a:gd name="T82" fmla="*/ 3107 w 4437"/>
              <a:gd name="T83" fmla="*/ 4349 h 4581"/>
              <a:gd name="T84" fmla="*/ 2966 w 4437"/>
              <a:gd name="T85" fmla="*/ 4380 h 4581"/>
              <a:gd name="T86" fmla="*/ 2823 w 4437"/>
              <a:gd name="T87" fmla="*/ 4375 h 4581"/>
              <a:gd name="T88" fmla="*/ 2688 w 4437"/>
              <a:gd name="T89" fmla="*/ 4336 h 4581"/>
              <a:gd name="T90" fmla="*/ 2566 w 4437"/>
              <a:gd name="T91" fmla="*/ 4267 h 4581"/>
              <a:gd name="T92" fmla="*/ 2462 w 4437"/>
              <a:gd name="T93" fmla="*/ 4168 h 4581"/>
              <a:gd name="T94" fmla="*/ 2383 w 4437"/>
              <a:gd name="T95" fmla="*/ 4044 h 4581"/>
              <a:gd name="T96" fmla="*/ 2338 w 4437"/>
              <a:gd name="T97" fmla="*/ 3903 h 4581"/>
              <a:gd name="T98" fmla="*/ 2329 w 4437"/>
              <a:gd name="T99" fmla="*/ 3761 h 4581"/>
              <a:gd name="T100" fmla="*/ 2355 w 4437"/>
              <a:gd name="T101" fmla="*/ 3623 h 4581"/>
              <a:gd name="T102" fmla="*/ 2413 w 4437"/>
              <a:gd name="T103" fmla="*/ 3493 h 4581"/>
              <a:gd name="T104" fmla="*/ 2499 w 4437"/>
              <a:gd name="T105" fmla="*/ 3381 h 4581"/>
              <a:gd name="T106" fmla="*/ 2613 w 4437"/>
              <a:gd name="T107" fmla="*/ 3292 h 4581"/>
              <a:gd name="T108" fmla="*/ 4437 w 4437"/>
              <a:gd name="T109" fmla="*/ 4581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437" h="4581">
                <a:moveTo>
                  <a:pt x="921" y="0"/>
                </a:moveTo>
                <a:lnTo>
                  <a:pt x="3689" y="0"/>
                </a:lnTo>
                <a:lnTo>
                  <a:pt x="953" y="1282"/>
                </a:lnTo>
                <a:lnTo>
                  <a:pt x="926" y="1293"/>
                </a:lnTo>
                <a:lnTo>
                  <a:pt x="899" y="1304"/>
                </a:lnTo>
                <a:lnTo>
                  <a:pt x="870" y="1313"/>
                </a:lnTo>
                <a:lnTo>
                  <a:pt x="842" y="1320"/>
                </a:lnTo>
                <a:lnTo>
                  <a:pt x="813" y="1326"/>
                </a:lnTo>
                <a:lnTo>
                  <a:pt x="785" y="1330"/>
                </a:lnTo>
                <a:lnTo>
                  <a:pt x="756" y="1334"/>
                </a:lnTo>
                <a:lnTo>
                  <a:pt x="728" y="1335"/>
                </a:lnTo>
                <a:lnTo>
                  <a:pt x="699" y="1336"/>
                </a:lnTo>
                <a:lnTo>
                  <a:pt x="671" y="1334"/>
                </a:lnTo>
                <a:lnTo>
                  <a:pt x="642" y="1332"/>
                </a:lnTo>
                <a:lnTo>
                  <a:pt x="615" y="1328"/>
                </a:lnTo>
                <a:lnTo>
                  <a:pt x="586" y="1323"/>
                </a:lnTo>
                <a:lnTo>
                  <a:pt x="559" y="1317"/>
                </a:lnTo>
                <a:lnTo>
                  <a:pt x="532" y="1310"/>
                </a:lnTo>
                <a:lnTo>
                  <a:pt x="506" y="1301"/>
                </a:lnTo>
                <a:lnTo>
                  <a:pt x="480" y="1291"/>
                </a:lnTo>
                <a:lnTo>
                  <a:pt x="453" y="1278"/>
                </a:lnTo>
                <a:lnTo>
                  <a:pt x="429" y="1266"/>
                </a:lnTo>
                <a:lnTo>
                  <a:pt x="403" y="1252"/>
                </a:lnTo>
                <a:lnTo>
                  <a:pt x="380" y="1237"/>
                </a:lnTo>
                <a:lnTo>
                  <a:pt x="357" y="1220"/>
                </a:lnTo>
                <a:lnTo>
                  <a:pt x="334" y="1203"/>
                </a:lnTo>
                <a:lnTo>
                  <a:pt x="313" y="1185"/>
                </a:lnTo>
                <a:lnTo>
                  <a:pt x="291" y="1165"/>
                </a:lnTo>
                <a:lnTo>
                  <a:pt x="272" y="1144"/>
                </a:lnTo>
                <a:lnTo>
                  <a:pt x="253" y="1123"/>
                </a:lnTo>
                <a:lnTo>
                  <a:pt x="235" y="1100"/>
                </a:lnTo>
                <a:lnTo>
                  <a:pt x="218" y="1076"/>
                </a:lnTo>
                <a:lnTo>
                  <a:pt x="202" y="1051"/>
                </a:lnTo>
                <a:lnTo>
                  <a:pt x="188" y="1025"/>
                </a:lnTo>
                <a:lnTo>
                  <a:pt x="175" y="999"/>
                </a:lnTo>
                <a:lnTo>
                  <a:pt x="162" y="970"/>
                </a:lnTo>
                <a:lnTo>
                  <a:pt x="151" y="943"/>
                </a:lnTo>
                <a:lnTo>
                  <a:pt x="142" y="915"/>
                </a:lnTo>
                <a:lnTo>
                  <a:pt x="135" y="887"/>
                </a:lnTo>
                <a:lnTo>
                  <a:pt x="129" y="858"/>
                </a:lnTo>
                <a:lnTo>
                  <a:pt x="125" y="830"/>
                </a:lnTo>
                <a:lnTo>
                  <a:pt x="122" y="801"/>
                </a:lnTo>
                <a:lnTo>
                  <a:pt x="120" y="773"/>
                </a:lnTo>
                <a:lnTo>
                  <a:pt x="120" y="744"/>
                </a:lnTo>
                <a:lnTo>
                  <a:pt x="121" y="716"/>
                </a:lnTo>
                <a:lnTo>
                  <a:pt x="123" y="687"/>
                </a:lnTo>
                <a:lnTo>
                  <a:pt x="127" y="659"/>
                </a:lnTo>
                <a:lnTo>
                  <a:pt x="132" y="631"/>
                </a:lnTo>
                <a:lnTo>
                  <a:pt x="138" y="604"/>
                </a:lnTo>
                <a:lnTo>
                  <a:pt x="146" y="576"/>
                </a:lnTo>
                <a:lnTo>
                  <a:pt x="154" y="550"/>
                </a:lnTo>
                <a:lnTo>
                  <a:pt x="164" y="523"/>
                </a:lnTo>
                <a:lnTo>
                  <a:pt x="177" y="498"/>
                </a:lnTo>
                <a:lnTo>
                  <a:pt x="189" y="472"/>
                </a:lnTo>
                <a:lnTo>
                  <a:pt x="203" y="448"/>
                </a:lnTo>
                <a:lnTo>
                  <a:pt x="218" y="423"/>
                </a:lnTo>
                <a:lnTo>
                  <a:pt x="235" y="400"/>
                </a:lnTo>
                <a:lnTo>
                  <a:pt x="252" y="378"/>
                </a:lnTo>
                <a:lnTo>
                  <a:pt x="270" y="356"/>
                </a:lnTo>
                <a:lnTo>
                  <a:pt x="289" y="336"/>
                </a:lnTo>
                <a:lnTo>
                  <a:pt x="311" y="316"/>
                </a:lnTo>
                <a:lnTo>
                  <a:pt x="332" y="296"/>
                </a:lnTo>
                <a:lnTo>
                  <a:pt x="356" y="279"/>
                </a:lnTo>
                <a:lnTo>
                  <a:pt x="379" y="262"/>
                </a:lnTo>
                <a:lnTo>
                  <a:pt x="404" y="246"/>
                </a:lnTo>
                <a:lnTo>
                  <a:pt x="430" y="231"/>
                </a:lnTo>
                <a:lnTo>
                  <a:pt x="457" y="218"/>
                </a:lnTo>
                <a:lnTo>
                  <a:pt x="921" y="0"/>
                </a:lnTo>
                <a:close/>
                <a:moveTo>
                  <a:pt x="3826" y="0"/>
                </a:moveTo>
                <a:lnTo>
                  <a:pt x="4437" y="0"/>
                </a:lnTo>
                <a:lnTo>
                  <a:pt x="4437" y="1010"/>
                </a:lnTo>
                <a:lnTo>
                  <a:pt x="1979" y="2161"/>
                </a:lnTo>
                <a:lnTo>
                  <a:pt x="1952" y="2173"/>
                </a:lnTo>
                <a:lnTo>
                  <a:pt x="1925" y="2183"/>
                </a:lnTo>
                <a:lnTo>
                  <a:pt x="1896" y="2192"/>
                </a:lnTo>
                <a:lnTo>
                  <a:pt x="1868" y="2200"/>
                </a:lnTo>
                <a:lnTo>
                  <a:pt x="1839" y="2206"/>
                </a:lnTo>
                <a:lnTo>
                  <a:pt x="1811" y="2211"/>
                </a:lnTo>
                <a:lnTo>
                  <a:pt x="1782" y="2214"/>
                </a:lnTo>
                <a:lnTo>
                  <a:pt x="1754" y="2215"/>
                </a:lnTo>
                <a:lnTo>
                  <a:pt x="1725" y="2216"/>
                </a:lnTo>
                <a:lnTo>
                  <a:pt x="1697" y="2215"/>
                </a:lnTo>
                <a:lnTo>
                  <a:pt x="1668" y="2212"/>
                </a:lnTo>
                <a:lnTo>
                  <a:pt x="1641" y="2209"/>
                </a:lnTo>
                <a:lnTo>
                  <a:pt x="1612" y="2204"/>
                </a:lnTo>
                <a:lnTo>
                  <a:pt x="1585" y="2197"/>
                </a:lnTo>
                <a:lnTo>
                  <a:pt x="1558" y="2189"/>
                </a:lnTo>
                <a:lnTo>
                  <a:pt x="1531" y="2180"/>
                </a:lnTo>
                <a:lnTo>
                  <a:pt x="1506" y="2170"/>
                </a:lnTo>
                <a:lnTo>
                  <a:pt x="1479" y="2159"/>
                </a:lnTo>
                <a:lnTo>
                  <a:pt x="1454" y="2146"/>
                </a:lnTo>
                <a:lnTo>
                  <a:pt x="1429" y="2131"/>
                </a:lnTo>
                <a:lnTo>
                  <a:pt x="1406" y="2117"/>
                </a:lnTo>
                <a:lnTo>
                  <a:pt x="1383" y="2101"/>
                </a:lnTo>
                <a:lnTo>
                  <a:pt x="1360" y="2084"/>
                </a:lnTo>
                <a:lnTo>
                  <a:pt x="1339" y="2064"/>
                </a:lnTo>
                <a:lnTo>
                  <a:pt x="1317" y="2045"/>
                </a:lnTo>
                <a:lnTo>
                  <a:pt x="1297" y="2025"/>
                </a:lnTo>
                <a:lnTo>
                  <a:pt x="1279" y="2002"/>
                </a:lnTo>
                <a:lnTo>
                  <a:pt x="1261" y="1980"/>
                </a:lnTo>
                <a:lnTo>
                  <a:pt x="1244" y="1955"/>
                </a:lnTo>
                <a:lnTo>
                  <a:pt x="1228" y="1931"/>
                </a:lnTo>
                <a:lnTo>
                  <a:pt x="1214" y="1904"/>
                </a:lnTo>
                <a:lnTo>
                  <a:pt x="1200" y="1878"/>
                </a:lnTo>
                <a:lnTo>
                  <a:pt x="1188" y="1850"/>
                </a:lnTo>
                <a:lnTo>
                  <a:pt x="1177" y="1822"/>
                </a:lnTo>
                <a:lnTo>
                  <a:pt x="1168" y="1795"/>
                </a:lnTo>
                <a:lnTo>
                  <a:pt x="1161" y="1766"/>
                </a:lnTo>
                <a:lnTo>
                  <a:pt x="1155" y="1738"/>
                </a:lnTo>
                <a:lnTo>
                  <a:pt x="1151" y="1709"/>
                </a:lnTo>
                <a:lnTo>
                  <a:pt x="1147" y="1681"/>
                </a:lnTo>
                <a:lnTo>
                  <a:pt x="1146" y="1652"/>
                </a:lnTo>
                <a:lnTo>
                  <a:pt x="1145" y="1624"/>
                </a:lnTo>
                <a:lnTo>
                  <a:pt x="1146" y="1595"/>
                </a:lnTo>
                <a:lnTo>
                  <a:pt x="1149" y="1567"/>
                </a:lnTo>
                <a:lnTo>
                  <a:pt x="1153" y="1539"/>
                </a:lnTo>
                <a:lnTo>
                  <a:pt x="1158" y="1511"/>
                </a:lnTo>
                <a:lnTo>
                  <a:pt x="1164" y="1483"/>
                </a:lnTo>
                <a:lnTo>
                  <a:pt x="1171" y="1457"/>
                </a:lnTo>
                <a:lnTo>
                  <a:pt x="1180" y="1429"/>
                </a:lnTo>
                <a:lnTo>
                  <a:pt x="1190" y="1403"/>
                </a:lnTo>
                <a:lnTo>
                  <a:pt x="1203" y="1377"/>
                </a:lnTo>
                <a:lnTo>
                  <a:pt x="1215" y="1352"/>
                </a:lnTo>
                <a:lnTo>
                  <a:pt x="1229" y="1327"/>
                </a:lnTo>
                <a:lnTo>
                  <a:pt x="1244" y="1304"/>
                </a:lnTo>
                <a:lnTo>
                  <a:pt x="1261" y="1281"/>
                </a:lnTo>
                <a:lnTo>
                  <a:pt x="1278" y="1258"/>
                </a:lnTo>
                <a:lnTo>
                  <a:pt x="1296" y="1236"/>
                </a:lnTo>
                <a:lnTo>
                  <a:pt x="1315" y="1215"/>
                </a:lnTo>
                <a:lnTo>
                  <a:pt x="1337" y="1195"/>
                </a:lnTo>
                <a:lnTo>
                  <a:pt x="1358" y="1177"/>
                </a:lnTo>
                <a:lnTo>
                  <a:pt x="1381" y="1158"/>
                </a:lnTo>
                <a:lnTo>
                  <a:pt x="1405" y="1141"/>
                </a:lnTo>
                <a:lnTo>
                  <a:pt x="1429" y="1126"/>
                </a:lnTo>
                <a:lnTo>
                  <a:pt x="1456" y="1111"/>
                </a:lnTo>
                <a:lnTo>
                  <a:pt x="1482" y="1097"/>
                </a:lnTo>
                <a:lnTo>
                  <a:pt x="3826" y="0"/>
                </a:lnTo>
                <a:close/>
                <a:moveTo>
                  <a:pt x="4437" y="1074"/>
                </a:moveTo>
                <a:lnTo>
                  <a:pt x="4437" y="2371"/>
                </a:lnTo>
                <a:lnTo>
                  <a:pt x="833" y="4057"/>
                </a:lnTo>
                <a:lnTo>
                  <a:pt x="806" y="4069"/>
                </a:lnTo>
                <a:lnTo>
                  <a:pt x="779" y="4080"/>
                </a:lnTo>
                <a:lnTo>
                  <a:pt x="750" y="4089"/>
                </a:lnTo>
                <a:lnTo>
                  <a:pt x="722" y="4097"/>
                </a:lnTo>
                <a:lnTo>
                  <a:pt x="693" y="4103"/>
                </a:lnTo>
                <a:lnTo>
                  <a:pt x="665" y="4107"/>
                </a:lnTo>
                <a:lnTo>
                  <a:pt x="636" y="4110"/>
                </a:lnTo>
                <a:lnTo>
                  <a:pt x="608" y="4112"/>
                </a:lnTo>
                <a:lnTo>
                  <a:pt x="579" y="4112"/>
                </a:lnTo>
                <a:lnTo>
                  <a:pt x="551" y="4111"/>
                </a:lnTo>
                <a:lnTo>
                  <a:pt x="522" y="4109"/>
                </a:lnTo>
                <a:lnTo>
                  <a:pt x="495" y="4105"/>
                </a:lnTo>
                <a:lnTo>
                  <a:pt x="467" y="4100"/>
                </a:lnTo>
                <a:lnTo>
                  <a:pt x="440" y="4094"/>
                </a:lnTo>
                <a:lnTo>
                  <a:pt x="412" y="4086"/>
                </a:lnTo>
                <a:lnTo>
                  <a:pt x="386" y="4076"/>
                </a:lnTo>
                <a:lnTo>
                  <a:pt x="360" y="4066"/>
                </a:lnTo>
                <a:lnTo>
                  <a:pt x="333" y="4055"/>
                </a:lnTo>
                <a:lnTo>
                  <a:pt x="309" y="4042"/>
                </a:lnTo>
                <a:lnTo>
                  <a:pt x="284" y="4029"/>
                </a:lnTo>
                <a:lnTo>
                  <a:pt x="260" y="4013"/>
                </a:lnTo>
                <a:lnTo>
                  <a:pt x="237" y="3997"/>
                </a:lnTo>
                <a:lnTo>
                  <a:pt x="214" y="3980"/>
                </a:lnTo>
                <a:lnTo>
                  <a:pt x="193" y="3961"/>
                </a:lnTo>
                <a:lnTo>
                  <a:pt x="171" y="3941"/>
                </a:lnTo>
                <a:lnTo>
                  <a:pt x="152" y="3921"/>
                </a:lnTo>
                <a:lnTo>
                  <a:pt x="133" y="3899"/>
                </a:lnTo>
                <a:lnTo>
                  <a:pt x="115" y="3876"/>
                </a:lnTo>
                <a:lnTo>
                  <a:pt x="98" y="3853"/>
                </a:lnTo>
                <a:lnTo>
                  <a:pt x="82" y="3827"/>
                </a:lnTo>
                <a:lnTo>
                  <a:pt x="68" y="3802"/>
                </a:lnTo>
                <a:lnTo>
                  <a:pt x="55" y="3774"/>
                </a:lnTo>
                <a:lnTo>
                  <a:pt x="42" y="3747"/>
                </a:lnTo>
                <a:lnTo>
                  <a:pt x="31" y="3719"/>
                </a:lnTo>
                <a:lnTo>
                  <a:pt x="23" y="3691"/>
                </a:lnTo>
                <a:lnTo>
                  <a:pt x="15" y="3662"/>
                </a:lnTo>
                <a:lnTo>
                  <a:pt x="9" y="3634"/>
                </a:lnTo>
                <a:lnTo>
                  <a:pt x="5" y="3605"/>
                </a:lnTo>
                <a:lnTo>
                  <a:pt x="2" y="3577"/>
                </a:lnTo>
                <a:lnTo>
                  <a:pt x="0" y="3548"/>
                </a:lnTo>
                <a:lnTo>
                  <a:pt x="0" y="3520"/>
                </a:lnTo>
                <a:lnTo>
                  <a:pt x="1" y="3491"/>
                </a:lnTo>
                <a:lnTo>
                  <a:pt x="3" y="3463"/>
                </a:lnTo>
                <a:lnTo>
                  <a:pt x="7" y="3435"/>
                </a:lnTo>
                <a:lnTo>
                  <a:pt x="12" y="3408"/>
                </a:lnTo>
                <a:lnTo>
                  <a:pt x="18" y="3380"/>
                </a:lnTo>
                <a:lnTo>
                  <a:pt x="26" y="3353"/>
                </a:lnTo>
                <a:lnTo>
                  <a:pt x="34" y="3326"/>
                </a:lnTo>
                <a:lnTo>
                  <a:pt x="45" y="3300"/>
                </a:lnTo>
                <a:lnTo>
                  <a:pt x="57" y="3273"/>
                </a:lnTo>
                <a:lnTo>
                  <a:pt x="69" y="3249"/>
                </a:lnTo>
                <a:lnTo>
                  <a:pt x="83" y="3224"/>
                </a:lnTo>
                <a:lnTo>
                  <a:pt x="98" y="3200"/>
                </a:lnTo>
                <a:lnTo>
                  <a:pt x="115" y="3177"/>
                </a:lnTo>
                <a:lnTo>
                  <a:pt x="132" y="3154"/>
                </a:lnTo>
                <a:lnTo>
                  <a:pt x="150" y="3133"/>
                </a:lnTo>
                <a:lnTo>
                  <a:pt x="169" y="3112"/>
                </a:lnTo>
                <a:lnTo>
                  <a:pt x="191" y="3092"/>
                </a:lnTo>
                <a:lnTo>
                  <a:pt x="212" y="3073"/>
                </a:lnTo>
                <a:lnTo>
                  <a:pt x="236" y="3055"/>
                </a:lnTo>
                <a:lnTo>
                  <a:pt x="259" y="3038"/>
                </a:lnTo>
                <a:lnTo>
                  <a:pt x="284" y="3022"/>
                </a:lnTo>
                <a:lnTo>
                  <a:pt x="310" y="3008"/>
                </a:lnTo>
                <a:lnTo>
                  <a:pt x="337" y="2995"/>
                </a:lnTo>
                <a:lnTo>
                  <a:pt x="4437" y="1074"/>
                </a:lnTo>
                <a:close/>
                <a:moveTo>
                  <a:pt x="4437" y="2435"/>
                </a:moveTo>
                <a:lnTo>
                  <a:pt x="4437" y="3730"/>
                </a:lnTo>
                <a:lnTo>
                  <a:pt x="3163" y="4327"/>
                </a:lnTo>
                <a:lnTo>
                  <a:pt x="3136" y="4339"/>
                </a:lnTo>
                <a:lnTo>
                  <a:pt x="3107" y="4349"/>
                </a:lnTo>
                <a:lnTo>
                  <a:pt x="3080" y="4358"/>
                </a:lnTo>
                <a:lnTo>
                  <a:pt x="3051" y="4366"/>
                </a:lnTo>
                <a:lnTo>
                  <a:pt x="3023" y="4372"/>
                </a:lnTo>
                <a:lnTo>
                  <a:pt x="2994" y="4377"/>
                </a:lnTo>
                <a:lnTo>
                  <a:pt x="2966" y="4380"/>
                </a:lnTo>
                <a:lnTo>
                  <a:pt x="2937" y="4382"/>
                </a:lnTo>
                <a:lnTo>
                  <a:pt x="2909" y="4382"/>
                </a:lnTo>
                <a:lnTo>
                  <a:pt x="2880" y="4381"/>
                </a:lnTo>
                <a:lnTo>
                  <a:pt x="2852" y="4378"/>
                </a:lnTo>
                <a:lnTo>
                  <a:pt x="2823" y="4375"/>
                </a:lnTo>
                <a:lnTo>
                  <a:pt x="2796" y="4370"/>
                </a:lnTo>
                <a:lnTo>
                  <a:pt x="2769" y="4363"/>
                </a:lnTo>
                <a:lnTo>
                  <a:pt x="2741" y="4355"/>
                </a:lnTo>
                <a:lnTo>
                  <a:pt x="2715" y="4346"/>
                </a:lnTo>
                <a:lnTo>
                  <a:pt x="2688" y="4336"/>
                </a:lnTo>
                <a:lnTo>
                  <a:pt x="2663" y="4325"/>
                </a:lnTo>
                <a:lnTo>
                  <a:pt x="2637" y="4312"/>
                </a:lnTo>
                <a:lnTo>
                  <a:pt x="2613" y="4298"/>
                </a:lnTo>
                <a:lnTo>
                  <a:pt x="2590" y="4283"/>
                </a:lnTo>
                <a:lnTo>
                  <a:pt x="2566" y="4267"/>
                </a:lnTo>
                <a:lnTo>
                  <a:pt x="2544" y="4250"/>
                </a:lnTo>
                <a:lnTo>
                  <a:pt x="2521" y="4230"/>
                </a:lnTo>
                <a:lnTo>
                  <a:pt x="2501" y="4211"/>
                </a:lnTo>
                <a:lnTo>
                  <a:pt x="2481" y="4190"/>
                </a:lnTo>
                <a:lnTo>
                  <a:pt x="2462" y="4168"/>
                </a:lnTo>
                <a:lnTo>
                  <a:pt x="2444" y="4146"/>
                </a:lnTo>
                <a:lnTo>
                  <a:pt x="2427" y="4121"/>
                </a:lnTo>
                <a:lnTo>
                  <a:pt x="2412" y="4097"/>
                </a:lnTo>
                <a:lnTo>
                  <a:pt x="2396" y="4070"/>
                </a:lnTo>
                <a:lnTo>
                  <a:pt x="2383" y="4044"/>
                </a:lnTo>
                <a:lnTo>
                  <a:pt x="2371" y="4016"/>
                </a:lnTo>
                <a:lnTo>
                  <a:pt x="2361" y="3988"/>
                </a:lnTo>
                <a:lnTo>
                  <a:pt x="2352" y="3960"/>
                </a:lnTo>
                <a:lnTo>
                  <a:pt x="2345" y="3932"/>
                </a:lnTo>
                <a:lnTo>
                  <a:pt x="2338" y="3903"/>
                </a:lnTo>
                <a:lnTo>
                  <a:pt x="2333" y="3875"/>
                </a:lnTo>
                <a:lnTo>
                  <a:pt x="2330" y="3846"/>
                </a:lnTo>
                <a:lnTo>
                  <a:pt x="2328" y="3818"/>
                </a:lnTo>
                <a:lnTo>
                  <a:pt x="2328" y="3789"/>
                </a:lnTo>
                <a:lnTo>
                  <a:pt x="2329" y="3761"/>
                </a:lnTo>
                <a:lnTo>
                  <a:pt x="2332" y="3732"/>
                </a:lnTo>
                <a:lnTo>
                  <a:pt x="2335" y="3705"/>
                </a:lnTo>
                <a:lnTo>
                  <a:pt x="2340" y="3676"/>
                </a:lnTo>
                <a:lnTo>
                  <a:pt x="2348" y="3649"/>
                </a:lnTo>
                <a:lnTo>
                  <a:pt x="2355" y="3623"/>
                </a:lnTo>
                <a:lnTo>
                  <a:pt x="2364" y="3595"/>
                </a:lnTo>
                <a:lnTo>
                  <a:pt x="2374" y="3569"/>
                </a:lnTo>
                <a:lnTo>
                  <a:pt x="2385" y="3543"/>
                </a:lnTo>
                <a:lnTo>
                  <a:pt x="2398" y="3518"/>
                </a:lnTo>
                <a:lnTo>
                  <a:pt x="2413" y="3493"/>
                </a:lnTo>
                <a:lnTo>
                  <a:pt x="2427" y="3470"/>
                </a:lnTo>
                <a:lnTo>
                  <a:pt x="2443" y="3446"/>
                </a:lnTo>
                <a:lnTo>
                  <a:pt x="2460" y="3424"/>
                </a:lnTo>
                <a:lnTo>
                  <a:pt x="2480" y="3402"/>
                </a:lnTo>
                <a:lnTo>
                  <a:pt x="2499" y="3381"/>
                </a:lnTo>
                <a:lnTo>
                  <a:pt x="2519" y="3361"/>
                </a:lnTo>
                <a:lnTo>
                  <a:pt x="2542" y="3343"/>
                </a:lnTo>
                <a:lnTo>
                  <a:pt x="2564" y="3324"/>
                </a:lnTo>
                <a:lnTo>
                  <a:pt x="2589" y="3307"/>
                </a:lnTo>
                <a:lnTo>
                  <a:pt x="2613" y="3292"/>
                </a:lnTo>
                <a:lnTo>
                  <a:pt x="2639" y="3277"/>
                </a:lnTo>
                <a:lnTo>
                  <a:pt x="2666" y="3263"/>
                </a:lnTo>
                <a:lnTo>
                  <a:pt x="4437" y="2435"/>
                </a:lnTo>
                <a:close/>
                <a:moveTo>
                  <a:pt x="4437" y="3795"/>
                </a:moveTo>
                <a:lnTo>
                  <a:pt x="4437" y="4581"/>
                </a:lnTo>
                <a:lnTo>
                  <a:pt x="2755" y="4581"/>
                </a:lnTo>
                <a:lnTo>
                  <a:pt x="4437" y="3795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7130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8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-1" y="0"/>
            <a:ext cx="10625551" cy="10288588"/>
          </a:xfrm>
          <a:custGeom>
            <a:avLst/>
            <a:gdLst>
              <a:gd name="T0" fmla="*/ 3572 w 4729"/>
              <a:gd name="T1" fmla="*/ 4581 h 4581"/>
              <a:gd name="T2" fmla="*/ 3983 w 4729"/>
              <a:gd name="T3" fmla="*/ 3108 h 4581"/>
              <a:gd name="T4" fmla="*/ 4124 w 4729"/>
              <a:gd name="T5" fmla="*/ 3086 h 4581"/>
              <a:gd name="T6" fmla="*/ 4265 w 4729"/>
              <a:gd name="T7" fmla="*/ 3097 h 4581"/>
              <a:gd name="T8" fmla="*/ 4397 w 4729"/>
              <a:gd name="T9" fmla="*/ 3142 h 4581"/>
              <a:gd name="T10" fmla="*/ 4516 w 4729"/>
              <a:gd name="T11" fmla="*/ 3217 h 4581"/>
              <a:gd name="T12" fmla="*/ 4614 w 4729"/>
              <a:gd name="T13" fmla="*/ 3320 h 4581"/>
              <a:gd name="T14" fmla="*/ 4687 w 4729"/>
              <a:gd name="T15" fmla="*/ 3448 h 4581"/>
              <a:gd name="T16" fmla="*/ 4724 w 4729"/>
              <a:gd name="T17" fmla="*/ 3589 h 4581"/>
              <a:gd name="T18" fmla="*/ 4726 w 4729"/>
              <a:gd name="T19" fmla="*/ 3730 h 4581"/>
              <a:gd name="T20" fmla="*/ 4694 w 4729"/>
              <a:gd name="T21" fmla="*/ 3866 h 4581"/>
              <a:gd name="T22" fmla="*/ 4632 w 4729"/>
              <a:gd name="T23" fmla="*/ 3992 h 4581"/>
              <a:gd name="T24" fmla="*/ 4539 w 4729"/>
              <a:gd name="T25" fmla="*/ 4098 h 4581"/>
              <a:gd name="T26" fmla="*/ 4421 w 4729"/>
              <a:gd name="T27" fmla="*/ 4183 h 4581"/>
              <a:gd name="T28" fmla="*/ 0 w 4729"/>
              <a:gd name="T29" fmla="*/ 4580 h 4581"/>
              <a:gd name="T30" fmla="*/ 2369 w 4729"/>
              <a:gd name="T31" fmla="*/ 2513 h 4581"/>
              <a:gd name="T32" fmla="*/ 2510 w 4729"/>
              <a:gd name="T33" fmla="*/ 2490 h 4581"/>
              <a:gd name="T34" fmla="*/ 2650 w 4729"/>
              <a:gd name="T35" fmla="*/ 2501 h 4581"/>
              <a:gd name="T36" fmla="*/ 2783 w 4729"/>
              <a:gd name="T37" fmla="*/ 2546 h 4581"/>
              <a:gd name="T38" fmla="*/ 2901 w 4729"/>
              <a:gd name="T39" fmla="*/ 2622 h 4581"/>
              <a:gd name="T40" fmla="*/ 3000 w 4729"/>
              <a:gd name="T41" fmla="*/ 2724 h 4581"/>
              <a:gd name="T42" fmla="*/ 3073 w 4729"/>
              <a:gd name="T43" fmla="*/ 2853 h 4581"/>
              <a:gd name="T44" fmla="*/ 3109 w 4729"/>
              <a:gd name="T45" fmla="*/ 2993 h 4581"/>
              <a:gd name="T46" fmla="*/ 3111 w 4729"/>
              <a:gd name="T47" fmla="*/ 3135 h 4581"/>
              <a:gd name="T48" fmla="*/ 3080 w 4729"/>
              <a:gd name="T49" fmla="*/ 3271 h 4581"/>
              <a:gd name="T50" fmla="*/ 3017 w 4729"/>
              <a:gd name="T51" fmla="*/ 3396 h 4581"/>
              <a:gd name="T52" fmla="*/ 2925 w 4729"/>
              <a:gd name="T53" fmla="*/ 3503 h 4581"/>
              <a:gd name="T54" fmla="*/ 2806 w 4729"/>
              <a:gd name="T55" fmla="*/ 3588 h 4581"/>
              <a:gd name="T56" fmla="*/ 3391 w 4729"/>
              <a:gd name="T57" fmla="*/ 676 h 4581"/>
              <a:gd name="T58" fmla="*/ 3530 w 4729"/>
              <a:gd name="T59" fmla="*/ 630 h 4581"/>
              <a:gd name="T60" fmla="*/ 3673 w 4729"/>
              <a:gd name="T61" fmla="*/ 622 h 4581"/>
              <a:gd name="T62" fmla="*/ 3810 w 4729"/>
              <a:gd name="T63" fmla="*/ 647 h 4581"/>
              <a:gd name="T64" fmla="*/ 3938 w 4729"/>
              <a:gd name="T65" fmla="*/ 704 h 4581"/>
              <a:gd name="T66" fmla="*/ 4049 w 4729"/>
              <a:gd name="T67" fmla="*/ 791 h 4581"/>
              <a:gd name="T68" fmla="*/ 4138 w 4729"/>
              <a:gd name="T69" fmla="*/ 903 h 4581"/>
              <a:gd name="T70" fmla="*/ 4197 w 4729"/>
              <a:gd name="T71" fmla="*/ 1039 h 4581"/>
              <a:gd name="T72" fmla="*/ 4221 w 4729"/>
              <a:gd name="T73" fmla="*/ 1180 h 4581"/>
              <a:gd name="T74" fmla="*/ 4209 w 4729"/>
              <a:gd name="T75" fmla="*/ 1321 h 4581"/>
              <a:gd name="T76" fmla="*/ 4164 w 4729"/>
              <a:gd name="T77" fmla="*/ 1453 h 4581"/>
              <a:gd name="T78" fmla="*/ 4089 w 4729"/>
              <a:gd name="T79" fmla="*/ 1572 h 4581"/>
              <a:gd name="T80" fmla="*/ 3986 w 4729"/>
              <a:gd name="T81" fmla="*/ 1671 h 4581"/>
              <a:gd name="T82" fmla="*/ 0 w 4729"/>
              <a:gd name="T83" fmla="*/ 3551 h 4581"/>
              <a:gd name="T84" fmla="*/ 1133 w 4729"/>
              <a:gd name="T85" fmla="*/ 385 h 4581"/>
              <a:gd name="T86" fmla="*/ 1273 w 4729"/>
              <a:gd name="T87" fmla="*/ 355 h 4581"/>
              <a:gd name="T88" fmla="*/ 1414 w 4729"/>
              <a:gd name="T89" fmla="*/ 360 h 4581"/>
              <a:gd name="T90" fmla="*/ 1548 w 4729"/>
              <a:gd name="T91" fmla="*/ 399 h 4581"/>
              <a:gd name="T92" fmla="*/ 1670 w 4729"/>
              <a:gd name="T93" fmla="*/ 467 h 4581"/>
              <a:gd name="T94" fmla="*/ 1773 w 4729"/>
              <a:gd name="T95" fmla="*/ 565 h 4581"/>
              <a:gd name="T96" fmla="*/ 1851 w 4729"/>
              <a:gd name="T97" fmla="*/ 689 h 4581"/>
              <a:gd name="T98" fmla="*/ 1896 w 4729"/>
              <a:gd name="T99" fmla="*/ 828 h 4581"/>
              <a:gd name="T100" fmla="*/ 1905 w 4729"/>
              <a:gd name="T101" fmla="*/ 970 h 4581"/>
              <a:gd name="T102" fmla="*/ 1880 w 4729"/>
              <a:gd name="T103" fmla="*/ 1107 h 4581"/>
              <a:gd name="T104" fmla="*/ 1823 w 4729"/>
              <a:gd name="T105" fmla="*/ 1235 h 4581"/>
              <a:gd name="T106" fmla="*/ 1737 w 4729"/>
              <a:gd name="T107" fmla="*/ 1347 h 4581"/>
              <a:gd name="T108" fmla="*/ 1624 w 4729"/>
              <a:gd name="T109" fmla="*/ 1436 h 45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4729" h="4581">
                <a:moveTo>
                  <a:pt x="0" y="0"/>
                </a:moveTo>
                <a:lnTo>
                  <a:pt x="1813" y="0"/>
                </a:lnTo>
                <a:lnTo>
                  <a:pt x="0" y="848"/>
                </a:lnTo>
                <a:lnTo>
                  <a:pt x="0" y="0"/>
                </a:lnTo>
                <a:close/>
                <a:moveTo>
                  <a:pt x="3572" y="4581"/>
                </a:moveTo>
                <a:lnTo>
                  <a:pt x="822" y="4581"/>
                </a:lnTo>
                <a:lnTo>
                  <a:pt x="3900" y="3140"/>
                </a:lnTo>
                <a:lnTo>
                  <a:pt x="3928" y="3127"/>
                </a:lnTo>
                <a:lnTo>
                  <a:pt x="3955" y="3117"/>
                </a:lnTo>
                <a:lnTo>
                  <a:pt x="3983" y="3108"/>
                </a:lnTo>
                <a:lnTo>
                  <a:pt x="4011" y="3101"/>
                </a:lnTo>
                <a:lnTo>
                  <a:pt x="4040" y="3095"/>
                </a:lnTo>
                <a:lnTo>
                  <a:pt x="4067" y="3090"/>
                </a:lnTo>
                <a:lnTo>
                  <a:pt x="4096" y="3087"/>
                </a:lnTo>
                <a:lnTo>
                  <a:pt x="4124" y="3086"/>
                </a:lnTo>
                <a:lnTo>
                  <a:pt x="4153" y="3085"/>
                </a:lnTo>
                <a:lnTo>
                  <a:pt x="4181" y="3086"/>
                </a:lnTo>
                <a:lnTo>
                  <a:pt x="4209" y="3089"/>
                </a:lnTo>
                <a:lnTo>
                  <a:pt x="4237" y="3092"/>
                </a:lnTo>
                <a:lnTo>
                  <a:pt x="4265" y="3097"/>
                </a:lnTo>
                <a:lnTo>
                  <a:pt x="4292" y="3104"/>
                </a:lnTo>
                <a:lnTo>
                  <a:pt x="4318" y="3111"/>
                </a:lnTo>
                <a:lnTo>
                  <a:pt x="4345" y="3120"/>
                </a:lnTo>
                <a:lnTo>
                  <a:pt x="4371" y="3131"/>
                </a:lnTo>
                <a:lnTo>
                  <a:pt x="4397" y="3142"/>
                </a:lnTo>
                <a:lnTo>
                  <a:pt x="4422" y="3155"/>
                </a:lnTo>
                <a:lnTo>
                  <a:pt x="4447" y="3168"/>
                </a:lnTo>
                <a:lnTo>
                  <a:pt x="4470" y="3183"/>
                </a:lnTo>
                <a:lnTo>
                  <a:pt x="4493" y="3200"/>
                </a:lnTo>
                <a:lnTo>
                  <a:pt x="4516" y="3217"/>
                </a:lnTo>
                <a:lnTo>
                  <a:pt x="4537" y="3235"/>
                </a:lnTo>
                <a:lnTo>
                  <a:pt x="4558" y="3255"/>
                </a:lnTo>
                <a:lnTo>
                  <a:pt x="4578" y="3275"/>
                </a:lnTo>
                <a:lnTo>
                  <a:pt x="4596" y="3297"/>
                </a:lnTo>
                <a:lnTo>
                  <a:pt x="4614" y="3320"/>
                </a:lnTo>
                <a:lnTo>
                  <a:pt x="4632" y="3343"/>
                </a:lnTo>
                <a:lnTo>
                  <a:pt x="4647" y="3369"/>
                </a:lnTo>
                <a:lnTo>
                  <a:pt x="4661" y="3394"/>
                </a:lnTo>
                <a:lnTo>
                  <a:pt x="4674" y="3421"/>
                </a:lnTo>
                <a:lnTo>
                  <a:pt x="4687" y="3448"/>
                </a:lnTo>
                <a:lnTo>
                  <a:pt x="4697" y="3476"/>
                </a:lnTo>
                <a:lnTo>
                  <a:pt x="4706" y="3504"/>
                </a:lnTo>
                <a:lnTo>
                  <a:pt x="4714" y="3532"/>
                </a:lnTo>
                <a:lnTo>
                  <a:pt x="4719" y="3560"/>
                </a:lnTo>
                <a:lnTo>
                  <a:pt x="4724" y="3589"/>
                </a:lnTo>
                <a:lnTo>
                  <a:pt x="4727" y="3617"/>
                </a:lnTo>
                <a:lnTo>
                  <a:pt x="4729" y="3646"/>
                </a:lnTo>
                <a:lnTo>
                  <a:pt x="4729" y="3674"/>
                </a:lnTo>
                <a:lnTo>
                  <a:pt x="4728" y="3702"/>
                </a:lnTo>
                <a:lnTo>
                  <a:pt x="4726" y="3730"/>
                </a:lnTo>
                <a:lnTo>
                  <a:pt x="4722" y="3758"/>
                </a:lnTo>
                <a:lnTo>
                  <a:pt x="4717" y="3786"/>
                </a:lnTo>
                <a:lnTo>
                  <a:pt x="4711" y="3812"/>
                </a:lnTo>
                <a:lnTo>
                  <a:pt x="4703" y="3840"/>
                </a:lnTo>
                <a:lnTo>
                  <a:pt x="4694" y="3866"/>
                </a:lnTo>
                <a:lnTo>
                  <a:pt x="4683" y="3893"/>
                </a:lnTo>
                <a:lnTo>
                  <a:pt x="4672" y="3918"/>
                </a:lnTo>
                <a:lnTo>
                  <a:pt x="4660" y="3943"/>
                </a:lnTo>
                <a:lnTo>
                  <a:pt x="4646" y="3967"/>
                </a:lnTo>
                <a:lnTo>
                  <a:pt x="4632" y="3992"/>
                </a:lnTo>
                <a:lnTo>
                  <a:pt x="4615" y="4015"/>
                </a:lnTo>
                <a:lnTo>
                  <a:pt x="4598" y="4037"/>
                </a:lnTo>
                <a:lnTo>
                  <a:pt x="4580" y="4059"/>
                </a:lnTo>
                <a:lnTo>
                  <a:pt x="4559" y="4079"/>
                </a:lnTo>
                <a:lnTo>
                  <a:pt x="4539" y="4098"/>
                </a:lnTo>
                <a:lnTo>
                  <a:pt x="4518" y="4118"/>
                </a:lnTo>
                <a:lnTo>
                  <a:pt x="4495" y="4136"/>
                </a:lnTo>
                <a:lnTo>
                  <a:pt x="4471" y="4152"/>
                </a:lnTo>
                <a:lnTo>
                  <a:pt x="4447" y="4168"/>
                </a:lnTo>
                <a:lnTo>
                  <a:pt x="4421" y="4183"/>
                </a:lnTo>
                <a:lnTo>
                  <a:pt x="4394" y="4196"/>
                </a:lnTo>
                <a:lnTo>
                  <a:pt x="3572" y="4581"/>
                </a:lnTo>
                <a:close/>
                <a:moveTo>
                  <a:pt x="686" y="4581"/>
                </a:moveTo>
                <a:lnTo>
                  <a:pt x="250" y="4581"/>
                </a:lnTo>
                <a:lnTo>
                  <a:pt x="0" y="4580"/>
                </a:lnTo>
                <a:lnTo>
                  <a:pt x="0" y="3614"/>
                </a:lnTo>
                <a:lnTo>
                  <a:pt x="2286" y="2544"/>
                </a:lnTo>
                <a:lnTo>
                  <a:pt x="2313" y="2532"/>
                </a:lnTo>
                <a:lnTo>
                  <a:pt x="2341" y="2522"/>
                </a:lnTo>
                <a:lnTo>
                  <a:pt x="2369" y="2513"/>
                </a:lnTo>
                <a:lnTo>
                  <a:pt x="2397" y="2506"/>
                </a:lnTo>
                <a:lnTo>
                  <a:pt x="2425" y="2499"/>
                </a:lnTo>
                <a:lnTo>
                  <a:pt x="2453" y="2494"/>
                </a:lnTo>
                <a:lnTo>
                  <a:pt x="2482" y="2491"/>
                </a:lnTo>
                <a:lnTo>
                  <a:pt x="2510" y="2490"/>
                </a:lnTo>
                <a:lnTo>
                  <a:pt x="2539" y="2489"/>
                </a:lnTo>
                <a:lnTo>
                  <a:pt x="2566" y="2490"/>
                </a:lnTo>
                <a:lnTo>
                  <a:pt x="2595" y="2493"/>
                </a:lnTo>
                <a:lnTo>
                  <a:pt x="2622" y="2496"/>
                </a:lnTo>
                <a:lnTo>
                  <a:pt x="2650" y="2501"/>
                </a:lnTo>
                <a:lnTo>
                  <a:pt x="2677" y="2509"/>
                </a:lnTo>
                <a:lnTo>
                  <a:pt x="2705" y="2516"/>
                </a:lnTo>
                <a:lnTo>
                  <a:pt x="2731" y="2525"/>
                </a:lnTo>
                <a:lnTo>
                  <a:pt x="2758" y="2535"/>
                </a:lnTo>
                <a:lnTo>
                  <a:pt x="2783" y="2546"/>
                </a:lnTo>
                <a:lnTo>
                  <a:pt x="2807" y="2560"/>
                </a:lnTo>
                <a:lnTo>
                  <a:pt x="2832" y="2573"/>
                </a:lnTo>
                <a:lnTo>
                  <a:pt x="2856" y="2588"/>
                </a:lnTo>
                <a:lnTo>
                  <a:pt x="2879" y="2604"/>
                </a:lnTo>
                <a:lnTo>
                  <a:pt x="2901" y="2622"/>
                </a:lnTo>
                <a:lnTo>
                  <a:pt x="2923" y="2640"/>
                </a:lnTo>
                <a:lnTo>
                  <a:pt x="2944" y="2659"/>
                </a:lnTo>
                <a:lnTo>
                  <a:pt x="2963" y="2680"/>
                </a:lnTo>
                <a:lnTo>
                  <a:pt x="2982" y="2702"/>
                </a:lnTo>
                <a:lnTo>
                  <a:pt x="3000" y="2724"/>
                </a:lnTo>
                <a:lnTo>
                  <a:pt x="3017" y="2748"/>
                </a:lnTo>
                <a:lnTo>
                  <a:pt x="3032" y="2773"/>
                </a:lnTo>
                <a:lnTo>
                  <a:pt x="3047" y="2799"/>
                </a:lnTo>
                <a:lnTo>
                  <a:pt x="3061" y="2825"/>
                </a:lnTo>
                <a:lnTo>
                  <a:pt x="3073" y="2853"/>
                </a:lnTo>
                <a:lnTo>
                  <a:pt x="3083" y="2880"/>
                </a:lnTo>
                <a:lnTo>
                  <a:pt x="3092" y="2909"/>
                </a:lnTo>
                <a:lnTo>
                  <a:pt x="3099" y="2936"/>
                </a:lnTo>
                <a:lnTo>
                  <a:pt x="3105" y="2965"/>
                </a:lnTo>
                <a:lnTo>
                  <a:pt x="3109" y="2993"/>
                </a:lnTo>
                <a:lnTo>
                  <a:pt x="3112" y="3022"/>
                </a:lnTo>
                <a:lnTo>
                  <a:pt x="3114" y="3050"/>
                </a:lnTo>
                <a:lnTo>
                  <a:pt x="3114" y="3079"/>
                </a:lnTo>
                <a:lnTo>
                  <a:pt x="3113" y="3106"/>
                </a:lnTo>
                <a:lnTo>
                  <a:pt x="3111" y="3135"/>
                </a:lnTo>
                <a:lnTo>
                  <a:pt x="3107" y="3162"/>
                </a:lnTo>
                <a:lnTo>
                  <a:pt x="3102" y="3191"/>
                </a:lnTo>
                <a:lnTo>
                  <a:pt x="3096" y="3217"/>
                </a:lnTo>
                <a:lnTo>
                  <a:pt x="3089" y="3245"/>
                </a:lnTo>
                <a:lnTo>
                  <a:pt x="3080" y="3271"/>
                </a:lnTo>
                <a:lnTo>
                  <a:pt x="3070" y="3297"/>
                </a:lnTo>
                <a:lnTo>
                  <a:pt x="3059" y="3323"/>
                </a:lnTo>
                <a:lnTo>
                  <a:pt x="3045" y="3347"/>
                </a:lnTo>
                <a:lnTo>
                  <a:pt x="3032" y="3372"/>
                </a:lnTo>
                <a:lnTo>
                  <a:pt x="3017" y="3396"/>
                </a:lnTo>
                <a:lnTo>
                  <a:pt x="3001" y="3420"/>
                </a:lnTo>
                <a:lnTo>
                  <a:pt x="2983" y="3441"/>
                </a:lnTo>
                <a:lnTo>
                  <a:pt x="2965" y="3463"/>
                </a:lnTo>
                <a:lnTo>
                  <a:pt x="2946" y="3484"/>
                </a:lnTo>
                <a:lnTo>
                  <a:pt x="2925" y="3503"/>
                </a:lnTo>
                <a:lnTo>
                  <a:pt x="2903" y="3522"/>
                </a:lnTo>
                <a:lnTo>
                  <a:pt x="2881" y="3540"/>
                </a:lnTo>
                <a:lnTo>
                  <a:pt x="2857" y="3557"/>
                </a:lnTo>
                <a:lnTo>
                  <a:pt x="2832" y="3572"/>
                </a:lnTo>
                <a:lnTo>
                  <a:pt x="2806" y="3588"/>
                </a:lnTo>
                <a:lnTo>
                  <a:pt x="2780" y="3601"/>
                </a:lnTo>
                <a:lnTo>
                  <a:pt x="686" y="4581"/>
                </a:lnTo>
                <a:close/>
                <a:moveTo>
                  <a:pt x="0" y="3551"/>
                </a:moveTo>
                <a:lnTo>
                  <a:pt x="0" y="2263"/>
                </a:lnTo>
                <a:lnTo>
                  <a:pt x="3391" y="676"/>
                </a:lnTo>
                <a:lnTo>
                  <a:pt x="3418" y="663"/>
                </a:lnTo>
                <a:lnTo>
                  <a:pt x="3447" y="653"/>
                </a:lnTo>
                <a:lnTo>
                  <a:pt x="3474" y="644"/>
                </a:lnTo>
                <a:lnTo>
                  <a:pt x="3503" y="636"/>
                </a:lnTo>
                <a:lnTo>
                  <a:pt x="3530" y="630"/>
                </a:lnTo>
                <a:lnTo>
                  <a:pt x="3559" y="626"/>
                </a:lnTo>
                <a:lnTo>
                  <a:pt x="3587" y="623"/>
                </a:lnTo>
                <a:lnTo>
                  <a:pt x="3616" y="621"/>
                </a:lnTo>
                <a:lnTo>
                  <a:pt x="3644" y="621"/>
                </a:lnTo>
                <a:lnTo>
                  <a:pt x="3673" y="622"/>
                </a:lnTo>
                <a:lnTo>
                  <a:pt x="3700" y="624"/>
                </a:lnTo>
                <a:lnTo>
                  <a:pt x="3729" y="628"/>
                </a:lnTo>
                <a:lnTo>
                  <a:pt x="3756" y="633"/>
                </a:lnTo>
                <a:lnTo>
                  <a:pt x="3784" y="639"/>
                </a:lnTo>
                <a:lnTo>
                  <a:pt x="3810" y="647"/>
                </a:lnTo>
                <a:lnTo>
                  <a:pt x="3836" y="656"/>
                </a:lnTo>
                <a:lnTo>
                  <a:pt x="3863" y="666"/>
                </a:lnTo>
                <a:lnTo>
                  <a:pt x="3888" y="678"/>
                </a:lnTo>
                <a:lnTo>
                  <a:pt x="3914" y="690"/>
                </a:lnTo>
                <a:lnTo>
                  <a:pt x="3938" y="704"/>
                </a:lnTo>
                <a:lnTo>
                  <a:pt x="3961" y="718"/>
                </a:lnTo>
                <a:lnTo>
                  <a:pt x="3985" y="735"/>
                </a:lnTo>
                <a:lnTo>
                  <a:pt x="4007" y="752"/>
                </a:lnTo>
                <a:lnTo>
                  <a:pt x="4029" y="770"/>
                </a:lnTo>
                <a:lnTo>
                  <a:pt x="4049" y="791"/>
                </a:lnTo>
                <a:lnTo>
                  <a:pt x="4069" y="811"/>
                </a:lnTo>
                <a:lnTo>
                  <a:pt x="4088" y="832"/>
                </a:lnTo>
                <a:lnTo>
                  <a:pt x="4106" y="855"/>
                </a:lnTo>
                <a:lnTo>
                  <a:pt x="4122" y="879"/>
                </a:lnTo>
                <a:lnTo>
                  <a:pt x="4138" y="903"/>
                </a:lnTo>
                <a:lnTo>
                  <a:pt x="4153" y="929"/>
                </a:lnTo>
                <a:lnTo>
                  <a:pt x="4166" y="956"/>
                </a:lnTo>
                <a:lnTo>
                  <a:pt x="4178" y="984"/>
                </a:lnTo>
                <a:lnTo>
                  <a:pt x="4188" y="1011"/>
                </a:lnTo>
                <a:lnTo>
                  <a:pt x="4197" y="1039"/>
                </a:lnTo>
                <a:lnTo>
                  <a:pt x="4205" y="1067"/>
                </a:lnTo>
                <a:lnTo>
                  <a:pt x="4211" y="1096"/>
                </a:lnTo>
                <a:lnTo>
                  <a:pt x="4216" y="1124"/>
                </a:lnTo>
                <a:lnTo>
                  <a:pt x="4219" y="1153"/>
                </a:lnTo>
                <a:lnTo>
                  <a:pt x="4221" y="1180"/>
                </a:lnTo>
                <a:lnTo>
                  <a:pt x="4221" y="1209"/>
                </a:lnTo>
                <a:lnTo>
                  <a:pt x="4220" y="1237"/>
                </a:lnTo>
                <a:lnTo>
                  <a:pt x="4217" y="1266"/>
                </a:lnTo>
                <a:lnTo>
                  <a:pt x="4214" y="1293"/>
                </a:lnTo>
                <a:lnTo>
                  <a:pt x="4209" y="1321"/>
                </a:lnTo>
                <a:lnTo>
                  <a:pt x="4201" y="1348"/>
                </a:lnTo>
                <a:lnTo>
                  <a:pt x="4194" y="1375"/>
                </a:lnTo>
                <a:lnTo>
                  <a:pt x="4185" y="1402"/>
                </a:lnTo>
                <a:lnTo>
                  <a:pt x="4175" y="1428"/>
                </a:lnTo>
                <a:lnTo>
                  <a:pt x="4164" y="1453"/>
                </a:lnTo>
                <a:lnTo>
                  <a:pt x="4152" y="1479"/>
                </a:lnTo>
                <a:lnTo>
                  <a:pt x="4137" y="1503"/>
                </a:lnTo>
                <a:lnTo>
                  <a:pt x="4122" y="1526"/>
                </a:lnTo>
                <a:lnTo>
                  <a:pt x="4106" y="1550"/>
                </a:lnTo>
                <a:lnTo>
                  <a:pt x="4089" y="1572"/>
                </a:lnTo>
                <a:lnTo>
                  <a:pt x="4070" y="1594"/>
                </a:lnTo>
                <a:lnTo>
                  <a:pt x="4051" y="1615"/>
                </a:lnTo>
                <a:lnTo>
                  <a:pt x="4031" y="1634"/>
                </a:lnTo>
                <a:lnTo>
                  <a:pt x="4009" y="1654"/>
                </a:lnTo>
                <a:lnTo>
                  <a:pt x="3986" y="1671"/>
                </a:lnTo>
                <a:lnTo>
                  <a:pt x="3963" y="1688"/>
                </a:lnTo>
                <a:lnTo>
                  <a:pt x="3938" y="1704"/>
                </a:lnTo>
                <a:lnTo>
                  <a:pt x="3912" y="1718"/>
                </a:lnTo>
                <a:lnTo>
                  <a:pt x="3885" y="1731"/>
                </a:lnTo>
                <a:lnTo>
                  <a:pt x="0" y="3551"/>
                </a:lnTo>
                <a:close/>
                <a:moveTo>
                  <a:pt x="0" y="2199"/>
                </a:moveTo>
                <a:lnTo>
                  <a:pt x="0" y="912"/>
                </a:lnTo>
                <a:lnTo>
                  <a:pt x="1078" y="408"/>
                </a:lnTo>
                <a:lnTo>
                  <a:pt x="1104" y="396"/>
                </a:lnTo>
                <a:lnTo>
                  <a:pt x="1133" y="385"/>
                </a:lnTo>
                <a:lnTo>
                  <a:pt x="1160" y="376"/>
                </a:lnTo>
                <a:lnTo>
                  <a:pt x="1188" y="368"/>
                </a:lnTo>
                <a:lnTo>
                  <a:pt x="1216" y="362"/>
                </a:lnTo>
                <a:lnTo>
                  <a:pt x="1244" y="358"/>
                </a:lnTo>
                <a:lnTo>
                  <a:pt x="1273" y="355"/>
                </a:lnTo>
                <a:lnTo>
                  <a:pt x="1301" y="353"/>
                </a:lnTo>
                <a:lnTo>
                  <a:pt x="1330" y="353"/>
                </a:lnTo>
                <a:lnTo>
                  <a:pt x="1358" y="354"/>
                </a:lnTo>
                <a:lnTo>
                  <a:pt x="1386" y="356"/>
                </a:lnTo>
                <a:lnTo>
                  <a:pt x="1414" y="360"/>
                </a:lnTo>
                <a:lnTo>
                  <a:pt x="1442" y="365"/>
                </a:lnTo>
                <a:lnTo>
                  <a:pt x="1469" y="371"/>
                </a:lnTo>
                <a:lnTo>
                  <a:pt x="1496" y="379"/>
                </a:lnTo>
                <a:lnTo>
                  <a:pt x="1522" y="388"/>
                </a:lnTo>
                <a:lnTo>
                  <a:pt x="1548" y="399"/>
                </a:lnTo>
                <a:lnTo>
                  <a:pt x="1574" y="410"/>
                </a:lnTo>
                <a:lnTo>
                  <a:pt x="1599" y="422"/>
                </a:lnTo>
                <a:lnTo>
                  <a:pt x="1624" y="436"/>
                </a:lnTo>
                <a:lnTo>
                  <a:pt x="1647" y="451"/>
                </a:lnTo>
                <a:lnTo>
                  <a:pt x="1670" y="467"/>
                </a:lnTo>
                <a:lnTo>
                  <a:pt x="1693" y="484"/>
                </a:lnTo>
                <a:lnTo>
                  <a:pt x="1714" y="502"/>
                </a:lnTo>
                <a:lnTo>
                  <a:pt x="1735" y="523"/>
                </a:lnTo>
                <a:lnTo>
                  <a:pt x="1755" y="543"/>
                </a:lnTo>
                <a:lnTo>
                  <a:pt x="1773" y="565"/>
                </a:lnTo>
                <a:lnTo>
                  <a:pt x="1791" y="587"/>
                </a:lnTo>
                <a:lnTo>
                  <a:pt x="1808" y="611"/>
                </a:lnTo>
                <a:lnTo>
                  <a:pt x="1824" y="636"/>
                </a:lnTo>
                <a:lnTo>
                  <a:pt x="1838" y="661"/>
                </a:lnTo>
                <a:lnTo>
                  <a:pt x="1851" y="689"/>
                </a:lnTo>
                <a:lnTo>
                  <a:pt x="1864" y="716"/>
                </a:lnTo>
                <a:lnTo>
                  <a:pt x="1874" y="744"/>
                </a:lnTo>
                <a:lnTo>
                  <a:pt x="1883" y="771"/>
                </a:lnTo>
                <a:lnTo>
                  <a:pt x="1890" y="800"/>
                </a:lnTo>
                <a:lnTo>
                  <a:pt x="1896" y="828"/>
                </a:lnTo>
                <a:lnTo>
                  <a:pt x="1901" y="857"/>
                </a:lnTo>
                <a:lnTo>
                  <a:pt x="1904" y="884"/>
                </a:lnTo>
                <a:lnTo>
                  <a:pt x="1906" y="913"/>
                </a:lnTo>
                <a:lnTo>
                  <a:pt x="1906" y="941"/>
                </a:lnTo>
                <a:lnTo>
                  <a:pt x="1905" y="970"/>
                </a:lnTo>
                <a:lnTo>
                  <a:pt x="1902" y="998"/>
                </a:lnTo>
                <a:lnTo>
                  <a:pt x="1899" y="1026"/>
                </a:lnTo>
                <a:lnTo>
                  <a:pt x="1894" y="1053"/>
                </a:lnTo>
                <a:lnTo>
                  <a:pt x="1888" y="1081"/>
                </a:lnTo>
                <a:lnTo>
                  <a:pt x="1880" y="1107"/>
                </a:lnTo>
                <a:lnTo>
                  <a:pt x="1871" y="1135"/>
                </a:lnTo>
                <a:lnTo>
                  <a:pt x="1861" y="1160"/>
                </a:lnTo>
                <a:lnTo>
                  <a:pt x="1849" y="1185"/>
                </a:lnTo>
                <a:lnTo>
                  <a:pt x="1837" y="1211"/>
                </a:lnTo>
                <a:lnTo>
                  <a:pt x="1823" y="1235"/>
                </a:lnTo>
                <a:lnTo>
                  <a:pt x="1808" y="1259"/>
                </a:lnTo>
                <a:lnTo>
                  <a:pt x="1793" y="1282"/>
                </a:lnTo>
                <a:lnTo>
                  <a:pt x="1775" y="1305"/>
                </a:lnTo>
                <a:lnTo>
                  <a:pt x="1756" y="1326"/>
                </a:lnTo>
                <a:lnTo>
                  <a:pt x="1737" y="1347"/>
                </a:lnTo>
                <a:lnTo>
                  <a:pt x="1716" y="1367"/>
                </a:lnTo>
                <a:lnTo>
                  <a:pt x="1695" y="1386"/>
                </a:lnTo>
                <a:lnTo>
                  <a:pt x="1671" y="1403"/>
                </a:lnTo>
                <a:lnTo>
                  <a:pt x="1648" y="1421"/>
                </a:lnTo>
                <a:lnTo>
                  <a:pt x="1624" y="1436"/>
                </a:lnTo>
                <a:lnTo>
                  <a:pt x="1597" y="1450"/>
                </a:lnTo>
                <a:lnTo>
                  <a:pt x="1571" y="1463"/>
                </a:lnTo>
                <a:lnTo>
                  <a:pt x="0" y="2199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3804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>
          <a:xfrm>
            <a:off x="1032387" y="0"/>
            <a:ext cx="16223226" cy="6017342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54892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(09-11-20)-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443280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>
                <a:solidFill>
                  <a:schemeClr val="tx1"/>
                </a:solidFill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96441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t of brush strok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6"/>
          <p:cNvSpPr>
            <a:spLocks noGrp="1" noEditPoints="1"/>
          </p:cNvSpPr>
          <p:nvPr>
            <p:ph type="pic" sz="quarter" idx="10"/>
          </p:nvPr>
        </p:nvSpPr>
        <p:spPr bwMode="auto">
          <a:xfrm>
            <a:off x="5512061" y="678368"/>
            <a:ext cx="12775939" cy="9610220"/>
          </a:xfrm>
          <a:custGeom>
            <a:avLst/>
            <a:gdLst>
              <a:gd name="T0" fmla="*/ 4234 w 5219"/>
              <a:gd name="T1" fmla="*/ 4234 w 5219"/>
              <a:gd name="T2" fmla="*/ 4234 w 5219"/>
              <a:gd name="T3" fmla="*/ 4234 w 5219"/>
              <a:gd name="T4" fmla="*/ 4234 w 5219"/>
              <a:gd name="T5" fmla="*/ 4234 w 5219"/>
              <a:gd name="T6" fmla="*/ 4234 w 5219"/>
              <a:gd name="T7" fmla="*/ 4234 w 5219"/>
              <a:gd name="T8" fmla="*/ 4234 w 5219"/>
              <a:gd name="T9" fmla="*/ 4234 w 5219"/>
              <a:gd name="T10" fmla="*/ 4234 w 5219"/>
              <a:gd name="T11" fmla="*/ 4234 w 5219"/>
              <a:gd name="T12" fmla="*/ 4234 w 5219"/>
              <a:gd name="T13" fmla="*/ 4234 w 5219"/>
              <a:gd name="T14" fmla="*/ 4234 w 5219"/>
              <a:gd name="T15" fmla="*/ 4234 w 5219"/>
              <a:gd name="T16" fmla="*/ 4234 w 5219"/>
              <a:gd name="T17" fmla="*/ 4234 w 5219"/>
              <a:gd name="T18" fmla="*/ 4234 w 5219"/>
              <a:gd name="T19" fmla="*/ 4234 w 5219"/>
              <a:gd name="T20" fmla="*/ 4234 w 5219"/>
              <a:gd name="T21" fmla="*/ 4234 w 5219"/>
              <a:gd name="T22" fmla="*/ 4234 w 5219"/>
              <a:gd name="T23" fmla="*/ 4234 w 5219"/>
              <a:gd name="T24" fmla="*/ 4234 w 5219"/>
              <a:gd name="T25" fmla="*/ 4234 w 5219"/>
              <a:gd name="T26" fmla="*/ 4234 w 5219"/>
              <a:gd name="T27" fmla="*/ 4234 w 5219"/>
              <a:gd name="T28" fmla="*/ 4234 w 5219"/>
              <a:gd name="T29" fmla="*/ 4234 w 5219"/>
              <a:gd name="T30" fmla="*/ 4234 w 5219"/>
              <a:gd name="T31" fmla="*/ 4234 w 5219"/>
              <a:gd name="T32" fmla="*/ 4234 w 5219"/>
              <a:gd name="T33" fmla="*/ 4234 w 5219"/>
              <a:gd name="T34" fmla="*/ 4234 w 5219"/>
              <a:gd name="T35" fmla="*/ 4234 w 5219"/>
              <a:gd name="T36" fmla="*/ 4234 w 5219"/>
              <a:gd name="T37" fmla="*/ 4234 w 5219"/>
              <a:gd name="T38" fmla="*/ 4234 w 5219"/>
              <a:gd name="T39" fmla="*/ 4234 w 5219"/>
              <a:gd name="T40" fmla="*/ 4234 w 5219"/>
              <a:gd name="T41" fmla="*/ 4234 w 5219"/>
              <a:gd name="T42" fmla="*/ 4234 w 5219"/>
              <a:gd name="T43" fmla="*/ 4234 w 5219"/>
              <a:gd name="T44" fmla="*/ 4234 w 5219"/>
              <a:gd name="T45" fmla="*/ 4234 w 5219"/>
              <a:gd name="T46" fmla="*/ 4234 w 5219"/>
              <a:gd name="T47" fmla="*/ 4234 w 5219"/>
              <a:gd name="T48" fmla="*/ 4234 w 5219"/>
              <a:gd name="T49" fmla="*/ 4234 w 5219"/>
              <a:gd name="T50" fmla="*/ 4234 w 5219"/>
              <a:gd name="T51" fmla="*/ 4234 w 5219"/>
              <a:gd name="T52" fmla="*/ 4234 w 5219"/>
              <a:gd name="T53" fmla="*/ 4234 w 5219"/>
              <a:gd name="T54" fmla="*/ 4234 w 5219"/>
              <a:gd name="T55" fmla="*/ 4234 w 5219"/>
              <a:gd name="T56" fmla="*/ 4234 w 5219"/>
              <a:gd name="T57" fmla="*/ 4234 w 5219"/>
              <a:gd name="T58" fmla="*/ 4234 w 5219"/>
              <a:gd name="T59" fmla="*/ 4234 w 5219"/>
              <a:gd name="T60" fmla="*/ 4234 w 5219"/>
              <a:gd name="T61" fmla="*/ 4234 w 5219"/>
              <a:gd name="T62" fmla="*/ 4234 w 5219"/>
              <a:gd name="T63" fmla="*/ 4234 w 5219"/>
              <a:gd name="T64" fmla="*/ 4234 w 5219"/>
              <a:gd name="T65" fmla="*/ 4234 w 5219"/>
              <a:gd name="T66" fmla="*/ 4234 w 5219"/>
              <a:gd name="T67" fmla="*/ 4234 w 5219"/>
              <a:gd name="T68" fmla="*/ 4234 w 5219"/>
              <a:gd name="T69" fmla="*/ 4234 w 5219"/>
              <a:gd name="T70" fmla="*/ 4234 w 5219"/>
              <a:gd name="T71" fmla="*/ 4234 w 5219"/>
              <a:gd name="T72" fmla="*/ 4234 w 5219"/>
              <a:gd name="T73" fmla="*/ 4234 w 5219"/>
              <a:gd name="T74" fmla="*/ 4234 w 5219"/>
              <a:gd name="T75" fmla="*/ 4234 w 5219"/>
              <a:gd name="T76" fmla="*/ 4234 w 5219"/>
              <a:gd name="T77" fmla="*/ 4234 w 5219"/>
              <a:gd name="T78" fmla="*/ 4234 w 5219"/>
              <a:gd name="T79" fmla="*/ 4234 w 5219"/>
              <a:gd name="T80" fmla="*/ 4234 w 5219"/>
              <a:gd name="T81" fmla="*/ 4234 w 5219"/>
              <a:gd name="T82" fmla="*/ 4234 w 5219"/>
              <a:gd name="T83" fmla="*/ 4234 w 5219"/>
              <a:gd name="T84" fmla="*/ 4234 w 5219"/>
              <a:gd name="T85" fmla="*/ 4234 w 5219"/>
              <a:gd name="T86" fmla="*/ 4234 w 5219"/>
              <a:gd name="T87" fmla="*/ 4234 w 5219"/>
              <a:gd name="T88" fmla="*/ 4234 w 5219"/>
              <a:gd name="T89" fmla="*/ 4234 w 5219"/>
              <a:gd name="T90" fmla="*/ 4234 w 5219"/>
              <a:gd name="T91" fmla="*/ 4234 w 5219"/>
              <a:gd name="T92" fmla="*/ 4234 w 5219"/>
              <a:gd name="T93" fmla="*/ 4234 w 5219"/>
              <a:gd name="T94" fmla="*/ 4234 w 5219"/>
              <a:gd name="T95" fmla="*/ 4234 w 5219"/>
              <a:gd name="T96" fmla="*/ 4234 w 5219"/>
              <a:gd name="T97" fmla="*/ 4234 w 5219"/>
              <a:gd name="T98" fmla="*/ 4234 w 5219"/>
              <a:gd name="T99" fmla="*/ 4234 w 5219"/>
              <a:gd name="T100" fmla="*/ 4234 w 5219"/>
              <a:gd name="T101" fmla="*/ 4234 w 5219"/>
              <a:gd name="T102" fmla="*/ 4234 w 5219"/>
              <a:gd name="T103" fmla="*/ 4234 w 5219"/>
              <a:gd name="T104" fmla="*/ 4234 w 5219"/>
              <a:gd name="T105" fmla="*/ 4234 w 5219"/>
              <a:gd name="T106" fmla="*/ 4234 w 5219"/>
              <a:gd name="T107" fmla="*/ 4234 w 5219"/>
              <a:gd name="T108" fmla="*/ 4234 w 5219"/>
              <a:gd name="T109" fmla="*/ 4234 w 5219"/>
              <a:gd name="T110" fmla="*/ 4234 w 5219"/>
              <a:gd name="T111" fmla="*/ 4234 w 5219"/>
              <a:gd name="T112" fmla="*/ 4234 w 5219"/>
              <a:gd name="T113" fmla="*/ 4234 w 5219"/>
              <a:gd name="T114" fmla="*/ 4234 w 5219"/>
              <a:gd name="T115" fmla="*/ 4234 w 5219"/>
              <a:gd name="T116" fmla="*/ 4234 w 5219"/>
              <a:gd name="T117" fmla="*/ 4234 w 5219"/>
              <a:gd name="T118" fmla="*/ 4234 w 5219"/>
              <a:gd name="T119" fmla="*/ 4234 w 5219"/>
              <a:gd name="T120" fmla="*/ 4234 w 5219"/>
              <a:gd name="T121" fmla="*/ 4234 w 5219"/>
              <a:gd name="T122" fmla="*/ 4234 w 5219"/>
              <a:gd name="T123" fmla="*/ 4234 w 5219"/>
              <a:gd name="T124" fmla="*/ 4234 w 5219"/>
              <a:gd name="T125" fmla="*/ 4234 w 5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5650" h="4303">
                <a:moveTo>
                  <a:pt x="0" y="4303"/>
                </a:moveTo>
                <a:lnTo>
                  <a:pt x="15" y="4303"/>
                </a:lnTo>
                <a:lnTo>
                  <a:pt x="23" y="4299"/>
                </a:lnTo>
                <a:lnTo>
                  <a:pt x="30" y="4294"/>
                </a:lnTo>
                <a:lnTo>
                  <a:pt x="36" y="4288"/>
                </a:lnTo>
                <a:lnTo>
                  <a:pt x="42" y="4280"/>
                </a:lnTo>
                <a:lnTo>
                  <a:pt x="47" y="4273"/>
                </a:lnTo>
                <a:lnTo>
                  <a:pt x="53" y="4266"/>
                </a:lnTo>
                <a:lnTo>
                  <a:pt x="59" y="4260"/>
                </a:lnTo>
                <a:lnTo>
                  <a:pt x="67" y="4253"/>
                </a:lnTo>
                <a:lnTo>
                  <a:pt x="49" y="4254"/>
                </a:lnTo>
                <a:lnTo>
                  <a:pt x="35" y="4255"/>
                </a:lnTo>
                <a:lnTo>
                  <a:pt x="29" y="4255"/>
                </a:lnTo>
                <a:lnTo>
                  <a:pt x="23" y="4257"/>
                </a:lnTo>
                <a:lnTo>
                  <a:pt x="19" y="4258"/>
                </a:lnTo>
                <a:lnTo>
                  <a:pt x="16" y="4260"/>
                </a:lnTo>
                <a:lnTo>
                  <a:pt x="13" y="4263"/>
                </a:lnTo>
                <a:lnTo>
                  <a:pt x="11" y="4266"/>
                </a:lnTo>
                <a:lnTo>
                  <a:pt x="8" y="4270"/>
                </a:lnTo>
                <a:lnTo>
                  <a:pt x="7" y="4274"/>
                </a:lnTo>
                <a:lnTo>
                  <a:pt x="4" y="4286"/>
                </a:lnTo>
                <a:lnTo>
                  <a:pt x="0" y="4303"/>
                </a:lnTo>
                <a:close/>
                <a:moveTo>
                  <a:pt x="142" y="4303"/>
                </a:moveTo>
                <a:lnTo>
                  <a:pt x="171" y="4303"/>
                </a:lnTo>
                <a:lnTo>
                  <a:pt x="179" y="4293"/>
                </a:lnTo>
                <a:lnTo>
                  <a:pt x="189" y="4283"/>
                </a:lnTo>
                <a:lnTo>
                  <a:pt x="198" y="4275"/>
                </a:lnTo>
                <a:lnTo>
                  <a:pt x="208" y="4266"/>
                </a:lnTo>
                <a:lnTo>
                  <a:pt x="219" y="4257"/>
                </a:lnTo>
                <a:lnTo>
                  <a:pt x="227" y="4246"/>
                </a:lnTo>
                <a:lnTo>
                  <a:pt x="231" y="4241"/>
                </a:lnTo>
                <a:lnTo>
                  <a:pt x="235" y="4236"/>
                </a:lnTo>
                <a:lnTo>
                  <a:pt x="238" y="4230"/>
                </a:lnTo>
                <a:lnTo>
                  <a:pt x="240" y="4223"/>
                </a:lnTo>
                <a:lnTo>
                  <a:pt x="247" y="4221"/>
                </a:lnTo>
                <a:lnTo>
                  <a:pt x="254" y="4219"/>
                </a:lnTo>
                <a:lnTo>
                  <a:pt x="256" y="4217"/>
                </a:lnTo>
                <a:lnTo>
                  <a:pt x="257" y="4214"/>
                </a:lnTo>
                <a:lnTo>
                  <a:pt x="257" y="4210"/>
                </a:lnTo>
                <a:lnTo>
                  <a:pt x="254" y="4203"/>
                </a:lnTo>
                <a:lnTo>
                  <a:pt x="261" y="4195"/>
                </a:lnTo>
                <a:lnTo>
                  <a:pt x="267" y="4188"/>
                </a:lnTo>
                <a:lnTo>
                  <a:pt x="273" y="4180"/>
                </a:lnTo>
                <a:lnTo>
                  <a:pt x="279" y="4172"/>
                </a:lnTo>
                <a:lnTo>
                  <a:pt x="269" y="4166"/>
                </a:lnTo>
                <a:lnTo>
                  <a:pt x="260" y="4165"/>
                </a:lnTo>
                <a:lnTo>
                  <a:pt x="256" y="4165"/>
                </a:lnTo>
                <a:lnTo>
                  <a:pt x="253" y="4165"/>
                </a:lnTo>
                <a:lnTo>
                  <a:pt x="251" y="4166"/>
                </a:lnTo>
                <a:lnTo>
                  <a:pt x="248" y="4168"/>
                </a:lnTo>
                <a:lnTo>
                  <a:pt x="241" y="4177"/>
                </a:lnTo>
                <a:lnTo>
                  <a:pt x="236" y="4186"/>
                </a:lnTo>
                <a:lnTo>
                  <a:pt x="232" y="4188"/>
                </a:lnTo>
                <a:lnTo>
                  <a:pt x="228" y="4190"/>
                </a:lnTo>
                <a:lnTo>
                  <a:pt x="218" y="4194"/>
                </a:lnTo>
                <a:lnTo>
                  <a:pt x="207" y="4199"/>
                </a:lnTo>
                <a:lnTo>
                  <a:pt x="203" y="4202"/>
                </a:lnTo>
                <a:lnTo>
                  <a:pt x="200" y="4207"/>
                </a:lnTo>
                <a:lnTo>
                  <a:pt x="198" y="4213"/>
                </a:lnTo>
                <a:lnTo>
                  <a:pt x="198" y="4220"/>
                </a:lnTo>
                <a:lnTo>
                  <a:pt x="142" y="4303"/>
                </a:lnTo>
                <a:close/>
                <a:moveTo>
                  <a:pt x="193" y="4303"/>
                </a:moveTo>
                <a:lnTo>
                  <a:pt x="1290" y="4303"/>
                </a:lnTo>
                <a:lnTo>
                  <a:pt x="1291" y="4300"/>
                </a:lnTo>
                <a:lnTo>
                  <a:pt x="1291" y="4298"/>
                </a:lnTo>
                <a:lnTo>
                  <a:pt x="1297" y="4286"/>
                </a:lnTo>
                <a:lnTo>
                  <a:pt x="1304" y="4276"/>
                </a:lnTo>
                <a:lnTo>
                  <a:pt x="1311" y="4274"/>
                </a:lnTo>
                <a:lnTo>
                  <a:pt x="1317" y="4271"/>
                </a:lnTo>
                <a:lnTo>
                  <a:pt x="1323" y="4267"/>
                </a:lnTo>
                <a:lnTo>
                  <a:pt x="1328" y="4264"/>
                </a:lnTo>
                <a:lnTo>
                  <a:pt x="1337" y="4255"/>
                </a:lnTo>
                <a:lnTo>
                  <a:pt x="1345" y="4245"/>
                </a:lnTo>
                <a:lnTo>
                  <a:pt x="1358" y="4223"/>
                </a:lnTo>
                <a:lnTo>
                  <a:pt x="1372" y="4201"/>
                </a:lnTo>
                <a:lnTo>
                  <a:pt x="1366" y="4199"/>
                </a:lnTo>
                <a:lnTo>
                  <a:pt x="1361" y="4197"/>
                </a:lnTo>
                <a:lnTo>
                  <a:pt x="1357" y="4197"/>
                </a:lnTo>
                <a:lnTo>
                  <a:pt x="1352" y="4196"/>
                </a:lnTo>
                <a:lnTo>
                  <a:pt x="1344" y="4197"/>
                </a:lnTo>
                <a:lnTo>
                  <a:pt x="1337" y="4200"/>
                </a:lnTo>
                <a:lnTo>
                  <a:pt x="1330" y="4204"/>
                </a:lnTo>
                <a:lnTo>
                  <a:pt x="1325" y="4210"/>
                </a:lnTo>
                <a:lnTo>
                  <a:pt x="1319" y="4216"/>
                </a:lnTo>
                <a:lnTo>
                  <a:pt x="1314" y="4221"/>
                </a:lnTo>
                <a:lnTo>
                  <a:pt x="1309" y="4227"/>
                </a:lnTo>
                <a:lnTo>
                  <a:pt x="1303" y="4231"/>
                </a:lnTo>
                <a:lnTo>
                  <a:pt x="1297" y="4235"/>
                </a:lnTo>
                <a:lnTo>
                  <a:pt x="1291" y="4237"/>
                </a:lnTo>
                <a:lnTo>
                  <a:pt x="1286" y="4237"/>
                </a:lnTo>
                <a:lnTo>
                  <a:pt x="1282" y="4237"/>
                </a:lnTo>
                <a:lnTo>
                  <a:pt x="1278" y="4236"/>
                </a:lnTo>
                <a:lnTo>
                  <a:pt x="1273" y="4235"/>
                </a:lnTo>
                <a:lnTo>
                  <a:pt x="1263" y="4230"/>
                </a:lnTo>
                <a:lnTo>
                  <a:pt x="1252" y="4222"/>
                </a:lnTo>
                <a:lnTo>
                  <a:pt x="1226" y="4177"/>
                </a:lnTo>
                <a:lnTo>
                  <a:pt x="1242" y="4160"/>
                </a:lnTo>
                <a:lnTo>
                  <a:pt x="1256" y="4145"/>
                </a:lnTo>
                <a:lnTo>
                  <a:pt x="1262" y="4136"/>
                </a:lnTo>
                <a:lnTo>
                  <a:pt x="1267" y="4126"/>
                </a:lnTo>
                <a:lnTo>
                  <a:pt x="1271" y="4117"/>
                </a:lnTo>
                <a:lnTo>
                  <a:pt x="1274" y="4106"/>
                </a:lnTo>
                <a:lnTo>
                  <a:pt x="1280" y="4098"/>
                </a:lnTo>
                <a:lnTo>
                  <a:pt x="1286" y="4089"/>
                </a:lnTo>
                <a:lnTo>
                  <a:pt x="1291" y="4087"/>
                </a:lnTo>
                <a:lnTo>
                  <a:pt x="1295" y="4086"/>
                </a:lnTo>
                <a:lnTo>
                  <a:pt x="1301" y="4087"/>
                </a:lnTo>
                <a:lnTo>
                  <a:pt x="1307" y="4090"/>
                </a:lnTo>
                <a:lnTo>
                  <a:pt x="1310" y="4079"/>
                </a:lnTo>
                <a:lnTo>
                  <a:pt x="1314" y="4069"/>
                </a:lnTo>
                <a:lnTo>
                  <a:pt x="1316" y="4065"/>
                </a:lnTo>
                <a:lnTo>
                  <a:pt x="1319" y="4060"/>
                </a:lnTo>
                <a:lnTo>
                  <a:pt x="1323" y="4056"/>
                </a:lnTo>
                <a:lnTo>
                  <a:pt x="1327" y="4053"/>
                </a:lnTo>
                <a:lnTo>
                  <a:pt x="1335" y="4043"/>
                </a:lnTo>
                <a:lnTo>
                  <a:pt x="1342" y="4034"/>
                </a:lnTo>
                <a:lnTo>
                  <a:pt x="1345" y="4034"/>
                </a:lnTo>
                <a:lnTo>
                  <a:pt x="1348" y="4033"/>
                </a:lnTo>
                <a:lnTo>
                  <a:pt x="1367" y="4020"/>
                </a:lnTo>
                <a:lnTo>
                  <a:pt x="1385" y="4005"/>
                </a:lnTo>
                <a:lnTo>
                  <a:pt x="1393" y="3997"/>
                </a:lnTo>
                <a:lnTo>
                  <a:pt x="1400" y="3988"/>
                </a:lnTo>
                <a:lnTo>
                  <a:pt x="1407" y="3979"/>
                </a:lnTo>
                <a:lnTo>
                  <a:pt x="1412" y="3968"/>
                </a:lnTo>
                <a:lnTo>
                  <a:pt x="1425" y="3953"/>
                </a:lnTo>
                <a:lnTo>
                  <a:pt x="1439" y="3938"/>
                </a:lnTo>
                <a:lnTo>
                  <a:pt x="1452" y="3922"/>
                </a:lnTo>
                <a:lnTo>
                  <a:pt x="1464" y="3906"/>
                </a:lnTo>
                <a:lnTo>
                  <a:pt x="1483" y="3882"/>
                </a:lnTo>
                <a:lnTo>
                  <a:pt x="1501" y="3858"/>
                </a:lnTo>
                <a:lnTo>
                  <a:pt x="1518" y="3832"/>
                </a:lnTo>
                <a:lnTo>
                  <a:pt x="1537" y="3808"/>
                </a:lnTo>
                <a:lnTo>
                  <a:pt x="1537" y="3819"/>
                </a:lnTo>
                <a:lnTo>
                  <a:pt x="1535" y="3829"/>
                </a:lnTo>
                <a:lnTo>
                  <a:pt x="1533" y="3838"/>
                </a:lnTo>
                <a:lnTo>
                  <a:pt x="1530" y="3845"/>
                </a:lnTo>
                <a:lnTo>
                  <a:pt x="1528" y="3854"/>
                </a:lnTo>
                <a:lnTo>
                  <a:pt x="1526" y="3863"/>
                </a:lnTo>
                <a:lnTo>
                  <a:pt x="1526" y="3870"/>
                </a:lnTo>
                <a:lnTo>
                  <a:pt x="1527" y="3875"/>
                </a:lnTo>
                <a:lnTo>
                  <a:pt x="1528" y="3880"/>
                </a:lnTo>
                <a:lnTo>
                  <a:pt x="1530" y="3883"/>
                </a:lnTo>
                <a:lnTo>
                  <a:pt x="1533" y="3886"/>
                </a:lnTo>
                <a:lnTo>
                  <a:pt x="1536" y="3888"/>
                </a:lnTo>
                <a:lnTo>
                  <a:pt x="1544" y="3890"/>
                </a:lnTo>
                <a:lnTo>
                  <a:pt x="1555" y="3891"/>
                </a:lnTo>
                <a:lnTo>
                  <a:pt x="1566" y="3891"/>
                </a:lnTo>
                <a:lnTo>
                  <a:pt x="1579" y="3891"/>
                </a:lnTo>
                <a:lnTo>
                  <a:pt x="1585" y="3895"/>
                </a:lnTo>
                <a:lnTo>
                  <a:pt x="1591" y="3897"/>
                </a:lnTo>
                <a:lnTo>
                  <a:pt x="1608" y="3867"/>
                </a:lnTo>
                <a:lnTo>
                  <a:pt x="1609" y="3876"/>
                </a:lnTo>
                <a:lnTo>
                  <a:pt x="1612" y="3886"/>
                </a:lnTo>
                <a:lnTo>
                  <a:pt x="1617" y="3898"/>
                </a:lnTo>
                <a:lnTo>
                  <a:pt x="1622" y="3911"/>
                </a:lnTo>
                <a:lnTo>
                  <a:pt x="1623" y="3915"/>
                </a:lnTo>
                <a:lnTo>
                  <a:pt x="1624" y="3919"/>
                </a:lnTo>
                <a:lnTo>
                  <a:pt x="1627" y="3945"/>
                </a:lnTo>
                <a:lnTo>
                  <a:pt x="1632" y="3971"/>
                </a:lnTo>
                <a:lnTo>
                  <a:pt x="1635" y="3986"/>
                </a:lnTo>
                <a:lnTo>
                  <a:pt x="1639" y="4001"/>
                </a:lnTo>
                <a:lnTo>
                  <a:pt x="1644" y="4018"/>
                </a:lnTo>
                <a:lnTo>
                  <a:pt x="1651" y="4034"/>
                </a:lnTo>
                <a:lnTo>
                  <a:pt x="1654" y="4039"/>
                </a:lnTo>
                <a:lnTo>
                  <a:pt x="1657" y="4043"/>
                </a:lnTo>
                <a:lnTo>
                  <a:pt x="1663" y="4047"/>
                </a:lnTo>
                <a:lnTo>
                  <a:pt x="1669" y="4053"/>
                </a:lnTo>
                <a:lnTo>
                  <a:pt x="1672" y="4055"/>
                </a:lnTo>
                <a:lnTo>
                  <a:pt x="1674" y="4056"/>
                </a:lnTo>
                <a:lnTo>
                  <a:pt x="1676" y="4056"/>
                </a:lnTo>
                <a:lnTo>
                  <a:pt x="1677" y="4055"/>
                </a:lnTo>
                <a:lnTo>
                  <a:pt x="1687" y="4048"/>
                </a:lnTo>
                <a:lnTo>
                  <a:pt x="1697" y="4043"/>
                </a:lnTo>
                <a:lnTo>
                  <a:pt x="1701" y="4040"/>
                </a:lnTo>
                <a:lnTo>
                  <a:pt x="1706" y="4036"/>
                </a:lnTo>
                <a:lnTo>
                  <a:pt x="1710" y="4032"/>
                </a:lnTo>
                <a:lnTo>
                  <a:pt x="1713" y="4026"/>
                </a:lnTo>
                <a:lnTo>
                  <a:pt x="1713" y="4027"/>
                </a:lnTo>
                <a:lnTo>
                  <a:pt x="1719" y="4014"/>
                </a:lnTo>
                <a:lnTo>
                  <a:pt x="1727" y="4001"/>
                </a:lnTo>
                <a:lnTo>
                  <a:pt x="1730" y="3995"/>
                </a:lnTo>
                <a:lnTo>
                  <a:pt x="1732" y="3988"/>
                </a:lnTo>
                <a:lnTo>
                  <a:pt x="1734" y="3982"/>
                </a:lnTo>
                <a:lnTo>
                  <a:pt x="1735" y="3975"/>
                </a:lnTo>
                <a:lnTo>
                  <a:pt x="1737" y="3971"/>
                </a:lnTo>
                <a:lnTo>
                  <a:pt x="1739" y="3968"/>
                </a:lnTo>
                <a:lnTo>
                  <a:pt x="1740" y="3963"/>
                </a:lnTo>
                <a:lnTo>
                  <a:pt x="1741" y="3958"/>
                </a:lnTo>
                <a:lnTo>
                  <a:pt x="1750" y="3952"/>
                </a:lnTo>
                <a:lnTo>
                  <a:pt x="1759" y="3945"/>
                </a:lnTo>
                <a:lnTo>
                  <a:pt x="1768" y="3939"/>
                </a:lnTo>
                <a:lnTo>
                  <a:pt x="1776" y="3931"/>
                </a:lnTo>
                <a:lnTo>
                  <a:pt x="1773" y="3922"/>
                </a:lnTo>
                <a:lnTo>
                  <a:pt x="1769" y="3912"/>
                </a:lnTo>
                <a:lnTo>
                  <a:pt x="1769" y="3908"/>
                </a:lnTo>
                <a:lnTo>
                  <a:pt x="1769" y="3906"/>
                </a:lnTo>
                <a:lnTo>
                  <a:pt x="1769" y="3905"/>
                </a:lnTo>
                <a:lnTo>
                  <a:pt x="1770" y="3904"/>
                </a:lnTo>
                <a:lnTo>
                  <a:pt x="1771" y="3904"/>
                </a:lnTo>
                <a:lnTo>
                  <a:pt x="1773" y="3905"/>
                </a:lnTo>
                <a:lnTo>
                  <a:pt x="1779" y="3907"/>
                </a:lnTo>
                <a:lnTo>
                  <a:pt x="1785" y="3908"/>
                </a:lnTo>
                <a:lnTo>
                  <a:pt x="1791" y="3908"/>
                </a:lnTo>
                <a:lnTo>
                  <a:pt x="1795" y="3907"/>
                </a:lnTo>
                <a:lnTo>
                  <a:pt x="1801" y="3905"/>
                </a:lnTo>
                <a:lnTo>
                  <a:pt x="1804" y="3903"/>
                </a:lnTo>
                <a:lnTo>
                  <a:pt x="1808" y="3901"/>
                </a:lnTo>
                <a:lnTo>
                  <a:pt x="1811" y="3898"/>
                </a:lnTo>
                <a:lnTo>
                  <a:pt x="1818" y="3890"/>
                </a:lnTo>
                <a:lnTo>
                  <a:pt x="1824" y="3884"/>
                </a:lnTo>
                <a:lnTo>
                  <a:pt x="1828" y="3882"/>
                </a:lnTo>
                <a:lnTo>
                  <a:pt x="1832" y="3880"/>
                </a:lnTo>
                <a:lnTo>
                  <a:pt x="1836" y="3879"/>
                </a:lnTo>
                <a:lnTo>
                  <a:pt x="1841" y="3878"/>
                </a:lnTo>
                <a:lnTo>
                  <a:pt x="1844" y="3877"/>
                </a:lnTo>
                <a:lnTo>
                  <a:pt x="1848" y="3876"/>
                </a:lnTo>
                <a:lnTo>
                  <a:pt x="1851" y="3874"/>
                </a:lnTo>
                <a:lnTo>
                  <a:pt x="1854" y="3872"/>
                </a:lnTo>
                <a:lnTo>
                  <a:pt x="1858" y="3867"/>
                </a:lnTo>
                <a:lnTo>
                  <a:pt x="1863" y="3863"/>
                </a:lnTo>
                <a:lnTo>
                  <a:pt x="1863" y="3863"/>
                </a:lnTo>
                <a:lnTo>
                  <a:pt x="1863" y="3863"/>
                </a:lnTo>
                <a:lnTo>
                  <a:pt x="1870" y="3865"/>
                </a:lnTo>
                <a:lnTo>
                  <a:pt x="1875" y="3865"/>
                </a:lnTo>
                <a:lnTo>
                  <a:pt x="1879" y="3864"/>
                </a:lnTo>
                <a:lnTo>
                  <a:pt x="1882" y="3861"/>
                </a:lnTo>
                <a:lnTo>
                  <a:pt x="1885" y="3858"/>
                </a:lnTo>
                <a:lnTo>
                  <a:pt x="1887" y="3853"/>
                </a:lnTo>
                <a:lnTo>
                  <a:pt x="1891" y="3851"/>
                </a:lnTo>
                <a:lnTo>
                  <a:pt x="1896" y="3849"/>
                </a:lnTo>
                <a:lnTo>
                  <a:pt x="1887" y="3839"/>
                </a:lnTo>
                <a:lnTo>
                  <a:pt x="1883" y="3834"/>
                </a:lnTo>
                <a:lnTo>
                  <a:pt x="1881" y="3833"/>
                </a:lnTo>
                <a:lnTo>
                  <a:pt x="1880" y="3833"/>
                </a:lnTo>
                <a:lnTo>
                  <a:pt x="1879" y="3833"/>
                </a:lnTo>
                <a:lnTo>
                  <a:pt x="1879" y="3834"/>
                </a:lnTo>
                <a:lnTo>
                  <a:pt x="1878" y="3837"/>
                </a:lnTo>
                <a:lnTo>
                  <a:pt x="1877" y="3840"/>
                </a:lnTo>
                <a:lnTo>
                  <a:pt x="1876" y="3841"/>
                </a:lnTo>
                <a:lnTo>
                  <a:pt x="1875" y="3841"/>
                </a:lnTo>
                <a:lnTo>
                  <a:pt x="1874" y="3841"/>
                </a:lnTo>
                <a:lnTo>
                  <a:pt x="1873" y="3840"/>
                </a:lnTo>
                <a:lnTo>
                  <a:pt x="1873" y="3842"/>
                </a:lnTo>
                <a:lnTo>
                  <a:pt x="1874" y="3843"/>
                </a:lnTo>
                <a:lnTo>
                  <a:pt x="1870" y="3839"/>
                </a:lnTo>
                <a:lnTo>
                  <a:pt x="1868" y="3835"/>
                </a:lnTo>
                <a:lnTo>
                  <a:pt x="1867" y="3832"/>
                </a:lnTo>
                <a:lnTo>
                  <a:pt x="1867" y="3829"/>
                </a:lnTo>
                <a:lnTo>
                  <a:pt x="1867" y="3825"/>
                </a:lnTo>
                <a:lnTo>
                  <a:pt x="1866" y="3819"/>
                </a:lnTo>
                <a:lnTo>
                  <a:pt x="1870" y="3817"/>
                </a:lnTo>
                <a:lnTo>
                  <a:pt x="1875" y="3814"/>
                </a:lnTo>
                <a:lnTo>
                  <a:pt x="1883" y="3822"/>
                </a:lnTo>
                <a:lnTo>
                  <a:pt x="1891" y="3830"/>
                </a:lnTo>
                <a:lnTo>
                  <a:pt x="1896" y="3833"/>
                </a:lnTo>
                <a:lnTo>
                  <a:pt x="1900" y="3835"/>
                </a:lnTo>
                <a:lnTo>
                  <a:pt x="1901" y="3835"/>
                </a:lnTo>
                <a:lnTo>
                  <a:pt x="1903" y="3835"/>
                </a:lnTo>
                <a:lnTo>
                  <a:pt x="1904" y="3834"/>
                </a:lnTo>
                <a:lnTo>
                  <a:pt x="1904" y="3833"/>
                </a:lnTo>
                <a:lnTo>
                  <a:pt x="1907" y="3836"/>
                </a:lnTo>
                <a:lnTo>
                  <a:pt x="1910" y="3840"/>
                </a:lnTo>
                <a:lnTo>
                  <a:pt x="1915" y="3836"/>
                </a:lnTo>
                <a:lnTo>
                  <a:pt x="1920" y="3833"/>
                </a:lnTo>
                <a:lnTo>
                  <a:pt x="1934" y="3823"/>
                </a:lnTo>
                <a:lnTo>
                  <a:pt x="1948" y="3812"/>
                </a:lnTo>
                <a:lnTo>
                  <a:pt x="1957" y="3805"/>
                </a:lnTo>
                <a:lnTo>
                  <a:pt x="1966" y="3799"/>
                </a:lnTo>
                <a:lnTo>
                  <a:pt x="1970" y="3796"/>
                </a:lnTo>
                <a:lnTo>
                  <a:pt x="1973" y="3792"/>
                </a:lnTo>
                <a:lnTo>
                  <a:pt x="1977" y="3787"/>
                </a:lnTo>
                <a:lnTo>
                  <a:pt x="1979" y="3782"/>
                </a:lnTo>
                <a:lnTo>
                  <a:pt x="1989" y="3782"/>
                </a:lnTo>
                <a:lnTo>
                  <a:pt x="1996" y="3780"/>
                </a:lnTo>
                <a:lnTo>
                  <a:pt x="2003" y="3778"/>
                </a:lnTo>
                <a:lnTo>
                  <a:pt x="2009" y="3773"/>
                </a:lnTo>
                <a:lnTo>
                  <a:pt x="2021" y="3765"/>
                </a:lnTo>
                <a:lnTo>
                  <a:pt x="2033" y="3757"/>
                </a:lnTo>
                <a:lnTo>
                  <a:pt x="2027" y="3752"/>
                </a:lnTo>
                <a:lnTo>
                  <a:pt x="2023" y="3749"/>
                </a:lnTo>
                <a:lnTo>
                  <a:pt x="2020" y="3747"/>
                </a:lnTo>
                <a:lnTo>
                  <a:pt x="2017" y="3747"/>
                </a:lnTo>
                <a:lnTo>
                  <a:pt x="2014" y="3747"/>
                </a:lnTo>
                <a:lnTo>
                  <a:pt x="2011" y="3746"/>
                </a:lnTo>
                <a:lnTo>
                  <a:pt x="2007" y="3743"/>
                </a:lnTo>
                <a:lnTo>
                  <a:pt x="2003" y="3738"/>
                </a:lnTo>
                <a:lnTo>
                  <a:pt x="2004" y="3735"/>
                </a:lnTo>
                <a:lnTo>
                  <a:pt x="2006" y="3734"/>
                </a:lnTo>
                <a:lnTo>
                  <a:pt x="2007" y="3732"/>
                </a:lnTo>
                <a:lnTo>
                  <a:pt x="2006" y="3729"/>
                </a:lnTo>
                <a:lnTo>
                  <a:pt x="2003" y="3719"/>
                </a:lnTo>
                <a:lnTo>
                  <a:pt x="2000" y="3710"/>
                </a:lnTo>
                <a:lnTo>
                  <a:pt x="1998" y="3703"/>
                </a:lnTo>
                <a:lnTo>
                  <a:pt x="1997" y="3696"/>
                </a:lnTo>
                <a:lnTo>
                  <a:pt x="1997" y="3690"/>
                </a:lnTo>
                <a:lnTo>
                  <a:pt x="1997" y="3686"/>
                </a:lnTo>
                <a:lnTo>
                  <a:pt x="1998" y="3683"/>
                </a:lnTo>
                <a:lnTo>
                  <a:pt x="2000" y="3680"/>
                </a:lnTo>
                <a:lnTo>
                  <a:pt x="2003" y="3678"/>
                </a:lnTo>
                <a:lnTo>
                  <a:pt x="2006" y="3677"/>
                </a:lnTo>
                <a:lnTo>
                  <a:pt x="2009" y="3677"/>
                </a:lnTo>
                <a:lnTo>
                  <a:pt x="2013" y="3677"/>
                </a:lnTo>
                <a:lnTo>
                  <a:pt x="2022" y="3679"/>
                </a:lnTo>
                <a:lnTo>
                  <a:pt x="2033" y="3683"/>
                </a:lnTo>
                <a:lnTo>
                  <a:pt x="2036" y="3684"/>
                </a:lnTo>
                <a:lnTo>
                  <a:pt x="2039" y="3684"/>
                </a:lnTo>
                <a:lnTo>
                  <a:pt x="2040" y="3684"/>
                </a:lnTo>
                <a:lnTo>
                  <a:pt x="2042" y="3683"/>
                </a:lnTo>
                <a:lnTo>
                  <a:pt x="2043" y="3681"/>
                </a:lnTo>
                <a:lnTo>
                  <a:pt x="2043" y="3678"/>
                </a:lnTo>
                <a:lnTo>
                  <a:pt x="2043" y="3675"/>
                </a:lnTo>
                <a:lnTo>
                  <a:pt x="2042" y="3671"/>
                </a:lnTo>
                <a:lnTo>
                  <a:pt x="2043" y="3665"/>
                </a:lnTo>
                <a:lnTo>
                  <a:pt x="2046" y="3661"/>
                </a:lnTo>
                <a:lnTo>
                  <a:pt x="2049" y="3659"/>
                </a:lnTo>
                <a:lnTo>
                  <a:pt x="2053" y="3656"/>
                </a:lnTo>
                <a:lnTo>
                  <a:pt x="2062" y="3653"/>
                </a:lnTo>
                <a:lnTo>
                  <a:pt x="2071" y="3651"/>
                </a:lnTo>
                <a:lnTo>
                  <a:pt x="2076" y="3649"/>
                </a:lnTo>
                <a:lnTo>
                  <a:pt x="2080" y="3645"/>
                </a:lnTo>
                <a:lnTo>
                  <a:pt x="2085" y="3640"/>
                </a:lnTo>
                <a:lnTo>
                  <a:pt x="2089" y="3636"/>
                </a:lnTo>
                <a:lnTo>
                  <a:pt x="2093" y="3632"/>
                </a:lnTo>
                <a:lnTo>
                  <a:pt x="2098" y="3630"/>
                </a:lnTo>
                <a:lnTo>
                  <a:pt x="2101" y="3629"/>
                </a:lnTo>
                <a:lnTo>
                  <a:pt x="2105" y="3630"/>
                </a:lnTo>
                <a:lnTo>
                  <a:pt x="2109" y="3631"/>
                </a:lnTo>
                <a:lnTo>
                  <a:pt x="2113" y="3632"/>
                </a:lnTo>
                <a:lnTo>
                  <a:pt x="2118" y="3631"/>
                </a:lnTo>
                <a:lnTo>
                  <a:pt x="2123" y="3628"/>
                </a:lnTo>
                <a:lnTo>
                  <a:pt x="2126" y="3625"/>
                </a:lnTo>
                <a:lnTo>
                  <a:pt x="2130" y="3620"/>
                </a:lnTo>
                <a:lnTo>
                  <a:pt x="2135" y="3610"/>
                </a:lnTo>
                <a:lnTo>
                  <a:pt x="2141" y="3600"/>
                </a:lnTo>
                <a:lnTo>
                  <a:pt x="2142" y="3601"/>
                </a:lnTo>
                <a:lnTo>
                  <a:pt x="2143" y="3601"/>
                </a:lnTo>
                <a:lnTo>
                  <a:pt x="2143" y="3600"/>
                </a:lnTo>
                <a:lnTo>
                  <a:pt x="2143" y="3598"/>
                </a:lnTo>
                <a:lnTo>
                  <a:pt x="2146" y="3594"/>
                </a:lnTo>
                <a:lnTo>
                  <a:pt x="2151" y="3591"/>
                </a:lnTo>
                <a:lnTo>
                  <a:pt x="2156" y="3588"/>
                </a:lnTo>
                <a:lnTo>
                  <a:pt x="2161" y="3586"/>
                </a:lnTo>
                <a:lnTo>
                  <a:pt x="2165" y="3583"/>
                </a:lnTo>
                <a:lnTo>
                  <a:pt x="2169" y="3578"/>
                </a:lnTo>
                <a:lnTo>
                  <a:pt x="2171" y="3576"/>
                </a:lnTo>
                <a:lnTo>
                  <a:pt x="2172" y="3573"/>
                </a:lnTo>
                <a:lnTo>
                  <a:pt x="2173" y="3570"/>
                </a:lnTo>
                <a:lnTo>
                  <a:pt x="2173" y="3566"/>
                </a:lnTo>
                <a:lnTo>
                  <a:pt x="2179" y="3559"/>
                </a:lnTo>
                <a:lnTo>
                  <a:pt x="2184" y="3553"/>
                </a:lnTo>
                <a:lnTo>
                  <a:pt x="2186" y="3550"/>
                </a:lnTo>
                <a:lnTo>
                  <a:pt x="2188" y="3545"/>
                </a:lnTo>
                <a:lnTo>
                  <a:pt x="2188" y="3538"/>
                </a:lnTo>
                <a:lnTo>
                  <a:pt x="2187" y="3531"/>
                </a:lnTo>
                <a:lnTo>
                  <a:pt x="2191" y="3534"/>
                </a:lnTo>
                <a:lnTo>
                  <a:pt x="2195" y="3537"/>
                </a:lnTo>
                <a:lnTo>
                  <a:pt x="2197" y="3542"/>
                </a:lnTo>
                <a:lnTo>
                  <a:pt x="2199" y="3546"/>
                </a:lnTo>
                <a:lnTo>
                  <a:pt x="2202" y="3549"/>
                </a:lnTo>
                <a:lnTo>
                  <a:pt x="2205" y="3551"/>
                </a:lnTo>
                <a:lnTo>
                  <a:pt x="2207" y="3552"/>
                </a:lnTo>
                <a:lnTo>
                  <a:pt x="2208" y="3553"/>
                </a:lnTo>
                <a:lnTo>
                  <a:pt x="2209" y="3552"/>
                </a:lnTo>
                <a:lnTo>
                  <a:pt x="2209" y="3552"/>
                </a:lnTo>
                <a:lnTo>
                  <a:pt x="2209" y="3548"/>
                </a:lnTo>
                <a:lnTo>
                  <a:pt x="2208" y="3544"/>
                </a:lnTo>
                <a:lnTo>
                  <a:pt x="2212" y="3546"/>
                </a:lnTo>
                <a:lnTo>
                  <a:pt x="2215" y="3548"/>
                </a:lnTo>
                <a:lnTo>
                  <a:pt x="2217" y="3548"/>
                </a:lnTo>
                <a:lnTo>
                  <a:pt x="2219" y="3548"/>
                </a:lnTo>
                <a:lnTo>
                  <a:pt x="2220" y="3548"/>
                </a:lnTo>
                <a:lnTo>
                  <a:pt x="2220" y="3546"/>
                </a:lnTo>
                <a:lnTo>
                  <a:pt x="2217" y="3539"/>
                </a:lnTo>
                <a:lnTo>
                  <a:pt x="2214" y="3535"/>
                </a:lnTo>
                <a:lnTo>
                  <a:pt x="2212" y="3533"/>
                </a:lnTo>
                <a:lnTo>
                  <a:pt x="2209" y="3531"/>
                </a:lnTo>
                <a:lnTo>
                  <a:pt x="2208" y="3525"/>
                </a:lnTo>
                <a:lnTo>
                  <a:pt x="2206" y="3517"/>
                </a:lnTo>
                <a:lnTo>
                  <a:pt x="2212" y="3513"/>
                </a:lnTo>
                <a:lnTo>
                  <a:pt x="2218" y="3508"/>
                </a:lnTo>
                <a:lnTo>
                  <a:pt x="2217" y="3506"/>
                </a:lnTo>
                <a:lnTo>
                  <a:pt x="2216" y="3504"/>
                </a:lnTo>
                <a:lnTo>
                  <a:pt x="2217" y="3504"/>
                </a:lnTo>
                <a:lnTo>
                  <a:pt x="2217" y="3504"/>
                </a:lnTo>
                <a:lnTo>
                  <a:pt x="2222" y="3499"/>
                </a:lnTo>
                <a:lnTo>
                  <a:pt x="2228" y="3497"/>
                </a:lnTo>
                <a:lnTo>
                  <a:pt x="2234" y="3495"/>
                </a:lnTo>
                <a:lnTo>
                  <a:pt x="2240" y="3494"/>
                </a:lnTo>
                <a:lnTo>
                  <a:pt x="2241" y="3491"/>
                </a:lnTo>
                <a:lnTo>
                  <a:pt x="2243" y="3488"/>
                </a:lnTo>
                <a:lnTo>
                  <a:pt x="2248" y="3490"/>
                </a:lnTo>
                <a:lnTo>
                  <a:pt x="2252" y="3490"/>
                </a:lnTo>
                <a:lnTo>
                  <a:pt x="2253" y="3489"/>
                </a:lnTo>
                <a:lnTo>
                  <a:pt x="2254" y="3488"/>
                </a:lnTo>
                <a:lnTo>
                  <a:pt x="2255" y="3486"/>
                </a:lnTo>
                <a:lnTo>
                  <a:pt x="2255" y="3483"/>
                </a:lnTo>
                <a:lnTo>
                  <a:pt x="2255" y="3481"/>
                </a:lnTo>
                <a:lnTo>
                  <a:pt x="2256" y="3480"/>
                </a:lnTo>
                <a:lnTo>
                  <a:pt x="2258" y="3476"/>
                </a:lnTo>
                <a:lnTo>
                  <a:pt x="2260" y="3473"/>
                </a:lnTo>
                <a:lnTo>
                  <a:pt x="2263" y="3471"/>
                </a:lnTo>
                <a:lnTo>
                  <a:pt x="2265" y="3469"/>
                </a:lnTo>
                <a:lnTo>
                  <a:pt x="2264" y="3467"/>
                </a:lnTo>
                <a:lnTo>
                  <a:pt x="2263" y="3465"/>
                </a:lnTo>
                <a:lnTo>
                  <a:pt x="2266" y="3461"/>
                </a:lnTo>
                <a:lnTo>
                  <a:pt x="2271" y="3458"/>
                </a:lnTo>
                <a:lnTo>
                  <a:pt x="2273" y="3460"/>
                </a:lnTo>
                <a:lnTo>
                  <a:pt x="2276" y="3463"/>
                </a:lnTo>
                <a:lnTo>
                  <a:pt x="2278" y="3463"/>
                </a:lnTo>
                <a:lnTo>
                  <a:pt x="2280" y="3463"/>
                </a:lnTo>
                <a:lnTo>
                  <a:pt x="2281" y="3461"/>
                </a:lnTo>
                <a:lnTo>
                  <a:pt x="2282" y="3459"/>
                </a:lnTo>
                <a:lnTo>
                  <a:pt x="2284" y="3456"/>
                </a:lnTo>
                <a:lnTo>
                  <a:pt x="2287" y="3454"/>
                </a:lnTo>
                <a:lnTo>
                  <a:pt x="2287" y="3451"/>
                </a:lnTo>
                <a:lnTo>
                  <a:pt x="2288" y="3447"/>
                </a:lnTo>
                <a:lnTo>
                  <a:pt x="2290" y="3447"/>
                </a:lnTo>
                <a:lnTo>
                  <a:pt x="2292" y="3447"/>
                </a:lnTo>
                <a:lnTo>
                  <a:pt x="2294" y="3450"/>
                </a:lnTo>
                <a:lnTo>
                  <a:pt x="2297" y="3453"/>
                </a:lnTo>
                <a:lnTo>
                  <a:pt x="2304" y="3459"/>
                </a:lnTo>
                <a:lnTo>
                  <a:pt x="2310" y="3464"/>
                </a:lnTo>
                <a:lnTo>
                  <a:pt x="2312" y="3464"/>
                </a:lnTo>
                <a:lnTo>
                  <a:pt x="2313" y="3463"/>
                </a:lnTo>
                <a:lnTo>
                  <a:pt x="2313" y="3459"/>
                </a:lnTo>
                <a:lnTo>
                  <a:pt x="2312" y="3453"/>
                </a:lnTo>
                <a:lnTo>
                  <a:pt x="2318" y="3454"/>
                </a:lnTo>
                <a:lnTo>
                  <a:pt x="2322" y="3455"/>
                </a:lnTo>
                <a:lnTo>
                  <a:pt x="2323" y="3464"/>
                </a:lnTo>
                <a:lnTo>
                  <a:pt x="2323" y="3472"/>
                </a:lnTo>
                <a:lnTo>
                  <a:pt x="2322" y="3480"/>
                </a:lnTo>
                <a:lnTo>
                  <a:pt x="2320" y="3488"/>
                </a:lnTo>
                <a:lnTo>
                  <a:pt x="2315" y="3506"/>
                </a:lnTo>
                <a:lnTo>
                  <a:pt x="2311" y="3522"/>
                </a:lnTo>
                <a:lnTo>
                  <a:pt x="2312" y="3530"/>
                </a:lnTo>
                <a:lnTo>
                  <a:pt x="2312" y="3538"/>
                </a:lnTo>
                <a:lnTo>
                  <a:pt x="2312" y="3546"/>
                </a:lnTo>
                <a:lnTo>
                  <a:pt x="2310" y="3553"/>
                </a:lnTo>
                <a:lnTo>
                  <a:pt x="2308" y="3559"/>
                </a:lnTo>
                <a:lnTo>
                  <a:pt x="2306" y="3565"/>
                </a:lnTo>
                <a:lnTo>
                  <a:pt x="2303" y="3571"/>
                </a:lnTo>
                <a:lnTo>
                  <a:pt x="2299" y="3577"/>
                </a:lnTo>
                <a:lnTo>
                  <a:pt x="2291" y="3589"/>
                </a:lnTo>
                <a:lnTo>
                  <a:pt x="2282" y="3598"/>
                </a:lnTo>
                <a:lnTo>
                  <a:pt x="2273" y="3608"/>
                </a:lnTo>
                <a:lnTo>
                  <a:pt x="2262" y="3618"/>
                </a:lnTo>
                <a:lnTo>
                  <a:pt x="2251" y="3629"/>
                </a:lnTo>
                <a:lnTo>
                  <a:pt x="2240" y="3639"/>
                </a:lnTo>
                <a:lnTo>
                  <a:pt x="2237" y="3645"/>
                </a:lnTo>
                <a:lnTo>
                  <a:pt x="2234" y="3652"/>
                </a:lnTo>
                <a:lnTo>
                  <a:pt x="2234" y="3656"/>
                </a:lnTo>
                <a:lnTo>
                  <a:pt x="2234" y="3661"/>
                </a:lnTo>
                <a:lnTo>
                  <a:pt x="2235" y="3666"/>
                </a:lnTo>
                <a:lnTo>
                  <a:pt x="2236" y="3671"/>
                </a:lnTo>
                <a:lnTo>
                  <a:pt x="2224" y="3674"/>
                </a:lnTo>
                <a:lnTo>
                  <a:pt x="2210" y="3677"/>
                </a:lnTo>
                <a:lnTo>
                  <a:pt x="2204" y="3678"/>
                </a:lnTo>
                <a:lnTo>
                  <a:pt x="2199" y="3679"/>
                </a:lnTo>
                <a:lnTo>
                  <a:pt x="2195" y="3679"/>
                </a:lnTo>
                <a:lnTo>
                  <a:pt x="2192" y="3678"/>
                </a:lnTo>
                <a:lnTo>
                  <a:pt x="2180" y="3667"/>
                </a:lnTo>
                <a:lnTo>
                  <a:pt x="2169" y="3660"/>
                </a:lnTo>
                <a:lnTo>
                  <a:pt x="2161" y="3654"/>
                </a:lnTo>
                <a:lnTo>
                  <a:pt x="2154" y="3651"/>
                </a:lnTo>
                <a:lnTo>
                  <a:pt x="2149" y="3651"/>
                </a:lnTo>
                <a:lnTo>
                  <a:pt x="2145" y="3652"/>
                </a:lnTo>
                <a:lnTo>
                  <a:pt x="2143" y="3655"/>
                </a:lnTo>
                <a:lnTo>
                  <a:pt x="2141" y="3660"/>
                </a:lnTo>
                <a:lnTo>
                  <a:pt x="2138" y="3670"/>
                </a:lnTo>
                <a:lnTo>
                  <a:pt x="2137" y="3682"/>
                </a:lnTo>
                <a:lnTo>
                  <a:pt x="2137" y="3688"/>
                </a:lnTo>
                <a:lnTo>
                  <a:pt x="2136" y="3693"/>
                </a:lnTo>
                <a:lnTo>
                  <a:pt x="2134" y="3697"/>
                </a:lnTo>
                <a:lnTo>
                  <a:pt x="2132" y="3702"/>
                </a:lnTo>
                <a:lnTo>
                  <a:pt x="2123" y="3710"/>
                </a:lnTo>
                <a:lnTo>
                  <a:pt x="2117" y="3719"/>
                </a:lnTo>
                <a:lnTo>
                  <a:pt x="2115" y="3724"/>
                </a:lnTo>
                <a:lnTo>
                  <a:pt x="2115" y="3730"/>
                </a:lnTo>
                <a:lnTo>
                  <a:pt x="2116" y="3736"/>
                </a:lnTo>
                <a:lnTo>
                  <a:pt x="2120" y="3745"/>
                </a:lnTo>
                <a:lnTo>
                  <a:pt x="2116" y="3754"/>
                </a:lnTo>
                <a:lnTo>
                  <a:pt x="2112" y="3763"/>
                </a:lnTo>
                <a:lnTo>
                  <a:pt x="2106" y="3772"/>
                </a:lnTo>
                <a:lnTo>
                  <a:pt x="2100" y="3782"/>
                </a:lnTo>
                <a:lnTo>
                  <a:pt x="2088" y="3799"/>
                </a:lnTo>
                <a:lnTo>
                  <a:pt x="2076" y="3817"/>
                </a:lnTo>
                <a:lnTo>
                  <a:pt x="2071" y="3826"/>
                </a:lnTo>
                <a:lnTo>
                  <a:pt x="2068" y="3836"/>
                </a:lnTo>
                <a:lnTo>
                  <a:pt x="2065" y="3846"/>
                </a:lnTo>
                <a:lnTo>
                  <a:pt x="2064" y="3857"/>
                </a:lnTo>
                <a:lnTo>
                  <a:pt x="2065" y="3868"/>
                </a:lnTo>
                <a:lnTo>
                  <a:pt x="2068" y="3880"/>
                </a:lnTo>
                <a:lnTo>
                  <a:pt x="2073" y="3893"/>
                </a:lnTo>
                <a:lnTo>
                  <a:pt x="2080" y="3908"/>
                </a:lnTo>
                <a:lnTo>
                  <a:pt x="2080" y="3908"/>
                </a:lnTo>
                <a:lnTo>
                  <a:pt x="2077" y="3913"/>
                </a:lnTo>
                <a:lnTo>
                  <a:pt x="2076" y="3918"/>
                </a:lnTo>
                <a:lnTo>
                  <a:pt x="2076" y="3922"/>
                </a:lnTo>
                <a:lnTo>
                  <a:pt x="2077" y="3927"/>
                </a:lnTo>
                <a:lnTo>
                  <a:pt x="2079" y="3931"/>
                </a:lnTo>
                <a:lnTo>
                  <a:pt x="2083" y="3936"/>
                </a:lnTo>
                <a:lnTo>
                  <a:pt x="2086" y="3940"/>
                </a:lnTo>
                <a:lnTo>
                  <a:pt x="2091" y="3944"/>
                </a:lnTo>
                <a:lnTo>
                  <a:pt x="2072" y="3950"/>
                </a:lnTo>
                <a:lnTo>
                  <a:pt x="2055" y="3957"/>
                </a:lnTo>
                <a:lnTo>
                  <a:pt x="2047" y="3961"/>
                </a:lnTo>
                <a:lnTo>
                  <a:pt x="2040" y="3966"/>
                </a:lnTo>
                <a:lnTo>
                  <a:pt x="2032" y="3971"/>
                </a:lnTo>
                <a:lnTo>
                  <a:pt x="2027" y="3977"/>
                </a:lnTo>
                <a:lnTo>
                  <a:pt x="2023" y="3983"/>
                </a:lnTo>
                <a:lnTo>
                  <a:pt x="2019" y="3990"/>
                </a:lnTo>
                <a:lnTo>
                  <a:pt x="2017" y="3998"/>
                </a:lnTo>
                <a:lnTo>
                  <a:pt x="2016" y="4006"/>
                </a:lnTo>
                <a:lnTo>
                  <a:pt x="2016" y="4016"/>
                </a:lnTo>
                <a:lnTo>
                  <a:pt x="2018" y="4026"/>
                </a:lnTo>
                <a:lnTo>
                  <a:pt x="2021" y="4038"/>
                </a:lnTo>
                <a:lnTo>
                  <a:pt x="2026" y="4050"/>
                </a:lnTo>
                <a:lnTo>
                  <a:pt x="2028" y="4057"/>
                </a:lnTo>
                <a:lnTo>
                  <a:pt x="2029" y="4063"/>
                </a:lnTo>
                <a:lnTo>
                  <a:pt x="2030" y="4069"/>
                </a:lnTo>
                <a:lnTo>
                  <a:pt x="2030" y="4075"/>
                </a:lnTo>
                <a:lnTo>
                  <a:pt x="2028" y="4086"/>
                </a:lnTo>
                <a:lnTo>
                  <a:pt x="2024" y="4096"/>
                </a:lnTo>
                <a:lnTo>
                  <a:pt x="2023" y="4098"/>
                </a:lnTo>
                <a:lnTo>
                  <a:pt x="2022" y="4100"/>
                </a:lnTo>
                <a:lnTo>
                  <a:pt x="2010" y="4105"/>
                </a:lnTo>
                <a:lnTo>
                  <a:pt x="2000" y="4112"/>
                </a:lnTo>
                <a:lnTo>
                  <a:pt x="1995" y="4116"/>
                </a:lnTo>
                <a:lnTo>
                  <a:pt x="1992" y="4120"/>
                </a:lnTo>
                <a:lnTo>
                  <a:pt x="1989" y="4125"/>
                </a:lnTo>
                <a:lnTo>
                  <a:pt x="1988" y="4133"/>
                </a:lnTo>
                <a:lnTo>
                  <a:pt x="1985" y="4144"/>
                </a:lnTo>
                <a:lnTo>
                  <a:pt x="1981" y="4155"/>
                </a:lnTo>
                <a:lnTo>
                  <a:pt x="1977" y="4165"/>
                </a:lnTo>
                <a:lnTo>
                  <a:pt x="1972" y="4176"/>
                </a:lnTo>
                <a:lnTo>
                  <a:pt x="1960" y="4194"/>
                </a:lnTo>
                <a:lnTo>
                  <a:pt x="1946" y="4213"/>
                </a:lnTo>
                <a:lnTo>
                  <a:pt x="1947" y="4214"/>
                </a:lnTo>
                <a:lnTo>
                  <a:pt x="1948" y="4214"/>
                </a:lnTo>
                <a:lnTo>
                  <a:pt x="1940" y="4225"/>
                </a:lnTo>
                <a:lnTo>
                  <a:pt x="1933" y="4236"/>
                </a:lnTo>
                <a:lnTo>
                  <a:pt x="1926" y="4247"/>
                </a:lnTo>
                <a:lnTo>
                  <a:pt x="1919" y="4259"/>
                </a:lnTo>
                <a:lnTo>
                  <a:pt x="1919" y="4259"/>
                </a:lnTo>
                <a:lnTo>
                  <a:pt x="1903" y="4253"/>
                </a:lnTo>
                <a:lnTo>
                  <a:pt x="1886" y="4245"/>
                </a:lnTo>
                <a:lnTo>
                  <a:pt x="1879" y="4243"/>
                </a:lnTo>
                <a:lnTo>
                  <a:pt x="1873" y="4242"/>
                </a:lnTo>
                <a:lnTo>
                  <a:pt x="1870" y="4242"/>
                </a:lnTo>
                <a:lnTo>
                  <a:pt x="1869" y="4244"/>
                </a:lnTo>
                <a:lnTo>
                  <a:pt x="1868" y="4245"/>
                </a:lnTo>
                <a:lnTo>
                  <a:pt x="1868" y="4249"/>
                </a:lnTo>
                <a:lnTo>
                  <a:pt x="1868" y="4257"/>
                </a:lnTo>
                <a:lnTo>
                  <a:pt x="1867" y="4265"/>
                </a:lnTo>
                <a:lnTo>
                  <a:pt x="1866" y="4272"/>
                </a:lnTo>
                <a:lnTo>
                  <a:pt x="1864" y="4279"/>
                </a:lnTo>
                <a:lnTo>
                  <a:pt x="1861" y="4285"/>
                </a:lnTo>
                <a:lnTo>
                  <a:pt x="1858" y="4292"/>
                </a:lnTo>
                <a:lnTo>
                  <a:pt x="1854" y="4297"/>
                </a:lnTo>
                <a:lnTo>
                  <a:pt x="1850" y="4303"/>
                </a:lnTo>
                <a:lnTo>
                  <a:pt x="2866" y="4303"/>
                </a:lnTo>
                <a:lnTo>
                  <a:pt x="2873" y="4296"/>
                </a:lnTo>
                <a:lnTo>
                  <a:pt x="2881" y="4288"/>
                </a:lnTo>
                <a:lnTo>
                  <a:pt x="2884" y="4282"/>
                </a:lnTo>
                <a:lnTo>
                  <a:pt x="2888" y="4277"/>
                </a:lnTo>
                <a:lnTo>
                  <a:pt x="2900" y="4273"/>
                </a:lnTo>
                <a:lnTo>
                  <a:pt x="2912" y="4270"/>
                </a:lnTo>
                <a:lnTo>
                  <a:pt x="2906" y="4278"/>
                </a:lnTo>
                <a:lnTo>
                  <a:pt x="2900" y="4286"/>
                </a:lnTo>
                <a:lnTo>
                  <a:pt x="2894" y="4295"/>
                </a:lnTo>
                <a:lnTo>
                  <a:pt x="2888" y="4303"/>
                </a:lnTo>
                <a:lnTo>
                  <a:pt x="2945" y="4303"/>
                </a:lnTo>
                <a:lnTo>
                  <a:pt x="2947" y="4300"/>
                </a:lnTo>
                <a:lnTo>
                  <a:pt x="2950" y="4296"/>
                </a:lnTo>
                <a:lnTo>
                  <a:pt x="2953" y="4292"/>
                </a:lnTo>
                <a:lnTo>
                  <a:pt x="2963" y="4286"/>
                </a:lnTo>
                <a:lnTo>
                  <a:pt x="2972" y="4279"/>
                </a:lnTo>
                <a:lnTo>
                  <a:pt x="2974" y="4275"/>
                </a:lnTo>
                <a:lnTo>
                  <a:pt x="2976" y="4271"/>
                </a:lnTo>
                <a:lnTo>
                  <a:pt x="2976" y="4266"/>
                </a:lnTo>
                <a:lnTo>
                  <a:pt x="2975" y="4261"/>
                </a:lnTo>
                <a:lnTo>
                  <a:pt x="2977" y="4253"/>
                </a:lnTo>
                <a:lnTo>
                  <a:pt x="2978" y="4245"/>
                </a:lnTo>
                <a:lnTo>
                  <a:pt x="2986" y="4247"/>
                </a:lnTo>
                <a:lnTo>
                  <a:pt x="2996" y="4250"/>
                </a:lnTo>
                <a:lnTo>
                  <a:pt x="2994" y="4237"/>
                </a:lnTo>
                <a:lnTo>
                  <a:pt x="2992" y="4223"/>
                </a:lnTo>
                <a:lnTo>
                  <a:pt x="2993" y="4221"/>
                </a:lnTo>
                <a:lnTo>
                  <a:pt x="2994" y="4220"/>
                </a:lnTo>
                <a:lnTo>
                  <a:pt x="2994" y="4217"/>
                </a:lnTo>
                <a:lnTo>
                  <a:pt x="2994" y="4215"/>
                </a:lnTo>
                <a:lnTo>
                  <a:pt x="2994" y="4213"/>
                </a:lnTo>
                <a:lnTo>
                  <a:pt x="2995" y="4211"/>
                </a:lnTo>
                <a:lnTo>
                  <a:pt x="2995" y="4215"/>
                </a:lnTo>
                <a:lnTo>
                  <a:pt x="2994" y="4220"/>
                </a:lnTo>
                <a:lnTo>
                  <a:pt x="3004" y="4207"/>
                </a:lnTo>
                <a:lnTo>
                  <a:pt x="3013" y="4196"/>
                </a:lnTo>
                <a:lnTo>
                  <a:pt x="3019" y="4189"/>
                </a:lnTo>
                <a:lnTo>
                  <a:pt x="3023" y="4182"/>
                </a:lnTo>
                <a:lnTo>
                  <a:pt x="3025" y="4179"/>
                </a:lnTo>
                <a:lnTo>
                  <a:pt x="3026" y="4175"/>
                </a:lnTo>
                <a:lnTo>
                  <a:pt x="3026" y="4171"/>
                </a:lnTo>
                <a:lnTo>
                  <a:pt x="3026" y="4166"/>
                </a:lnTo>
                <a:lnTo>
                  <a:pt x="3036" y="4158"/>
                </a:lnTo>
                <a:lnTo>
                  <a:pt x="3046" y="4150"/>
                </a:lnTo>
                <a:lnTo>
                  <a:pt x="3044" y="4147"/>
                </a:lnTo>
                <a:lnTo>
                  <a:pt x="3041" y="4144"/>
                </a:lnTo>
                <a:lnTo>
                  <a:pt x="3042" y="4142"/>
                </a:lnTo>
                <a:lnTo>
                  <a:pt x="3043" y="4140"/>
                </a:lnTo>
                <a:lnTo>
                  <a:pt x="3037" y="4137"/>
                </a:lnTo>
                <a:lnTo>
                  <a:pt x="3032" y="4135"/>
                </a:lnTo>
                <a:lnTo>
                  <a:pt x="3028" y="4135"/>
                </a:lnTo>
                <a:lnTo>
                  <a:pt x="3025" y="4136"/>
                </a:lnTo>
                <a:lnTo>
                  <a:pt x="3023" y="4136"/>
                </a:lnTo>
                <a:lnTo>
                  <a:pt x="3021" y="4136"/>
                </a:lnTo>
                <a:lnTo>
                  <a:pt x="3028" y="4124"/>
                </a:lnTo>
                <a:lnTo>
                  <a:pt x="3036" y="4113"/>
                </a:lnTo>
                <a:lnTo>
                  <a:pt x="3043" y="4102"/>
                </a:lnTo>
                <a:lnTo>
                  <a:pt x="3050" y="4090"/>
                </a:lnTo>
                <a:lnTo>
                  <a:pt x="3055" y="4085"/>
                </a:lnTo>
                <a:lnTo>
                  <a:pt x="3058" y="4080"/>
                </a:lnTo>
                <a:lnTo>
                  <a:pt x="3064" y="4078"/>
                </a:lnTo>
                <a:lnTo>
                  <a:pt x="3069" y="4077"/>
                </a:lnTo>
                <a:lnTo>
                  <a:pt x="3067" y="4081"/>
                </a:lnTo>
                <a:lnTo>
                  <a:pt x="3067" y="4085"/>
                </a:lnTo>
                <a:lnTo>
                  <a:pt x="3071" y="4092"/>
                </a:lnTo>
                <a:lnTo>
                  <a:pt x="3073" y="4094"/>
                </a:lnTo>
                <a:lnTo>
                  <a:pt x="3076" y="4093"/>
                </a:lnTo>
                <a:lnTo>
                  <a:pt x="3078" y="4090"/>
                </a:lnTo>
                <a:lnTo>
                  <a:pt x="3083" y="4082"/>
                </a:lnTo>
                <a:lnTo>
                  <a:pt x="3088" y="4077"/>
                </a:lnTo>
                <a:lnTo>
                  <a:pt x="3089" y="4075"/>
                </a:lnTo>
                <a:lnTo>
                  <a:pt x="3091" y="4074"/>
                </a:lnTo>
                <a:lnTo>
                  <a:pt x="3093" y="4074"/>
                </a:lnTo>
                <a:lnTo>
                  <a:pt x="3093" y="4074"/>
                </a:lnTo>
                <a:lnTo>
                  <a:pt x="3093" y="4080"/>
                </a:lnTo>
                <a:lnTo>
                  <a:pt x="3093" y="4085"/>
                </a:lnTo>
                <a:lnTo>
                  <a:pt x="3088" y="4093"/>
                </a:lnTo>
                <a:lnTo>
                  <a:pt x="3083" y="4100"/>
                </a:lnTo>
                <a:lnTo>
                  <a:pt x="3079" y="4108"/>
                </a:lnTo>
                <a:lnTo>
                  <a:pt x="3076" y="4116"/>
                </a:lnTo>
                <a:lnTo>
                  <a:pt x="3071" y="4123"/>
                </a:lnTo>
                <a:lnTo>
                  <a:pt x="3067" y="4131"/>
                </a:lnTo>
                <a:lnTo>
                  <a:pt x="3070" y="4134"/>
                </a:lnTo>
                <a:lnTo>
                  <a:pt x="3072" y="4137"/>
                </a:lnTo>
                <a:lnTo>
                  <a:pt x="3076" y="4141"/>
                </a:lnTo>
                <a:lnTo>
                  <a:pt x="3079" y="4142"/>
                </a:lnTo>
                <a:lnTo>
                  <a:pt x="3082" y="4142"/>
                </a:lnTo>
                <a:lnTo>
                  <a:pt x="3084" y="4141"/>
                </a:lnTo>
                <a:lnTo>
                  <a:pt x="3089" y="4136"/>
                </a:lnTo>
                <a:lnTo>
                  <a:pt x="3094" y="4132"/>
                </a:lnTo>
                <a:lnTo>
                  <a:pt x="3093" y="4134"/>
                </a:lnTo>
                <a:lnTo>
                  <a:pt x="3092" y="4135"/>
                </a:lnTo>
                <a:lnTo>
                  <a:pt x="3083" y="4151"/>
                </a:lnTo>
                <a:lnTo>
                  <a:pt x="3072" y="4166"/>
                </a:lnTo>
                <a:lnTo>
                  <a:pt x="3067" y="4174"/>
                </a:lnTo>
                <a:lnTo>
                  <a:pt x="3063" y="4182"/>
                </a:lnTo>
                <a:lnTo>
                  <a:pt x="3058" y="4191"/>
                </a:lnTo>
                <a:lnTo>
                  <a:pt x="3056" y="4200"/>
                </a:lnTo>
                <a:lnTo>
                  <a:pt x="3056" y="4202"/>
                </a:lnTo>
                <a:lnTo>
                  <a:pt x="3057" y="4203"/>
                </a:lnTo>
                <a:lnTo>
                  <a:pt x="3054" y="4208"/>
                </a:lnTo>
                <a:lnTo>
                  <a:pt x="3052" y="4214"/>
                </a:lnTo>
                <a:lnTo>
                  <a:pt x="3051" y="4218"/>
                </a:lnTo>
                <a:lnTo>
                  <a:pt x="3049" y="4222"/>
                </a:lnTo>
                <a:lnTo>
                  <a:pt x="3044" y="4225"/>
                </a:lnTo>
                <a:lnTo>
                  <a:pt x="3039" y="4229"/>
                </a:lnTo>
                <a:lnTo>
                  <a:pt x="3033" y="4235"/>
                </a:lnTo>
                <a:lnTo>
                  <a:pt x="3028" y="4243"/>
                </a:lnTo>
                <a:lnTo>
                  <a:pt x="3026" y="4247"/>
                </a:lnTo>
                <a:lnTo>
                  <a:pt x="3025" y="4252"/>
                </a:lnTo>
                <a:lnTo>
                  <a:pt x="3024" y="4256"/>
                </a:lnTo>
                <a:lnTo>
                  <a:pt x="3024" y="4261"/>
                </a:lnTo>
                <a:lnTo>
                  <a:pt x="3021" y="4264"/>
                </a:lnTo>
                <a:lnTo>
                  <a:pt x="3018" y="4268"/>
                </a:lnTo>
                <a:lnTo>
                  <a:pt x="3011" y="4277"/>
                </a:lnTo>
                <a:lnTo>
                  <a:pt x="3004" y="4285"/>
                </a:lnTo>
                <a:lnTo>
                  <a:pt x="2998" y="4294"/>
                </a:lnTo>
                <a:lnTo>
                  <a:pt x="2991" y="4303"/>
                </a:lnTo>
                <a:lnTo>
                  <a:pt x="3054" y="4303"/>
                </a:lnTo>
                <a:lnTo>
                  <a:pt x="3055" y="4301"/>
                </a:lnTo>
                <a:lnTo>
                  <a:pt x="3063" y="4290"/>
                </a:lnTo>
                <a:lnTo>
                  <a:pt x="3071" y="4277"/>
                </a:lnTo>
                <a:lnTo>
                  <a:pt x="3079" y="4266"/>
                </a:lnTo>
                <a:lnTo>
                  <a:pt x="3087" y="4255"/>
                </a:lnTo>
                <a:lnTo>
                  <a:pt x="3089" y="4257"/>
                </a:lnTo>
                <a:lnTo>
                  <a:pt x="3091" y="4258"/>
                </a:lnTo>
                <a:lnTo>
                  <a:pt x="3084" y="4267"/>
                </a:lnTo>
                <a:lnTo>
                  <a:pt x="3077" y="4276"/>
                </a:lnTo>
                <a:lnTo>
                  <a:pt x="3072" y="4286"/>
                </a:lnTo>
                <a:lnTo>
                  <a:pt x="3067" y="4297"/>
                </a:lnTo>
                <a:lnTo>
                  <a:pt x="3067" y="4300"/>
                </a:lnTo>
                <a:lnTo>
                  <a:pt x="3066" y="4303"/>
                </a:lnTo>
                <a:lnTo>
                  <a:pt x="3115" y="4303"/>
                </a:lnTo>
                <a:lnTo>
                  <a:pt x="3137" y="4278"/>
                </a:lnTo>
                <a:lnTo>
                  <a:pt x="3144" y="4275"/>
                </a:lnTo>
                <a:lnTo>
                  <a:pt x="3150" y="4270"/>
                </a:lnTo>
                <a:lnTo>
                  <a:pt x="3157" y="4265"/>
                </a:lnTo>
                <a:lnTo>
                  <a:pt x="3162" y="4260"/>
                </a:lnTo>
                <a:lnTo>
                  <a:pt x="3170" y="4265"/>
                </a:lnTo>
                <a:lnTo>
                  <a:pt x="3177" y="4270"/>
                </a:lnTo>
                <a:lnTo>
                  <a:pt x="3180" y="4266"/>
                </a:lnTo>
                <a:lnTo>
                  <a:pt x="3183" y="4261"/>
                </a:lnTo>
                <a:lnTo>
                  <a:pt x="3186" y="4257"/>
                </a:lnTo>
                <a:lnTo>
                  <a:pt x="3187" y="4253"/>
                </a:lnTo>
                <a:lnTo>
                  <a:pt x="3188" y="4247"/>
                </a:lnTo>
                <a:lnTo>
                  <a:pt x="3187" y="4243"/>
                </a:lnTo>
                <a:lnTo>
                  <a:pt x="3184" y="4238"/>
                </a:lnTo>
                <a:lnTo>
                  <a:pt x="3180" y="4233"/>
                </a:lnTo>
                <a:lnTo>
                  <a:pt x="3184" y="4221"/>
                </a:lnTo>
                <a:lnTo>
                  <a:pt x="3187" y="4208"/>
                </a:lnTo>
                <a:lnTo>
                  <a:pt x="3188" y="4202"/>
                </a:lnTo>
                <a:lnTo>
                  <a:pt x="3187" y="4196"/>
                </a:lnTo>
                <a:lnTo>
                  <a:pt x="3185" y="4190"/>
                </a:lnTo>
                <a:lnTo>
                  <a:pt x="3180" y="4183"/>
                </a:lnTo>
                <a:lnTo>
                  <a:pt x="3177" y="4187"/>
                </a:lnTo>
                <a:lnTo>
                  <a:pt x="3173" y="4190"/>
                </a:lnTo>
                <a:lnTo>
                  <a:pt x="3171" y="4191"/>
                </a:lnTo>
                <a:lnTo>
                  <a:pt x="3169" y="4192"/>
                </a:lnTo>
                <a:lnTo>
                  <a:pt x="3167" y="4192"/>
                </a:lnTo>
                <a:lnTo>
                  <a:pt x="3164" y="4191"/>
                </a:lnTo>
                <a:lnTo>
                  <a:pt x="3168" y="4181"/>
                </a:lnTo>
                <a:lnTo>
                  <a:pt x="3174" y="4172"/>
                </a:lnTo>
                <a:lnTo>
                  <a:pt x="3176" y="4173"/>
                </a:lnTo>
                <a:lnTo>
                  <a:pt x="3179" y="4173"/>
                </a:lnTo>
                <a:lnTo>
                  <a:pt x="3184" y="4175"/>
                </a:lnTo>
                <a:lnTo>
                  <a:pt x="3189" y="4179"/>
                </a:lnTo>
                <a:lnTo>
                  <a:pt x="3194" y="4182"/>
                </a:lnTo>
                <a:lnTo>
                  <a:pt x="3199" y="4186"/>
                </a:lnTo>
                <a:lnTo>
                  <a:pt x="3198" y="4181"/>
                </a:lnTo>
                <a:lnTo>
                  <a:pt x="3196" y="4177"/>
                </a:lnTo>
                <a:lnTo>
                  <a:pt x="3193" y="4173"/>
                </a:lnTo>
                <a:lnTo>
                  <a:pt x="3191" y="4170"/>
                </a:lnTo>
                <a:lnTo>
                  <a:pt x="3184" y="4163"/>
                </a:lnTo>
                <a:lnTo>
                  <a:pt x="3176" y="4159"/>
                </a:lnTo>
                <a:lnTo>
                  <a:pt x="3175" y="4156"/>
                </a:lnTo>
                <a:lnTo>
                  <a:pt x="3174" y="4153"/>
                </a:lnTo>
                <a:lnTo>
                  <a:pt x="3172" y="4150"/>
                </a:lnTo>
                <a:lnTo>
                  <a:pt x="3169" y="4146"/>
                </a:lnTo>
                <a:lnTo>
                  <a:pt x="3176" y="4129"/>
                </a:lnTo>
                <a:lnTo>
                  <a:pt x="3184" y="4112"/>
                </a:lnTo>
                <a:lnTo>
                  <a:pt x="3187" y="4104"/>
                </a:lnTo>
                <a:lnTo>
                  <a:pt x="3188" y="4095"/>
                </a:lnTo>
                <a:lnTo>
                  <a:pt x="3188" y="4089"/>
                </a:lnTo>
                <a:lnTo>
                  <a:pt x="3187" y="4084"/>
                </a:lnTo>
                <a:lnTo>
                  <a:pt x="3186" y="4079"/>
                </a:lnTo>
                <a:lnTo>
                  <a:pt x="3184" y="4074"/>
                </a:lnTo>
                <a:lnTo>
                  <a:pt x="3191" y="4065"/>
                </a:lnTo>
                <a:lnTo>
                  <a:pt x="3198" y="4056"/>
                </a:lnTo>
                <a:lnTo>
                  <a:pt x="3199" y="4056"/>
                </a:lnTo>
                <a:lnTo>
                  <a:pt x="3199" y="4056"/>
                </a:lnTo>
                <a:lnTo>
                  <a:pt x="3204" y="4055"/>
                </a:lnTo>
                <a:lnTo>
                  <a:pt x="3208" y="4052"/>
                </a:lnTo>
                <a:lnTo>
                  <a:pt x="3212" y="4047"/>
                </a:lnTo>
                <a:lnTo>
                  <a:pt x="3214" y="4041"/>
                </a:lnTo>
                <a:lnTo>
                  <a:pt x="3215" y="4037"/>
                </a:lnTo>
                <a:lnTo>
                  <a:pt x="3215" y="4032"/>
                </a:lnTo>
                <a:lnTo>
                  <a:pt x="3215" y="4037"/>
                </a:lnTo>
                <a:lnTo>
                  <a:pt x="3214" y="4041"/>
                </a:lnTo>
                <a:lnTo>
                  <a:pt x="3213" y="4045"/>
                </a:lnTo>
                <a:lnTo>
                  <a:pt x="3212" y="4047"/>
                </a:lnTo>
                <a:lnTo>
                  <a:pt x="3210" y="4050"/>
                </a:lnTo>
                <a:lnTo>
                  <a:pt x="3208" y="4052"/>
                </a:lnTo>
                <a:lnTo>
                  <a:pt x="3198" y="4061"/>
                </a:lnTo>
                <a:lnTo>
                  <a:pt x="3191" y="4069"/>
                </a:lnTo>
                <a:lnTo>
                  <a:pt x="3190" y="4073"/>
                </a:lnTo>
                <a:lnTo>
                  <a:pt x="3190" y="4078"/>
                </a:lnTo>
                <a:lnTo>
                  <a:pt x="3193" y="4084"/>
                </a:lnTo>
                <a:lnTo>
                  <a:pt x="3198" y="4092"/>
                </a:lnTo>
                <a:lnTo>
                  <a:pt x="3200" y="4085"/>
                </a:lnTo>
                <a:lnTo>
                  <a:pt x="3204" y="4080"/>
                </a:lnTo>
                <a:lnTo>
                  <a:pt x="3207" y="4076"/>
                </a:lnTo>
                <a:lnTo>
                  <a:pt x="3211" y="4073"/>
                </a:lnTo>
                <a:lnTo>
                  <a:pt x="3220" y="4067"/>
                </a:lnTo>
                <a:lnTo>
                  <a:pt x="3229" y="4062"/>
                </a:lnTo>
                <a:lnTo>
                  <a:pt x="3239" y="4058"/>
                </a:lnTo>
                <a:lnTo>
                  <a:pt x="3250" y="4053"/>
                </a:lnTo>
                <a:lnTo>
                  <a:pt x="3254" y="4049"/>
                </a:lnTo>
                <a:lnTo>
                  <a:pt x="3258" y="4045"/>
                </a:lnTo>
                <a:lnTo>
                  <a:pt x="3261" y="4041"/>
                </a:lnTo>
                <a:lnTo>
                  <a:pt x="3264" y="4037"/>
                </a:lnTo>
                <a:lnTo>
                  <a:pt x="3264" y="4032"/>
                </a:lnTo>
                <a:lnTo>
                  <a:pt x="3264" y="4028"/>
                </a:lnTo>
                <a:lnTo>
                  <a:pt x="3265" y="4024"/>
                </a:lnTo>
                <a:lnTo>
                  <a:pt x="3267" y="4021"/>
                </a:lnTo>
                <a:lnTo>
                  <a:pt x="3271" y="4014"/>
                </a:lnTo>
                <a:lnTo>
                  <a:pt x="3276" y="4006"/>
                </a:lnTo>
                <a:lnTo>
                  <a:pt x="3294" y="3983"/>
                </a:lnTo>
                <a:lnTo>
                  <a:pt x="3313" y="3958"/>
                </a:lnTo>
                <a:lnTo>
                  <a:pt x="3331" y="3935"/>
                </a:lnTo>
                <a:lnTo>
                  <a:pt x="3351" y="3910"/>
                </a:lnTo>
                <a:lnTo>
                  <a:pt x="3357" y="3902"/>
                </a:lnTo>
                <a:lnTo>
                  <a:pt x="3364" y="3892"/>
                </a:lnTo>
                <a:lnTo>
                  <a:pt x="3364" y="3892"/>
                </a:lnTo>
                <a:lnTo>
                  <a:pt x="3364" y="3892"/>
                </a:lnTo>
                <a:lnTo>
                  <a:pt x="3364" y="3892"/>
                </a:lnTo>
                <a:lnTo>
                  <a:pt x="3371" y="3885"/>
                </a:lnTo>
                <a:lnTo>
                  <a:pt x="3378" y="3878"/>
                </a:lnTo>
                <a:lnTo>
                  <a:pt x="3384" y="3871"/>
                </a:lnTo>
                <a:lnTo>
                  <a:pt x="3390" y="3863"/>
                </a:lnTo>
                <a:lnTo>
                  <a:pt x="3390" y="3863"/>
                </a:lnTo>
                <a:lnTo>
                  <a:pt x="3395" y="3863"/>
                </a:lnTo>
                <a:lnTo>
                  <a:pt x="3399" y="3861"/>
                </a:lnTo>
                <a:lnTo>
                  <a:pt x="3403" y="3858"/>
                </a:lnTo>
                <a:lnTo>
                  <a:pt x="3406" y="3854"/>
                </a:lnTo>
                <a:lnTo>
                  <a:pt x="3410" y="3851"/>
                </a:lnTo>
                <a:lnTo>
                  <a:pt x="3414" y="3849"/>
                </a:lnTo>
                <a:lnTo>
                  <a:pt x="3418" y="3848"/>
                </a:lnTo>
                <a:lnTo>
                  <a:pt x="3423" y="3849"/>
                </a:lnTo>
                <a:lnTo>
                  <a:pt x="3424" y="3850"/>
                </a:lnTo>
                <a:lnTo>
                  <a:pt x="3426" y="3856"/>
                </a:lnTo>
                <a:lnTo>
                  <a:pt x="3428" y="3858"/>
                </a:lnTo>
                <a:lnTo>
                  <a:pt x="3432" y="3865"/>
                </a:lnTo>
                <a:lnTo>
                  <a:pt x="3434" y="3864"/>
                </a:lnTo>
                <a:lnTo>
                  <a:pt x="3437" y="3863"/>
                </a:lnTo>
                <a:lnTo>
                  <a:pt x="3438" y="3863"/>
                </a:lnTo>
                <a:lnTo>
                  <a:pt x="3438" y="3863"/>
                </a:lnTo>
                <a:lnTo>
                  <a:pt x="3442" y="3865"/>
                </a:lnTo>
                <a:lnTo>
                  <a:pt x="3445" y="3866"/>
                </a:lnTo>
                <a:lnTo>
                  <a:pt x="3445" y="3871"/>
                </a:lnTo>
                <a:lnTo>
                  <a:pt x="3446" y="3875"/>
                </a:lnTo>
                <a:lnTo>
                  <a:pt x="3447" y="3879"/>
                </a:lnTo>
                <a:lnTo>
                  <a:pt x="3446" y="3883"/>
                </a:lnTo>
                <a:lnTo>
                  <a:pt x="3444" y="3887"/>
                </a:lnTo>
                <a:lnTo>
                  <a:pt x="3442" y="3892"/>
                </a:lnTo>
                <a:lnTo>
                  <a:pt x="3441" y="3897"/>
                </a:lnTo>
                <a:lnTo>
                  <a:pt x="3441" y="3901"/>
                </a:lnTo>
                <a:lnTo>
                  <a:pt x="3442" y="3902"/>
                </a:lnTo>
                <a:lnTo>
                  <a:pt x="3444" y="3903"/>
                </a:lnTo>
                <a:lnTo>
                  <a:pt x="3446" y="3904"/>
                </a:lnTo>
                <a:lnTo>
                  <a:pt x="3450" y="3904"/>
                </a:lnTo>
                <a:lnTo>
                  <a:pt x="3449" y="3905"/>
                </a:lnTo>
                <a:lnTo>
                  <a:pt x="3438" y="3920"/>
                </a:lnTo>
                <a:lnTo>
                  <a:pt x="3425" y="3935"/>
                </a:lnTo>
                <a:lnTo>
                  <a:pt x="3420" y="3943"/>
                </a:lnTo>
                <a:lnTo>
                  <a:pt x="3415" y="3951"/>
                </a:lnTo>
                <a:lnTo>
                  <a:pt x="3412" y="3959"/>
                </a:lnTo>
                <a:lnTo>
                  <a:pt x="3410" y="3969"/>
                </a:lnTo>
                <a:lnTo>
                  <a:pt x="3415" y="3968"/>
                </a:lnTo>
                <a:lnTo>
                  <a:pt x="3420" y="3966"/>
                </a:lnTo>
                <a:lnTo>
                  <a:pt x="3424" y="3964"/>
                </a:lnTo>
                <a:lnTo>
                  <a:pt x="3428" y="3962"/>
                </a:lnTo>
                <a:lnTo>
                  <a:pt x="3436" y="3956"/>
                </a:lnTo>
                <a:lnTo>
                  <a:pt x="3441" y="3948"/>
                </a:lnTo>
                <a:lnTo>
                  <a:pt x="3445" y="3940"/>
                </a:lnTo>
                <a:lnTo>
                  <a:pt x="3450" y="3932"/>
                </a:lnTo>
                <a:lnTo>
                  <a:pt x="3455" y="3924"/>
                </a:lnTo>
                <a:lnTo>
                  <a:pt x="3461" y="3917"/>
                </a:lnTo>
                <a:lnTo>
                  <a:pt x="3465" y="3924"/>
                </a:lnTo>
                <a:lnTo>
                  <a:pt x="3471" y="3929"/>
                </a:lnTo>
                <a:lnTo>
                  <a:pt x="3477" y="3933"/>
                </a:lnTo>
                <a:lnTo>
                  <a:pt x="3484" y="3938"/>
                </a:lnTo>
                <a:lnTo>
                  <a:pt x="3498" y="3945"/>
                </a:lnTo>
                <a:lnTo>
                  <a:pt x="3512" y="3951"/>
                </a:lnTo>
                <a:lnTo>
                  <a:pt x="3515" y="3942"/>
                </a:lnTo>
                <a:lnTo>
                  <a:pt x="3518" y="3931"/>
                </a:lnTo>
                <a:lnTo>
                  <a:pt x="3528" y="3931"/>
                </a:lnTo>
                <a:lnTo>
                  <a:pt x="3538" y="3931"/>
                </a:lnTo>
                <a:lnTo>
                  <a:pt x="3538" y="3931"/>
                </a:lnTo>
                <a:lnTo>
                  <a:pt x="3538" y="3931"/>
                </a:lnTo>
                <a:lnTo>
                  <a:pt x="3539" y="3932"/>
                </a:lnTo>
                <a:lnTo>
                  <a:pt x="3539" y="3932"/>
                </a:lnTo>
                <a:lnTo>
                  <a:pt x="3540" y="3945"/>
                </a:lnTo>
                <a:lnTo>
                  <a:pt x="3542" y="3957"/>
                </a:lnTo>
                <a:lnTo>
                  <a:pt x="3545" y="3953"/>
                </a:lnTo>
                <a:lnTo>
                  <a:pt x="3546" y="3950"/>
                </a:lnTo>
                <a:lnTo>
                  <a:pt x="3547" y="3947"/>
                </a:lnTo>
                <a:lnTo>
                  <a:pt x="3547" y="3944"/>
                </a:lnTo>
                <a:lnTo>
                  <a:pt x="3544" y="3938"/>
                </a:lnTo>
                <a:lnTo>
                  <a:pt x="3539" y="3932"/>
                </a:lnTo>
                <a:lnTo>
                  <a:pt x="3539" y="3932"/>
                </a:lnTo>
                <a:lnTo>
                  <a:pt x="3539" y="3931"/>
                </a:lnTo>
                <a:lnTo>
                  <a:pt x="3539" y="3931"/>
                </a:lnTo>
                <a:lnTo>
                  <a:pt x="3538" y="3931"/>
                </a:lnTo>
                <a:lnTo>
                  <a:pt x="3540" y="3927"/>
                </a:lnTo>
                <a:lnTo>
                  <a:pt x="3541" y="3923"/>
                </a:lnTo>
                <a:lnTo>
                  <a:pt x="3541" y="3920"/>
                </a:lnTo>
                <a:lnTo>
                  <a:pt x="3540" y="3917"/>
                </a:lnTo>
                <a:lnTo>
                  <a:pt x="3539" y="3915"/>
                </a:lnTo>
                <a:lnTo>
                  <a:pt x="3536" y="3913"/>
                </a:lnTo>
                <a:lnTo>
                  <a:pt x="3532" y="3911"/>
                </a:lnTo>
                <a:lnTo>
                  <a:pt x="3527" y="3910"/>
                </a:lnTo>
                <a:lnTo>
                  <a:pt x="3521" y="3908"/>
                </a:lnTo>
                <a:lnTo>
                  <a:pt x="3517" y="3907"/>
                </a:lnTo>
                <a:lnTo>
                  <a:pt x="3514" y="3905"/>
                </a:lnTo>
                <a:lnTo>
                  <a:pt x="3512" y="3902"/>
                </a:lnTo>
                <a:lnTo>
                  <a:pt x="3511" y="3899"/>
                </a:lnTo>
                <a:lnTo>
                  <a:pt x="3511" y="3895"/>
                </a:lnTo>
                <a:lnTo>
                  <a:pt x="3511" y="3890"/>
                </a:lnTo>
                <a:lnTo>
                  <a:pt x="3512" y="3884"/>
                </a:lnTo>
                <a:lnTo>
                  <a:pt x="3515" y="3872"/>
                </a:lnTo>
                <a:lnTo>
                  <a:pt x="3519" y="3858"/>
                </a:lnTo>
                <a:lnTo>
                  <a:pt x="3515" y="3858"/>
                </a:lnTo>
                <a:lnTo>
                  <a:pt x="3512" y="3857"/>
                </a:lnTo>
                <a:lnTo>
                  <a:pt x="3522" y="3842"/>
                </a:lnTo>
                <a:lnTo>
                  <a:pt x="3532" y="3828"/>
                </a:lnTo>
                <a:lnTo>
                  <a:pt x="3542" y="3813"/>
                </a:lnTo>
                <a:lnTo>
                  <a:pt x="3551" y="3800"/>
                </a:lnTo>
                <a:lnTo>
                  <a:pt x="3554" y="3801"/>
                </a:lnTo>
                <a:lnTo>
                  <a:pt x="3558" y="3802"/>
                </a:lnTo>
                <a:lnTo>
                  <a:pt x="3559" y="3801"/>
                </a:lnTo>
                <a:lnTo>
                  <a:pt x="3559" y="3799"/>
                </a:lnTo>
                <a:lnTo>
                  <a:pt x="3556" y="3797"/>
                </a:lnTo>
                <a:lnTo>
                  <a:pt x="3554" y="3796"/>
                </a:lnTo>
                <a:lnTo>
                  <a:pt x="3560" y="3787"/>
                </a:lnTo>
                <a:lnTo>
                  <a:pt x="3566" y="3779"/>
                </a:lnTo>
                <a:lnTo>
                  <a:pt x="3567" y="3771"/>
                </a:lnTo>
                <a:lnTo>
                  <a:pt x="3568" y="3765"/>
                </a:lnTo>
                <a:lnTo>
                  <a:pt x="3574" y="3757"/>
                </a:lnTo>
                <a:lnTo>
                  <a:pt x="3581" y="3749"/>
                </a:lnTo>
                <a:lnTo>
                  <a:pt x="3588" y="3739"/>
                </a:lnTo>
                <a:lnTo>
                  <a:pt x="3596" y="3728"/>
                </a:lnTo>
                <a:lnTo>
                  <a:pt x="3603" y="3718"/>
                </a:lnTo>
                <a:lnTo>
                  <a:pt x="3610" y="3708"/>
                </a:lnTo>
                <a:lnTo>
                  <a:pt x="3605" y="3703"/>
                </a:lnTo>
                <a:lnTo>
                  <a:pt x="3600" y="3700"/>
                </a:lnTo>
                <a:lnTo>
                  <a:pt x="3596" y="3697"/>
                </a:lnTo>
                <a:lnTo>
                  <a:pt x="3593" y="3697"/>
                </a:lnTo>
                <a:lnTo>
                  <a:pt x="3590" y="3699"/>
                </a:lnTo>
                <a:lnTo>
                  <a:pt x="3588" y="3700"/>
                </a:lnTo>
                <a:lnTo>
                  <a:pt x="3586" y="3703"/>
                </a:lnTo>
                <a:lnTo>
                  <a:pt x="3585" y="3706"/>
                </a:lnTo>
                <a:lnTo>
                  <a:pt x="3582" y="3713"/>
                </a:lnTo>
                <a:lnTo>
                  <a:pt x="3580" y="3720"/>
                </a:lnTo>
                <a:lnTo>
                  <a:pt x="3578" y="3723"/>
                </a:lnTo>
                <a:lnTo>
                  <a:pt x="3575" y="3726"/>
                </a:lnTo>
                <a:lnTo>
                  <a:pt x="3573" y="3727"/>
                </a:lnTo>
                <a:lnTo>
                  <a:pt x="3570" y="3728"/>
                </a:lnTo>
                <a:lnTo>
                  <a:pt x="3566" y="3730"/>
                </a:lnTo>
                <a:lnTo>
                  <a:pt x="3656" y="3601"/>
                </a:lnTo>
                <a:lnTo>
                  <a:pt x="3653" y="3595"/>
                </a:lnTo>
                <a:lnTo>
                  <a:pt x="3650" y="3591"/>
                </a:lnTo>
                <a:lnTo>
                  <a:pt x="3670" y="3566"/>
                </a:lnTo>
                <a:lnTo>
                  <a:pt x="3672" y="3572"/>
                </a:lnTo>
                <a:lnTo>
                  <a:pt x="3675" y="3576"/>
                </a:lnTo>
                <a:lnTo>
                  <a:pt x="3677" y="3579"/>
                </a:lnTo>
                <a:lnTo>
                  <a:pt x="3680" y="3582"/>
                </a:lnTo>
                <a:lnTo>
                  <a:pt x="3684" y="3583"/>
                </a:lnTo>
                <a:lnTo>
                  <a:pt x="3688" y="3583"/>
                </a:lnTo>
                <a:lnTo>
                  <a:pt x="3695" y="3582"/>
                </a:lnTo>
                <a:lnTo>
                  <a:pt x="3703" y="3581"/>
                </a:lnTo>
                <a:lnTo>
                  <a:pt x="3688" y="3547"/>
                </a:lnTo>
                <a:lnTo>
                  <a:pt x="3691" y="3544"/>
                </a:lnTo>
                <a:lnTo>
                  <a:pt x="3694" y="3541"/>
                </a:lnTo>
                <a:lnTo>
                  <a:pt x="3695" y="3536"/>
                </a:lnTo>
                <a:lnTo>
                  <a:pt x="3696" y="3532"/>
                </a:lnTo>
                <a:lnTo>
                  <a:pt x="3717" y="3506"/>
                </a:lnTo>
                <a:lnTo>
                  <a:pt x="3717" y="3509"/>
                </a:lnTo>
                <a:lnTo>
                  <a:pt x="3718" y="3512"/>
                </a:lnTo>
                <a:lnTo>
                  <a:pt x="3720" y="3513"/>
                </a:lnTo>
                <a:lnTo>
                  <a:pt x="3723" y="3514"/>
                </a:lnTo>
                <a:lnTo>
                  <a:pt x="3719" y="3519"/>
                </a:lnTo>
                <a:lnTo>
                  <a:pt x="3715" y="3525"/>
                </a:lnTo>
                <a:lnTo>
                  <a:pt x="3713" y="3532"/>
                </a:lnTo>
                <a:lnTo>
                  <a:pt x="3713" y="3541"/>
                </a:lnTo>
                <a:lnTo>
                  <a:pt x="3706" y="3552"/>
                </a:lnTo>
                <a:lnTo>
                  <a:pt x="3699" y="3563"/>
                </a:lnTo>
                <a:lnTo>
                  <a:pt x="3703" y="3563"/>
                </a:lnTo>
                <a:lnTo>
                  <a:pt x="3706" y="3562"/>
                </a:lnTo>
                <a:lnTo>
                  <a:pt x="3709" y="3560"/>
                </a:lnTo>
                <a:lnTo>
                  <a:pt x="3712" y="3558"/>
                </a:lnTo>
                <a:lnTo>
                  <a:pt x="3718" y="3553"/>
                </a:lnTo>
                <a:lnTo>
                  <a:pt x="3724" y="3548"/>
                </a:lnTo>
                <a:lnTo>
                  <a:pt x="3728" y="3550"/>
                </a:lnTo>
                <a:lnTo>
                  <a:pt x="3732" y="3552"/>
                </a:lnTo>
                <a:lnTo>
                  <a:pt x="3743" y="3536"/>
                </a:lnTo>
                <a:lnTo>
                  <a:pt x="3755" y="3521"/>
                </a:lnTo>
                <a:lnTo>
                  <a:pt x="3763" y="3518"/>
                </a:lnTo>
                <a:lnTo>
                  <a:pt x="3770" y="3514"/>
                </a:lnTo>
                <a:lnTo>
                  <a:pt x="3768" y="3511"/>
                </a:lnTo>
                <a:lnTo>
                  <a:pt x="3766" y="3508"/>
                </a:lnTo>
                <a:lnTo>
                  <a:pt x="3776" y="3495"/>
                </a:lnTo>
                <a:lnTo>
                  <a:pt x="3786" y="3482"/>
                </a:lnTo>
                <a:lnTo>
                  <a:pt x="3791" y="3491"/>
                </a:lnTo>
                <a:lnTo>
                  <a:pt x="3797" y="3500"/>
                </a:lnTo>
                <a:lnTo>
                  <a:pt x="3802" y="3498"/>
                </a:lnTo>
                <a:lnTo>
                  <a:pt x="3812" y="3495"/>
                </a:lnTo>
                <a:lnTo>
                  <a:pt x="3800" y="3485"/>
                </a:lnTo>
                <a:lnTo>
                  <a:pt x="3790" y="3477"/>
                </a:lnTo>
                <a:lnTo>
                  <a:pt x="3793" y="3473"/>
                </a:lnTo>
                <a:lnTo>
                  <a:pt x="3797" y="3468"/>
                </a:lnTo>
                <a:lnTo>
                  <a:pt x="3801" y="3471"/>
                </a:lnTo>
                <a:lnTo>
                  <a:pt x="3806" y="3473"/>
                </a:lnTo>
                <a:lnTo>
                  <a:pt x="3821" y="3469"/>
                </a:lnTo>
                <a:lnTo>
                  <a:pt x="3836" y="3466"/>
                </a:lnTo>
                <a:lnTo>
                  <a:pt x="3839" y="3468"/>
                </a:lnTo>
                <a:lnTo>
                  <a:pt x="3843" y="3471"/>
                </a:lnTo>
                <a:lnTo>
                  <a:pt x="3847" y="3476"/>
                </a:lnTo>
                <a:lnTo>
                  <a:pt x="3852" y="3480"/>
                </a:lnTo>
                <a:lnTo>
                  <a:pt x="3860" y="3476"/>
                </a:lnTo>
                <a:lnTo>
                  <a:pt x="3869" y="3470"/>
                </a:lnTo>
                <a:lnTo>
                  <a:pt x="3872" y="3476"/>
                </a:lnTo>
                <a:lnTo>
                  <a:pt x="3877" y="3482"/>
                </a:lnTo>
                <a:lnTo>
                  <a:pt x="3882" y="3486"/>
                </a:lnTo>
                <a:lnTo>
                  <a:pt x="3887" y="3489"/>
                </a:lnTo>
                <a:lnTo>
                  <a:pt x="3894" y="3492"/>
                </a:lnTo>
                <a:lnTo>
                  <a:pt x="3900" y="3495"/>
                </a:lnTo>
                <a:lnTo>
                  <a:pt x="3909" y="3496"/>
                </a:lnTo>
                <a:lnTo>
                  <a:pt x="3916" y="3498"/>
                </a:lnTo>
                <a:lnTo>
                  <a:pt x="3910" y="3493"/>
                </a:lnTo>
                <a:lnTo>
                  <a:pt x="3905" y="3488"/>
                </a:lnTo>
                <a:lnTo>
                  <a:pt x="3899" y="3483"/>
                </a:lnTo>
                <a:lnTo>
                  <a:pt x="3894" y="3477"/>
                </a:lnTo>
                <a:lnTo>
                  <a:pt x="3890" y="3472"/>
                </a:lnTo>
                <a:lnTo>
                  <a:pt x="3887" y="3466"/>
                </a:lnTo>
                <a:lnTo>
                  <a:pt x="3885" y="3458"/>
                </a:lnTo>
                <a:lnTo>
                  <a:pt x="3883" y="3451"/>
                </a:lnTo>
                <a:lnTo>
                  <a:pt x="3881" y="3447"/>
                </a:lnTo>
                <a:lnTo>
                  <a:pt x="3878" y="3444"/>
                </a:lnTo>
                <a:lnTo>
                  <a:pt x="3874" y="3440"/>
                </a:lnTo>
                <a:lnTo>
                  <a:pt x="3870" y="3437"/>
                </a:lnTo>
                <a:lnTo>
                  <a:pt x="3865" y="3433"/>
                </a:lnTo>
                <a:lnTo>
                  <a:pt x="3860" y="3429"/>
                </a:lnTo>
                <a:lnTo>
                  <a:pt x="3855" y="3425"/>
                </a:lnTo>
                <a:lnTo>
                  <a:pt x="3851" y="3419"/>
                </a:lnTo>
                <a:lnTo>
                  <a:pt x="3850" y="3416"/>
                </a:lnTo>
                <a:lnTo>
                  <a:pt x="3848" y="3413"/>
                </a:lnTo>
                <a:lnTo>
                  <a:pt x="3854" y="3412"/>
                </a:lnTo>
                <a:lnTo>
                  <a:pt x="3861" y="3410"/>
                </a:lnTo>
                <a:lnTo>
                  <a:pt x="3864" y="3409"/>
                </a:lnTo>
                <a:lnTo>
                  <a:pt x="3867" y="3406"/>
                </a:lnTo>
                <a:lnTo>
                  <a:pt x="3869" y="3403"/>
                </a:lnTo>
                <a:lnTo>
                  <a:pt x="3871" y="3399"/>
                </a:lnTo>
                <a:lnTo>
                  <a:pt x="3865" y="3389"/>
                </a:lnTo>
                <a:lnTo>
                  <a:pt x="3900" y="3348"/>
                </a:lnTo>
                <a:lnTo>
                  <a:pt x="3901" y="3348"/>
                </a:lnTo>
                <a:lnTo>
                  <a:pt x="3902" y="3349"/>
                </a:lnTo>
                <a:lnTo>
                  <a:pt x="3909" y="3343"/>
                </a:lnTo>
                <a:lnTo>
                  <a:pt x="3915" y="3338"/>
                </a:lnTo>
                <a:lnTo>
                  <a:pt x="3927" y="3337"/>
                </a:lnTo>
                <a:lnTo>
                  <a:pt x="3939" y="3337"/>
                </a:lnTo>
                <a:lnTo>
                  <a:pt x="3942" y="3329"/>
                </a:lnTo>
                <a:lnTo>
                  <a:pt x="3944" y="3321"/>
                </a:lnTo>
                <a:lnTo>
                  <a:pt x="3947" y="3312"/>
                </a:lnTo>
                <a:lnTo>
                  <a:pt x="3951" y="3301"/>
                </a:lnTo>
                <a:lnTo>
                  <a:pt x="3963" y="3295"/>
                </a:lnTo>
                <a:lnTo>
                  <a:pt x="3977" y="3289"/>
                </a:lnTo>
                <a:lnTo>
                  <a:pt x="3987" y="3295"/>
                </a:lnTo>
                <a:lnTo>
                  <a:pt x="3997" y="3302"/>
                </a:lnTo>
                <a:lnTo>
                  <a:pt x="4007" y="3309"/>
                </a:lnTo>
                <a:lnTo>
                  <a:pt x="4017" y="3315"/>
                </a:lnTo>
                <a:lnTo>
                  <a:pt x="4026" y="3316"/>
                </a:lnTo>
                <a:lnTo>
                  <a:pt x="4035" y="3317"/>
                </a:lnTo>
                <a:lnTo>
                  <a:pt x="4035" y="3307"/>
                </a:lnTo>
                <a:lnTo>
                  <a:pt x="4035" y="3297"/>
                </a:lnTo>
                <a:lnTo>
                  <a:pt x="4051" y="3306"/>
                </a:lnTo>
                <a:lnTo>
                  <a:pt x="4067" y="3314"/>
                </a:lnTo>
                <a:lnTo>
                  <a:pt x="4083" y="3322"/>
                </a:lnTo>
                <a:lnTo>
                  <a:pt x="4100" y="3330"/>
                </a:lnTo>
                <a:lnTo>
                  <a:pt x="4099" y="3334"/>
                </a:lnTo>
                <a:lnTo>
                  <a:pt x="4098" y="3339"/>
                </a:lnTo>
                <a:lnTo>
                  <a:pt x="4098" y="3343"/>
                </a:lnTo>
                <a:lnTo>
                  <a:pt x="4099" y="3346"/>
                </a:lnTo>
                <a:lnTo>
                  <a:pt x="4101" y="3350"/>
                </a:lnTo>
                <a:lnTo>
                  <a:pt x="4101" y="3354"/>
                </a:lnTo>
                <a:lnTo>
                  <a:pt x="4101" y="3358"/>
                </a:lnTo>
                <a:lnTo>
                  <a:pt x="4101" y="3363"/>
                </a:lnTo>
                <a:lnTo>
                  <a:pt x="4101" y="3367"/>
                </a:lnTo>
                <a:lnTo>
                  <a:pt x="4102" y="3370"/>
                </a:lnTo>
                <a:lnTo>
                  <a:pt x="4104" y="3372"/>
                </a:lnTo>
                <a:lnTo>
                  <a:pt x="4105" y="3373"/>
                </a:lnTo>
                <a:lnTo>
                  <a:pt x="4108" y="3373"/>
                </a:lnTo>
                <a:lnTo>
                  <a:pt x="4111" y="3373"/>
                </a:lnTo>
                <a:lnTo>
                  <a:pt x="4121" y="3362"/>
                </a:lnTo>
                <a:lnTo>
                  <a:pt x="4129" y="3350"/>
                </a:lnTo>
                <a:lnTo>
                  <a:pt x="4139" y="3336"/>
                </a:lnTo>
                <a:lnTo>
                  <a:pt x="4146" y="3321"/>
                </a:lnTo>
                <a:lnTo>
                  <a:pt x="4146" y="3314"/>
                </a:lnTo>
                <a:lnTo>
                  <a:pt x="4143" y="3301"/>
                </a:lnTo>
                <a:lnTo>
                  <a:pt x="4131" y="3314"/>
                </a:lnTo>
                <a:lnTo>
                  <a:pt x="4122" y="3324"/>
                </a:lnTo>
                <a:lnTo>
                  <a:pt x="4120" y="3316"/>
                </a:lnTo>
                <a:lnTo>
                  <a:pt x="4119" y="3308"/>
                </a:lnTo>
                <a:lnTo>
                  <a:pt x="4106" y="3309"/>
                </a:lnTo>
                <a:lnTo>
                  <a:pt x="4094" y="3307"/>
                </a:lnTo>
                <a:lnTo>
                  <a:pt x="4092" y="3304"/>
                </a:lnTo>
                <a:lnTo>
                  <a:pt x="4088" y="3299"/>
                </a:lnTo>
                <a:lnTo>
                  <a:pt x="4086" y="3293"/>
                </a:lnTo>
                <a:lnTo>
                  <a:pt x="4083" y="3287"/>
                </a:lnTo>
                <a:lnTo>
                  <a:pt x="4099" y="3284"/>
                </a:lnTo>
                <a:lnTo>
                  <a:pt x="4114" y="3282"/>
                </a:lnTo>
                <a:lnTo>
                  <a:pt x="4128" y="3280"/>
                </a:lnTo>
                <a:lnTo>
                  <a:pt x="4143" y="3278"/>
                </a:lnTo>
                <a:lnTo>
                  <a:pt x="4141" y="3266"/>
                </a:lnTo>
                <a:lnTo>
                  <a:pt x="4139" y="3249"/>
                </a:lnTo>
                <a:lnTo>
                  <a:pt x="4154" y="3260"/>
                </a:lnTo>
                <a:lnTo>
                  <a:pt x="4168" y="3272"/>
                </a:lnTo>
                <a:lnTo>
                  <a:pt x="4173" y="3266"/>
                </a:lnTo>
                <a:lnTo>
                  <a:pt x="4178" y="3260"/>
                </a:lnTo>
                <a:lnTo>
                  <a:pt x="4178" y="3260"/>
                </a:lnTo>
                <a:lnTo>
                  <a:pt x="4179" y="3260"/>
                </a:lnTo>
                <a:lnTo>
                  <a:pt x="4179" y="3260"/>
                </a:lnTo>
                <a:lnTo>
                  <a:pt x="4179" y="3259"/>
                </a:lnTo>
                <a:lnTo>
                  <a:pt x="4186" y="3255"/>
                </a:lnTo>
                <a:lnTo>
                  <a:pt x="4192" y="3251"/>
                </a:lnTo>
                <a:lnTo>
                  <a:pt x="4198" y="3249"/>
                </a:lnTo>
                <a:lnTo>
                  <a:pt x="4204" y="3246"/>
                </a:lnTo>
                <a:lnTo>
                  <a:pt x="4217" y="3243"/>
                </a:lnTo>
                <a:lnTo>
                  <a:pt x="4231" y="3240"/>
                </a:lnTo>
                <a:lnTo>
                  <a:pt x="4245" y="3238"/>
                </a:lnTo>
                <a:lnTo>
                  <a:pt x="4258" y="3236"/>
                </a:lnTo>
                <a:lnTo>
                  <a:pt x="4272" y="3233"/>
                </a:lnTo>
                <a:lnTo>
                  <a:pt x="4287" y="3228"/>
                </a:lnTo>
                <a:lnTo>
                  <a:pt x="4288" y="3219"/>
                </a:lnTo>
                <a:lnTo>
                  <a:pt x="4289" y="3210"/>
                </a:lnTo>
                <a:lnTo>
                  <a:pt x="4289" y="3200"/>
                </a:lnTo>
                <a:lnTo>
                  <a:pt x="4290" y="3191"/>
                </a:lnTo>
                <a:lnTo>
                  <a:pt x="4290" y="3183"/>
                </a:lnTo>
                <a:lnTo>
                  <a:pt x="4292" y="3176"/>
                </a:lnTo>
                <a:lnTo>
                  <a:pt x="4293" y="3174"/>
                </a:lnTo>
                <a:lnTo>
                  <a:pt x="4295" y="3171"/>
                </a:lnTo>
                <a:lnTo>
                  <a:pt x="4298" y="3169"/>
                </a:lnTo>
                <a:lnTo>
                  <a:pt x="4301" y="3167"/>
                </a:lnTo>
                <a:lnTo>
                  <a:pt x="4315" y="3159"/>
                </a:lnTo>
                <a:lnTo>
                  <a:pt x="4331" y="3150"/>
                </a:lnTo>
                <a:lnTo>
                  <a:pt x="4344" y="3159"/>
                </a:lnTo>
                <a:lnTo>
                  <a:pt x="4358" y="3164"/>
                </a:lnTo>
                <a:lnTo>
                  <a:pt x="4363" y="3165"/>
                </a:lnTo>
                <a:lnTo>
                  <a:pt x="4369" y="3164"/>
                </a:lnTo>
                <a:lnTo>
                  <a:pt x="4375" y="3162"/>
                </a:lnTo>
                <a:lnTo>
                  <a:pt x="4381" y="3160"/>
                </a:lnTo>
                <a:lnTo>
                  <a:pt x="4381" y="3154"/>
                </a:lnTo>
                <a:lnTo>
                  <a:pt x="4380" y="3148"/>
                </a:lnTo>
                <a:lnTo>
                  <a:pt x="4372" y="3146"/>
                </a:lnTo>
                <a:lnTo>
                  <a:pt x="4366" y="3144"/>
                </a:lnTo>
                <a:lnTo>
                  <a:pt x="4362" y="3141"/>
                </a:lnTo>
                <a:lnTo>
                  <a:pt x="4360" y="3137"/>
                </a:lnTo>
                <a:lnTo>
                  <a:pt x="4360" y="3127"/>
                </a:lnTo>
                <a:lnTo>
                  <a:pt x="4361" y="3117"/>
                </a:lnTo>
                <a:lnTo>
                  <a:pt x="4362" y="3112"/>
                </a:lnTo>
                <a:lnTo>
                  <a:pt x="4361" y="3105"/>
                </a:lnTo>
                <a:lnTo>
                  <a:pt x="4351" y="3102"/>
                </a:lnTo>
                <a:lnTo>
                  <a:pt x="4342" y="3100"/>
                </a:lnTo>
                <a:lnTo>
                  <a:pt x="4336" y="3097"/>
                </a:lnTo>
                <a:lnTo>
                  <a:pt x="4331" y="3094"/>
                </a:lnTo>
                <a:lnTo>
                  <a:pt x="4328" y="3091"/>
                </a:lnTo>
                <a:lnTo>
                  <a:pt x="4326" y="3087"/>
                </a:lnTo>
                <a:lnTo>
                  <a:pt x="4326" y="3083"/>
                </a:lnTo>
                <a:lnTo>
                  <a:pt x="4327" y="3078"/>
                </a:lnTo>
                <a:lnTo>
                  <a:pt x="4329" y="3073"/>
                </a:lnTo>
                <a:lnTo>
                  <a:pt x="4333" y="3066"/>
                </a:lnTo>
                <a:lnTo>
                  <a:pt x="4344" y="3054"/>
                </a:lnTo>
                <a:lnTo>
                  <a:pt x="4356" y="3043"/>
                </a:lnTo>
                <a:lnTo>
                  <a:pt x="4361" y="3040"/>
                </a:lnTo>
                <a:lnTo>
                  <a:pt x="4366" y="3038"/>
                </a:lnTo>
                <a:lnTo>
                  <a:pt x="4371" y="3037"/>
                </a:lnTo>
                <a:lnTo>
                  <a:pt x="4375" y="3037"/>
                </a:lnTo>
                <a:lnTo>
                  <a:pt x="4379" y="3039"/>
                </a:lnTo>
                <a:lnTo>
                  <a:pt x="4382" y="3042"/>
                </a:lnTo>
                <a:lnTo>
                  <a:pt x="4385" y="3047"/>
                </a:lnTo>
                <a:lnTo>
                  <a:pt x="4387" y="3052"/>
                </a:lnTo>
                <a:lnTo>
                  <a:pt x="4388" y="3055"/>
                </a:lnTo>
                <a:lnTo>
                  <a:pt x="4388" y="3057"/>
                </a:lnTo>
                <a:lnTo>
                  <a:pt x="4389" y="3060"/>
                </a:lnTo>
                <a:lnTo>
                  <a:pt x="4391" y="3063"/>
                </a:lnTo>
                <a:lnTo>
                  <a:pt x="4404" y="3066"/>
                </a:lnTo>
                <a:lnTo>
                  <a:pt x="4418" y="3068"/>
                </a:lnTo>
                <a:lnTo>
                  <a:pt x="4424" y="3070"/>
                </a:lnTo>
                <a:lnTo>
                  <a:pt x="4430" y="3072"/>
                </a:lnTo>
                <a:lnTo>
                  <a:pt x="4435" y="3075"/>
                </a:lnTo>
                <a:lnTo>
                  <a:pt x="4440" y="3078"/>
                </a:lnTo>
                <a:lnTo>
                  <a:pt x="4447" y="3082"/>
                </a:lnTo>
                <a:lnTo>
                  <a:pt x="4454" y="3086"/>
                </a:lnTo>
                <a:lnTo>
                  <a:pt x="4462" y="3088"/>
                </a:lnTo>
                <a:lnTo>
                  <a:pt x="4471" y="3091"/>
                </a:lnTo>
                <a:lnTo>
                  <a:pt x="4478" y="3093"/>
                </a:lnTo>
                <a:lnTo>
                  <a:pt x="4485" y="3096"/>
                </a:lnTo>
                <a:lnTo>
                  <a:pt x="4492" y="3100"/>
                </a:lnTo>
                <a:lnTo>
                  <a:pt x="4499" y="3105"/>
                </a:lnTo>
                <a:lnTo>
                  <a:pt x="4503" y="3107"/>
                </a:lnTo>
                <a:lnTo>
                  <a:pt x="4509" y="3110"/>
                </a:lnTo>
                <a:lnTo>
                  <a:pt x="4516" y="3110"/>
                </a:lnTo>
                <a:lnTo>
                  <a:pt x="4524" y="3111"/>
                </a:lnTo>
                <a:lnTo>
                  <a:pt x="4507" y="3127"/>
                </a:lnTo>
                <a:lnTo>
                  <a:pt x="4493" y="3143"/>
                </a:lnTo>
                <a:lnTo>
                  <a:pt x="4485" y="3152"/>
                </a:lnTo>
                <a:lnTo>
                  <a:pt x="4478" y="3161"/>
                </a:lnTo>
                <a:lnTo>
                  <a:pt x="4469" y="3168"/>
                </a:lnTo>
                <a:lnTo>
                  <a:pt x="4459" y="3176"/>
                </a:lnTo>
                <a:lnTo>
                  <a:pt x="4461" y="3178"/>
                </a:lnTo>
                <a:lnTo>
                  <a:pt x="4465" y="3179"/>
                </a:lnTo>
                <a:lnTo>
                  <a:pt x="4467" y="3178"/>
                </a:lnTo>
                <a:lnTo>
                  <a:pt x="4469" y="3177"/>
                </a:lnTo>
                <a:lnTo>
                  <a:pt x="4470" y="3176"/>
                </a:lnTo>
                <a:lnTo>
                  <a:pt x="4472" y="3175"/>
                </a:lnTo>
                <a:lnTo>
                  <a:pt x="4474" y="3175"/>
                </a:lnTo>
                <a:lnTo>
                  <a:pt x="4477" y="3176"/>
                </a:lnTo>
                <a:lnTo>
                  <a:pt x="4467" y="3188"/>
                </a:lnTo>
                <a:lnTo>
                  <a:pt x="4456" y="3202"/>
                </a:lnTo>
                <a:lnTo>
                  <a:pt x="4447" y="3217"/>
                </a:lnTo>
                <a:lnTo>
                  <a:pt x="4440" y="3232"/>
                </a:lnTo>
                <a:lnTo>
                  <a:pt x="4439" y="3234"/>
                </a:lnTo>
                <a:lnTo>
                  <a:pt x="4436" y="3236"/>
                </a:lnTo>
                <a:lnTo>
                  <a:pt x="4432" y="3236"/>
                </a:lnTo>
                <a:lnTo>
                  <a:pt x="4429" y="3236"/>
                </a:lnTo>
                <a:lnTo>
                  <a:pt x="4425" y="3234"/>
                </a:lnTo>
                <a:lnTo>
                  <a:pt x="4423" y="3232"/>
                </a:lnTo>
                <a:lnTo>
                  <a:pt x="4422" y="3229"/>
                </a:lnTo>
                <a:lnTo>
                  <a:pt x="4422" y="3225"/>
                </a:lnTo>
                <a:lnTo>
                  <a:pt x="4419" y="3223"/>
                </a:lnTo>
                <a:lnTo>
                  <a:pt x="4417" y="3222"/>
                </a:lnTo>
                <a:lnTo>
                  <a:pt x="4414" y="3222"/>
                </a:lnTo>
                <a:lnTo>
                  <a:pt x="4413" y="3222"/>
                </a:lnTo>
                <a:lnTo>
                  <a:pt x="4412" y="3225"/>
                </a:lnTo>
                <a:lnTo>
                  <a:pt x="4412" y="3230"/>
                </a:lnTo>
                <a:lnTo>
                  <a:pt x="4414" y="3239"/>
                </a:lnTo>
                <a:lnTo>
                  <a:pt x="4415" y="3244"/>
                </a:lnTo>
                <a:lnTo>
                  <a:pt x="4412" y="3247"/>
                </a:lnTo>
                <a:lnTo>
                  <a:pt x="4409" y="3248"/>
                </a:lnTo>
                <a:lnTo>
                  <a:pt x="4405" y="3248"/>
                </a:lnTo>
                <a:lnTo>
                  <a:pt x="4401" y="3247"/>
                </a:lnTo>
                <a:lnTo>
                  <a:pt x="4397" y="3246"/>
                </a:lnTo>
                <a:lnTo>
                  <a:pt x="4393" y="3246"/>
                </a:lnTo>
                <a:lnTo>
                  <a:pt x="4389" y="3246"/>
                </a:lnTo>
                <a:lnTo>
                  <a:pt x="4386" y="3247"/>
                </a:lnTo>
                <a:lnTo>
                  <a:pt x="4381" y="3250"/>
                </a:lnTo>
                <a:lnTo>
                  <a:pt x="4377" y="3253"/>
                </a:lnTo>
                <a:lnTo>
                  <a:pt x="4374" y="3257"/>
                </a:lnTo>
                <a:lnTo>
                  <a:pt x="4369" y="3262"/>
                </a:lnTo>
                <a:lnTo>
                  <a:pt x="4362" y="3272"/>
                </a:lnTo>
                <a:lnTo>
                  <a:pt x="4355" y="3282"/>
                </a:lnTo>
                <a:lnTo>
                  <a:pt x="4348" y="3290"/>
                </a:lnTo>
                <a:lnTo>
                  <a:pt x="4341" y="3296"/>
                </a:lnTo>
                <a:lnTo>
                  <a:pt x="4337" y="3298"/>
                </a:lnTo>
                <a:lnTo>
                  <a:pt x="4333" y="3299"/>
                </a:lnTo>
                <a:lnTo>
                  <a:pt x="4329" y="3299"/>
                </a:lnTo>
                <a:lnTo>
                  <a:pt x="4325" y="3298"/>
                </a:lnTo>
                <a:lnTo>
                  <a:pt x="4294" y="3341"/>
                </a:lnTo>
                <a:lnTo>
                  <a:pt x="4261" y="3385"/>
                </a:lnTo>
                <a:lnTo>
                  <a:pt x="4226" y="3428"/>
                </a:lnTo>
                <a:lnTo>
                  <a:pt x="4191" y="3471"/>
                </a:lnTo>
                <a:lnTo>
                  <a:pt x="4116" y="3557"/>
                </a:lnTo>
                <a:lnTo>
                  <a:pt x="4040" y="3642"/>
                </a:lnTo>
                <a:lnTo>
                  <a:pt x="3965" y="3727"/>
                </a:lnTo>
                <a:lnTo>
                  <a:pt x="3892" y="3810"/>
                </a:lnTo>
                <a:lnTo>
                  <a:pt x="3858" y="3852"/>
                </a:lnTo>
                <a:lnTo>
                  <a:pt x="3825" y="3892"/>
                </a:lnTo>
                <a:lnTo>
                  <a:pt x="3794" y="3933"/>
                </a:lnTo>
                <a:lnTo>
                  <a:pt x="3766" y="3974"/>
                </a:lnTo>
                <a:lnTo>
                  <a:pt x="3755" y="3976"/>
                </a:lnTo>
                <a:lnTo>
                  <a:pt x="3746" y="3978"/>
                </a:lnTo>
                <a:lnTo>
                  <a:pt x="3741" y="3992"/>
                </a:lnTo>
                <a:lnTo>
                  <a:pt x="3740" y="4003"/>
                </a:lnTo>
                <a:lnTo>
                  <a:pt x="3739" y="4007"/>
                </a:lnTo>
                <a:lnTo>
                  <a:pt x="3738" y="4013"/>
                </a:lnTo>
                <a:lnTo>
                  <a:pt x="3735" y="4019"/>
                </a:lnTo>
                <a:lnTo>
                  <a:pt x="3732" y="4026"/>
                </a:lnTo>
                <a:lnTo>
                  <a:pt x="3738" y="4032"/>
                </a:lnTo>
                <a:lnTo>
                  <a:pt x="3742" y="4036"/>
                </a:lnTo>
                <a:lnTo>
                  <a:pt x="3747" y="4038"/>
                </a:lnTo>
                <a:lnTo>
                  <a:pt x="3755" y="4041"/>
                </a:lnTo>
                <a:lnTo>
                  <a:pt x="3753" y="4042"/>
                </a:lnTo>
                <a:lnTo>
                  <a:pt x="3751" y="4043"/>
                </a:lnTo>
                <a:lnTo>
                  <a:pt x="3748" y="4043"/>
                </a:lnTo>
                <a:lnTo>
                  <a:pt x="3746" y="4043"/>
                </a:lnTo>
                <a:lnTo>
                  <a:pt x="3740" y="4041"/>
                </a:lnTo>
                <a:lnTo>
                  <a:pt x="3735" y="4038"/>
                </a:lnTo>
                <a:lnTo>
                  <a:pt x="3729" y="4035"/>
                </a:lnTo>
                <a:lnTo>
                  <a:pt x="3723" y="4032"/>
                </a:lnTo>
                <a:lnTo>
                  <a:pt x="3718" y="4030"/>
                </a:lnTo>
                <a:lnTo>
                  <a:pt x="3712" y="4030"/>
                </a:lnTo>
                <a:lnTo>
                  <a:pt x="3710" y="4033"/>
                </a:lnTo>
                <a:lnTo>
                  <a:pt x="3708" y="4035"/>
                </a:lnTo>
                <a:lnTo>
                  <a:pt x="3705" y="4035"/>
                </a:lnTo>
                <a:lnTo>
                  <a:pt x="3703" y="4035"/>
                </a:lnTo>
                <a:lnTo>
                  <a:pt x="3699" y="4040"/>
                </a:lnTo>
                <a:lnTo>
                  <a:pt x="3697" y="4044"/>
                </a:lnTo>
                <a:lnTo>
                  <a:pt x="3695" y="4048"/>
                </a:lnTo>
                <a:lnTo>
                  <a:pt x="3695" y="4053"/>
                </a:lnTo>
                <a:lnTo>
                  <a:pt x="3695" y="4057"/>
                </a:lnTo>
                <a:lnTo>
                  <a:pt x="3696" y="4060"/>
                </a:lnTo>
                <a:lnTo>
                  <a:pt x="3697" y="4064"/>
                </a:lnTo>
                <a:lnTo>
                  <a:pt x="3699" y="4067"/>
                </a:lnTo>
                <a:lnTo>
                  <a:pt x="3694" y="4067"/>
                </a:lnTo>
                <a:lnTo>
                  <a:pt x="3689" y="4069"/>
                </a:lnTo>
                <a:lnTo>
                  <a:pt x="3683" y="4072"/>
                </a:lnTo>
                <a:lnTo>
                  <a:pt x="3676" y="4077"/>
                </a:lnTo>
                <a:lnTo>
                  <a:pt x="3661" y="4089"/>
                </a:lnTo>
                <a:lnTo>
                  <a:pt x="3646" y="4105"/>
                </a:lnTo>
                <a:lnTo>
                  <a:pt x="3645" y="4101"/>
                </a:lnTo>
                <a:lnTo>
                  <a:pt x="3644" y="4097"/>
                </a:lnTo>
                <a:lnTo>
                  <a:pt x="3631" y="4095"/>
                </a:lnTo>
                <a:lnTo>
                  <a:pt x="3619" y="4094"/>
                </a:lnTo>
                <a:lnTo>
                  <a:pt x="3609" y="4093"/>
                </a:lnTo>
                <a:lnTo>
                  <a:pt x="3599" y="4090"/>
                </a:lnTo>
                <a:lnTo>
                  <a:pt x="3600" y="4098"/>
                </a:lnTo>
                <a:lnTo>
                  <a:pt x="3602" y="4104"/>
                </a:lnTo>
                <a:lnTo>
                  <a:pt x="3604" y="4110"/>
                </a:lnTo>
                <a:lnTo>
                  <a:pt x="3607" y="4115"/>
                </a:lnTo>
                <a:lnTo>
                  <a:pt x="3610" y="4119"/>
                </a:lnTo>
                <a:lnTo>
                  <a:pt x="3614" y="4124"/>
                </a:lnTo>
                <a:lnTo>
                  <a:pt x="3618" y="4127"/>
                </a:lnTo>
                <a:lnTo>
                  <a:pt x="3624" y="4131"/>
                </a:lnTo>
                <a:lnTo>
                  <a:pt x="3613" y="4143"/>
                </a:lnTo>
                <a:lnTo>
                  <a:pt x="3603" y="4154"/>
                </a:lnTo>
                <a:lnTo>
                  <a:pt x="3594" y="4164"/>
                </a:lnTo>
                <a:lnTo>
                  <a:pt x="3586" y="4175"/>
                </a:lnTo>
                <a:lnTo>
                  <a:pt x="3555" y="4207"/>
                </a:lnTo>
                <a:lnTo>
                  <a:pt x="3526" y="4240"/>
                </a:lnTo>
                <a:lnTo>
                  <a:pt x="3500" y="4272"/>
                </a:lnTo>
                <a:lnTo>
                  <a:pt x="3474" y="4303"/>
                </a:lnTo>
                <a:lnTo>
                  <a:pt x="5650" y="4303"/>
                </a:lnTo>
                <a:lnTo>
                  <a:pt x="5650" y="2158"/>
                </a:lnTo>
                <a:lnTo>
                  <a:pt x="5637" y="2173"/>
                </a:lnTo>
                <a:lnTo>
                  <a:pt x="5622" y="2185"/>
                </a:lnTo>
                <a:lnTo>
                  <a:pt x="5615" y="2193"/>
                </a:lnTo>
                <a:lnTo>
                  <a:pt x="5608" y="2201"/>
                </a:lnTo>
                <a:lnTo>
                  <a:pt x="5603" y="2212"/>
                </a:lnTo>
                <a:lnTo>
                  <a:pt x="5598" y="2224"/>
                </a:lnTo>
                <a:lnTo>
                  <a:pt x="5567" y="2208"/>
                </a:lnTo>
                <a:lnTo>
                  <a:pt x="5532" y="2190"/>
                </a:lnTo>
                <a:lnTo>
                  <a:pt x="5524" y="2186"/>
                </a:lnTo>
                <a:lnTo>
                  <a:pt x="5515" y="2184"/>
                </a:lnTo>
                <a:lnTo>
                  <a:pt x="5506" y="2183"/>
                </a:lnTo>
                <a:lnTo>
                  <a:pt x="5498" y="2182"/>
                </a:lnTo>
                <a:lnTo>
                  <a:pt x="5488" y="2183"/>
                </a:lnTo>
                <a:lnTo>
                  <a:pt x="5480" y="2185"/>
                </a:lnTo>
                <a:lnTo>
                  <a:pt x="5472" y="2189"/>
                </a:lnTo>
                <a:lnTo>
                  <a:pt x="5464" y="2194"/>
                </a:lnTo>
                <a:lnTo>
                  <a:pt x="5465" y="2201"/>
                </a:lnTo>
                <a:lnTo>
                  <a:pt x="5467" y="2208"/>
                </a:lnTo>
                <a:lnTo>
                  <a:pt x="5471" y="2213"/>
                </a:lnTo>
                <a:lnTo>
                  <a:pt x="5476" y="2219"/>
                </a:lnTo>
                <a:lnTo>
                  <a:pt x="5487" y="2229"/>
                </a:lnTo>
                <a:lnTo>
                  <a:pt x="5501" y="2238"/>
                </a:lnTo>
                <a:lnTo>
                  <a:pt x="5508" y="2244"/>
                </a:lnTo>
                <a:lnTo>
                  <a:pt x="5513" y="2250"/>
                </a:lnTo>
                <a:lnTo>
                  <a:pt x="5518" y="2256"/>
                </a:lnTo>
                <a:lnTo>
                  <a:pt x="5522" y="2262"/>
                </a:lnTo>
                <a:lnTo>
                  <a:pt x="5525" y="2269"/>
                </a:lnTo>
                <a:lnTo>
                  <a:pt x="5526" y="2277"/>
                </a:lnTo>
                <a:lnTo>
                  <a:pt x="5526" y="2286"/>
                </a:lnTo>
                <a:lnTo>
                  <a:pt x="5523" y="2296"/>
                </a:lnTo>
                <a:lnTo>
                  <a:pt x="5520" y="2299"/>
                </a:lnTo>
                <a:lnTo>
                  <a:pt x="5516" y="2301"/>
                </a:lnTo>
                <a:lnTo>
                  <a:pt x="5512" y="2302"/>
                </a:lnTo>
                <a:lnTo>
                  <a:pt x="5508" y="2302"/>
                </a:lnTo>
                <a:lnTo>
                  <a:pt x="5499" y="2302"/>
                </a:lnTo>
                <a:lnTo>
                  <a:pt x="5490" y="2302"/>
                </a:lnTo>
                <a:lnTo>
                  <a:pt x="5479" y="2294"/>
                </a:lnTo>
                <a:lnTo>
                  <a:pt x="5470" y="2286"/>
                </a:lnTo>
                <a:lnTo>
                  <a:pt x="5464" y="2277"/>
                </a:lnTo>
                <a:lnTo>
                  <a:pt x="5458" y="2270"/>
                </a:lnTo>
                <a:lnTo>
                  <a:pt x="5452" y="2263"/>
                </a:lnTo>
                <a:lnTo>
                  <a:pt x="5445" y="2255"/>
                </a:lnTo>
                <a:lnTo>
                  <a:pt x="5436" y="2247"/>
                </a:lnTo>
                <a:lnTo>
                  <a:pt x="5425" y="2237"/>
                </a:lnTo>
                <a:lnTo>
                  <a:pt x="5424" y="2242"/>
                </a:lnTo>
                <a:lnTo>
                  <a:pt x="5422" y="2247"/>
                </a:lnTo>
                <a:lnTo>
                  <a:pt x="5420" y="2249"/>
                </a:lnTo>
                <a:lnTo>
                  <a:pt x="5418" y="2251"/>
                </a:lnTo>
                <a:lnTo>
                  <a:pt x="5416" y="2253"/>
                </a:lnTo>
                <a:lnTo>
                  <a:pt x="5413" y="2253"/>
                </a:lnTo>
                <a:lnTo>
                  <a:pt x="5411" y="2253"/>
                </a:lnTo>
                <a:lnTo>
                  <a:pt x="5408" y="2253"/>
                </a:lnTo>
                <a:lnTo>
                  <a:pt x="5396" y="2249"/>
                </a:lnTo>
                <a:lnTo>
                  <a:pt x="5386" y="2246"/>
                </a:lnTo>
                <a:lnTo>
                  <a:pt x="5380" y="2254"/>
                </a:lnTo>
                <a:lnTo>
                  <a:pt x="5375" y="2260"/>
                </a:lnTo>
                <a:lnTo>
                  <a:pt x="5370" y="2265"/>
                </a:lnTo>
                <a:lnTo>
                  <a:pt x="5365" y="2269"/>
                </a:lnTo>
                <a:lnTo>
                  <a:pt x="5355" y="2278"/>
                </a:lnTo>
                <a:lnTo>
                  <a:pt x="5340" y="2290"/>
                </a:lnTo>
                <a:lnTo>
                  <a:pt x="5342" y="2295"/>
                </a:lnTo>
                <a:lnTo>
                  <a:pt x="5346" y="2299"/>
                </a:lnTo>
                <a:lnTo>
                  <a:pt x="5352" y="2303"/>
                </a:lnTo>
                <a:lnTo>
                  <a:pt x="5358" y="2307"/>
                </a:lnTo>
                <a:lnTo>
                  <a:pt x="5363" y="2306"/>
                </a:lnTo>
                <a:lnTo>
                  <a:pt x="5367" y="2304"/>
                </a:lnTo>
                <a:lnTo>
                  <a:pt x="5370" y="2302"/>
                </a:lnTo>
                <a:lnTo>
                  <a:pt x="5372" y="2299"/>
                </a:lnTo>
                <a:lnTo>
                  <a:pt x="5373" y="2296"/>
                </a:lnTo>
                <a:lnTo>
                  <a:pt x="5374" y="2293"/>
                </a:lnTo>
                <a:lnTo>
                  <a:pt x="5374" y="2288"/>
                </a:lnTo>
                <a:lnTo>
                  <a:pt x="5373" y="2282"/>
                </a:lnTo>
                <a:lnTo>
                  <a:pt x="5379" y="2286"/>
                </a:lnTo>
                <a:lnTo>
                  <a:pt x="5386" y="2287"/>
                </a:lnTo>
                <a:lnTo>
                  <a:pt x="5393" y="2287"/>
                </a:lnTo>
                <a:lnTo>
                  <a:pt x="5400" y="2285"/>
                </a:lnTo>
                <a:lnTo>
                  <a:pt x="5406" y="2281"/>
                </a:lnTo>
                <a:lnTo>
                  <a:pt x="5410" y="2277"/>
                </a:lnTo>
                <a:lnTo>
                  <a:pt x="5412" y="2274"/>
                </a:lnTo>
                <a:lnTo>
                  <a:pt x="5413" y="2271"/>
                </a:lnTo>
                <a:lnTo>
                  <a:pt x="5414" y="2268"/>
                </a:lnTo>
                <a:lnTo>
                  <a:pt x="5414" y="2264"/>
                </a:lnTo>
                <a:lnTo>
                  <a:pt x="5426" y="2288"/>
                </a:lnTo>
                <a:lnTo>
                  <a:pt x="5440" y="2311"/>
                </a:lnTo>
                <a:lnTo>
                  <a:pt x="5456" y="2335"/>
                </a:lnTo>
                <a:lnTo>
                  <a:pt x="5471" y="2358"/>
                </a:lnTo>
                <a:lnTo>
                  <a:pt x="5463" y="2362"/>
                </a:lnTo>
                <a:lnTo>
                  <a:pt x="5454" y="2367"/>
                </a:lnTo>
                <a:lnTo>
                  <a:pt x="5451" y="2370"/>
                </a:lnTo>
                <a:lnTo>
                  <a:pt x="5448" y="2373"/>
                </a:lnTo>
                <a:lnTo>
                  <a:pt x="5446" y="2377"/>
                </a:lnTo>
                <a:lnTo>
                  <a:pt x="5446" y="2381"/>
                </a:lnTo>
                <a:lnTo>
                  <a:pt x="5437" y="2379"/>
                </a:lnTo>
                <a:lnTo>
                  <a:pt x="5431" y="2377"/>
                </a:lnTo>
                <a:lnTo>
                  <a:pt x="5426" y="2374"/>
                </a:lnTo>
                <a:lnTo>
                  <a:pt x="5421" y="2371"/>
                </a:lnTo>
                <a:lnTo>
                  <a:pt x="5414" y="2365"/>
                </a:lnTo>
                <a:lnTo>
                  <a:pt x="5408" y="2356"/>
                </a:lnTo>
                <a:lnTo>
                  <a:pt x="5402" y="2348"/>
                </a:lnTo>
                <a:lnTo>
                  <a:pt x="5394" y="2339"/>
                </a:lnTo>
                <a:lnTo>
                  <a:pt x="5390" y="2335"/>
                </a:lnTo>
                <a:lnTo>
                  <a:pt x="5385" y="2331"/>
                </a:lnTo>
                <a:lnTo>
                  <a:pt x="5379" y="2326"/>
                </a:lnTo>
                <a:lnTo>
                  <a:pt x="5371" y="2321"/>
                </a:lnTo>
                <a:lnTo>
                  <a:pt x="5364" y="2319"/>
                </a:lnTo>
                <a:lnTo>
                  <a:pt x="5357" y="2319"/>
                </a:lnTo>
                <a:lnTo>
                  <a:pt x="5349" y="2319"/>
                </a:lnTo>
                <a:lnTo>
                  <a:pt x="5342" y="2320"/>
                </a:lnTo>
                <a:lnTo>
                  <a:pt x="5336" y="2321"/>
                </a:lnTo>
                <a:lnTo>
                  <a:pt x="5330" y="2324"/>
                </a:lnTo>
                <a:lnTo>
                  <a:pt x="5324" y="2327"/>
                </a:lnTo>
                <a:lnTo>
                  <a:pt x="5318" y="2330"/>
                </a:lnTo>
                <a:lnTo>
                  <a:pt x="5313" y="2334"/>
                </a:lnTo>
                <a:lnTo>
                  <a:pt x="5308" y="2338"/>
                </a:lnTo>
                <a:lnTo>
                  <a:pt x="5302" y="2343"/>
                </a:lnTo>
                <a:lnTo>
                  <a:pt x="5298" y="2348"/>
                </a:lnTo>
                <a:lnTo>
                  <a:pt x="5290" y="2359"/>
                </a:lnTo>
                <a:lnTo>
                  <a:pt x="5284" y="2372"/>
                </a:lnTo>
                <a:lnTo>
                  <a:pt x="5280" y="2385"/>
                </a:lnTo>
                <a:lnTo>
                  <a:pt x="5277" y="2398"/>
                </a:lnTo>
                <a:lnTo>
                  <a:pt x="5276" y="2406"/>
                </a:lnTo>
                <a:lnTo>
                  <a:pt x="5276" y="2412"/>
                </a:lnTo>
                <a:lnTo>
                  <a:pt x="5277" y="2419"/>
                </a:lnTo>
                <a:lnTo>
                  <a:pt x="5277" y="2425"/>
                </a:lnTo>
                <a:lnTo>
                  <a:pt x="5279" y="2431"/>
                </a:lnTo>
                <a:lnTo>
                  <a:pt x="5281" y="2437"/>
                </a:lnTo>
                <a:lnTo>
                  <a:pt x="5284" y="2444"/>
                </a:lnTo>
                <a:lnTo>
                  <a:pt x="5287" y="2449"/>
                </a:lnTo>
                <a:lnTo>
                  <a:pt x="5290" y="2454"/>
                </a:lnTo>
                <a:lnTo>
                  <a:pt x="5295" y="2458"/>
                </a:lnTo>
                <a:lnTo>
                  <a:pt x="5300" y="2463"/>
                </a:lnTo>
                <a:lnTo>
                  <a:pt x="5306" y="2466"/>
                </a:lnTo>
                <a:lnTo>
                  <a:pt x="5301" y="2468"/>
                </a:lnTo>
                <a:lnTo>
                  <a:pt x="5297" y="2469"/>
                </a:lnTo>
                <a:lnTo>
                  <a:pt x="5294" y="2469"/>
                </a:lnTo>
                <a:lnTo>
                  <a:pt x="5291" y="2469"/>
                </a:lnTo>
                <a:lnTo>
                  <a:pt x="5288" y="2468"/>
                </a:lnTo>
                <a:lnTo>
                  <a:pt x="5286" y="2467"/>
                </a:lnTo>
                <a:lnTo>
                  <a:pt x="5284" y="2465"/>
                </a:lnTo>
                <a:lnTo>
                  <a:pt x="5283" y="2463"/>
                </a:lnTo>
                <a:lnTo>
                  <a:pt x="5279" y="2458"/>
                </a:lnTo>
                <a:lnTo>
                  <a:pt x="5276" y="2452"/>
                </a:lnTo>
                <a:lnTo>
                  <a:pt x="5272" y="2447"/>
                </a:lnTo>
                <a:lnTo>
                  <a:pt x="5266" y="2441"/>
                </a:lnTo>
                <a:lnTo>
                  <a:pt x="5261" y="2447"/>
                </a:lnTo>
                <a:lnTo>
                  <a:pt x="5254" y="2452"/>
                </a:lnTo>
                <a:lnTo>
                  <a:pt x="5248" y="2456"/>
                </a:lnTo>
                <a:lnTo>
                  <a:pt x="5242" y="2459"/>
                </a:lnTo>
                <a:lnTo>
                  <a:pt x="5235" y="2462"/>
                </a:lnTo>
                <a:lnTo>
                  <a:pt x="5229" y="2464"/>
                </a:lnTo>
                <a:lnTo>
                  <a:pt x="5222" y="2465"/>
                </a:lnTo>
                <a:lnTo>
                  <a:pt x="5215" y="2466"/>
                </a:lnTo>
                <a:lnTo>
                  <a:pt x="5187" y="2466"/>
                </a:lnTo>
                <a:lnTo>
                  <a:pt x="5158" y="2467"/>
                </a:lnTo>
                <a:lnTo>
                  <a:pt x="5154" y="2475"/>
                </a:lnTo>
                <a:lnTo>
                  <a:pt x="5151" y="2484"/>
                </a:lnTo>
                <a:lnTo>
                  <a:pt x="5150" y="2489"/>
                </a:lnTo>
                <a:lnTo>
                  <a:pt x="5149" y="2493"/>
                </a:lnTo>
                <a:lnTo>
                  <a:pt x="5146" y="2497"/>
                </a:lnTo>
                <a:lnTo>
                  <a:pt x="5142" y="2502"/>
                </a:lnTo>
                <a:lnTo>
                  <a:pt x="5149" y="2510"/>
                </a:lnTo>
                <a:lnTo>
                  <a:pt x="5157" y="2517"/>
                </a:lnTo>
                <a:lnTo>
                  <a:pt x="5162" y="2520"/>
                </a:lnTo>
                <a:lnTo>
                  <a:pt x="5168" y="2522"/>
                </a:lnTo>
                <a:lnTo>
                  <a:pt x="5172" y="2521"/>
                </a:lnTo>
                <a:lnTo>
                  <a:pt x="5177" y="2519"/>
                </a:lnTo>
                <a:lnTo>
                  <a:pt x="5173" y="2525"/>
                </a:lnTo>
                <a:lnTo>
                  <a:pt x="5169" y="2530"/>
                </a:lnTo>
                <a:lnTo>
                  <a:pt x="5163" y="2532"/>
                </a:lnTo>
                <a:lnTo>
                  <a:pt x="5159" y="2533"/>
                </a:lnTo>
                <a:lnTo>
                  <a:pt x="5148" y="2533"/>
                </a:lnTo>
                <a:lnTo>
                  <a:pt x="5139" y="2534"/>
                </a:lnTo>
                <a:lnTo>
                  <a:pt x="5135" y="2540"/>
                </a:lnTo>
                <a:lnTo>
                  <a:pt x="5133" y="2548"/>
                </a:lnTo>
                <a:lnTo>
                  <a:pt x="5133" y="2555"/>
                </a:lnTo>
                <a:lnTo>
                  <a:pt x="5133" y="2563"/>
                </a:lnTo>
                <a:lnTo>
                  <a:pt x="5133" y="2570"/>
                </a:lnTo>
                <a:lnTo>
                  <a:pt x="5133" y="2576"/>
                </a:lnTo>
                <a:lnTo>
                  <a:pt x="5132" y="2580"/>
                </a:lnTo>
                <a:lnTo>
                  <a:pt x="5129" y="2584"/>
                </a:lnTo>
                <a:lnTo>
                  <a:pt x="5127" y="2584"/>
                </a:lnTo>
                <a:lnTo>
                  <a:pt x="5124" y="2584"/>
                </a:lnTo>
                <a:lnTo>
                  <a:pt x="5122" y="2583"/>
                </a:lnTo>
                <a:lnTo>
                  <a:pt x="5121" y="2582"/>
                </a:lnTo>
                <a:lnTo>
                  <a:pt x="5116" y="2577"/>
                </a:lnTo>
                <a:lnTo>
                  <a:pt x="5113" y="2572"/>
                </a:lnTo>
                <a:lnTo>
                  <a:pt x="5109" y="2567"/>
                </a:lnTo>
                <a:lnTo>
                  <a:pt x="5105" y="2562"/>
                </a:lnTo>
                <a:lnTo>
                  <a:pt x="5102" y="2561"/>
                </a:lnTo>
                <a:lnTo>
                  <a:pt x="5100" y="2560"/>
                </a:lnTo>
                <a:lnTo>
                  <a:pt x="5096" y="2560"/>
                </a:lnTo>
                <a:lnTo>
                  <a:pt x="5093" y="2561"/>
                </a:lnTo>
                <a:lnTo>
                  <a:pt x="5099" y="2555"/>
                </a:lnTo>
                <a:lnTo>
                  <a:pt x="5101" y="2552"/>
                </a:lnTo>
                <a:lnTo>
                  <a:pt x="5103" y="2548"/>
                </a:lnTo>
                <a:lnTo>
                  <a:pt x="5105" y="2540"/>
                </a:lnTo>
                <a:lnTo>
                  <a:pt x="5100" y="2535"/>
                </a:lnTo>
                <a:lnTo>
                  <a:pt x="5095" y="2529"/>
                </a:lnTo>
                <a:lnTo>
                  <a:pt x="5092" y="2526"/>
                </a:lnTo>
                <a:lnTo>
                  <a:pt x="5089" y="2524"/>
                </a:lnTo>
                <a:lnTo>
                  <a:pt x="5085" y="2521"/>
                </a:lnTo>
                <a:lnTo>
                  <a:pt x="5081" y="2519"/>
                </a:lnTo>
                <a:lnTo>
                  <a:pt x="5074" y="2525"/>
                </a:lnTo>
                <a:lnTo>
                  <a:pt x="5066" y="2532"/>
                </a:lnTo>
                <a:lnTo>
                  <a:pt x="5064" y="2535"/>
                </a:lnTo>
                <a:lnTo>
                  <a:pt x="5063" y="2538"/>
                </a:lnTo>
                <a:lnTo>
                  <a:pt x="5062" y="2542"/>
                </a:lnTo>
                <a:lnTo>
                  <a:pt x="5063" y="2544"/>
                </a:lnTo>
                <a:lnTo>
                  <a:pt x="5065" y="2550"/>
                </a:lnTo>
                <a:lnTo>
                  <a:pt x="5068" y="2555"/>
                </a:lnTo>
                <a:lnTo>
                  <a:pt x="5072" y="2561"/>
                </a:lnTo>
                <a:lnTo>
                  <a:pt x="5075" y="2566"/>
                </a:lnTo>
                <a:lnTo>
                  <a:pt x="5076" y="2569"/>
                </a:lnTo>
                <a:lnTo>
                  <a:pt x="5077" y="2572"/>
                </a:lnTo>
                <a:lnTo>
                  <a:pt x="5077" y="2575"/>
                </a:lnTo>
                <a:lnTo>
                  <a:pt x="5076" y="2578"/>
                </a:lnTo>
                <a:lnTo>
                  <a:pt x="5075" y="2579"/>
                </a:lnTo>
                <a:lnTo>
                  <a:pt x="5073" y="2579"/>
                </a:lnTo>
                <a:lnTo>
                  <a:pt x="5071" y="2579"/>
                </a:lnTo>
                <a:lnTo>
                  <a:pt x="5069" y="2579"/>
                </a:lnTo>
                <a:lnTo>
                  <a:pt x="5066" y="2576"/>
                </a:lnTo>
                <a:lnTo>
                  <a:pt x="5064" y="2573"/>
                </a:lnTo>
                <a:lnTo>
                  <a:pt x="5061" y="2569"/>
                </a:lnTo>
                <a:lnTo>
                  <a:pt x="5058" y="2566"/>
                </a:lnTo>
                <a:lnTo>
                  <a:pt x="5056" y="2566"/>
                </a:lnTo>
                <a:lnTo>
                  <a:pt x="5054" y="2565"/>
                </a:lnTo>
                <a:lnTo>
                  <a:pt x="5052" y="2566"/>
                </a:lnTo>
                <a:lnTo>
                  <a:pt x="5049" y="2567"/>
                </a:lnTo>
                <a:lnTo>
                  <a:pt x="5041" y="2577"/>
                </a:lnTo>
                <a:lnTo>
                  <a:pt x="5034" y="2587"/>
                </a:lnTo>
                <a:lnTo>
                  <a:pt x="5030" y="2590"/>
                </a:lnTo>
                <a:lnTo>
                  <a:pt x="5025" y="2592"/>
                </a:lnTo>
                <a:lnTo>
                  <a:pt x="5018" y="2593"/>
                </a:lnTo>
                <a:lnTo>
                  <a:pt x="5010" y="2592"/>
                </a:lnTo>
                <a:lnTo>
                  <a:pt x="5005" y="2601"/>
                </a:lnTo>
                <a:lnTo>
                  <a:pt x="5002" y="2608"/>
                </a:lnTo>
                <a:lnTo>
                  <a:pt x="4999" y="2615"/>
                </a:lnTo>
                <a:lnTo>
                  <a:pt x="4997" y="2622"/>
                </a:lnTo>
                <a:lnTo>
                  <a:pt x="4995" y="2628"/>
                </a:lnTo>
                <a:lnTo>
                  <a:pt x="4993" y="2634"/>
                </a:lnTo>
                <a:lnTo>
                  <a:pt x="4991" y="2641"/>
                </a:lnTo>
                <a:lnTo>
                  <a:pt x="4988" y="2646"/>
                </a:lnTo>
                <a:lnTo>
                  <a:pt x="4970" y="2652"/>
                </a:lnTo>
                <a:lnTo>
                  <a:pt x="4954" y="2661"/>
                </a:lnTo>
                <a:lnTo>
                  <a:pt x="4938" y="2670"/>
                </a:lnTo>
                <a:lnTo>
                  <a:pt x="4922" y="2683"/>
                </a:lnTo>
                <a:lnTo>
                  <a:pt x="4922" y="2681"/>
                </a:lnTo>
                <a:lnTo>
                  <a:pt x="4921" y="2680"/>
                </a:lnTo>
                <a:lnTo>
                  <a:pt x="4918" y="2667"/>
                </a:lnTo>
                <a:lnTo>
                  <a:pt x="4916" y="2654"/>
                </a:lnTo>
                <a:lnTo>
                  <a:pt x="4915" y="2639"/>
                </a:lnTo>
                <a:lnTo>
                  <a:pt x="4914" y="2623"/>
                </a:lnTo>
                <a:lnTo>
                  <a:pt x="4925" y="2633"/>
                </a:lnTo>
                <a:lnTo>
                  <a:pt x="4936" y="2643"/>
                </a:lnTo>
                <a:lnTo>
                  <a:pt x="4946" y="2651"/>
                </a:lnTo>
                <a:lnTo>
                  <a:pt x="4955" y="2660"/>
                </a:lnTo>
                <a:lnTo>
                  <a:pt x="4956" y="2649"/>
                </a:lnTo>
                <a:lnTo>
                  <a:pt x="4957" y="2638"/>
                </a:lnTo>
                <a:lnTo>
                  <a:pt x="4957" y="2627"/>
                </a:lnTo>
                <a:lnTo>
                  <a:pt x="4958" y="2617"/>
                </a:lnTo>
                <a:lnTo>
                  <a:pt x="4958" y="2613"/>
                </a:lnTo>
                <a:lnTo>
                  <a:pt x="4958" y="2609"/>
                </a:lnTo>
                <a:lnTo>
                  <a:pt x="4957" y="2605"/>
                </a:lnTo>
                <a:lnTo>
                  <a:pt x="4956" y="2601"/>
                </a:lnTo>
                <a:lnTo>
                  <a:pt x="4953" y="2596"/>
                </a:lnTo>
                <a:lnTo>
                  <a:pt x="4951" y="2593"/>
                </a:lnTo>
                <a:lnTo>
                  <a:pt x="4947" y="2591"/>
                </a:lnTo>
                <a:lnTo>
                  <a:pt x="4942" y="2589"/>
                </a:lnTo>
                <a:lnTo>
                  <a:pt x="4937" y="2586"/>
                </a:lnTo>
                <a:lnTo>
                  <a:pt x="4933" y="2582"/>
                </a:lnTo>
                <a:lnTo>
                  <a:pt x="4929" y="2576"/>
                </a:lnTo>
                <a:lnTo>
                  <a:pt x="4926" y="2570"/>
                </a:lnTo>
                <a:lnTo>
                  <a:pt x="4935" y="2572"/>
                </a:lnTo>
                <a:lnTo>
                  <a:pt x="4943" y="2574"/>
                </a:lnTo>
                <a:lnTo>
                  <a:pt x="4953" y="2576"/>
                </a:lnTo>
                <a:lnTo>
                  <a:pt x="4965" y="2578"/>
                </a:lnTo>
                <a:lnTo>
                  <a:pt x="4957" y="2565"/>
                </a:lnTo>
                <a:lnTo>
                  <a:pt x="4951" y="2553"/>
                </a:lnTo>
                <a:lnTo>
                  <a:pt x="4962" y="2552"/>
                </a:lnTo>
                <a:lnTo>
                  <a:pt x="4971" y="2552"/>
                </a:lnTo>
                <a:lnTo>
                  <a:pt x="4971" y="2536"/>
                </a:lnTo>
                <a:lnTo>
                  <a:pt x="4971" y="2521"/>
                </a:lnTo>
                <a:lnTo>
                  <a:pt x="4971" y="2505"/>
                </a:lnTo>
                <a:lnTo>
                  <a:pt x="4970" y="2490"/>
                </a:lnTo>
                <a:lnTo>
                  <a:pt x="4969" y="2485"/>
                </a:lnTo>
                <a:lnTo>
                  <a:pt x="4966" y="2481"/>
                </a:lnTo>
                <a:lnTo>
                  <a:pt x="4963" y="2475"/>
                </a:lnTo>
                <a:lnTo>
                  <a:pt x="4959" y="2471"/>
                </a:lnTo>
                <a:lnTo>
                  <a:pt x="4953" y="2466"/>
                </a:lnTo>
                <a:lnTo>
                  <a:pt x="4943" y="2459"/>
                </a:lnTo>
                <a:lnTo>
                  <a:pt x="4958" y="2452"/>
                </a:lnTo>
                <a:lnTo>
                  <a:pt x="4972" y="2446"/>
                </a:lnTo>
                <a:lnTo>
                  <a:pt x="4967" y="2441"/>
                </a:lnTo>
                <a:lnTo>
                  <a:pt x="4963" y="2435"/>
                </a:lnTo>
                <a:lnTo>
                  <a:pt x="4960" y="2430"/>
                </a:lnTo>
                <a:lnTo>
                  <a:pt x="4959" y="2424"/>
                </a:lnTo>
                <a:lnTo>
                  <a:pt x="4958" y="2412"/>
                </a:lnTo>
                <a:lnTo>
                  <a:pt x="4959" y="2397"/>
                </a:lnTo>
                <a:lnTo>
                  <a:pt x="4968" y="2397"/>
                </a:lnTo>
                <a:lnTo>
                  <a:pt x="4979" y="2396"/>
                </a:lnTo>
                <a:lnTo>
                  <a:pt x="4979" y="2392"/>
                </a:lnTo>
                <a:lnTo>
                  <a:pt x="4979" y="2389"/>
                </a:lnTo>
                <a:lnTo>
                  <a:pt x="4978" y="2386"/>
                </a:lnTo>
                <a:lnTo>
                  <a:pt x="4976" y="2384"/>
                </a:lnTo>
                <a:lnTo>
                  <a:pt x="4973" y="2380"/>
                </a:lnTo>
                <a:lnTo>
                  <a:pt x="4968" y="2379"/>
                </a:lnTo>
                <a:lnTo>
                  <a:pt x="4958" y="2376"/>
                </a:lnTo>
                <a:lnTo>
                  <a:pt x="4949" y="2373"/>
                </a:lnTo>
                <a:lnTo>
                  <a:pt x="4944" y="2378"/>
                </a:lnTo>
                <a:lnTo>
                  <a:pt x="4938" y="2385"/>
                </a:lnTo>
                <a:lnTo>
                  <a:pt x="4932" y="2378"/>
                </a:lnTo>
                <a:lnTo>
                  <a:pt x="4926" y="2371"/>
                </a:lnTo>
                <a:lnTo>
                  <a:pt x="4924" y="2368"/>
                </a:lnTo>
                <a:lnTo>
                  <a:pt x="4922" y="2364"/>
                </a:lnTo>
                <a:lnTo>
                  <a:pt x="4920" y="2360"/>
                </a:lnTo>
                <a:lnTo>
                  <a:pt x="4920" y="2357"/>
                </a:lnTo>
                <a:lnTo>
                  <a:pt x="4921" y="2352"/>
                </a:lnTo>
                <a:lnTo>
                  <a:pt x="4922" y="2349"/>
                </a:lnTo>
                <a:lnTo>
                  <a:pt x="4925" y="2348"/>
                </a:lnTo>
                <a:lnTo>
                  <a:pt x="4929" y="2347"/>
                </a:lnTo>
                <a:lnTo>
                  <a:pt x="4938" y="2346"/>
                </a:lnTo>
                <a:lnTo>
                  <a:pt x="4946" y="2344"/>
                </a:lnTo>
                <a:lnTo>
                  <a:pt x="4947" y="2336"/>
                </a:lnTo>
                <a:lnTo>
                  <a:pt x="4948" y="2328"/>
                </a:lnTo>
                <a:lnTo>
                  <a:pt x="4948" y="2320"/>
                </a:lnTo>
                <a:lnTo>
                  <a:pt x="4947" y="2313"/>
                </a:lnTo>
                <a:lnTo>
                  <a:pt x="4944" y="2307"/>
                </a:lnTo>
                <a:lnTo>
                  <a:pt x="4939" y="2301"/>
                </a:lnTo>
                <a:lnTo>
                  <a:pt x="4933" y="2296"/>
                </a:lnTo>
                <a:lnTo>
                  <a:pt x="4923" y="2292"/>
                </a:lnTo>
                <a:lnTo>
                  <a:pt x="4926" y="2285"/>
                </a:lnTo>
                <a:lnTo>
                  <a:pt x="4927" y="2278"/>
                </a:lnTo>
                <a:lnTo>
                  <a:pt x="4926" y="2272"/>
                </a:lnTo>
                <a:lnTo>
                  <a:pt x="4924" y="2266"/>
                </a:lnTo>
                <a:lnTo>
                  <a:pt x="4918" y="2256"/>
                </a:lnTo>
                <a:lnTo>
                  <a:pt x="4911" y="2247"/>
                </a:lnTo>
                <a:lnTo>
                  <a:pt x="4899" y="2230"/>
                </a:lnTo>
                <a:lnTo>
                  <a:pt x="4886" y="2215"/>
                </a:lnTo>
                <a:lnTo>
                  <a:pt x="4873" y="2199"/>
                </a:lnTo>
                <a:lnTo>
                  <a:pt x="4860" y="2184"/>
                </a:lnTo>
                <a:lnTo>
                  <a:pt x="4851" y="2178"/>
                </a:lnTo>
                <a:lnTo>
                  <a:pt x="4838" y="2173"/>
                </a:lnTo>
                <a:lnTo>
                  <a:pt x="4839" y="2162"/>
                </a:lnTo>
                <a:lnTo>
                  <a:pt x="4841" y="2150"/>
                </a:lnTo>
                <a:lnTo>
                  <a:pt x="4853" y="2156"/>
                </a:lnTo>
                <a:lnTo>
                  <a:pt x="4865" y="2161"/>
                </a:lnTo>
                <a:lnTo>
                  <a:pt x="4876" y="2167"/>
                </a:lnTo>
                <a:lnTo>
                  <a:pt x="4888" y="2173"/>
                </a:lnTo>
                <a:lnTo>
                  <a:pt x="4891" y="2162"/>
                </a:lnTo>
                <a:lnTo>
                  <a:pt x="4892" y="2154"/>
                </a:lnTo>
                <a:lnTo>
                  <a:pt x="4891" y="2151"/>
                </a:lnTo>
                <a:lnTo>
                  <a:pt x="4889" y="2148"/>
                </a:lnTo>
                <a:lnTo>
                  <a:pt x="4885" y="2145"/>
                </a:lnTo>
                <a:lnTo>
                  <a:pt x="4879" y="2142"/>
                </a:lnTo>
                <a:lnTo>
                  <a:pt x="4875" y="2140"/>
                </a:lnTo>
                <a:lnTo>
                  <a:pt x="4872" y="2138"/>
                </a:lnTo>
                <a:lnTo>
                  <a:pt x="4869" y="2134"/>
                </a:lnTo>
                <a:lnTo>
                  <a:pt x="4866" y="2131"/>
                </a:lnTo>
                <a:lnTo>
                  <a:pt x="4861" y="2122"/>
                </a:lnTo>
                <a:lnTo>
                  <a:pt x="4855" y="2114"/>
                </a:lnTo>
                <a:lnTo>
                  <a:pt x="4851" y="2110"/>
                </a:lnTo>
                <a:lnTo>
                  <a:pt x="4846" y="2105"/>
                </a:lnTo>
                <a:lnTo>
                  <a:pt x="4844" y="2109"/>
                </a:lnTo>
                <a:lnTo>
                  <a:pt x="4843" y="2113"/>
                </a:lnTo>
                <a:lnTo>
                  <a:pt x="4843" y="2117"/>
                </a:lnTo>
                <a:lnTo>
                  <a:pt x="4844" y="2121"/>
                </a:lnTo>
                <a:lnTo>
                  <a:pt x="4847" y="2129"/>
                </a:lnTo>
                <a:lnTo>
                  <a:pt x="4848" y="2137"/>
                </a:lnTo>
                <a:lnTo>
                  <a:pt x="4842" y="2134"/>
                </a:lnTo>
                <a:lnTo>
                  <a:pt x="4839" y="2131"/>
                </a:lnTo>
                <a:lnTo>
                  <a:pt x="4834" y="2122"/>
                </a:lnTo>
                <a:lnTo>
                  <a:pt x="4829" y="2115"/>
                </a:lnTo>
                <a:lnTo>
                  <a:pt x="4826" y="2112"/>
                </a:lnTo>
                <a:lnTo>
                  <a:pt x="4823" y="2110"/>
                </a:lnTo>
                <a:lnTo>
                  <a:pt x="4818" y="2109"/>
                </a:lnTo>
                <a:lnTo>
                  <a:pt x="4811" y="2109"/>
                </a:lnTo>
                <a:lnTo>
                  <a:pt x="4810" y="2109"/>
                </a:lnTo>
                <a:lnTo>
                  <a:pt x="4808" y="2108"/>
                </a:lnTo>
                <a:lnTo>
                  <a:pt x="4807" y="2106"/>
                </a:lnTo>
                <a:lnTo>
                  <a:pt x="4806" y="2104"/>
                </a:lnTo>
                <a:lnTo>
                  <a:pt x="4806" y="2101"/>
                </a:lnTo>
                <a:lnTo>
                  <a:pt x="4806" y="2099"/>
                </a:lnTo>
                <a:lnTo>
                  <a:pt x="4808" y="2096"/>
                </a:lnTo>
                <a:lnTo>
                  <a:pt x="4809" y="2093"/>
                </a:lnTo>
                <a:lnTo>
                  <a:pt x="4818" y="2083"/>
                </a:lnTo>
                <a:lnTo>
                  <a:pt x="4827" y="2074"/>
                </a:lnTo>
                <a:lnTo>
                  <a:pt x="4835" y="2074"/>
                </a:lnTo>
                <a:lnTo>
                  <a:pt x="4844" y="2074"/>
                </a:lnTo>
                <a:lnTo>
                  <a:pt x="4854" y="2074"/>
                </a:lnTo>
                <a:lnTo>
                  <a:pt x="4864" y="2074"/>
                </a:lnTo>
                <a:lnTo>
                  <a:pt x="4865" y="2079"/>
                </a:lnTo>
                <a:lnTo>
                  <a:pt x="4865" y="2082"/>
                </a:lnTo>
                <a:lnTo>
                  <a:pt x="4865" y="2085"/>
                </a:lnTo>
                <a:lnTo>
                  <a:pt x="4863" y="2088"/>
                </a:lnTo>
                <a:lnTo>
                  <a:pt x="4855" y="2090"/>
                </a:lnTo>
                <a:lnTo>
                  <a:pt x="4836" y="2092"/>
                </a:lnTo>
                <a:lnTo>
                  <a:pt x="4845" y="2097"/>
                </a:lnTo>
                <a:lnTo>
                  <a:pt x="4852" y="2102"/>
                </a:lnTo>
                <a:lnTo>
                  <a:pt x="4859" y="2105"/>
                </a:lnTo>
                <a:lnTo>
                  <a:pt x="4865" y="2108"/>
                </a:lnTo>
                <a:lnTo>
                  <a:pt x="4870" y="2109"/>
                </a:lnTo>
                <a:lnTo>
                  <a:pt x="4874" y="2110"/>
                </a:lnTo>
                <a:lnTo>
                  <a:pt x="4877" y="2112"/>
                </a:lnTo>
                <a:lnTo>
                  <a:pt x="4880" y="2115"/>
                </a:lnTo>
                <a:lnTo>
                  <a:pt x="4882" y="2118"/>
                </a:lnTo>
                <a:lnTo>
                  <a:pt x="4885" y="2121"/>
                </a:lnTo>
                <a:lnTo>
                  <a:pt x="4886" y="2126"/>
                </a:lnTo>
                <a:lnTo>
                  <a:pt x="4886" y="2130"/>
                </a:lnTo>
                <a:lnTo>
                  <a:pt x="4890" y="2129"/>
                </a:lnTo>
                <a:lnTo>
                  <a:pt x="4893" y="2126"/>
                </a:lnTo>
                <a:lnTo>
                  <a:pt x="4894" y="2122"/>
                </a:lnTo>
                <a:lnTo>
                  <a:pt x="4896" y="2118"/>
                </a:lnTo>
                <a:lnTo>
                  <a:pt x="4898" y="2115"/>
                </a:lnTo>
                <a:lnTo>
                  <a:pt x="4900" y="2112"/>
                </a:lnTo>
                <a:lnTo>
                  <a:pt x="4902" y="2112"/>
                </a:lnTo>
                <a:lnTo>
                  <a:pt x="4904" y="2112"/>
                </a:lnTo>
                <a:lnTo>
                  <a:pt x="4907" y="2112"/>
                </a:lnTo>
                <a:lnTo>
                  <a:pt x="4910" y="2113"/>
                </a:lnTo>
                <a:lnTo>
                  <a:pt x="4909" y="2117"/>
                </a:lnTo>
                <a:lnTo>
                  <a:pt x="4910" y="2121"/>
                </a:lnTo>
                <a:lnTo>
                  <a:pt x="4911" y="2124"/>
                </a:lnTo>
                <a:lnTo>
                  <a:pt x="4912" y="2129"/>
                </a:lnTo>
                <a:lnTo>
                  <a:pt x="4916" y="2134"/>
                </a:lnTo>
                <a:lnTo>
                  <a:pt x="4921" y="2139"/>
                </a:lnTo>
                <a:lnTo>
                  <a:pt x="4927" y="2144"/>
                </a:lnTo>
                <a:lnTo>
                  <a:pt x="4933" y="2149"/>
                </a:lnTo>
                <a:lnTo>
                  <a:pt x="4938" y="2155"/>
                </a:lnTo>
                <a:lnTo>
                  <a:pt x="4941" y="2163"/>
                </a:lnTo>
                <a:lnTo>
                  <a:pt x="4946" y="2158"/>
                </a:lnTo>
                <a:lnTo>
                  <a:pt x="4951" y="2154"/>
                </a:lnTo>
                <a:lnTo>
                  <a:pt x="4956" y="2152"/>
                </a:lnTo>
                <a:lnTo>
                  <a:pt x="4961" y="2150"/>
                </a:lnTo>
                <a:lnTo>
                  <a:pt x="4966" y="2150"/>
                </a:lnTo>
                <a:lnTo>
                  <a:pt x="4972" y="2150"/>
                </a:lnTo>
                <a:lnTo>
                  <a:pt x="4979" y="2151"/>
                </a:lnTo>
                <a:lnTo>
                  <a:pt x="4985" y="2153"/>
                </a:lnTo>
                <a:lnTo>
                  <a:pt x="4978" y="2142"/>
                </a:lnTo>
                <a:lnTo>
                  <a:pt x="4972" y="2130"/>
                </a:lnTo>
                <a:lnTo>
                  <a:pt x="4969" y="2123"/>
                </a:lnTo>
                <a:lnTo>
                  <a:pt x="4965" y="2118"/>
                </a:lnTo>
                <a:lnTo>
                  <a:pt x="4961" y="2113"/>
                </a:lnTo>
                <a:lnTo>
                  <a:pt x="4955" y="2109"/>
                </a:lnTo>
                <a:lnTo>
                  <a:pt x="4952" y="2108"/>
                </a:lnTo>
                <a:lnTo>
                  <a:pt x="4951" y="2106"/>
                </a:lnTo>
                <a:lnTo>
                  <a:pt x="4950" y="2103"/>
                </a:lnTo>
                <a:lnTo>
                  <a:pt x="4949" y="2101"/>
                </a:lnTo>
                <a:lnTo>
                  <a:pt x="4950" y="2098"/>
                </a:lnTo>
                <a:lnTo>
                  <a:pt x="4951" y="2095"/>
                </a:lnTo>
                <a:lnTo>
                  <a:pt x="4953" y="2093"/>
                </a:lnTo>
                <a:lnTo>
                  <a:pt x="4955" y="2090"/>
                </a:lnTo>
                <a:lnTo>
                  <a:pt x="4960" y="2087"/>
                </a:lnTo>
                <a:lnTo>
                  <a:pt x="4965" y="2082"/>
                </a:lnTo>
                <a:lnTo>
                  <a:pt x="4963" y="2078"/>
                </a:lnTo>
                <a:lnTo>
                  <a:pt x="4961" y="2076"/>
                </a:lnTo>
                <a:lnTo>
                  <a:pt x="4958" y="2074"/>
                </a:lnTo>
                <a:lnTo>
                  <a:pt x="4956" y="2073"/>
                </a:lnTo>
                <a:lnTo>
                  <a:pt x="4953" y="2073"/>
                </a:lnTo>
                <a:lnTo>
                  <a:pt x="4950" y="2073"/>
                </a:lnTo>
                <a:lnTo>
                  <a:pt x="4947" y="2074"/>
                </a:lnTo>
                <a:lnTo>
                  <a:pt x="4944" y="2075"/>
                </a:lnTo>
                <a:lnTo>
                  <a:pt x="4929" y="2080"/>
                </a:lnTo>
                <a:lnTo>
                  <a:pt x="4917" y="2083"/>
                </a:lnTo>
                <a:lnTo>
                  <a:pt x="4900" y="2064"/>
                </a:lnTo>
                <a:lnTo>
                  <a:pt x="4883" y="2045"/>
                </a:lnTo>
                <a:lnTo>
                  <a:pt x="4867" y="2027"/>
                </a:lnTo>
                <a:lnTo>
                  <a:pt x="4851" y="2008"/>
                </a:lnTo>
                <a:lnTo>
                  <a:pt x="4848" y="2014"/>
                </a:lnTo>
                <a:lnTo>
                  <a:pt x="4844" y="2021"/>
                </a:lnTo>
                <a:lnTo>
                  <a:pt x="4840" y="2026"/>
                </a:lnTo>
                <a:lnTo>
                  <a:pt x="4834" y="2031"/>
                </a:lnTo>
                <a:lnTo>
                  <a:pt x="4832" y="2032"/>
                </a:lnTo>
                <a:lnTo>
                  <a:pt x="4829" y="2034"/>
                </a:lnTo>
                <a:lnTo>
                  <a:pt x="4826" y="2034"/>
                </a:lnTo>
                <a:lnTo>
                  <a:pt x="4822" y="2035"/>
                </a:lnTo>
                <a:lnTo>
                  <a:pt x="4818" y="2035"/>
                </a:lnTo>
                <a:lnTo>
                  <a:pt x="4814" y="2034"/>
                </a:lnTo>
                <a:lnTo>
                  <a:pt x="4810" y="2032"/>
                </a:lnTo>
                <a:lnTo>
                  <a:pt x="4805" y="2030"/>
                </a:lnTo>
                <a:lnTo>
                  <a:pt x="4814" y="2019"/>
                </a:lnTo>
                <a:lnTo>
                  <a:pt x="4824" y="2008"/>
                </a:lnTo>
                <a:lnTo>
                  <a:pt x="4819" y="2002"/>
                </a:lnTo>
                <a:lnTo>
                  <a:pt x="4815" y="1998"/>
                </a:lnTo>
                <a:lnTo>
                  <a:pt x="4815" y="1998"/>
                </a:lnTo>
                <a:lnTo>
                  <a:pt x="4815" y="1998"/>
                </a:lnTo>
                <a:lnTo>
                  <a:pt x="4814" y="1998"/>
                </a:lnTo>
                <a:lnTo>
                  <a:pt x="4814" y="1997"/>
                </a:lnTo>
                <a:lnTo>
                  <a:pt x="4808" y="2005"/>
                </a:lnTo>
                <a:lnTo>
                  <a:pt x="4802" y="2014"/>
                </a:lnTo>
                <a:lnTo>
                  <a:pt x="4795" y="2022"/>
                </a:lnTo>
                <a:lnTo>
                  <a:pt x="4788" y="2029"/>
                </a:lnTo>
                <a:lnTo>
                  <a:pt x="4785" y="2027"/>
                </a:lnTo>
                <a:lnTo>
                  <a:pt x="4782" y="2024"/>
                </a:lnTo>
                <a:lnTo>
                  <a:pt x="4780" y="2022"/>
                </a:lnTo>
                <a:lnTo>
                  <a:pt x="4779" y="2020"/>
                </a:lnTo>
                <a:lnTo>
                  <a:pt x="4779" y="2017"/>
                </a:lnTo>
                <a:lnTo>
                  <a:pt x="4780" y="2015"/>
                </a:lnTo>
                <a:lnTo>
                  <a:pt x="4781" y="2012"/>
                </a:lnTo>
                <a:lnTo>
                  <a:pt x="4783" y="2010"/>
                </a:lnTo>
                <a:lnTo>
                  <a:pt x="4795" y="1998"/>
                </a:lnTo>
                <a:lnTo>
                  <a:pt x="4806" y="1987"/>
                </a:lnTo>
                <a:lnTo>
                  <a:pt x="4810" y="1992"/>
                </a:lnTo>
                <a:lnTo>
                  <a:pt x="4814" y="1997"/>
                </a:lnTo>
                <a:lnTo>
                  <a:pt x="4814" y="1997"/>
                </a:lnTo>
                <a:lnTo>
                  <a:pt x="4815" y="1997"/>
                </a:lnTo>
                <a:lnTo>
                  <a:pt x="4815" y="1997"/>
                </a:lnTo>
                <a:lnTo>
                  <a:pt x="4815" y="1998"/>
                </a:lnTo>
                <a:lnTo>
                  <a:pt x="4822" y="1996"/>
                </a:lnTo>
                <a:lnTo>
                  <a:pt x="4829" y="1994"/>
                </a:lnTo>
                <a:lnTo>
                  <a:pt x="4835" y="1993"/>
                </a:lnTo>
                <a:lnTo>
                  <a:pt x="4843" y="1993"/>
                </a:lnTo>
                <a:lnTo>
                  <a:pt x="4849" y="1993"/>
                </a:lnTo>
                <a:lnTo>
                  <a:pt x="4855" y="1995"/>
                </a:lnTo>
                <a:lnTo>
                  <a:pt x="4862" y="1999"/>
                </a:lnTo>
                <a:lnTo>
                  <a:pt x="4868" y="2004"/>
                </a:lnTo>
                <a:lnTo>
                  <a:pt x="4874" y="2010"/>
                </a:lnTo>
                <a:lnTo>
                  <a:pt x="4881" y="2014"/>
                </a:lnTo>
                <a:lnTo>
                  <a:pt x="4889" y="2016"/>
                </a:lnTo>
                <a:lnTo>
                  <a:pt x="4896" y="2018"/>
                </a:lnTo>
                <a:lnTo>
                  <a:pt x="4904" y="2018"/>
                </a:lnTo>
                <a:lnTo>
                  <a:pt x="4912" y="2018"/>
                </a:lnTo>
                <a:lnTo>
                  <a:pt x="4920" y="2016"/>
                </a:lnTo>
                <a:lnTo>
                  <a:pt x="4928" y="2013"/>
                </a:lnTo>
                <a:lnTo>
                  <a:pt x="4926" y="2005"/>
                </a:lnTo>
                <a:lnTo>
                  <a:pt x="4923" y="1999"/>
                </a:lnTo>
                <a:lnTo>
                  <a:pt x="4918" y="1994"/>
                </a:lnTo>
                <a:lnTo>
                  <a:pt x="4914" y="1989"/>
                </a:lnTo>
                <a:lnTo>
                  <a:pt x="4903" y="1981"/>
                </a:lnTo>
                <a:lnTo>
                  <a:pt x="4893" y="1972"/>
                </a:lnTo>
                <a:lnTo>
                  <a:pt x="4893" y="1972"/>
                </a:lnTo>
                <a:lnTo>
                  <a:pt x="4893" y="1973"/>
                </a:lnTo>
                <a:lnTo>
                  <a:pt x="4893" y="1973"/>
                </a:lnTo>
                <a:lnTo>
                  <a:pt x="4893" y="1973"/>
                </a:lnTo>
                <a:lnTo>
                  <a:pt x="4890" y="1984"/>
                </a:lnTo>
                <a:lnTo>
                  <a:pt x="4887" y="1995"/>
                </a:lnTo>
                <a:lnTo>
                  <a:pt x="4881" y="1993"/>
                </a:lnTo>
                <a:lnTo>
                  <a:pt x="4876" y="1991"/>
                </a:lnTo>
                <a:lnTo>
                  <a:pt x="4873" y="1988"/>
                </a:lnTo>
                <a:lnTo>
                  <a:pt x="4869" y="1985"/>
                </a:lnTo>
                <a:lnTo>
                  <a:pt x="4864" y="1978"/>
                </a:lnTo>
                <a:lnTo>
                  <a:pt x="4859" y="1971"/>
                </a:lnTo>
                <a:lnTo>
                  <a:pt x="4868" y="1971"/>
                </a:lnTo>
                <a:lnTo>
                  <a:pt x="4877" y="1972"/>
                </a:lnTo>
                <a:lnTo>
                  <a:pt x="4885" y="1972"/>
                </a:lnTo>
                <a:lnTo>
                  <a:pt x="4893" y="1973"/>
                </a:lnTo>
                <a:lnTo>
                  <a:pt x="4893" y="1972"/>
                </a:lnTo>
                <a:lnTo>
                  <a:pt x="4893" y="1972"/>
                </a:lnTo>
                <a:lnTo>
                  <a:pt x="4893" y="1972"/>
                </a:lnTo>
                <a:lnTo>
                  <a:pt x="4893" y="1972"/>
                </a:lnTo>
                <a:lnTo>
                  <a:pt x="4896" y="1970"/>
                </a:lnTo>
                <a:lnTo>
                  <a:pt x="4899" y="1967"/>
                </a:lnTo>
                <a:lnTo>
                  <a:pt x="4906" y="1960"/>
                </a:lnTo>
                <a:lnTo>
                  <a:pt x="4911" y="1954"/>
                </a:lnTo>
                <a:lnTo>
                  <a:pt x="4914" y="1947"/>
                </a:lnTo>
                <a:lnTo>
                  <a:pt x="4916" y="1942"/>
                </a:lnTo>
                <a:lnTo>
                  <a:pt x="4915" y="1936"/>
                </a:lnTo>
                <a:lnTo>
                  <a:pt x="4913" y="1930"/>
                </a:lnTo>
                <a:lnTo>
                  <a:pt x="4908" y="1922"/>
                </a:lnTo>
                <a:lnTo>
                  <a:pt x="4902" y="1915"/>
                </a:lnTo>
                <a:lnTo>
                  <a:pt x="4912" y="1912"/>
                </a:lnTo>
                <a:lnTo>
                  <a:pt x="4926" y="1908"/>
                </a:lnTo>
                <a:lnTo>
                  <a:pt x="4915" y="1896"/>
                </a:lnTo>
                <a:lnTo>
                  <a:pt x="4904" y="1881"/>
                </a:lnTo>
                <a:lnTo>
                  <a:pt x="4903" y="1891"/>
                </a:lnTo>
                <a:lnTo>
                  <a:pt x="4901" y="1898"/>
                </a:lnTo>
                <a:lnTo>
                  <a:pt x="4900" y="1901"/>
                </a:lnTo>
                <a:lnTo>
                  <a:pt x="4898" y="1903"/>
                </a:lnTo>
                <a:lnTo>
                  <a:pt x="4895" y="1904"/>
                </a:lnTo>
                <a:lnTo>
                  <a:pt x="4891" y="1904"/>
                </a:lnTo>
                <a:lnTo>
                  <a:pt x="4879" y="1900"/>
                </a:lnTo>
                <a:lnTo>
                  <a:pt x="4869" y="1895"/>
                </a:lnTo>
                <a:lnTo>
                  <a:pt x="4867" y="1899"/>
                </a:lnTo>
                <a:lnTo>
                  <a:pt x="4867" y="1903"/>
                </a:lnTo>
                <a:lnTo>
                  <a:pt x="4868" y="1906"/>
                </a:lnTo>
                <a:lnTo>
                  <a:pt x="4870" y="1908"/>
                </a:lnTo>
                <a:lnTo>
                  <a:pt x="4875" y="1911"/>
                </a:lnTo>
                <a:lnTo>
                  <a:pt x="4878" y="1913"/>
                </a:lnTo>
                <a:lnTo>
                  <a:pt x="4878" y="1922"/>
                </a:lnTo>
                <a:lnTo>
                  <a:pt x="4877" y="1931"/>
                </a:lnTo>
                <a:lnTo>
                  <a:pt x="4876" y="1939"/>
                </a:lnTo>
                <a:lnTo>
                  <a:pt x="4875" y="1947"/>
                </a:lnTo>
                <a:lnTo>
                  <a:pt x="4875" y="1947"/>
                </a:lnTo>
                <a:lnTo>
                  <a:pt x="4876" y="1947"/>
                </a:lnTo>
                <a:lnTo>
                  <a:pt x="4881" y="1941"/>
                </a:lnTo>
                <a:lnTo>
                  <a:pt x="4888" y="1937"/>
                </a:lnTo>
                <a:lnTo>
                  <a:pt x="4891" y="1936"/>
                </a:lnTo>
                <a:lnTo>
                  <a:pt x="4895" y="1935"/>
                </a:lnTo>
                <a:lnTo>
                  <a:pt x="4899" y="1934"/>
                </a:lnTo>
                <a:lnTo>
                  <a:pt x="4903" y="1934"/>
                </a:lnTo>
                <a:lnTo>
                  <a:pt x="4901" y="1940"/>
                </a:lnTo>
                <a:lnTo>
                  <a:pt x="4898" y="1945"/>
                </a:lnTo>
                <a:lnTo>
                  <a:pt x="4896" y="1948"/>
                </a:lnTo>
                <a:lnTo>
                  <a:pt x="4894" y="1950"/>
                </a:lnTo>
                <a:lnTo>
                  <a:pt x="4891" y="1951"/>
                </a:lnTo>
                <a:lnTo>
                  <a:pt x="4887" y="1950"/>
                </a:lnTo>
                <a:lnTo>
                  <a:pt x="4882" y="1949"/>
                </a:lnTo>
                <a:lnTo>
                  <a:pt x="4876" y="1947"/>
                </a:lnTo>
                <a:lnTo>
                  <a:pt x="4875" y="1947"/>
                </a:lnTo>
                <a:lnTo>
                  <a:pt x="4875" y="1948"/>
                </a:lnTo>
                <a:lnTo>
                  <a:pt x="4875" y="1947"/>
                </a:lnTo>
                <a:lnTo>
                  <a:pt x="4875" y="1947"/>
                </a:lnTo>
                <a:lnTo>
                  <a:pt x="4875" y="1947"/>
                </a:lnTo>
                <a:lnTo>
                  <a:pt x="4875" y="1947"/>
                </a:lnTo>
                <a:lnTo>
                  <a:pt x="4870" y="1951"/>
                </a:lnTo>
                <a:lnTo>
                  <a:pt x="4865" y="1954"/>
                </a:lnTo>
                <a:lnTo>
                  <a:pt x="4848" y="1951"/>
                </a:lnTo>
                <a:lnTo>
                  <a:pt x="4830" y="1948"/>
                </a:lnTo>
                <a:lnTo>
                  <a:pt x="4822" y="1946"/>
                </a:lnTo>
                <a:lnTo>
                  <a:pt x="4815" y="1942"/>
                </a:lnTo>
                <a:lnTo>
                  <a:pt x="4811" y="1939"/>
                </a:lnTo>
                <a:lnTo>
                  <a:pt x="4808" y="1936"/>
                </a:lnTo>
                <a:lnTo>
                  <a:pt x="4805" y="1933"/>
                </a:lnTo>
                <a:lnTo>
                  <a:pt x="4802" y="1928"/>
                </a:lnTo>
                <a:lnTo>
                  <a:pt x="4798" y="1923"/>
                </a:lnTo>
                <a:lnTo>
                  <a:pt x="4795" y="1918"/>
                </a:lnTo>
                <a:lnTo>
                  <a:pt x="4789" y="1914"/>
                </a:lnTo>
                <a:lnTo>
                  <a:pt x="4785" y="1911"/>
                </a:lnTo>
                <a:lnTo>
                  <a:pt x="4779" y="1908"/>
                </a:lnTo>
                <a:lnTo>
                  <a:pt x="4773" y="1907"/>
                </a:lnTo>
                <a:lnTo>
                  <a:pt x="4767" y="1907"/>
                </a:lnTo>
                <a:lnTo>
                  <a:pt x="4759" y="1909"/>
                </a:lnTo>
                <a:lnTo>
                  <a:pt x="4762" y="1895"/>
                </a:lnTo>
                <a:lnTo>
                  <a:pt x="4765" y="1882"/>
                </a:lnTo>
                <a:lnTo>
                  <a:pt x="4768" y="1869"/>
                </a:lnTo>
                <a:lnTo>
                  <a:pt x="4771" y="1856"/>
                </a:lnTo>
                <a:lnTo>
                  <a:pt x="4766" y="1857"/>
                </a:lnTo>
                <a:lnTo>
                  <a:pt x="4762" y="1859"/>
                </a:lnTo>
                <a:lnTo>
                  <a:pt x="4758" y="1862"/>
                </a:lnTo>
                <a:lnTo>
                  <a:pt x="4756" y="1866"/>
                </a:lnTo>
                <a:lnTo>
                  <a:pt x="4751" y="1874"/>
                </a:lnTo>
                <a:lnTo>
                  <a:pt x="4746" y="1883"/>
                </a:lnTo>
                <a:lnTo>
                  <a:pt x="4734" y="1874"/>
                </a:lnTo>
                <a:lnTo>
                  <a:pt x="4725" y="1867"/>
                </a:lnTo>
                <a:lnTo>
                  <a:pt x="4722" y="1874"/>
                </a:lnTo>
                <a:lnTo>
                  <a:pt x="4719" y="1881"/>
                </a:lnTo>
                <a:lnTo>
                  <a:pt x="4716" y="1888"/>
                </a:lnTo>
                <a:lnTo>
                  <a:pt x="4712" y="1893"/>
                </a:lnTo>
                <a:lnTo>
                  <a:pt x="4708" y="1896"/>
                </a:lnTo>
                <a:lnTo>
                  <a:pt x="4706" y="1899"/>
                </a:lnTo>
                <a:lnTo>
                  <a:pt x="4705" y="1903"/>
                </a:lnTo>
                <a:lnTo>
                  <a:pt x="4704" y="1906"/>
                </a:lnTo>
                <a:lnTo>
                  <a:pt x="4706" y="1913"/>
                </a:lnTo>
                <a:lnTo>
                  <a:pt x="4709" y="1920"/>
                </a:lnTo>
                <a:lnTo>
                  <a:pt x="4705" y="1918"/>
                </a:lnTo>
                <a:lnTo>
                  <a:pt x="4702" y="1916"/>
                </a:lnTo>
                <a:lnTo>
                  <a:pt x="4700" y="1914"/>
                </a:lnTo>
                <a:lnTo>
                  <a:pt x="4698" y="1912"/>
                </a:lnTo>
                <a:lnTo>
                  <a:pt x="4694" y="1906"/>
                </a:lnTo>
                <a:lnTo>
                  <a:pt x="4693" y="1900"/>
                </a:lnTo>
                <a:lnTo>
                  <a:pt x="4692" y="1894"/>
                </a:lnTo>
                <a:lnTo>
                  <a:pt x="4690" y="1887"/>
                </a:lnTo>
                <a:lnTo>
                  <a:pt x="4688" y="1883"/>
                </a:lnTo>
                <a:lnTo>
                  <a:pt x="4685" y="1879"/>
                </a:lnTo>
                <a:lnTo>
                  <a:pt x="4673" y="1881"/>
                </a:lnTo>
                <a:lnTo>
                  <a:pt x="4662" y="1883"/>
                </a:lnTo>
                <a:lnTo>
                  <a:pt x="4652" y="1884"/>
                </a:lnTo>
                <a:lnTo>
                  <a:pt x="4641" y="1884"/>
                </a:lnTo>
                <a:lnTo>
                  <a:pt x="4631" y="1881"/>
                </a:lnTo>
                <a:lnTo>
                  <a:pt x="4621" y="1877"/>
                </a:lnTo>
                <a:lnTo>
                  <a:pt x="4611" y="1873"/>
                </a:lnTo>
                <a:lnTo>
                  <a:pt x="4599" y="1870"/>
                </a:lnTo>
                <a:lnTo>
                  <a:pt x="4601" y="1876"/>
                </a:lnTo>
                <a:lnTo>
                  <a:pt x="4605" y="1879"/>
                </a:lnTo>
                <a:lnTo>
                  <a:pt x="4611" y="1881"/>
                </a:lnTo>
                <a:lnTo>
                  <a:pt x="4615" y="1884"/>
                </a:lnTo>
                <a:lnTo>
                  <a:pt x="4617" y="1886"/>
                </a:lnTo>
                <a:lnTo>
                  <a:pt x="4618" y="1888"/>
                </a:lnTo>
                <a:lnTo>
                  <a:pt x="4619" y="1892"/>
                </a:lnTo>
                <a:lnTo>
                  <a:pt x="4618" y="1897"/>
                </a:lnTo>
                <a:lnTo>
                  <a:pt x="4608" y="1898"/>
                </a:lnTo>
                <a:lnTo>
                  <a:pt x="4594" y="1900"/>
                </a:lnTo>
                <a:lnTo>
                  <a:pt x="4610" y="1909"/>
                </a:lnTo>
                <a:lnTo>
                  <a:pt x="4622" y="1917"/>
                </a:lnTo>
                <a:lnTo>
                  <a:pt x="4621" y="1919"/>
                </a:lnTo>
                <a:lnTo>
                  <a:pt x="4620" y="1922"/>
                </a:lnTo>
                <a:lnTo>
                  <a:pt x="4612" y="1921"/>
                </a:lnTo>
                <a:lnTo>
                  <a:pt x="4605" y="1920"/>
                </a:lnTo>
                <a:lnTo>
                  <a:pt x="4596" y="1918"/>
                </a:lnTo>
                <a:lnTo>
                  <a:pt x="4588" y="1917"/>
                </a:lnTo>
                <a:lnTo>
                  <a:pt x="4587" y="1923"/>
                </a:lnTo>
                <a:lnTo>
                  <a:pt x="4586" y="1930"/>
                </a:lnTo>
                <a:lnTo>
                  <a:pt x="4586" y="1936"/>
                </a:lnTo>
                <a:lnTo>
                  <a:pt x="4588" y="1941"/>
                </a:lnTo>
                <a:lnTo>
                  <a:pt x="4590" y="1946"/>
                </a:lnTo>
                <a:lnTo>
                  <a:pt x="4593" y="1952"/>
                </a:lnTo>
                <a:lnTo>
                  <a:pt x="4597" y="1957"/>
                </a:lnTo>
                <a:lnTo>
                  <a:pt x="4602" y="1962"/>
                </a:lnTo>
                <a:lnTo>
                  <a:pt x="4594" y="1960"/>
                </a:lnTo>
                <a:lnTo>
                  <a:pt x="4588" y="1957"/>
                </a:lnTo>
                <a:lnTo>
                  <a:pt x="4584" y="1954"/>
                </a:lnTo>
                <a:lnTo>
                  <a:pt x="4580" y="1950"/>
                </a:lnTo>
                <a:lnTo>
                  <a:pt x="4575" y="1940"/>
                </a:lnTo>
                <a:lnTo>
                  <a:pt x="4572" y="1930"/>
                </a:lnTo>
                <a:lnTo>
                  <a:pt x="4569" y="1920"/>
                </a:lnTo>
                <a:lnTo>
                  <a:pt x="4564" y="1911"/>
                </a:lnTo>
                <a:lnTo>
                  <a:pt x="4560" y="1902"/>
                </a:lnTo>
                <a:lnTo>
                  <a:pt x="4554" y="1894"/>
                </a:lnTo>
                <a:lnTo>
                  <a:pt x="4566" y="1891"/>
                </a:lnTo>
                <a:lnTo>
                  <a:pt x="4577" y="1887"/>
                </a:lnTo>
                <a:lnTo>
                  <a:pt x="4565" y="1877"/>
                </a:lnTo>
                <a:lnTo>
                  <a:pt x="4553" y="1868"/>
                </a:lnTo>
                <a:lnTo>
                  <a:pt x="4542" y="1859"/>
                </a:lnTo>
                <a:lnTo>
                  <a:pt x="4531" y="1851"/>
                </a:lnTo>
                <a:lnTo>
                  <a:pt x="4536" y="1842"/>
                </a:lnTo>
                <a:lnTo>
                  <a:pt x="4541" y="1835"/>
                </a:lnTo>
                <a:lnTo>
                  <a:pt x="4531" y="1826"/>
                </a:lnTo>
                <a:lnTo>
                  <a:pt x="4520" y="1816"/>
                </a:lnTo>
                <a:lnTo>
                  <a:pt x="4513" y="1820"/>
                </a:lnTo>
                <a:lnTo>
                  <a:pt x="4505" y="1824"/>
                </a:lnTo>
                <a:lnTo>
                  <a:pt x="4495" y="1821"/>
                </a:lnTo>
                <a:lnTo>
                  <a:pt x="4485" y="1817"/>
                </a:lnTo>
                <a:lnTo>
                  <a:pt x="4475" y="1814"/>
                </a:lnTo>
                <a:lnTo>
                  <a:pt x="4464" y="1808"/>
                </a:lnTo>
                <a:lnTo>
                  <a:pt x="4469" y="1820"/>
                </a:lnTo>
                <a:lnTo>
                  <a:pt x="4472" y="1827"/>
                </a:lnTo>
                <a:lnTo>
                  <a:pt x="4472" y="1830"/>
                </a:lnTo>
                <a:lnTo>
                  <a:pt x="4472" y="1834"/>
                </a:lnTo>
                <a:lnTo>
                  <a:pt x="4472" y="1836"/>
                </a:lnTo>
                <a:lnTo>
                  <a:pt x="4471" y="1839"/>
                </a:lnTo>
                <a:lnTo>
                  <a:pt x="4469" y="1841"/>
                </a:lnTo>
                <a:lnTo>
                  <a:pt x="4467" y="1842"/>
                </a:lnTo>
                <a:lnTo>
                  <a:pt x="4462" y="1843"/>
                </a:lnTo>
                <a:lnTo>
                  <a:pt x="4458" y="1843"/>
                </a:lnTo>
                <a:lnTo>
                  <a:pt x="4447" y="1845"/>
                </a:lnTo>
                <a:lnTo>
                  <a:pt x="4435" y="1848"/>
                </a:lnTo>
                <a:lnTo>
                  <a:pt x="4435" y="1853"/>
                </a:lnTo>
                <a:lnTo>
                  <a:pt x="4436" y="1856"/>
                </a:lnTo>
                <a:lnTo>
                  <a:pt x="4437" y="1859"/>
                </a:lnTo>
                <a:lnTo>
                  <a:pt x="4439" y="1861"/>
                </a:lnTo>
                <a:lnTo>
                  <a:pt x="4442" y="1865"/>
                </a:lnTo>
                <a:lnTo>
                  <a:pt x="4447" y="1867"/>
                </a:lnTo>
                <a:lnTo>
                  <a:pt x="4452" y="1870"/>
                </a:lnTo>
                <a:lnTo>
                  <a:pt x="4456" y="1873"/>
                </a:lnTo>
                <a:lnTo>
                  <a:pt x="4460" y="1877"/>
                </a:lnTo>
                <a:lnTo>
                  <a:pt x="4462" y="1883"/>
                </a:lnTo>
                <a:lnTo>
                  <a:pt x="4458" y="1884"/>
                </a:lnTo>
                <a:lnTo>
                  <a:pt x="4453" y="1883"/>
                </a:lnTo>
                <a:lnTo>
                  <a:pt x="4448" y="1883"/>
                </a:lnTo>
                <a:lnTo>
                  <a:pt x="4444" y="1882"/>
                </a:lnTo>
                <a:lnTo>
                  <a:pt x="4436" y="1878"/>
                </a:lnTo>
                <a:lnTo>
                  <a:pt x="4430" y="1874"/>
                </a:lnTo>
                <a:lnTo>
                  <a:pt x="4425" y="1870"/>
                </a:lnTo>
                <a:lnTo>
                  <a:pt x="4420" y="1866"/>
                </a:lnTo>
                <a:lnTo>
                  <a:pt x="4414" y="1864"/>
                </a:lnTo>
                <a:lnTo>
                  <a:pt x="4408" y="1862"/>
                </a:lnTo>
                <a:lnTo>
                  <a:pt x="4397" y="1859"/>
                </a:lnTo>
                <a:lnTo>
                  <a:pt x="4385" y="1857"/>
                </a:lnTo>
                <a:lnTo>
                  <a:pt x="4381" y="1869"/>
                </a:lnTo>
                <a:lnTo>
                  <a:pt x="4377" y="1882"/>
                </a:lnTo>
                <a:lnTo>
                  <a:pt x="4382" y="1887"/>
                </a:lnTo>
                <a:lnTo>
                  <a:pt x="4388" y="1893"/>
                </a:lnTo>
                <a:lnTo>
                  <a:pt x="4390" y="1896"/>
                </a:lnTo>
                <a:lnTo>
                  <a:pt x="4391" y="1899"/>
                </a:lnTo>
                <a:lnTo>
                  <a:pt x="4392" y="1903"/>
                </a:lnTo>
                <a:lnTo>
                  <a:pt x="4391" y="1908"/>
                </a:lnTo>
                <a:lnTo>
                  <a:pt x="4391" y="1911"/>
                </a:lnTo>
                <a:lnTo>
                  <a:pt x="4391" y="1913"/>
                </a:lnTo>
                <a:lnTo>
                  <a:pt x="4392" y="1915"/>
                </a:lnTo>
                <a:lnTo>
                  <a:pt x="4394" y="1917"/>
                </a:lnTo>
                <a:lnTo>
                  <a:pt x="4396" y="1919"/>
                </a:lnTo>
                <a:lnTo>
                  <a:pt x="4398" y="1920"/>
                </a:lnTo>
                <a:lnTo>
                  <a:pt x="4401" y="1920"/>
                </a:lnTo>
                <a:lnTo>
                  <a:pt x="4403" y="1920"/>
                </a:lnTo>
                <a:lnTo>
                  <a:pt x="4412" y="1917"/>
                </a:lnTo>
                <a:lnTo>
                  <a:pt x="4422" y="1916"/>
                </a:lnTo>
                <a:lnTo>
                  <a:pt x="4430" y="1917"/>
                </a:lnTo>
                <a:lnTo>
                  <a:pt x="4438" y="1918"/>
                </a:lnTo>
                <a:lnTo>
                  <a:pt x="4445" y="1921"/>
                </a:lnTo>
                <a:lnTo>
                  <a:pt x="4453" y="1924"/>
                </a:lnTo>
                <a:lnTo>
                  <a:pt x="4460" y="1928"/>
                </a:lnTo>
                <a:lnTo>
                  <a:pt x="4469" y="1933"/>
                </a:lnTo>
                <a:lnTo>
                  <a:pt x="4471" y="1934"/>
                </a:lnTo>
                <a:lnTo>
                  <a:pt x="4475" y="1935"/>
                </a:lnTo>
                <a:lnTo>
                  <a:pt x="4476" y="1933"/>
                </a:lnTo>
                <a:lnTo>
                  <a:pt x="4478" y="1931"/>
                </a:lnTo>
                <a:lnTo>
                  <a:pt x="4480" y="1928"/>
                </a:lnTo>
                <a:lnTo>
                  <a:pt x="4482" y="1926"/>
                </a:lnTo>
                <a:lnTo>
                  <a:pt x="4487" y="1924"/>
                </a:lnTo>
                <a:lnTo>
                  <a:pt x="4492" y="1921"/>
                </a:lnTo>
                <a:lnTo>
                  <a:pt x="4497" y="1919"/>
                </a:lnTo>
                <a:lnTo>
                  <a:pt x="4501" y="1915"/>
                </a:lnTo>
                <a:lnTo>
                  <a:pt x="4502" y="1912"/>
                </a:lnTo>
                <a:lnTo>
                  <a:pt x="4504" y="1909"/>
                </a:lnTo>
                <a:lnTo>
                  <a:pt x="4504" y="1905"/>
                </a:lnTo>
                <a:lnTo>
                  <a:pt x="4504" y="1901"/>
                </a:lnTo>
                <a:lnTo>
                  <a:pt x="4515" y="1904"/>
                </a:lnTo>
                <a:lnTo>
                  <a:pt x="4524" y="1908"/>
                </a:lnTo>
                <a:lnTo>
                  <a:pt x="4533" y="1911"/>
                </a:lnTo>
                <a:lnTo>
                  <a:pt x="4542" y="1915"/>
                </a:lnTo>
                <a:lnTo>
                  <a:pt x="4539" y="1924"/>
                </a:lnTo>
                <a:lnTo>
                  <a:pt x="4536" y="1934"/>
                </a:lnTo>
                <a:lnTo>
                  <a:pt x="4533" y="1937"/>
                </a:lnTo>
                <a:lnTo>
                  <a:pt x="4529" y="1939"/>
                </a:lnTo>
                <a:lnTo>
                  <a:pt x="4524" y="1940"/>
                </a:lnTo>
                <a:lnTo>
                  <a:pt x="4518" y="1940"/>
                </a:lnTo>
                <a:lnTo>
                  <a:pt x="4518" y="1940"/>
                </a:lnTo>
                <a:lnTo>
                  <a:pt x="4517" y="1940"/>
                </a:lnTo>
                <a:lnTo>
                  <a:pt x="4518" y="1948"/>
                </a:lnTo>
                <a:lnTo>
                  <a:pt x="4519" y="1959"/>
                </a:lnTo>
                <a:lnTo>
                  <a:pt x="4516" y="1955"/>
                </a:lnTo>
                <a:lnTo>
                  <a:pt x="4514" y="1952"/>
                </a:lnTo>
                <a:lnTo>
                  <a:pt x="4513" y="1949"/>
                </a:lnTo>
                <a:lnTo>
                  <a:pt x="4513" y="1947"/>
                </a:lnTo>
                <a:lnTo>
                  <a:pt x="4514" y="1943"/>
                </a:lnTo>
                <a:lnTo>
                  <a:pt x="4517" y="1940"/>
                </a:lnTo>
                <a:lnTo>
                  <a:pt x="4517" y="1940"/>
                </a:lnTo>
                <a:lnTo>
                  <a:pt x="4517" y="1940"/>
                </a:lnTo>
                <a:lnTo>
                  <a:pt x="4518" y="1940"/>
                </a:lnTo>
                <a:lnTo>
                  <a:pt x="4518" y="1940"/>
                </a:lnTo>
                <a:lnTo>
                  <a:pt x="4518" y="1940"/>
                </a:lnTo>
                <a:lnTo>
                  <a:pt x="4518" y="1940"/>
                </a:lnTo>
                <a:lnTo>
                  <a:pt x="4511" y="1937"/>
                </a:lnTo>
                <a:lnTo>
                  <a:pt x="4504" y="1936"/>
                </a:lnTo>
                <a:lnTo>
                  <a:pt x="4498" y="1937"/>
                </a:lnTo>
                <a:lnTo>
                  <a:pt x="4492" y="1938"/>
                </a:lnTo>
                <a:lnTo>
                  <a:pt x="4482" y="1944"/>
                </a:lnTo>
                <a:lnTo>
                  <a:pt x="4473" y="1951"/>
                </a:lnTo>
                <a:lnTo>
                  <a:pt x="4475" y="1959"/>
                </a:lnTo>
                <a:lnTo>
                  <a:pt x="4478" y="1967"/>
                </a:lnTo>
                <a:lnTo>
                  <a:pt x="4479" y="1971"/>
                </a:lnTo>
                <a:lnTo>
                  <a:pt x="4479" y="1975"/>
                </a:lnTo>
                <a:lnTo>
                  <a:pt x="4479" y="1977"/>
                </a:lnTo>
                <a:lnTo>
                  <a:pt x="4478" y="1979"/>
                </a:lnTo>
                <a:lnTo>
                  <a:pt x="4471" y="1987"/>
                </a:lnTo>
                <a:lnTo>
                  <a:pt x="4464" y="1994"/>
                </a:lnTo>
                <a:lnTo>
                  <a:pt x="4458" y="1997"/>
                </a:lnTo>
                <a:lnTo>
                  <a:pt x="4453" y="1998"/>
                </a:lnTo>
                <a:lnTo>
                  <a:pt x="4447" y="1998"/>
                </a:lnTo>
                <a:lnTo>
                  <a:pt x="4440" y="1995"/>
                </a:lnTo>
                <a:lnTo>
                  <a:pt x="4440" y="2004"/>
                </a:lnTo>
                <a:lnTo>
                  <a:pt x="4440" y="2010"/>
                </a:lnTo>
                <a:lnTo>
                  <a:pt x="4450" y="2018"/>
                </a:lnTo>
                <a:lnTo>
                  <a:pt x="4459" y="2026"/>
                </a:lnTo>
                <a:lnTo>
                  <a:pt x="4464" y="2029"/>
                </a:lnTo>
                <a:lnTo>
                  <a:pt x="4470" y="2032"/>
                </a:lnTo>
                <a:lnTo>
                  <a:pt x="4476" y="2034"/>
                </a:lnTo>
                <a:lnTo>
                  <a:pt x="4483" y="2034"/>
                </a:lnTo>
                <a:lnTo>
                  <a:pt x="4487" y="2035"/>
                </a:lnTo>
                <a:lnTo>
                  <a:pt x="4491" y="2039"/>
                </a:lnTo>
                <a:lnTo>
                  <a:pt x="4496" y="2043"/>
                </a:lnTo>
                <a:lnTo>
                  <a:pt x="4500" y="2049"/>
                </a:lnTo>
                <a:lnTo>
                  <a:pt x="4500" y="2049"/>
                </a:lnTo>
                <a:lnTo>
                  <a:pt x="4501" y="2049"/>
                </a:lnTo>
                <a:lnTo>
                  <a:pt x="4501" y="2049"/>
                </a:lnTo>
                <a:lnTo>
                  <a:pt x="4501" y="2049"/>
                </a:lnTo>
                <a:lnTo>
                  <a:pt x="4503" y="2043"/>
                </a:lnTo>
                <a:lnTo>
                  <a:pt x="4504" y="2039"/>
                </a:lnTo>
                <a:lnTo>
                  <a:pt x="4503" y="2035"/>
                </a:lnTo>
                <a:lnTo>
                  <a:pt x="4502" y="2031"/>
                </a:lnTo>
                <a:lnTo>
                  <a:pt x="4498" y="2023"/>
                </a:lnTo>
                <a:lnTo>
                  <a:pt x="4494" y="2015"/>
                </a:lnTo>
                <a:lnTo>
                  <a:pt x="4506" y="2018"/>
                </a:lnTo>
                <a:lnTo>
                  <a:pt x="4516" y="2019"/>
                </a:lnTo>
                <a:lnTo>
                  <a:pt x="4526" y="2017"/>
                </a:lnTo>
                <a:lnTo>
                  <a:pt x="4536" y="2012"/>
                </a:lnTo>
                <a:lnTo>
                  <a:pt x="4540" y="2017"/>
                </a:lnTo>
                <a:lnTo>
                  <a:pt x="4543" y="2021"/>
                </a:lnTo>
                <a:lnTo>
                  <a:pt x="4546" y="2026"/>
                </a:lnTo>
                <a:lnTo>
                  <a:pt x="4548" y="2031"/>
                </a:lnTo>
                <a:lnTo>
                  <a:pt x="4549" y="2037"/>
                </a:lnTo>
                <a:lnTo>
                  <a:pt x="4549" y="2042"/>
                </a:lnTo>
                <a:lnTo>
                  <a:pt x="4548" y="2050"/>
                </a:lnTo>
                <a:lnTo>
                  <a:pt x="4545" y="2056"/>
                </a:lnTo>
                <a:lnTo>
                  <a:pt x="4534" y="2054"/>
                </a:lnTo>
                <a:lnTo>
                  <a:pt x="4524" y="2052"/>
                </a:lnTo>
                <a:lnTo>
                  <a:pt x="4513" y="2051"/>
                </a:lnTo>
                <a:lnTo>
                  <a:pt x="4501" y="2049"/>
                </a:lnTo>
                <a:lnTo>
                  <a:pt x="4501" y="2049"/>
                </a:lnTo>
                <a:lnTo>
                  <a:pt x="4501" y="2050"/>
                </a:lnTo>
                <a:lnTo>
                  <a:pt x="4501" y="2049"/>
                </a:lnTo>
                <a:lnTo>
                  <a:pt x="4500" y="2049"/>
                </a:lnTo>
                <a:lnTo>
                  <a:pt x="4487" y="2054"/>
                </a:lnTo>
                <a:lnTo>
                  <a:pt x="4474" y="2059"/>
                </a:lnTo>
                <a:lnTo>
                  <a:pt x="4460" y="2065"/>
                </a:lnTo>
                <a:lnTo>
                  <a:pt x="4448" y="2071"/>
                </a:lnTo>
                <a:lnTo>
                  <a:pt x="4444" y="2074"/>
                </a:lnTo>
                <a:lnTo>
                  <a:pt x="4442" y="2079"/>
                </a:lnTo>
                <a:lnTo>
                  <a:pt x="4440" y="2085"/>
                </a:lnTo>
                <a:lnTo>
                  <a:pt x="4440" y="2091"/>
                </a:lnTo>
                <a:lnTo>
                  <a:pt x="4441" y="2101"/>
                </a:lnTo>
                <a:lnTo>
                  <a:pt x="4443" y="2111"/>
                </a:lnTo>
                <a:lnTo>
                  <a:pt x="4445" y="2121"/>
                </a:lnTo>
                <a:lnTo>
                  <a:pt x="4448" y="2133"/>
                </a:lnTo>
                <a:lnTo>
                  <a:pt x="4442" y="2138"/>
                </a:lnTo>
                <a:lnTo>
                  <a:pt x="4435" y="2144"/>
                </a:lnTo>
                <a:lnTo>
                  <a:pt x="4431" y="2143"/>
                </a:lnTo>
                <a:lnTo>
                  <a:pt x="4429" y="2143"/>
                </a:lnTo>
                <a:lnTo>
                  <a:pt x="4426" y="2139"/>
                </a:lnTo>
                <a:lnTo>
                  <a:pt x="4423" y="2136"/>
                </a:lnTo>
                <a:lnTo>
                  <a:pt x="4419" y="2134"/>
                </a:lnTo>
                <a:lnTo>
                  <a:pt x="4415" y="2132"/>
                </a:lnTo>
                <a:lnTo>
                  <a:pt x="4411" y="2131"/>
                </a:lnTo>
                <a:lnTo>
                  <a:pt x="4407" y="2130"/>
                </a:lnTo>
                <a:lnTo>
                  <a:pt x="4402" y="2130"/>
                </a:lnTo>
                <a:lnTo>
                  <a:pt x="4397" y="2131"/>
                </a:lnTo>
                <a:lnTo>
                  <a:pt x="4390" y="2130"/>
                </a:lnTo>
                <a:lnTo>
                  <a:pt x="4382" y="2127"/>
                </a:lnTo>
                <a:lnTo>
                  <a:pt x="4379" y="2126"/>
                </a:lnTo>
                <a:lnTo>
                  <a:pt x="4376" y="2123"/>
                </a:lnTo>
                <a:lnTo>
                  <a:pt x="4368" y="2123"/>
                </a:lnTo>
                <a:lnTo>
                  <a:pt x="4363" y="2123"/>
                </a:lnTo>
                <a:lnTo>
                  <a:pt x="4359" y="2122"/>
                </a:lnTo>
                <a:lnTo>
                  <a:pt x="4357" y="2120"/>
                </a:lnTo>
                <a:lnTo>
                  <a:pt x="4356" y="2117"/>
                </a:lnTo>
                <a:lnTo>
                  <a:pt x="4355" y="2113"/>
                </a:lnTo>
                <a:lnTo>
                  <a:pt x="4356" y="2107"/>
                </a:lnTo>
                <a:lnTo>
                  <a:pt x="4357" y="2098"/>
                </a:lnTo>
                <a:lnTo>
                  <a:pt x="4363" y="2097"/>
                </a:lnTo>
                <a:lnTo>
                  <a:pt x="4371" y="2095"/>
                </a:lnTo>
                <a:lnTo>
                  <a:pt x="4369" y="2088"/>
                </a:lnTo>
                <a:lnTo>
                  <a:pt x="4367" y="2077"/>
                </a:lnTo>
                <a:lnTo>
                  <a:pt x="4381" y="2083"/>
                </a:lnTo>
                <a:lnTo>
                  <a:pt x="4394" y="2090"/>
                </a:lnTo>
                <a:lnTo>
                  <a:pt x="4400" y="2092"/>
                </a:lnTo>
                <a:lnTo>
                  <a:pt x="4407" y="2094"/>
                </a:lnTo>
                <a:lnTo>
                  <a:pt x="4414" y="2095"/>
                </a:lnTo>
                <a:lnTo>
                  <a:pt x="4422" y="2095"/>
                </a:lnTo>
                <a:lnTo>
                  <a:pt x="4415" y="2078"/>
                </a:lnTo>
                <a:lnTo>
                  <a:pt x="4408" y="2065"/>
                </a:lnTo>
                <a:lnTo>
                  <a:pt x="4403" y="2059"/>
                </a:lnTo>
                <a:lnTo>
                  <a:pt x="4397" y="2054"/>
                </a:lnTo>
                <a:lnTo>
                  <a:pt x="4389" y="2050"/>
                </a:lnTo>
                <a:lnTo>
                  <a:pt x="4379" y="2046"/>
                </a:lnTo>
                <a:lnTo>
                  <a:pt x="4386" y="2062"/>
                </a:lnTo>
                <a:lnTo>
                  <a:pt x="4393" y="2075"/>
                </a:lnTo>
                <a:lnTo>
                  <a:pt x="4389" y="2075"/>
                </a:lnTo>
                <a:lnTo>
                  <a:pt x="4385" y="2075"/>
                </a:lnTo>
                <a:lnTo>
                  <a:pt x="4382" y="2074"/>
                </a:lnTo>
                <a:lnTo>
                  <a:pt x="4380" y="2071"/>
                </a:lnTo>
                <a:lnTo>
                  <a:pt x="4373" y="2062"/>
                </a:lnTo>
                <a:lnTo>
                  <a:pt x="4361" y="2042"/>
                </a:lnTo>
                <a:lnTo>
                  <a:pt x="4359" y="2053"/>
                </a:lnTo>
                <a:lnTo>
                  <a:pt x="4356" y="2063"/>
                </a:lnTo>
                <a:lnTo>
                  <a:pt x="4352" y="2072"/>
                </a:lnTo>
                <a:lnTo>
                  <a:pt x="4347" y="2080"/>
                </a:lnTo>
                <a:lnTo>
                  <a:pt x="4341" y="2088"/>
                </a:lnTo>
                <a:lnTo>
                  <a:pt x="4333" y="2094"/>
                </a:lnTo>
                <a:lnTo>
                  <a:pt x="4324" y="2100"/>
                </a:lnTo>
                <a:lnTo>
                  <a:pt x="4313" y="2104"/>
                </a:lnTo>
                <a:lnTo>
                  <a:pt x="4324" y="2108"/>
                </a:lnTo>
                <a:lnTo>
                  <a:pt x="4331" y="2112"/>
                </a:lnTo>
                <a:lnTo>
                  <a:pt x="4340" y="2123"/>
                </a:lnTo>
                <a:lnTo>
                  <a:pt x="4349" y="2134"/>
                </a:lnTo>
                <a:lnTo>
                  <a:pt x="4350" y="2136"/>
                </a:lnTo>
                <a:lnTo>
                  <a:pt x="4351" y="2138"/>
                </a:lnTo>
                <a:lnTo>
                  <a:pt x="4351" y="2140"/>
                </a:lnTo>
                <a:lnTo>
                  <a:pt x="4351" y="2142"/>
                </a:lnTo>
                <a:lnTo>
                  <a:pt x="4350" y="2146"/>
                </a:lnTo>
                <a:lnTo>
                  <a:pt x="4349" y="2150"/>
                </a:lnTo>
                <a:lnTo>
                  <a:pt x="4346" y="2151"/>
                </a:lnTo>
                <a:lnTo>
                  <a:pt x="4343" y="2152"/>
                </a:lnTo>
                <a:lnTo>
                  <a:pt x="4334" y="2158"/>
                </a:lnTo>
                <a:lnTo>
                  <a:pt x="4326" y="2166"/>
                </a:lnTo>
                <a:lnTo>
                  <a:pt x="4326" y="2164"/>
                </a:lnTo>
                <a:lnTo>
                  <a:pt x="4326" y="2162"/>
                </a:lnTo>
                <a:lnTo>
                  <a:pt x="4326" y="2159"/>
                </a:lnTo>
                <a:lnTo>
                  <a:pt x="4326" y="2156"/>
                </a:lnTo>
                <a:lnTo>
                  <a:pt x="4325" y="2154"/>
                </a:lnTo>
                <a:lnTo>
                  <a:pt x="4322" y="2152"/>
                </a:lnTo>
                <a:lnTo>
                  <a:pt x="4319" y="2150"/>
                </a:lnTo>
                <a:lnTo>
                  <a:pt x="4316" y="2149"/>
                </a:lnTo>
                <a:lnTo>
                  <a:pt x="4313" y="2148"/>
                </a:lnTo>
                <a:lnTo>
                  <a:pt x="4310" y="2148"/>
                </a:lnTo>
                <a:lnTo>
                  <a:pt x="4306" y="2148"/>
                </a:lnTo>
                <a:lnTo>
                  <a:pt x="4302" y="2146"/>
                </a:lnTo>
                <a:lnTo>
                  <a:pt x="4300" y="2143"/>
                </a:lnTo>
                <a:lnTo>
                  <a:pt x="4297" y="2139"/>
                </a:lnTo>
                <a:lnTo>
                  <a:pt x="4294" y="2136"/>
                </a:lnTo>
                <a:lnTo>
                  <a:pt x="4291" y="2134"/>
                </a:lnTo>
                <a:lnTo>
                  <a:pt x="4288" y="2132"/>
                </a:lnTo>
                <a:lnTo>
                  <a:pt x="4283" y="2132"/>
                </a:lnTo>
                <a:lnTo>
                  <a:pt x="4274" y="2129"/>
                </a:lnTo>
                <a:lnTo>
                  <a:pt x="4266" y="2128"/>
                </a:lnTo>
                <a:lnTo>
                  <a:pt x="4257" y="2127"/>
                </a:lnTo>
                <a:lnTo>
                  <a:pt x="4249" y="2127"/>
                </a:lnTo>
                <a:lnTo>
                  <a:pt x="4238" y="2126"/>
                </a:lnTo>
                <a:lnTo>
                  <a:pt x="4226" y="2124"/>
                </a:lnTo>
                <a:lnTo>
                  <a:pt x="4219" y="2116"/>
                </a:lnTo>
                <a:lnTo>
                  <a:pt x="4212" y="2108"/>
                </a:lnTo>
                <a:lnTo>
                  <a:pt x="4200" y="2100"/>
                </a:lnTo>
                <a:lnTo>
                  <a:pt x="4187" y="2092"/>
                </a:lnTo>
                <a:lnTo>
                  <a:pt x="4184" y="2091"/>
                </a:lnTo>
                <a:lnTo>
                  <a:pt x="4180" y="2090"/>
                </a:lnTo>
                <a:lnTo>
                  <a:pt x="4175" y="2089"/>
                </a:lnTo>
                <a:lnTo>
                  <a:pt x="4171" y="2089"/>
                </a:lnTo>
                <a:lnTo>
                  <a:pt x="4171" y="2081"/>
                </a:lnTo>
                <a:lnTo>
                  <a:pt x="4171" y="2074"/>
                </a:lnTo>
                <a:lnTo>
                  <a:pt x="4166" y="2073"/>
                </a:lnTo>
                <a:lnTo>
                  <a:pt x="4162" y="2071"/>
                </a:lnTo>
                <a:lnTo>
                  <a:pt x="4158" y="2071"/>
                </a:lnTo>
                <a:lnTo>
                  <a:pt x="4154" y="2072"/>
                </a:lnTo>
                <a:lnTo>
                  <a:pt x="4151" y="2073"/>
                </a:lnTo>
                <a:lnTo>
                  <a:pt x="4147" y="2075"/>
                </a:lnTo>
                <a:lnTo>
                  <a:pt x="4144" y="2078"/>
                </a:lnTo>
                <a:lnTo>
                  <a:pt x="4141" y="2082"/>
                </a:lnTo>
                <a:lnTo>
                  <a:pt x="4133" y="2084"/>
                </a:lnTo>
                <a:lnTo>
                  <a:pt x="4128" y="2084"/>
                </a:lnTo>
                <a:lnTo>
                  <a:pt x="4125" y="2082"/>
                </a:lnTo>
                <a:lnTo>
                  <a:pt x="4122" y="2079"/>
                </a:lnTo>
                <a:lnTo>
                  <a:pt x="4119" y="2071"/>
                </a:lnTo>
                <a:lnTo>
                  <a:pt x="4116" y="2062"/>
                </a:lnTo>
                <a:lnTo>
                  <a:pt x="4117" y="2059"/>
                </a:lnTo>
                <a:lnTo>
                  <a:pt x="4117" y="2057"/>
                </a:lnTo>
                <a:lnTo>
                  <a:pt x="4117" y="2055"/>
                </a:lnTo>
                <a:lnTo>
                  <a:pt x="4116" y="2054"/>
                </a:lnTo>
                <a:lnTo>
                  <a:pt x="4113" y="2054"/>
                </a:lnTo>
                <a:lnTo>
                  <a:pt x="4108" y="2055"/>
                </a:lnTo>
                <a:lnTo>
                  <a:pt x="4106" y="2052"/>
                </a:lnTo>
                <a:lnTo>
                  <a:pt x="4104" y="2048"/>
                </a:lnTo>
                <a:lnTo>
                  <a:pt x="4110" y="2044"/>
                </a:lnTo>
                <a:lnTo>
                  <a:pt x="4117" y="2043"/>
                </a:lnTo>
                <a:lnTo>
                  <a:pt x="4124" y="2042"/>
                </a:lnTo>
                <a:lnTo>
                  <a:pt x="4133" y="2043"/>
                </a:lnTo>
                <a:lnTo>
                  <a:pt x="4129" y="2039"/>
                </a:lnTo>
                <a:lnTo>
                  <a:pt x="4126" y="2036"/>
                </a:lnTo>
                <a:lnTo>
                  <a:pt x="4123" y="2034"/>
                </a:lnTo>
                <a:lnTo>
                  <a:pt x="4119" y="2032"/>
                </a:lnTo>
                <a:lnTo>
                  <a:pt x="4113" y="2031"/>
                </a:lnTo>
                <a:lnTo>
                  <a:pt x="4106" y="2031"/>
                </a:lnTo>
                <a:lnTo>
                  <a:pt x="4102" y="2031"/>
                </a:lnTo>
                <a:lnTo>
                  <a:pt x="4097" y="2030"/>
                </a:lnTo>
                <a:lnTo>
                  <a:pt x="4095" y="2027"/>
                </a:lnTo>
                <a:lnTo>
                  <a:pt x="4093" y="2025"/>
                </a:lnTo>
                <a:lnTo>
                  <a:pt x="4090" y="2023"/>
                </a:lnTo>
                <a:lnTo>
                  <a:pt x="4086" y="2023"/>
                </a:lnTo>
                <a:lnTo>
                  <a:pt x="4083" y="2018"/>
                </a:lnTo>
                <a:lnTo>
                  <a:pt x="4079" y="2015"/>
                </a:lnTo>
                <a:lnTo>
                  <a:pt x="4074" y="2012"/>
                </a:lnTo>
                <a:lnTo>
                  <a:pt x="4070" y="2009"/>
                </a:lnTo>
                <a:lnTo>
                  <a:pt x="4059" y="2005"/>
                </a:lnTo>
                <a:lnTo>
                  <a:pt x="4050" y="2000"/>
                </a:lnTo>
                <a:lnTo>
                  <a:pt x="4045" y="1998"/>
                </a:lnTo>
                <a:lnTo>
                  <a:pt x="4039" y="1996"/>
                </a:lnTo>
                <a:lnTo>
                  <a:pt x="4034" y="1996"/>
                </a:lnTo>
                <a:lnTo>
                  <a:pt x="4029" y="1995"/>
                </a:lnTo>
                <a:lnTo>
                  <a:pt x="4016" y="2005"/>
                </a:lnTo>
                <a:lnTo>
                  <a:pt x="4004" y="2016"/>
                </a:lnTo>
                <a:lnTo>
                  <a:pt x="4005" y="2010"/>
                </a:lnTo>
                <a:lnTo>
                  <a:pt x="4004" y="2002"/>
                </a:lnTo>
                <a:lnTo>
                  <a:pt x="3997" y="1996"/>
                </a:lnTo>
                <a:lnTo>
                  <a:pt x="3989" y="1989"/>
                </a:lnTo>
                <a:lnTo>
                  <a:pt x="3986" y="1992"/>
                </a:lnTo>
                <a:lnTo>
                  <a:pt x="3983" y="1996"/>
                </a:lnTo>
                <a:lnTo>
                  <a:pt x="3978" y="1995"/>
                </a:lnTo>
                <a:lnTo>
                  <a:pt x="3973" y="1994"/>
                </a:lnTo>
                <a:lnTo>
                  <a:pt x="3970" y="1993"/>
                </a:lnTo>
                <a:lnTo>
                  <a:pt x="3967" y="1991"/>
                </a:lnTo>
                <a:lnTo>
                  <a:pt x="3966" y="1989"/>
                </a:lnTo>
                <a:lnTo>
                  <a:pt x="3964" y="1987"/>
                </a:lnTo>
                <a:lnTo>
                  <a:pt x="3964" y="1984"/>
                </a:lnTo>
                <a:lnTo>
                  <a:pt x="3963" y="1981"/>
                </a:lnTo>
                <a:lnTo>
                  <a:pt x="3965" y="1969"/>
                </a:lnTo>
                <a:lnTo>
                  <a:pt x="3965" y="1956"/>
                </a:lnTo>
                <a:lnTo>
                  <a:pt x="3968" y="1952"/>
                </a:lnTo>
                <a:lnTo>
                  <a:pt x="3971" y="1948"/>
                </a:lnTo>
                <a:lnTo>
                  <a:pt x="3973" y="1943"/>
                </a:lnTo>
                <a:lnTo>
                  <a:pt x="3975" y="1939"/>
                </a:lnTo>
                <a:lnTo>
                  <a:pt x="3975" y="1934"/>
                </a:lnTo>
                <a:lnTo>
                  <a:pt x="3975" y="1928"/>
                </a:lnTo>
                <a:lnTo>
                  <a:pt x="3973" y="1923"/>
                </a:lnTo>
                <a:lnTo>
                  <a:pt x="3970" y="1918"/>
                </a:lnTo>
                <a:lnTo>
                  <a:pt x="3963" y="1915"/>
                </a:lnTo>
                <a:lnTo>
                  <a:pt x="3956" y="1913"/>
                </a:lnTo>
                <a:lnTo>
                  <a:pt x="3951" y="1908"/>
                </a:lnTo>
                <a:lnTo>
                  <a:pt x="3946" y="1906"/>
                </a:lnTo>
                <a:lnTo>
                  <a:pt x="3941" y="1904"/>
                </a:lnTo>
                <a:lnTo>
                  <a:pt x="3937" y="1903"/>
                </a:lnTo>
                <a:lnTo>
                  <a:pt x="3934" y="1904"/>
                </a:lnTo>
                <a:lnTo>
                  <a:pt x="3930" y="1905"/>
                </a:lnTo>
                <a:lnTo>
                  <a:pt x="3927" y="1907"/>
                </a:lnTo>
                <a:lnTo>
                  <a:pt x="3923" y="1909"/>
                </a:lnTo>
                <a:lnTo>
                  <a:pt x="3917" y="1915"/>
                </a:lnTo>
                <a:lnTo>
                  <a:pt x="3910" y="1920"/>
                </a:lnTo>
                <a:lnTo>
                  <a:pt x="3907" y="1922"/>
                </a:lnTo>
                <a:lnTo>
                  <a:pt x="3902" y="1924"/>
                </a:lnTo>
                <a:lnTo>
                  <a:pt x="3899" y="1925"/>
                </a:lnTo>
                <a:lnTo>
                  <a:pt x="3895" y="1925"/>
                </a:lnTo>
                <a:lnTo>
                  <a:pt x="3892" y="1925"/>
                </a:lnTo>
                <a:lnTo>
                  <a:pt x="3889" y="1926"/>
                </a:lnTo>
                <a:lnTo>
                  <a:pt x="3886" y="1927"/>
                </a:lnTo>
                <a:lnTo>
                  <a:pt x="3883" y="1930"/>
                </a:lnTo>
                <a:lnTo>
                  <a:pt x="3879" y="1934"/>
                </a:lnTo>
                <a:lnTo>
                  <a:pt x="3875" y="1939"/>
                </a:lnTo>
                <a:lnTo>
                  <a:pt x="3871" y="1944"/>
                </a:lnTo>
                <a:lnTo>
                  <a:pt x="3867" y="1948"/>
                </a:lnTo>
                <a:lnTo>
                  <a:pt x="3864" y="1949"/>
                </a:lnTo>
                <a:lnTo>
                  <a:pt x="3861" y="1950"/>
                </a:lnTo>
                <a:lnTo>
                  <a:pt x="3858" y="1951"/>
                </a:lnTo>
                <a:lnTo>
                  <a:pt x="3854" y="1950"/>
                </a:lnTo>
                <a:lnTo>
                  <a:pt x="3846" y="1957"/>
                </a:lnTo>
                <a:lnTo>
                  <a:pt x="3839" y="1963"/>
                </a:lnTo>
                <a:lnTo>
                  <a:pt x="3834" y="1963"/>
                </a:lnTo>
                <a:lnTo>
                  <a:pt x="3829" y="1963"/>
                </a:lnTo>
                <a:lnTo>
                  <a:pt x="3825" y="1964"/>
                </a:lnTo>
                <a:lnTo>
                  <a:pt x="3821" y="1965"/>
                </a:lnTo>
                <a:lnTo>
                  <a:pt x="3814" y="1971"/>
                </a:lnTo>
                <a:lnTo>
                  <a:pt x="3806" y="1976"/>
                </a:lnTo>
                <a:lnTo>
                  <a:pt x="3799" y="1982"/>
                </a:lnTo>
                <a:lnTo>
                  <a:pt x="3793" y="1988"/>
                </a:lnTo>
                <a:lnTo>
                  <a:pt x="3786" y="1992"/>
                </a:lnTo>
                <a:lnTo>
                  <a:pt x="3778" y="1995"/>
                </a:lnTo>
                <a:lnTo>
                  <a:pt x="3770" y="2004"/>
                </a:lnTo>
                <a:lnTo>
                  <a:pt x="3775" y="1994"/>
                </a:lnTo>
                <a:lnTo>
                  <a:pt x="3780" y="1983"/>
                </a:lnTo>
                <a:lnTo>
                  <a:pt x="3783" y="1979"/>
                </a:lnTo>
                <a:lnTo>
                  <a:pt x="3787" y="1975"/>
                </a:lnTo>
                <a:lnTo>
                  <a:pt x="3792" y="1971"/>
                </a:lnTo>
                <a:lnTo>
                  <a:pt x="3798" y="1969"/>
                </a:lnTo>
                <a:lnTo>
                  <a:pt x="3801" y="1966"/>
                </a:lnTo>
                <a:lnTo>
                  <a:pt x="3802" y="1964"/>
                </a:lnTo>
                <a:lnTo>
                  <a:pt x="3801" y="1961"/>
                </a:lnTo>
                <a:lnTo>
                  <a:pt x="3800" y="1957"/>
                </a:lnTo>
                <a:lnTo>
                  <a:pt x="3796" y="1949"/>
                </a:lnTo>
                <a:lnTo>
                  <a:pt x="3793" y="1942"/>
                </a:lnTo>
                <a:lnTo>
                  <a:pt x="3800" y="1936"/>
                </a:lnTo>
                <a:lnTo>
                  <a:pt x="3808" y="1930"/>
                </a:lnTo>
                <a:lnTo>
                  <a:pt x="3817" y="1922"/>
                </a:lnTo>
                <a:lnTo>
                  <a:pt x="3826" y="1915"/>
                </a:lnTo>
                <a:lnTo>
                  <a:pt x="3823" y="1914"/>
                </a:lnTo>
                <a:lnTo>
                  <a:pt x="3821" y="1914"/>
                </a:lnTo>
                <a:lnTo>
                  <a:pt x="3839" y="1912"/>
                </a:lnTo>
                <a:lnTo>
                  <a:pt x="3844" y="1905"/>
                </a:lnTo>
                <a:lnTo>
                  <a:pt x="3847" y="1897"/>
                </a:lnTo>
                <a:lnTo>
                  <a:pt x="3847" y="1894"/>
                </a:lnTo>
                <a:lnTo>
                  <a:pt x="3846" y="1891"/>
                </a:lnTo>
                <a:lnTo>
                  <a:pt x="3843" y="1886"/>
                </a:lnTo>
                <a:lnTo>
                  <a:pt x="3837" y="1883"/>
                </a:lnTo>
                <a:lnTo>
                  <a:pt x="3834" y="1882"/>
                </a:lnTo>
                <a:lnTo>
                  <a:pt x="3830" y="1880"/>
                </a:lnTo>
                <a:lnTo>
                  <a:pt x="3824" y="1887"/>
                </a:lnTo>
                <a:lnTo>
                  <a:pt x="3817" y="1895"/>
                </a:lnTo>
                <a:lnTo>
                  <a:pt x="3810" y="1902"/>
                </a:lnTo>
                <a:lnTo>
                  <a:pt x="3800" y="1912"/>
                </a:lnTo>
                <a:lnTo>
                  <a:pt x="3794" y="1913"/>
                </a:lnTo>
                <a:lnTo>
                  <a:pt x="3790" y="1916"/>
                </a:lnTo>
                <a:lnTo>
                  <a:pt x="3786" y="1919"/>
                </a:lnTo>
                <a:lnTo>
                  <a:pt x="3783" y="1924"/>
                </a:lnTo>
                <a:lnTo>
                  <a:pt x="3780" y="1922"/>
                </a:lnTo>
                <a:lnTo>
                  <a:pt x="3777" y="1922"/>
                </a:lnTo>
                <a:lnTo>
                  <a:pt x="3775" y="1922"/>
                </a:lnTo>
                <a:lnTo>
                  <a:pt x="3773" y="1923"/>
                </a:lnTo>
                <a:lnTo>
                  <a:pt x="3771" y="1925"/>
                </a:lnTo>
                <a:lnTo>
                  <a:pt x="3769" y="1930"/>
                </a:lnTo>
                <a:lnTo>
                  <a:pt x="3763" y="1928"/>
                </a:lnTo>
                <a:lnTo>
                  <a:pt x="3769" y="1922"/>
                </a:lnTo>
                <a:lnTo>
                  <a:pt x="3774" y="1914"/>
                </a:lnTo>
                <a:lnTo>
                  <a:pt x="3778" y="1905"/>
                </a:lnTo>
                <a:lnTo>
                  <a:pt x="3781" y="1896"/>
                </a:lnTo>
                <a:lnTo>
                  <a:pt x="3798" y="1878"/>
                </a:lnTo>
                <a:lnTo>
                  <a:pt x="3815" y="1860"/>
                </a:lnTo>
                <a:lnTo>
                  <a:pt x="3832" y="1842"/>
                </a:lnTo>
                <a:lnTo>
                  <a:pt x="3848" y="1825"/>
                </a:lnTo>
                <a:lnTo>
                  <a:pt x="3855" y="1813"/>
                </a:lnTo>
                <a:lnTo>
                  <a:pt x="3863" y="1800"/>
                </a:lnTo>
                <a:lnTo>
                  <a:pt x="3870" y="1789"/>
                </a:lnTo>
                <a:lnTo>
                  <a:pt x="3877" y="1777"/>
                </a:lnTo>
                <a:lnTo>
                  <a:pt x="3892" y="1754"/>
                </a:lnTo>
                <a:lnTo>
                  <a:pt x="3909" y="1730"/>
                </a:lnTo>
                <a:lnTo>
                  <a:pt x="3924" y="1708"/>
                </a:lnTo>
                <a:lnTo>
                  <a:pt x="3940" y="1684"/>
                </a:lnTo>
                <a:lnTo>
                  <a:pt x="3963" y="1658"/>
                </a:lnTo>
                <a:lnTo>
                  <a:pt x="3985" y="1631"/>
                </a:lnTo>
                <a:lnTo>
                  <a:pt x="4009" y="1604"/>
                </a:lnTo>
                <a:lnTo>
                  <a:pt x="4031" y="1577"/>
                </a:lnTo>
                <a:lnTo>
                  <a:pt x="4039" y="1565"/>
                </a:lnTo>
                <a:lnTo>
                  <a:pt x="4047" y="1554"/>
                </a:lnTo>
                <a:lnTo>
                  <a:pt x="4055" y="1542"/>
                </a:lnTo>
                <a:lnTo>
                  <a:pt x="4063" y="1530"/>
                </a:lnTo>
                <a:lnTo>
                  <a:pt x="4076" y="1511"/>
                </a:lnTo>
                <a:lnTo>
                  <a:pt x="4090" y="1492"/>
                </a:lnTo>
                <a:lnTo>
                  <a:pt x="4104" y="1473"/>
                </a:lnTo>
                <a:lnTo>
                  <a:pt x="4117" y="1453"/>
                </a:lnTo>
                <a:lnTo>
                  <a:pt x="4117" y="1453"/>
                </a:lnTo>
                <a:lnTo>
                  <a:pt x="4117" y="1453"/>
                </a:lnTo>
                <a:lnTo>
                  <a:pt x="4123" y="1452"/>
                </a:lnTo>
                <a:lnTo>
                  <a:pt x="4129" y="1449"/>
                </a:lnTo>
                <a:lnTo>
                  <a:pt x="4134" y="1446"/>
                </a:lnTo>
                <a:lnTo>
                  <a:pt x="4139" y="1443"/>
                </a:lnTo>
                <a:lnTo>
                  <a:pt x="4147" y="1436"/>
                </a:lnTo>
                <a:lnTo>
                  <a:pt x="4154" y="1427"/>
                </a:lnTo>
                <a:lnTo>
                  <a:pt x="4166" y="1408"/>
                </a:lnTo>
                <a:lnTo>
                  <a:pt x="4177" y="1389"/>
                </a:lnTo>
                <a:lnTo>
                  <a:pt x="4188" y="1385"/>
                </a:lnTo>
                <a:lnTo>
                  <a:pt x="4197" y="1381"/>
                </a:lnTo>
                <a:lnTo>
                  <a:pt x="4206" y="1376"/>
                </a:lnTo>
                <a:lnTo>
                  <a:pt x="4213" y="1370"/>
                </a:lnTo>
                <a:lnTo>
                  <a:pt x="4216" y="1367"/>
                </a:lnTo>
                <a:lnTo>
                  <a:pt x="4218" y="1363"/>
                </a:lnTo>
                <a:lnTo>
                  <a:pt x="4220" y="1359"/>
                </a:lnTo>
                <a:lnTo>
                  <a:pt x="4221" y="1355"/>
                </a:lnTo>
                <a:lnTo>
                  <a:pt x="4222" y="1350"/>
                </a:lnTo>
                <a:lnTo>
                  <a:pt x="4221" y="1344"/>
                </a:lnTo>
                <a:lnTo>
                  <a:pt x="4220" y="1337"/>
                </a:lnTo>
                <a:lnTo>
                  <a:pt x="4218" y="1330"/>
                </a:lnTo>
                <a:lnTo>
                  <a:pt x="4214" y="1332"/>
                </a:lnTo>
                <a:lnTo>
                  <a:pt x="4214" y="1332"/>
                </a:lnTo>
                <a:lnTo>
                  <a:pt x="4214" y="1332"/>
                </a:lnTo>
                <a:lnTo>
                  <a:pt x="4214" y="1332"/>
                </a:lnTo>
                <a:lnTo>
                  <a:pt x="4213" y="1331"/>
                </a:lnTo>
                <a:lnTo>
                  <a:pt x="4213" y="1329"/>
                </a:lnTo>
                <a:lnTo>
                  <a:pt x="4215" y="1330"/>
                </a:lnTo>
                <a:lnTo>
                  <a:pt x="4218" y="1330"/>
                </a:lnTo>
                <a:lnTo>
                  <a:pt x="4219" y="1324"/>
                </a:lnTo>
                <a:lnTo>
                  <a:pt x="4222" y="1320"/>
                </a:lnTo>
                <a:lnTo>
                  <a:pt x="4226" y="1317"/>
                </a:lnTo>
                <a:lnTo>
                  <a:pt x="4232" y="1314"/>
                </a:lnTo>
                <a:lnTo>
                  <a:pt x="4243" y="1310"/>
                </a:lnTo>
                <a:lnTo>
                  <a:pt x="4252" y="1304"/>
                </a:lnTo>
                <a:lnTo>
                  <a:pt x="4277" y="1266"/>
                </a:lnTo>
                <a:lnTo>
                  <a:pt x="4302" y="1228"/>
                </a:lnTo>
                <a:lnTo>
                  <a:pt x="4327" y="1191"/>
                </a:lnTo>
                <a:lnTo>
                  <a:pt x="4351" y="1153"/>
                </a:lnTo>
                <a:lnTo>
                  <a:pt x="4364" y="1139"/>
                </a:lnTo>
                <a:lnTo>
                  <a:pt x="4377" y="1124"/>
                </a:lnTo>
                <a:lnTo>
                  <a:pt x="4380" y="1121"/>
                </a:lnTo>
                <a:lnTo>
                  <a:pt x="4381" y="1116"/>
                </a:lnTo>
                <a:lnTo>
                  <a:pt x="4383" y="1112"/>
                </a:lnTo>
                <a:lnTo>
                  <a:pt x="4384" y="1108"/>
                </a:lnTo>
                <a:lnTo>
                  <a:pt x="4384" y="1102"/>
                </a:lnTo>
                <a:lnTo>
                  <a:pt x="4384" y="1096"/>
                </a:lnTo>
                <a:lnTo>
                  <a:pt x="4383" y="1091"/>
                </a:lnTo>
                <a:lnTo>
                  <a:pt x="4381" y="1085"/>
                </a:lnTo>
                <a:lnTo>
                  <a:pt x="4380" y="1085"/>
                </a:lnTo>
                <a:lnTo>
                  <a:pt x="4380" y="1085"/>
                </a:lnTo>
                <a:lnTo>
                  <a:pt x="4380" y="1085"/>
                </a:lnTo>
                <a:lnTo>
                  <a:pt x="4381" y="1084"/>
                </a:lnTo>
                <a:lnTo>
                  <a:pt x="4381" y="1085"/>
                </a:lnTo>
                <a:lnTo>
                  <a:pt x="4381" y="1085"/>
                </a:lnTo>
                <a:lnTo>
                  <a:pt x="4389" y="1070"/>
                </a:lnTo>
                <a:lnTo>
                  <a:pt x="4398" y="1055"/>
                </a:lnTo>
                <a:lnTo>
                  <a:pt x="4406" y="1057"/>
                </a:lnTo>
                <a:lnTo>
                  <a:pt x="4415" y="1058"/>
                </a:lnTo>
                <a:lnTo>
                  <a:pt x="4427" y="1055"/>
                </a:lnTo>
                <a:lnTo>
                  <a:pt x="4436" y="1050"/>
                </a:lnTo>
                <a:lnTo>
                  <a:pt x="4443" y="1043"/>
                </a:lnTo>
                <a:lnTo>
                  <a:pt x="4450" y="1037"/>
                </a:lnTo>
                <a:lnTo>
                  <a:pt x="4455" y="1029"/>
                </a:lnTo>
                <a:lnTo>
                  <a:pt x="4459" y="1019"/>
                </a:lnTo>
                <a:lnTo>
                  <a:pt x="4462" y="1011"/>
                </a:lnTo>
                <a:lnTo>
                  <a:pt x="4466" y="1002"/>
                </a:lnTo>
                <a:lnTo>
                  <a:pt x="4471" y="982"/>
                </a:lnTo>
                <a:lnTo>
                  <a:pt x="4477" y="963"/>
                </a:lnTo>
                <a:lnTo>
                  <a:pt x="4480" y="955"/>
                </a:lnTo>
                <a:lnTo>
                  <a:pt x="4484" y="947"/>
                </a:lnTo>
                <a:lnTo>
                  <a:pt x="4490" y="938"/>
                </a:lnTo>
                <a:lnTo>
                  <a:pt x="4496" y="931"/>
                </a:lnTo>
                <a:lnTo>
                  <a:pt x="4502" y="923"/>
                </a:lnTo>
                <a:lnTo>
                  <a:pt x="4508" y="914"/>
                </a:lnTo>
                <a:lnTo>
                  <a:pt x="4514" y="905"/>
                </a:lnTo>
                <a:lnTo>
                  <a:pt x="4520" y="896"/>
                </a:lnTo>
                <a:lnTo>
                  <a:pt x="4540" y="864"/>
                </a:lnTo>
                <a:lnTo>
                  <a:pt x="4561" y="832"/>
                </a:lnTo>
                <a:lnTo>
                  <a:pt x="4581" y="799"/>
                </a:lnTo>
                <a:lnTo>
                  <a:pt x="4601" y="767"/>
                </a:lnTo>
                <a:lnTo>
                  <a:pt x="4610" y="756"/>
                </a:lnTo>
                <a:lnTo>
                  <a:pt x="4617" y="743"/>
                </a:lnTo>
                <a:lnTo>
                  <a:pt x="4620" y="737"/>
                </a:lnTo>
                <a:lnTo>
                  <a:pt x="4624" y="731"/>
                </a:lnTo>
                <a:lnTo>
                  <a:pt x="4636" y="697"/>
                </a:lnTo>
                <a:lnTo>
                  <a:pt x="4648" y="663"/>
                </a:lnTo>
                <a:lnTo>
                  <a:pt x="4661" y="630"/>
                </a:lnTo>
                <a:lnTo>
                  <a:pt x="4673" y="597"/>
                </a:lnTo>
                <a:lnTo>
                  <a:pt x="4679" y="597"/>
                </a:lnTo>
                <a:lnTo>
                  <a:pt x="4684" y="596"/>
                </a:lnTo>
                <a:lnTo>
                  <a:pt x="4688" y="594"/>
                </a:lnTo>
                <a:lnTo>
                  <a:pt x="4692" y="591"/>
                </a:lnTo>
                <a:lnTo>
                  <a:pt x="4694" y="589"/>
                </a:lnTo>
                <a:lnTo>
                  <a:pt x="4696" y="586"/>
                </a:lnTo>
                <a:lnTo>
                  <a:pt x="4699" y="583"/>
                </a:lnTo>
                <a:lnTo>
                  <a:pt x="4699" y="579"/>
                </a:lnTo>
                <a:lnTo>
                  <a:pt x="4700" y="564"/>
                </a:lnTo>
                <a:lnTo>
                  <a:pt x="4702" y="548"/>
                </a:lnTo>
                <a:lnTo>
                  <a:pt x="4714" y="520"/>
                </a:lnTo>
                <a:lnTo>
                  <a:pt x="4727" y="490"/>
                </a:lnTo>
                <a:lnTo>
                  <a:pt x="4740" y="461"/>
                </a:lnTo>
                <a:lnTo>
                  <a:pt x="4754" y="432"/>
                </a:lnTo>
                <a:lnTo>
                  <a:pt x="4760" y="424"/>
                </a:lnTo>
                <a:lnTo>
                  <a:pt x="4765" y="415"/>
                </a:lnTo>
                <a:lnTo>
                  <a:pt x="4771" y="407"/>
                </a:lnTo>
                <a:lnTo>
                  <a:pt x="4777" y="398"/>
                </a:lnTo>
                <a:lnTo>
                  <a:pt x="4787" y="383"/>
                </a:lnTo>
                <a:lnTo>
                  <a:pt x="4798" y="369"/>
                </a:lnTo>
                <a:lnTo>
                  <a:pt x="4802" y="361"/>
                </a:lnTo>
                <a:lnTo>
                  <a:pt x="4804" y="352"/>
                </a:lnTo>
                <a:lnTo>
                  <a:pt x="4806" y="343"/>
                </a:lnTo>
                <a:lnTo>
                  <a:pt x="4807" y="334"/>
                </a:lnTo>
                <a:lnTo>
                  <a:pt x="4807" y="331"/>
                </a:lnTo>
                <a:lnTo>
                  <a:pt x="4807" y="328"/>
                </a:lnTo>
                <a:lnTo>
                  <a:pt x="4813" y="325"/>
                </a:lnTo>
                <a:lnTo>
                  <a:pt x="4819" y="321"/>
                </a:lnTo>
                <a:lnTo>
                  <a:pt x="4823" y="315"/>
                </a:lnTo>
                <a:lnTo>
                  <a:pt x="4826" y="310"/>
                </a:lnTo>
                <a:lnTo>
                  <a:pt x="4830" y="297"/>
                </a:lnTo>
                <a:lnTo>
                  <a:pt x="4834" y="285"/>
                </a:lnTo>
                <a:lnTo>
                  <a:pt x="4838" y="280"/>
                </a:lnTo>
                <a:lnTo>
                  <a:pt x="4842" y="274"/>
                </a:lnTo>
                <a:lnTo>
                  <a:pt x="4844" y="270"/>
                </a:lnTo>
                <a:lnTo>
                  <a:pt x="4846" y="264"/>
                </a:lnTo>
                <a:lnTo>
                  <a:pt x="4847" y="259"/>
                </a:lnTo>
                <a:lnTo>
                  <a:pt x="4847" y="253"/>
                </a:lnTo>
                <a:lnTo>
                  <a:pt x="4846" y="247"/>
                </a:lnTo>
                <a:lnTo>
                  <a:pt x="4843" y="240"/>
                </a:lnTo>
                <a:lnTo>
                  <a:pt x="4847" y="222"/>
                </a:lnTo>
                <a:lnTo>
                  <a:pt x="4851" y="206"/>
                </a:lnTo>
                <a:lnTo>
                  <a:pt x="4855" y="188"/>
                </a:lnTo>
                <a:lnTo>
                  <a:pt x="4859" y="171"/>
                </a:lnTo>
                <a:lnTo>
                  <a:pt x="4856" y="162"/>
                </a:lnTo>
                <a:lnTo>
                  <a:pt x="4852" y="151"/>
                </a:lnTo>
                <a:lnTo>
                  <a:pt x="4848" y="142"/>
                </a:lnTo>
                <a:lnTo>
                  <a:pt x="4843" y="133"/>
                </a:lnTo>
                <a:lnTo>
                  <a:pt x="4831" y="114"/>
                </a:lnTo>
                <a:lnTo>
                  <a:pt x="4821" y="95"/>
                </a:lnTo>
                <a:lnTo>
                  <a:pt x="4800" y="79"/>
                </a:lnTo>
                <a:lnTo>
                  <a:pt x="4777" y="63"/>
                </a:lnTo>
                <a:lnTo>
                  <a:pt x="4766" y="56"/>
                </a:lnTo>
                <a:lnTo>
                  <a:pt x="4754" y="50"/>
                </a:lnTo>
                <a:lnTo>
                  <a:pt x="4747" y="48"/>
                </a:lnTo>
                <a:lnTo>
                  <a:pt x="4740" y="46"/>
                </a:lnTo>
                <a:lnTo>
                  <a:pt x="4733" y="45"/>
                </a:lnTo>
                <a:lnTo>
                  <a:pt x="4726" y="44"/>
                </a:lnTo>
                <a:lnTo>
                  <a:pt x="4722" y="44"/>
                </a:lnTo>
                <a:lnTo>
                  <a:pt x="4717" y="45"/>
                </a:lnTo>
                <a:lnTo>
                  <a:pt x="4714" y="46"/>
                </a:lnTo>
                <a:lnTo>
                  <a:pt x="4711" y="47"/>
                </a:lnTo>
                <a:lnTo>
                  <a:pt x="4691" y="48"/>
                </a:lnTo>
                <a:lnTo>
                  <a:pt x="4673" y="48"/>
                </a:lnTo>
                <a:lnTo>
                  <a:pt x="4654" y="47"/>
                </a:lnTo>
                <a:lnTo>
                  <a:pt x="4634" y="45"/>
                </a:lnTo>
                <a:lnTo>
                  <a:pt x="4615" y="41"/>
                </a:lnTo>
                <a:lnTo>
                  <a:pt x="4595" y="39"/>
                </a:lnTo>
                <a:lnTo>
                  <a:pt x="4576" y="37"/>
                </a:lnTo>
                <a:lnTo>
                  <a:pt x="4558" y="36"/>
                </a:lnTo>
                <a:lnTo>
                  <a:pt x="4551" y="36"/>
                </a:lnTo>
                <a:lnTo>
                  <a:pt x="4545" y="35"/>
                </a:lnTo>
                <a:lnTo>
                  <a:pt x="4539" y="33"/>
                </a:lnTo>
                <a:lnTo>
                  <a:pt x="4533" y="29"/>
                </a:lnTo>
                <a:lnTo>
                  <a:pt x="4528" y="26"/>
                </a:lnTo>
                <a:lnTo>
                  <a:pt x="4522" y="23"/>
                </a:lnTo>
                <a:lnTo>
                  <a:pt x="4516" y="20"/>
                </a:lnTo>
                <a:lnTo>
                  <a:pt x="4509" y="19"/>
                </a:lnTo>
                <a:lnTo>
                  <a:pt x="4508" y="17"/>
                </a:lnTo>
                <a:lnTo>
                  <a:pt x="4507" y="16"/>
                </a:lnTo>
                <a:lnTo>
                  <a:pt x="4500" y="9"/>
                </a:lnTo>
                <a:lnTo>
                  <a:pt x="4492" y="4"/>
                </a:lnTo>
                <a:lnTo>
                  <a:pt x="4488" y="1"/>
                </a:lnTo>
                <a:lnTo>
                  <a:pt x="4484" y="0"/>
                </a:lnTo>
                <a:lnTo>
                  <a:pt x="4479" y="0"/>
                </a:lnTo>
                <a:lnTo>
                  <a:pt x="4474" y="1"/>
                </a:lnTo>
                <a:lnTo>
                  <a:pt x="4472" y="9"/>
                </a:lnTo>
                <a:lnTo>
                  <a:pt x="4468" y="14"/>
                </a:lnTo>
                <a:lnTo>
                  <a:pt x="4465" y="20"/>
                </a:lnTo>
                <a:lnTo>
                  <a:pt x="4459" y="24"/>
                </a:lnTo>
                <a:lnTo>
                  <a:pt x="4455" y="28"/>
                </a:lnTo>
                <a:lnTo>
                  <a:pt x="4450" y="31"/>
                </a:lnTo>
                <a:lnTo>
                  <a:pt x="4444" y="35"/>
                </a:lnTo>
                <a:lnTo>
                  <a:pt x="4438" y="37"/>
                </a:lnTo>
                <a:lnTo>
                  <a:pt x="4426" y="43"/>
                </a:lnTo>
                <a:lnTo>
                  <a:pt x="4412" y="47"/>
                </a:lnTo>
                <a:lnTo>
                  <a:pt x="4399" y="50"/>
                </a:lnTo>
                <a:lnTo>
                  <a:pt x="4386" y="53"/>
                </a:lnTo>
                <a:lnTo>
                  <a:pt x="4379" y="55"/>
                </a:lnTo>
                <a:lnTo>
                  <a:pt x="4373" y="58"/>
                </a:lnTo>
                <a:lnTo>
                  <a:pt x="4367" y="60"/>
                </a:lnTo>
                <a:lnTo>
                  <a:pt x="4363" y="63"/>
                </a:lnTo>
                <a:lnTo>
                  <a:pt x="4360" y="66"/>
                </a:lnTo>
                <a:lnTo>
                  <a:pt x="4358" y="70"/>
                </a:lnTo>
                <a:lnTo>
                  <a:pt x="4357" y="73"/>
                </a:lnTo>
                <a:lnTo>
                  <a:pt x="4356" y="77"/>
                </a:lnTo>
                <a:lnTo>
                  <a:pt x="4356" y="82"/>
                </a:lnTo>
                <a:lnTo>
                  <a:pt x="4357" y="87"/>
                </a:lnTo>
                <a:lnTo>
                  <a:pt x="4359" y="91"/>
                </a:lnTo>
                <a:lnTo>
                  <a:pt x="4361" y="96"/>
                </a:lnTo>
                <a:lnTo>
                  <a:pt x="4367" y="106"/>
                </a:lnTo>
                <a:lnTo>
                  <a:pt x="4375" y="117"/>
                </a:lnTo>
                <a:lnTo>
                  <a:pt x="4371" y="122"/>
                </a:lnTo>
                <a:lnTo>
                  <a:pt x="4367" y="128"/>
                </a:lnTo>
                <a:lnTo>
                  <a:pt x="4367" y="128"/>
                </a:lnTo>
                <a:lnTo>
                  <a:pt x="4367" y="128"/>
                </a:lnTo>
                <a:lnTo>
                  <a:pt x="4361" y="131"/>
                </a:lnTo>
                <a:lnTo>
                  <a:pt x="4355" y="133"/>
                </a:lnTo>
                <a:lnTo>
                  <a:pt x="4350" y="134"/>
                </a:lnTo>
                <a:lnTo>
                  <a:pt x="4344" y="134"/>
                </a:lnTo>
                <a:lnTo>
                  <a:pt x="4338" y="133"/>
                </a:lnTo>
                <a:lnTo>
                  <a:pt x="4332" y="132"/>
                </a:lnTo>
                <a:lnTo>
                  <a:pt x="4326" y="130"/>
                </a:lnTo>
                <a:lnTo>
                  <a:pt x="4319" y="127"/>
                </a:lnTo>
                <a:lnTo>
                  <a:pt x="4307" y="122"/>
                </a:lnTo>
                <a:lnTo>
                  <a:pt x="4295" y="115"/>
                </a:lnTo>
                <a:lnTo>
                  <a:pt x="4289" y="113"/>
                </a:lnTo>
                <a:lnTo>
                  <a:pt x="4283" y="111"/>
                </a:lnTo>
                <a:lnTo>
                  <a:pt x="4277" y="110"/>
                </a:lnTo>
                <a:lnTo>
                  <a:pt x="4270" y="109"/>
                </a:lnTo>
                <a:lnTo>
                  <a:pt x="4249" y="113"/>
                </a:lnTo>
                <a:lnTo>
                  <a:pt x="4228" y="119"/>
                </a:lnTo>
                <a:lnTo>
                  <a:pt x="4219" y="123"/>
                </a:lnTo>
                <a:lnTo>
                  <a:pt x="4211" y="127"/>
                </a:lnTo>
                <a:lnTo>
                  <a:pt x="4203" y="131"/>
                </a:lnTo>
                <a:lnTo>
                  <a:pt x="4197" y="137"/>
                </a:lnTo>
                <a:lnTo>
                  <a:pt x="4192" y="143"/>
                </a:lnTo>
                <a:lnTo>
                  <a:pt x="4188" y="149"/>
                </a:lnTo>
                <a:lnTo>
                  <a:pt x="4186" y="157"/>
                </a:lnTo>
                <a:lnTo>
                  <a:pt x="4185" y="167"/>
                </a:lnTo>
                <a:lnTo>
                  <a:pt x="4186" y="177"/>
                </a:lnTo>
                <a:lnTo>
                  <a:pt x="4189" y="188"/>
                </a:lnTo>
                <a:lnTo>
                  <a:pt x="4194" y="201"/>
                </a:lnTo>
                <a:lnTo>
                  <a:pt x="4201" y="215"/>
                </a:lnTo>
                <a:lnTo>
                  <a:pt x="4193" y="212"/>
                </a:lnTo>
                <a:lnTo>
                  <a:pt x="4185" y="210"/>
                </a:lnTo>
                <a:lnTo>
                  <a:pt x="4177" y="208"/>
                </a:lnTo>
                <a:lnTo>
                  <a:pt x="4171" y="207"/>
                </a:lnTo>
                <a:lnTo>
                  <a:pt x="4158" y="207"/>
                </a:lnTo>
                <a:lnTo>
                  <a:pt x="4146" y="208"/>
                </a:lnTo>
                <a:lnTo>
                  <a:pt x="4135" y="212"/>
                </a:lnTo>
                <a:lnTo>
                  <a:pt x="4125" y="216"/>
                </a:lnTo>
                <a:lnTo>
                  <a:pt x="4115" y="222"/>
                </a:lnTo>
                <a:lnTo>
                  <a:pt x="4106" y="228"/>
                </a:lnTo>
                <a:lnTo>
                  <a:pt x="4100" y="211"/>
                </a:lnTo>
                <a:lnTo>
                  <a:pt x="4092" y="193"/>
                </a:lnTo>
                <a:lnTo>
                  <a:pt x="4081" y="176"/>
                </a:lnTo>
                <a:lnTo>
                  <a:pt x="4071" y="159"/>
                </a:lnTo>
                <a:lnTo>
                  <a:pt x="4059" y="143"/>
                </a:lnTo>
                <a:lnTo>
                  <a:pt x="4047" y="130"/>
                </a:lnTo>
                <a:lnTo>
                  <a:pt x="4040" y="124"/>
                </a:lnTo>
                <a:lnTo>
                  <a:pt x="4034" y="117"/>
                </a:lnTo>
                <a:lnTo>
                  <a:pt x="4028" y="112"/>
                </a:lnTo>
                <a:lnTo>
                  <a:pt x="4022" y="108"/>
                </a:lnTo>
                <a:lnTo>
                  <a:pt x="4013" y="103"/>
                </a:lnTo>
                <a:lnTo>
                  <a:pt x="4006" y="98"/>
                </a:lnTo>
                <a:lnTo>
                  <a:pt x="3998" y="95"/>
                </a:lnTo>
                <a:lnTo>
                  <a:pt x="3991" y="93"/>
                </a:lnTo>
                <a:lnTo>
                  <a:pt x="3988" y="93"/>
                </a:lnTo>
                <a:lnTo>
                  <a:pt x="3985" y="94"/>
                </a:lnTo>
                <a:lnTo>
                  <a:pt x="3983" y="95"/>
                </a:lnTo>
                <a:lnTo>
                  <a:pt x="3981" y="97"/>
                </a:lnTo>
                <a:lnTo>
                  <a:pt x="3979" y="100"/>
                </a:lnTo>
                <a:lnTo>
                  <a:pt x="3978" y="104"/>
                </a:lnTo>
                <a:lnTo>
                  <a:pt x="3977" y="109"/>
                </a:lnTo>
                <a:lnTo>
                  <a:pt x="3976" y="115"/>
                </a:lnTo>
                <a:lnTo>
                  <a:pt x="3975" y="124"/>
                </a:lnTo>
                <a:lnTo>
                  <a:pt x="3973" y="131"/>
                </a:lnTo>
                <a:lnTo>
                  <a:pt x="3970" y="137"/>
                </a:lnTo>
                <a:lnTo>
                  <a:pt x="3967" y="143"/>
                </a:lnTo>
                <a:lnTo>
                  <a:pt x="3962" y="148"/>
                </a:lnTo>
                <a:lnTo>
                  <a:pt x="3957" y="153"/>
                </a:lnTo>
                <a:lnTo>
                  <a:pt x="3952" y="157"/>
                </a:lnTo>
                <a:lnTo>
                  <a:pt x="3945" y="162"/>
                </a:lnTo>
                <a:lnTo>
                  <a:pt x="3919" y="176"/>
                </a:lnTo>
                <a:lnTo>
                  <a:pt x="3893" y="190"/>
                </a:lnTo>
                <a:lnTo>
                  <a:pt x="3894" y="195"/>
                </a:lnTo>
                <a:lnTo>
                  <a:pt x="3896" y="201"/>
                </a:lnTo>
                <a:lnTo>
                  <a:pt x="3899" y="205"/>
                </a:lnTo>
                <a:lnTo>
                  <a:pt x="3902" y="209"/>
                </a:lnTo>
                <a:lnTo>
                  <a:pt x="3907" y="212"/>
                </a:lnTo>
                <a:lnTo>
                  <a:pt x="3912" y="214"/>
                </a:lnTo>
                <a:lnTo>
                  <a:pt x="3916" y="217"/>
                </a:lnTo>
                <a:lnTo>
                  <a:pt x="3921" y="219"/>
                </a:lnTo>
                <a:lnTo>
                  <a:pt x="3923" y="217"/>
                </a:lnTo>
                <a:lnTo>
                  <a:pt x="3924" y="216"/>
                </a:lnTo>
                <a:lnTo>
                  <a:pt x="3926" y="216"/>
                </a:lnTo>
                <a:lnTo>
                  <a:pt x="3928" y="216"/>
                </a:lnTo>
                <a:lnTo>
                  <a:pt x="3943" y="219"/>
                </a:lnTo>
                <a:lnTo>
                  <a:pt x="3950" y="219"/>
                </a:lnTo>
                <a:lnTo>
                  <a:pt x="3945" y="220"/>
                </a:lnTo>
                <a:lnTo>
                  <a:pt x="3942" y="222"/>
                </a:lnTo>
                <a:lnTo>
                  <a:pt x="3939" y="225"/>
                </a:lnTo>
                <a:lnTo>
                  <a:pt x="3937" y="227"/>
                </a:lnTo>
                <a:lnTo>
                  <a:pt x="3932" y="234"/>
                </a:lnTo>
                <a:lnTo>
                  <a:pt x="3928" y="242"/>
                </a:lnTo>
                <a:lnTo>
                  <a:pt x="3922" y="260"/>
                </a:lnTo>
                <a:lnTo>
                  <a:pt x="3916" y="280"/>
                </a:lnTo>
                <a:lnTo>
                  <a:pt x="3916" y="281"/>
                </a:lnTo>
                <a:lnTo>
                  <a:pt x="3917" y="283"/>
                </a:lnTo>
                <a:lnTo>
                  <a:pt x="3912" y="279"/>
                </a:lnTo>
                <a:lnTo>
                  <a:pt x="3908" y="275"/>
                </a:lnTo>
                <a:lnTo>
                  <a:pt x="3906" y="277"/>
                </a:lnTo>
                <a:lnTo>
                  <a:pt x="3904" y="280"/>
                </a:lnTo>
                <a:lnTo>
                  <a:pt x="3901" y="282"/>
                </a:lnTo>
                <a:lnTo>
                  <a:pt x="3898" y="283"/>
                </a:lnTo>
                <a:lnTo>
                  <a:pt x="3891" y="285"/>
                </a:lnTo>
                <a:lnTo>
                  <a:pt x="3884" y="287"/>
                </a:lnTo>
                <a:lnTo>
                  <a:pt x="3878" y="288"/>
                </a:lnTo>
                <a:lnTo>
                  <a:pt x="3872" y="291"/>
                </a:lnTo>
                <a:lnTo>
                  <a:pt x="3869" y="293"/>
                </a:lnTo>
                <a:lnTo>
                  <a:pt x="3867" y="295"/>
                </a:lnTo>
                <a:lnTo>
                  <a:pt x="3865" y="298"/>
                </a:lnTo>
                <a:lnTo>
                  <a:pt x="3864" y="301"/>
                </a:lnTo>
                <a:lnTo>
                  <a:pt x="3834" y="323"/>
                </a:lnTo>
                <a:lnTo>
                  <a:pt x="3804" y="345"/>
                </a:lnTo>
                <a:lnTo>
                  <a:pt x="3775" y="367"/>
                </a:lnTo>
                <a:lnTo>
                  <a:pt x="3745" y="389"/>
                </a:lnTo>
                <a:lnTo>
                  <a:pt x="3739" y="394"/>
                </a:lnTo>
                <a:lnTo>
                  <a:pt x="3733" y="400"/>
                </a:lnTo>
                <a:lnTo>
                  <a:pt x="3731" y="403"/>
                </a:lnTo>
                <a:lnTo>
                  <a:pt x="3730" y="407"/>
                </a:lnTo>
                <a:lnTo>
                  <a:pt x="3730" y="412"/>
                </a:lnTo>
                <a:lnTo>
                  <a:pt x="3732" y="418"/>
                </a:lnTo>
                <a:lnTo>
                  <a:pt x="3728" y="419"/>
                </a:lnTo>
                <a:lnTo>
                  <a:pt x="3726" y="419"/>
                </a:lnTo>
                <a:lnTo>
                  <a:pt x="3723" y="421"/>
                </a:lnTo>
                <a:lnTo>
                  <a:pt x="3722" y="423"/>
                </a:lnTo>
                <a:lnTo>
                  <a:pt x="3719" y="427"/>
                </a:lnTo>
                <a:lnTo>
                  <a:pt x="3718" y="433"/>
                </a:lnTo>
                <a:lnTo>
                  <a:pt x="3709" y="432"/>
                </a:lnTo>
                <a:lnTo>
                  <a:pt x="3702" y="433"/>
                </a:lnTo>
                <a:lnTo>
                  <a:pt x="3697" y="436"/>
                </a:lnTo>
                <a:lnTo>
                  <a:pt x="3693" y="440"/>
                </a:lnTo>
                <a:lnTo>
                  <a:pt x="3687" y="450"/>
                </a:lnTo>
                <a:lnTo>
                  <a:pt x="3681" y="459"/>
                </a:lnTo>
                <a:lnTo>
                  <a:pt x="3675" y="463"/>
                </a:lnTo>
                <a:lnTo>
                  <a:pt x="3670" y="468"/>
                </a:lnTo>
                <a:lnTo>
                  <a:pt x="3667" y="471"/>
                </a:lnTo>
                <a:lnTo>
                  <a:pt x="3666" y="475"/>
                </a:lnTo>
                <a:lnTo>
                  <a:pt x="3667" y="480"/>
                </a:lnTo>
                <a:lnTo>
                  <a:pt x="3671" y="486"/>
                </a:lnTo>
                <a:lnTo>
                  <a:pt x="3677" y="490"/>
                </a:lnTo>
                <a:lnTo>
                  <a:pt x="3683" y="495"/>
                </a:lnTo>
                <a:lnTo>
                  <a:pt x="3688" y="500"/>
                </a:lnTo>
                <a:lnTo>
                  <a:pt x="3693" y="505"/>
                </a:lnTo>
                <a:lnTo>
                  <a:pt x="3698" y="505"/>
                </a:lnTo>
                <a:lnTo>
                  <a:pt x="3703" y="505"/>
                </a:lnTo>
                <a:lnTo>
                  <a:pt x="3707" y="504"/>
                </a:lnTo>
                <a:lnTo>
                  <a:pt x="3711" y="503"/>
                </a:lnTo>
                <a:lnTo>
                  <a:pt x="3719" y="499"/>
                </a:lnTo>
                <a:lnTo>
                  <a:pt x="3725" y="495"/>
                </a:lnTo>
                <a:lnTo>
                  <a:pt x="3724" y="495"/>
                </a:lnTo>
                <a:lnTo>
                  <a:pt x="3724" y="496"/>
                </a:lnTo>
                <a:lnTo>
                  <a:pt x="3719" y="499"/>
                </a:lnTo>
                <a:lnTo>
                  <a:pt x="3715" y="502"/>
                </a:lnTo>
                <a:lnTo>
                  <a:pt x="3712" y="506"/>
                </a:lnTo>
                <a:lnTo>
                  <a:pt x="3710" y="511"/>
                </a:lnTo>
                <a:lnTo>
                  <a:pt x="3701" y="519"/>
                </a:lnTo>
                <a:lnTo>
                  <a:pt x="3694" y="526"/>
                </a:lnTo>
                <a:lnTo>
                  <a:pt x="3689" y="533"/>
                </a:lnTo>
                <a:lnTo>
                  <a:pt x="3685" y="538"/>
                </a:lnTo>
                <a:lnTo>
                  <a:pt x="3678" y="548"/>
                </a:lnTo>
                <a:lnTo>
                  <a:pt x="3671" y="559"/>
                </a:lnTo>
                <a:lnTo>
                  <a:pt x="3661" y="569"/>
                </a:lnTo>
                <a:lnTo>
                  <a:pt x="3653" y="578"/>
                </a:lnTo>
                <a:lnTo>
                  <a:pt x="3644" y="588"/>
                </a:lnTo>
                <a:lnTo>
                  <a:pt x="3636" y="598"/>
                </a:lnTo>
                <a:lnTo>
                  <a:pt x="3628" y="608"/>
                </a:lnTo>
                <a:lnTo>
                  <a:pt x="3620" y="619"/>
                </a:lnTo>
                <a:lnTo>
                  <a:pt x="3610" y="630"/>
                </a:lnTo>
                <a:lnTo>
                  <a:pt x="3600" y="643"/>
                </a:lnTo>
                <a:lnTo>
                  <a:pt x="3596" y="638"/>
                </a:lnTo>
                <a:lnTo>
                  <a:pt x="3593" y="633"/>
                </a:lnTo>
                <a:lnTo>
                  <a:pt x="3592" y="628"/>
                </a:lnTo>
                <a:lnTo>
                  <a:pt x="3592" y="625"/>
                </a:lnTo>
                <a:lnTo>
                  <a:pt x="3593" y="621"/>
                </a:lnTo>
                <a:lnTo>
                  <a:pt x="3594" y="618"/>
                </a:lnTo>
                <a:lnTo>
                  <a:pt x="3597" y="615"/>
                </a:lnTo>
                <a:lnTo>
                  <a:pt x="3599" y="611"/>
                </a:lnTo>
                <a:lnTo>
                  <a:pt x="3614" y="595"/>
                </a:lnTo>
                <a:lnTo>
                  <a:pt x="3631" y="579"/>
                </a:lnTo>
                <a:lnTo>
                  <a:pt x="3645" y="563"/>
                </a:lnTo>
                <a:lnTo>
                  <a:pt x="3660" y="545"/>
                </a:lnTo>
                <a:lnTo>
                  <a:pt x="3664" y="540"/>
                </a:lnTo>
                <a:lnTo>
                  <a:pt x="3668" y="535"/>
                </a:lnTo>
                <a:lnTo>
                  <a:pt x="3673" y="530"/>
                </a:lnTo>
                <a:lnTo>
                  <a:pt x="3675" y="524"/>
                </a:lnTo>
                <a:lnTo>
                  <a:pt x="3677" y="517"/>
                </a:lnTo>
                <a:lnTo>
                  <a:pt x="3676" y="509"/>
                </a:lnTo>
                <a:lnTo>
                  <a:pt x="3674" y="500"/>
                </a:lnTo>
                <a:lnTo>
                  <a:pt x="3668" y="490"/>
                </a:lnTo>
                <a:lnTo>
                  <a:pt x="3657" y="490"/>
                </a:lnTo>
                <a:lnTo>
                  <a:pt x="3648" y="491"/>
                </a:lnTo>
                <a:lnTo>
                  <a:pt x="3640" y="493"/>
                </a:lnTo>
                <a:lnTo>
                  <a:pt x="3632" y="496"/>
                </a:lnTo>
                <a:lnTo>
                  <a:pt x="3625" y="499"/>
                </a:lnTo>
                <a:lnTo>
                  <a:pt x="3617" y="504"/>
                </a:lnTo>
                <a:lnTo>
                  <a:pt x="3611" y="509"/>
                </a:lnTo>
                <a:lnTo>
                  <a:pt x="3605" y="515"/>
                </a:lnTo>
                <a:lnTo>
                  <a:pt x="3585" y="538"/>
                </a:lnTo>
                <a:lnTo>
                  <a:pt x="3562" y="561"/>
                </a:lnTo>
                <a:lnTo>
                  <a:pt x="3550" y="572"/>
                </a:lnTo>
                <a:lnTo>
                  <a:pt x="3538" y="584"/>
                </a:lnTo>
                <a:lnTo>
                  <a:pt x="3531" y="589"/>
                </a:lnTo>
                <a:lnTo>
                  <a:pt x="3523" y="595"/>
                </a:lnTo>
                <a:lnTo>
                  <a:pt x="3515" y="599"/>
                </a:lnTo>
                <a:lnTo>
                  <a:pt x="3506" y="602"/>
                </a:lnTo>
                <a:lnTo>
                  <a:pt x="3497" y="604"/>
                </a:lnTo>
                <a:lnTo>
                  <a:pt x="3487" y="605"/>
                </a:lnTo>
                <a:lnTo>
                  <a:pt x="3481" y="606"/>
                </a:lnTo>
                <a:lnTo>
                  <a:pt x="3477" y="608"/>
                </a:lnTo>
                <a:lnTo>
                  <a:pt x="3473" y="610"/>
                </a:lnTo>
                <a:lnTo>
                  <a:pt x="3470" y="613"/>
                </a:lnTo>
                <a:lnTo>
                  <a:pt x="3470" y="616"/>
                </a:lnTo>
                <a:lnTo>
                  <a:pt x="3469" y="618"/>
                </a:lnTo>
                <a:lnTo>
                  <a:pt x="3468" y="620"/>
                </a:lnTo>
                <a:lnTo>
                  <a:pt x="3466" y="621"/>
                </a:lnTo>
                <a:lnTo>
                  <a:pt x="3461" y="622"/>
                </a:lnTo>
                <a:lnTo>
                  <a:pt x="3456" y="622"/>
                </a:lnTo>
                <a:lnTo>
                  <a:pt x="3451" y="622"/>
                </a:lnTo>
                <a:lnTo>
                  <a:pt x="3446" y="623"/>
                </a:lnTo>
                <a:lnTo>
                  <a:pt x="3444" y="624"/>
                </a:lnTo>
                <a:lnTo>
                  <a:pt x="3442" y="625"/>
                </a:lnTo>
                <a:lnTo>
                  <a:pt x="3441" y="627"/>
                </a:lnTo>
                <a:lnTo>
                  <a:pt x="3440" y="629"/>
                </a:lnTo>
                <a:lnTo>
                  <a:pt x="3442" y="643"/>
                </a:lnTo>
                <a:lnTo>
                  <a:pt x="3443" y="657"/>
                </a:lnTo>
                <a:lnTo>
                  <a:pt x="3445" y="670"/>
                </a:lnTo>
                <a:lnTo>
                  <a:pt x="3446" y="684"/>
                </a:lnTo>
                <a:lnTo>
                  <a:pt x="3438" y="686"/>
                </a:lnTo>
                <a:lnTo>
                  <a:pt x="3430" y="689"/>
                </a:lnTo>
                <a:lnTo>
                  <a:pt x="3423" y="693"/>
                </a:lnTo>
                <a:lnTo>
                  <a:pt x="3417" y="698"/>
                </a:lnTo>
                <a:lnTo>
                  <a:pt x="3405" y="708"/>
                </a:lnTo>
                <a:lnTo>
                  <a:pt x="3394" y="720"/>
                </a:lnTo>
                <a:lnTo>
                  <a:pt x="3388" y="725"/>
                </a:lnTo>
                <a:lnTo>
                  <a:pt x="3382" y="730"/>
                </a:lnTo>
                <a:lnTo>
                  <a:pt x="3376" y="734"/>
                </a:lnTo>
                <a:lnTo>
                  <a:pt x="3369" y="738"/>
                </a:lnTo>
                <a:lnTo>
                  <a:pt x="3361" y="741"/>
                </a:lnTo>
                <a:lnTo>
                  <a:pt x="3353" y="743"/>
                </a:lnTo>
                <a:lnTo>
                  <a:pt x="3344" y="743"/>
                </a:lnTo>
                <a:lnTo>
                  <a:pt x="3332" y="743"/>
                </a:lnTo>
                <a:lnTo>
                  <a:pt x="3327" y="740"/>
                </a:lnTo>
                <a:lnTo>
                  <a:pt x="3322" y="737"/>
                </a:lnTo>
                <a:lnTo>
                  <a:pt x="3317" y="736"/>
                </a:lnTo>
                <a:lnTo>
                  <a:pt x="3313" y="735"/>
                </a:lnTo>
                <a:lnTo>
                  <a:pt x="3310" y="736"/>
                </a:lnTo>
                <a:lnTo>
                  <a:pt x="3307" y="736"/>
                </a:lnTo>
                <a:lnTo>
                  <a:pt x="3305" y="738"/>
                </a:lnTo>
                <a:lnTo>
                  <a:pt x="3302" y="739"/>
                </a:lnTo>
                <a:lnTo>
                  <a:pt x="3294" y="748"/>
                </a:lnTo>
                <a:lnTo>
                  <a:pt x="3285" y="757"/>
                </a:lnTo>
                <a:lnTo>
                  <a:pt x="3293" y="761"/>
                </a:lnTo>
                <a:lnTo>
                  <a:pt x="3299" y="765"/>
                </a:lnTo>
                <a:lnTo>
                  <a:pt x="3303" y="769"/>
                </a:lnTo>
                <a:lnTo>
                  <a:pt x="3306" y="772"/>
                </a:lnTo>
                <a:lnTo>
                  <a:pt x="3307" y="775"/>
                </a:lnTo>
                <a:lnTo>
                  <a:pt x="3308" y="778"/>
                </a:lnTo>
                <a:lnTo>
                  <a:pt x="3308" y="781"/>
                </a:lnTo>
                <a:lnTo>
                  <a:pt x="3307" y="783"/>
                </a:lnTo>
                <a:lnTo>
                  <a:pt x="3304" y="788"/>
                </a:lnTo>
                <a:lnTo>
                  <a:pt x="3300" y="793"/>
                </a:lnTo>
                <a:lnTo>
                  <a:pt x="3299" y="795"/>
                </a:lnTo>
                <a:lnTo>
                  <a:pt x="3298" y="798"/>
                </a:lnTo>
                <a:lnTo>
                  <a:pt x="3297" y="800"/>
                </a:lnTo>
                <a:lnTo>
                  <a:pt x="3298" y="803"/>
                </a:lnTo>
                <a:lnTo>
                  <a:pt x="3302" y="808"/>
                </a:lnTo>
                <a:lnTo>
                  <a:pt x="3306" y="812"/>
                </a:lnTo>
                <a:lnTo>
                  <a:pt x="3302" y="818"/>
                </a:lnTo>
                <a:lnTo>
                  <a:pt x="3297" y="823"/>
                </a:lnTo>
                <a:lnTo>
                  <a:pt x="3289" y="822"/>
                </a:lnTo>
                <a:lnTo>
                  <a:pt x="3282" y="822"/>
                </a:lnTo>
                <a:lnTo>
                  <a:pt x="3277" y="824"/>
                </a:lnTo>
                <a:lnTo>
                  <a:pt x="3273" y="826"/>
                </a:lnTo>
                <a:lnTo>
                  <a:pt x="3269" y="829"/>
                </a:lnTo>
                <a:lnTo>
                  <a:pt x="3266" y="833"/>
                </a:lnTo>
                <a:lnTo>
                  <a:pt x="3263" y="837"/>
                </a:lnTo>
                <a:lnTo>
                  <a:pt x="3261" y="841"/>
                </a:lnTo>
                <a:lnTo>
                  <a:pt x="3257" y="850"/>
                </a:lnTo>
                <a:lnTo>
                  <a:pt x="3252" y="858"/>
                </a:lnTo>
                <a:lnTo>
                  <a:pt x="3248" y="862"/>
                </a:lnTo>
                <a:lnTo>
                  <a:pt x="3245" y="865"/>
                </a:lnTo>
                <a:lnTo>
                  <a:pt x="3241" y="869"/>
                </a:lnTo>
                <a:lnTo>
                  <a:pt x="3236" y="871"/>
                </a:lnTo>
                <a:lnTo>
                  <a:pt x="3236" y="872"/>
                </a:lnTo>
                <a:lnTo>
                  <a:pt x="3236" y="873"/>
                </a:lnTo>
                <a:lnTo>
                  <a:pt x="3235" y="872"/>
                </a:lnTo>
                <a:lnTo>
                  <a:pt x="3232" y="875"/>
                </a:lnTo>
                <a:lnTo>
                  <a:pt x="3229" y="878"/>
                </a:lnTo>
                <a:lnTo>
                  <a:pt x="3227" y="881"/>
                </a:lnTo>
                <a:lnTo>
                  <a:pt x="3226" y="884"/>
                </a:lnTo>
                <a:lnTo>
                  <a:pt x="3225" y="890"/>
                </a:lnTo>
                <a:lnTo>
                  <a:pt x="3225" y="897"/>
                </a:lnTo>
                <a:lnTo>
                  <a:pt x="3215" y="906"/>
                </a:lnTo>
                <a:lnTo>
                  <a:pt x="3205" y="916"/>
                </a:lnTo>
                <a:lnTo>
                  <a:pt x="3200" y="920"/>
                </a:lnTo>
                <a:lnTo>
                  <a:pt x="3196" y="926"/>
                </a:lnTo>
                <a:lnTo>
                  <a:pt x="3192" y="931"/>
                </a:lnTo>
                <a:lnTo>
                  <a:pt x="3190" y="938"/>
                </a:lnTo>
                <a:lnTo>
                  <a:pt x="3174" y="934"/>
                </a:lnTo>
                <a:lnTo>
                  <a:pt x="3160" y="932"/>
                </a:lnTo>
                <a:lnTo>
                  <a:pt x="3146" y="930"/>
                </a:lnTo>
                <a:lnTo>
                  <a:pt x="3134" y="929"/>
                </a:lnTo>
                <a:lnTo>
                  <a:pt x="3124" y="929"/>
                </a:lnTo>
                <a:lnTo>
                  <a:pt x="3114" y="930"/>
                </a:lnTo>
                <a:lnTo>
                  <a:pt x="3105" y="932"/>
                </a:lnTo>
                <a:lnTo>
                  <a:pt x="3097" y="935"/>
                </a:lnTo>
                <a:lnTo>
                  <a:pt x="3090" y="939"/>
                </a:lnTo>
                <a:lnTo>
                  <a:pt x="3083" y="945"/>
                </a:lnTo>
                <a:lnTo>
                  <a:pt x="3076" y="953"/>
                </a:lnTo>
                <a:lnTo>
                  <a:pt x="3069" y="961"/>
                </a:lnTo>
                <a:lnTo>
                  <a:pt x="3054" y="981"/>
                </a:lnTo>
                <a:lnTo>
                  <a:pt x="3038" y="1009"/>
                </a:lnTo>
                <a:lnTo>
                  <a:pt x="3016" y="1013"/>
                </a:lnTo>
                <a:lnTo>
                  <a:pt x="2995" y="1018"/>
                </a:lnTo>
                <a:lnTo>
                  <a:pt x="2990" y="1020"/>
                </a:lnTo>
                <a:lnTo>
                  <a:pt x="2986" y="1023"/>
                </a:lnTo>
                <a:lnTo>
                  <a:pt x="2982" y="1026"/>
                </a:lnTo>
                <a:lnTo>
                  <a:pt x="2978" y="1030"/>
                </a:lnTo>
                <a:lnTo>
                  <a:pt x="2975" y="1033"/>
                </a:lnTo>
                <a:lnTo>
                  <a:pt x="2973" y="1038"/>
                </a:lnTo>
                <a:lnTo>
                  <a:pt x="2971" y="1043"/>
                </a:lnTo>
                <a:lnTo>
                  <a:pt x="2969" y="1049"/>
                </a:lnTo>
                <a:lnTo>
                  <a:pt x="2959" y="1051"/>
                </a:lnTo>
                <a:lnTo>
                  <a:pt x="2950" y="1052"/>
                </a:lnTo>
                <a:lnTo>
                  <a:pt x="2943" y="1055"/>
                </a:lnTo>
                <a:lnTo>
                  <a:pt x="2937" y="1058"/>
                </a:lnTo>
                <a:lnTo>
                  <a:pt x="2935" y="1061"/>
                </a:lnTo>
                <a:lnTo>
                  <a:pt x="2935" y="1063"/>
                </a:lnTo>
                <a:lnTo>
                  <a:pt x="2935" y="1067"/>
                </a:lnTo>
                <a:lnTo>
                  <a:pt x="2936" y="1071"/>
                </a:lnTo>
                <a:lnTo>
                  <a:pt x="2939" y="1075"/>
                </a:lnTo>
                <a:lnTo>
                  <a:pt x="2943" y="1080"/>
                </a:lnTo>
                <a:lnTo>
                  <a:pt x="2948" y="1085"/>
                </a:lnTo>
                <a:lnTo>
                  <a:pt x="2955" y="1091"/>
                </a:lnTo>
                <a:lnTo>
                  <a:pt x="2954" y="1094"/>
                </a:lnTo>
                <a:lnTo>
                  <a:pt x="2954" y="1097"/>
                </a:lnTo>
                <a:lnTo>
                  <a:pt x="2954" y="1100"/>
                </a:lnTo>
                <a:lnTo>
                  <a:pt x="2956" y="1104"/>
                </a:lnTo>
                <a:lnTo>
                  <a:pt x="2956" y="1119"/>
                </a:lnTo>
                <a:lnTo>
                  <a:pt x="2957" y="1134"/>
                </a:lnTo>
                <a:lnTo>
                  <a:pt x="2958" y="1150"/>
                </a:lnTo>
                <a:lnTo>
                  <a:pt x="2959" y="1165"/>
                </a:lnTo>
                <a:lnTo>
                  <a:pt x="2953" y="1174"/>
                </a:lnTo>
                <a:lnTo>
                  <a:pt x="2949" y="1185"/>
                </a:lnTo>
                <a:lnTo>
                  <a:pt x="2945" y="1196"/>
                </a:lnTo>
                <a:lnTo>
                  <a:pt x="2942" y="1207"/>
                </a:lnTo>
                <a:lnTo>
                  <a:pt x="2934" y="1208"/>
                </a:lnTo>
                <a:lnTo>
                  <a:pt x="2927" y="1210"/>
                </a:lnTo>
                <a:lnTo>
                  <a:pt x="2920" y="1213"/>
                </a:lnTo>
                <a:lnTo>
                  <a:pt x="2915" y="1218"/>
                </a:lnTo>
                <a:lnTo>
                  <a:pt x="2911" y="1224"/>
                </a:lnTo>
                <a:lnTo>
                  <a:pt x="2907" y="1229"/>
                </a:lnTo>
                <a:lnTo>
                  <a:pt x="2904" y="1235"/>
                </a:lnTo>
                <a:lnTo>
                  <a:pt x="2901" y="1242"/>
                </a:lnTo>
                <a:lnTo>
                  <a:pt x="2897" y="1234"/>
                </a:lnTo>
                <a:lnTo>
                  <a:pt x="2894" y="1227"/>
                </a:lnTo>
                <a:lnTo>
                  <a:pt x="2896" y="1223"/>
                </a:lnTo>
                <a:lnTo>
                  <a:pt x="2899" y="1218"/>
                </a:lnTo>
                <a:lnTo>
                  <a:pt x="2905" y="1209"/>
                </a:lnTo>
                <a:lnTo>
                  <a:pt x="2910" y="1199"/>
                </a:lnTo>
                <a:lnTo>
                  <a:pt x="2911" y="1193"/>
                </a:lnTo>
                <a:lnTo>
                  <a:pt x="2912" y="1187"/>
                </a:lnTo>
                <a:lnTo>
                  <a:pt x="2910" y="1180"/>
                </a:lnTo>
                <a:lnTo>
                  <a:pt x="2907" y="1173"/>
                </a:lnTo>
                <a:lnTo>
                  <a:pt x="2904" y="1166"/>
                </a:lnTo>
                <a:lnTo>
                  <a:pt x="2901" y="1158"/>
                </a:lnTo>
                <a:lnTo>
                  <a:pt x="2905" y="1156"/>
                </a:lnTo>
                <a:lnTo>
                  <a:pt x="2909" y="1154"/>
                </a:lnTo>
                <a:lnTo>
                  <a:pt x="2912" y="1152"/>
                </a:lnTo>
                <a:lnTo>
                  <a:pt x="2914" y="1149"/>
                </a:lnTo>
                <a:lnTo>
                  <a:pt x="2915" y="1146"/>
                </a:lnTo>
                <a:lnTo>
                  <a:pt x="2916" y="1142"/>
                </a:lnTo>
                <a:lnTo>
                  <a:pt x="2917" y="1135"/>
                </a:lnTo>
                <a:lnTo>
                  <a:pt x="2915" y="1127"/>
                </a:lnTo>
                <a:lnTo>
                  <a:pt x="2912" y="1121"/>
                </a:lnTo>
                <a:lnTo>
                  <a:pt x="2909" y="1115"/>
                </a:lnTo>
                <a:lnTo>
                  <a:pt x="2906" y="1110"/>
                </a:lnTo>
                <a:lnTo>
                  <a:pt x="2903" y="1106"/>
                </a:lnTo>
                <a:lnTo>
                  <a:pt x="2899" y="1102"/>
                </a:lnTo>
                <a:lnTo>
                  <a:pt x="2896" y="1099"/>
                </a:lnTo>
                <a:lnTo>
                  <a:pt x="2892" y="1097"/>
                </a:lnTo>
                <a:lnTo>
                  <a:pt x="2888" y="1096"/>
                </a:lnTo>
                <a:lnTo>
                  <a:pt x="2884" y="1095"/>
                </a:lnTo>
                <a:lnTo>
                  <a:pt x="2880" y="1095"/>
                </a:lnTo>
                <a:lnTo>
                  <a:pt x="2876" y="1095"/>
                </a:lnTo>
                <a:lnTo>
                  <a:pt x="2870" y="1096"/>
                </a:lnTo>
                <a:lnTo>
                  <a:pt x="2861" y="1099"/>
                </a:lnTo>
                <a:lnTo>
                  <a:pt x="2851" y="1104"/>
                </a:lnTo>
                <a:lnTo>
                  <a:pt x="2831" y="1115"/>
                </a:lnTo>
                <a:lnTo>
                  <a:pt x="2811" y="1126"/>
                </a:lnTo>
                <a:lnTo>
                  <a:pt x="2794" y="1139"/>
                </a:lnTo>
                <a:lnTo>
                  <a:pt x="2777" y="1153"/>
                </a:lnTo>
                <a:lnTo>
                  <a:pt x="2762" y="1168"/>
                </a:lnTo>
                <a:lnTo>
                  <a:pt x="2749" y="1185"/>
                </a:lnTo>
                <a:lnTo>
                  <a:pt x="2737" y="1202"/>
                </a:lnTo>
                <a:lnTo>
                  <a:pt x="2725" y="1222"/>
                </a:lnTo>
                <a:lnTo>
                  <a:pt x="2720" y="1223"/>
                </a:lnTo>
                <a:lnTo>
                  <a:pt x="2715" y="1225"/>
                </a:lnTo>
                <a:lnTo>
                  <a:pt x="2711" y="1228"/>
                </a:lnTo>
                <a:lnTo>
                  <a:pt x="2707" y="1231"/>
                </a:lnTo>
                <a:lnTo>
                  <a:pt x="2701" y="1237"/>
                </a:lnTo>
                <a:lnTo>
                  <a:pt x="2697" y="1245"/>
                </a:lnTo>
                <a:lnTo>
                  <a:pt x="2692" y="1252"/>
                </a:lnTo>
                <a:lnTo>
                  <a:pt x="2687" y="1261"/>
                </a:lnTo>
                <a:lnTo>
                  <a:pt x="2682" y="1269"/>
                </a:lnTo>
                <a:lnTo>
                  <a:pt x="2676" y="1275"/>
                </a:lnTo>
                <a:lnTo>
                  <a:pt x="2685" y="1283"/>
                </a:lnTo>
                <a:lnTo>
                  <a:pt x="2696" y="1289"/>
                </a:lnTo>
                <a:lnTo>
                  <a:pt x="2686" y="1290"/>
                </a:lnTo>
                <a:lnTo>
                  <a:pt x="2677" y="1290"/>
                </a:lnTo>
                <a:lnTo>
                  <a:pt x="2672" y="1292"/>
                </a:lnTo>
                <a:lnTo>
                  <a:pt x="2667" y="1295"/>
                </a:lnTo>
                <a:lnTo>
                  <a:pt x="2663" y="1299"/>
                </a:lnTo>
                <a:lnTo>
                  <a:pt x="2659" y="1303"/>
                </a:lnTo>
                <a:lnTo>
                  <a:pt x="2656" y="1307"/>
                </a:lnTo>
                <a:lnTo>
                  <a:pt x="2653" y="1311"/>
                </a:lnTo>
                <a:lnTo>
                  <a:pt x="2651" y="1316"/>
                </a:lnTo>
                <a:lnTo>
                  <a:pt x="2650" y="1320"/>
                </a:lnTo>
                <a:lnTo>
                  <a:pt x="2647" y="1330"/>
                </a:lnTo>
                <a:lnTo>
                  <a:pt x="2647" y="1341"/>
                </a:lnTo>
                <a:lnTo>
                  <a:pt x="2648" y="1352"/>
                </a:lnTo>
                <a:lnTo>
                  <a:pt x="2650" y="1363"/>
                </a:lnTo>
                <a:lnTo>
                  <a:pt x="2651" y="1369"/>
                </a:lnTo>
                <a:lnTo>
                  <a:pt x="2652" y="1375"/>
                </a:lnTo>
                <a:lnTo>
                  <a:pt x="2652" y="1381"/>
                </a:lnTo>
                <a:lnTo>
                  <a:pt x="2651" y="1385"/>
                </a:lnTo>
                <a:lnTo>
                  <a:pt x="2650" y="1389"/>
                </a:lnTo>
                <a:lnTo>
                  <a:pt x="2648" y="1392"/>
                </a:lnTo>
                <a:lnTo>
                  <a:pt x="2645" y="1395"/>
                </a:lnTo>
                <a:lnTo>
                  <a:pt x="2642" y="1398"/>
                </a:lnTo>
                <a:lnTo>
                  <a:pt x="2639" y="1397"/>
                </a:lnTo>
                <a:lnTo>
                  <a:pt x="2638" y="1396"/>
                </a:lnTo>
                <a:lnTo>
                  <a:pt x="2631" y="1391"/>
                </a:lnTo>
                <a:lnTo>
                  <a:pt x="2625" y="1386"/>
                </a:lnTo>
                <a:lnTo>
                  <a:pt x="2620" y="1381"/>
                </a:lnTo>
                <a:lnTo>
                  <a:pt x="2616" y="1376"/>
                </a:lnTo>
                <a:lnTo>
                  <a:pt x="2613" y="1371"/>
                </a:lnTo>
                <a:lnTo>
                  <a:pt x="2611" y="1366"/>
                </a:lnTo>
                <a:lnTo>
                  <a:pt x="2609" y="1361"/>
                </a:lnTo>
                <a:lnTo>
                  <a:pt x="2609" y="1357"/>
                </a:lnTo>
                <a:lnTo>
                  <a:pt x="2609" y="1347"/>
                </a:lnTo>
                <a:lnTo>
                  <a:pt x="2612" y="1337"/>
                </a:lnTo>
                <a:lnTo>
                  <a:pt x="2616" y="1328"/>
                </a:lnTo>
                <a:lnTo>
                  <a:pt x="2620" y="1319"/>
                </a:lnTo>
                <a:lnTo>
                  <a:pt x="2625" y="1308"/>
                </a:lnTo>
                <a:lnTo>
                  <a:pt x="2628" y="1296"/>
                </a:lnTo>
                <a:lnTo>
                  <a:pt x="2629" y="1290"/>
                </a:lnTo>
                <a:lnTo>
                  <a:pt x="2629" y="1285"/>
                </a:lnTo>
                <a:lnTo>
                  <a:pt x="2628" y="1280"/>
                </a:lnTo>
                <a:lnTo>
                  <a:pt x="2627" y="1275"/>
                </a:lnTo>
                <a:lnTo>
                  <a:pt x="2625" y="1270"/>
                </a:lnTo>
                <a:lnTo>
                  <a:pt x="2622" y="1266"/>
                </a:lnTo>
                <a:lnTo>
                  <a:pt x="2618" y="1261"/>
                </a:lnTo>
                <a:lnTo>
                  <a:pt x="2613" y="1256"/>
                </a:lnTo>
                <a:lnTo>
                  <a:pt x="2608" y="1251"/>
                </a:lnTo>
                <a:lnTo>
                  <a:pt x="2601" y="1247"/>
                </a:lnTo>
                <a:lnTo>
                  <a:pt x="2593" y="1243"/>
                </a:lnTo>
                <a:lnTo>
                  <a:pt x="2584" y="1240"/>
                </a:lnTo>
                <a:lnTo>
                  <a:pt x="2575" y="1243"/>
                </a:lnTo>
                <a:lnTo>
                  <a:pt x="2566" y="1246"/>
                </a:lnTo>
                <a:lnTo>
                  <a:pt x="2558" y="1251"/>
                </a:lnTo>
                <a:lnTo>
                  <a:pt x="2551" y="1256"/>
                </a:lnTo>
                <a:lnTo>
                  <a:pt x="2536" y="1269"/>
                </a:lnTo>
                <a:lnTo>
                  <a:pt x="2522" y="1281"/>
                </a:lnTo>
                <a:lnTo>
                  <a:pt x="2515" y="1287"/>
                </a:lnTo>
                <a:lnTo>
                  <a:pt x="2508" y="1293"/>
                </a:lnTo>
                <a:lnTo>
                  <a:pt x="2499" y="1298"/>
                </a:lnTo>
                <a:lnTo>
                  <a:pt x="2491" y="1303"/>
                </a:lnTo>
                <a:lnTo>
                  <a:pt x="2482" y="1307"/>
                </a:lnTo>
                <a:lnTo>
                  <a:pt x="2472" y="1309"/>
                </a:lnTo>
                <a:lnTo>
                  <a:pt x="2462" y="1311"/>
                </a:lnTo>
                <a:lnTo>
                  <a:pt x="2449" y="1311"/>
                </a:lnTo>
                <a:lnTo>
                  <a:pt x="2445" y="1320"/>
                </a:lnTo>
                <a:lnTo>
                  <a:pt x="2441" y="1329"/>
                </a:lnTo>
                <a:lnTo>
                  <a:pt x="2435" y="1338"/>
                </a:lnTo>
                <a:lnTo>
                  <a:pt x="2429" y="1347"/>
                </a:lnTo>
                <a:lnTo>
                  <a:pt x="2417" y="1364"/>
                </a:lnTo>
                <a:lnTo>
                  <a:pt x="2404" y="1381"/>
                </a:lnTo>
                <a:lnTo>
                  <a:pt x="2399" y="1390"/>
                </a:lnTo>
                <a:lnTo>
                  <a:pt x="2394" y="1399"/>
                </a:lnTo>
                <a:lnTo>
                  <a:pt x="2390" y="1409"/>
                </a:lnTo>
                <a:lnTo>
                  <a:pt x="2387" y="1420"/>
                </a:lnTo>
                <a:lnTo>
                  <a:pt x="2385" y="1431"/>
                </a:lnTo>
                <a:lnTo>
                  <a:pt x="2385" y="1442"/>
                </a:lnTo>
                <a:lnTo>
                  <a:pt x="2386" y="1455"/>
                </a:lnTo>
                <a:lnTo>
                  <a:pt x="2389" y="1470"/>
                </a:lnTo>
                <a:lnTo>
                  <a:pt x="2390" y="1474"/>
                </a:lnTo>
                <a:lnTo>
                  <a:pt x="2389" y="1478"/>
                </a:lnTo>
                <a:lnTo>
                  <a:pt x="2387" y="1483"/>
                </a:lnTo>
                <a:lnTo>
                  <a:pt x="2383" y="1487"/>
                </a:lnTo>
                <a:lnTo>
                  <a:pt x="2379" y="1493"/>
                </a:lnTo>
                <a:lnTo>
                  <a:pt x="2374" y="1499"/>
                </a:lnTo>
                <a:lnTo>
                  <a:pt x="2368" y="1504"/>
                </a:lnTo>
                <a:lnTo>
                  <a:pt x="2362" y="1509"/>
                </a:lnTo>
                <a:lnTo>
                  <a:pt x="2353" y="1514"/>
                </a:lnTo>
                <a:lnTo>
                  <a:pt x="2345" y="1518"/>
                </a:lnTo>
                <a:lnTo>
                  <a:pt x="2337" y="1522"/>
                </a:lnTo>
                <a:lnTo>
                  <a:pt x="2328" y="1526"/>
                </a:lnTo>
                <a:lnTo>
                  <a:pt x="2319" y="1529"/>
                </a:lnTo>
                <a:lnTo>
                  <a:pt x="2309" y="1531"/>
                </a:lnTo>
                <a:lnTo>
                  <a:pt x="2299" y="1533"/>
                </a:lnTo>
                <a:lnTo>
                  <a:pt x="2290" y="1533"/>
                </a:lnTo>
                <a:lnTo>
                  <a:pt x="2276" y="1534"/>
                </a:lnTo>
                <a:lnTo>
                  <a:pt x="2263" y="1538"/>
                </a:lnTo>
                <a:lnTo>
                  <a:pt x="2258" y="1540"/>
                </a:lnTo>
                <a:lnTo>
                  <a:pt x="2254" y="1543"/>
                </a:lnTo>
                <a:lnTo>
                  <a:pt x="2253" y="1545"/>
                </a:lnTo>
                <a:lnTo>
                  <a:pt x="2252" y="1546"/>
                </a:lnTo>
                <a:lnTo>
                  <a:pt x="2252" y="1548"/>
                </a:lnTo>
                <a:lnTo>
                  <a:pt x="2253" y="1551"/>
                </a:lnTo>
                <a:lnTo>
                  <a:pt x="2256" y="1559"/>
                </a:lnTo>
                <a:lnTo>
                  <a:pt x="2258" y="1568"/>
                </a:lnTo>
                <a:lnTo>
                  <a:pt x="2259" y="1576"/>
                </a:lnTo>
                <a:lnTo>
                  <a:pt x="2260" y="1584"/>
                </a:lnTo>
                <a:lnTo>
                  <a:pt x="2260" y="1590"/>
                </a:lnTo>
                <a:lnTo>
                  <a:pt x="2259" y="1596"/>
                </a:lnTo>
                <a:lnTo>
                  <a:pt x="2258" y="1602"/>
                </a:lnTo>
                <a:lnTo>
                  <a:pt x="2256" y="1607"/>
                </a:lnTo>
                <a:lnTo>
                  <a:pt x="2254" y="1612"/>
                </a:lnTo>
                <a:lnTo>
                  <a:pt x="2251" y="1618"/>
                </a:lnTo>
                <a:lnTo>
                  <a:pt x="2248" y="1622"/>
                </a:lnTo>
                <a:lnTo>
                  <a:pt x="2245" y="1625"/>
                </a:lnTo>
                <a:lnTo>
                  <a:pt x="2236" y="1632"/>
                </a:lnTo>
                <a:lnTo>
                  <a:pt x="2227" y="1638"/>
                </a:lnTo>
                <a:lnTo>
                  <a:pt x="2205" y="1647"/>
                </a:lnTo>
                <a:lnTo>
                  <a:pt x="2182" y="1655"/>
                </a:lnTo>
                <a:lnTo>
                  <a:pt x="2170" y="1659"/>
                </a:lnTo>
                <a:lnTo>
                  <a:pt x="2159" y="1663"/>
                </a:lnTo>
                <a:lnTo>
                  <a:pt x="2148" y="1668"/>
                </a:lnTo>
                <a:lnTo>
                  <a:pt x="2139" y="1673"/>
                </a:lnTo>
                <a:lnTo>
                  <a:pt x="2133" y="1678"/>
                </a:lnTo>
                <a:lnTo>
                  <a:pt x="2130" y="1684"/>
                </a:lnTo>
                <a:lnTo>
                  <a:pt x="2126" y="1690"/>
                </a:lnTo>
                <a:lnTo>
                  <a:pt x="2124" y="1698"/>
                </a:lnTo>
                <a:lnTo>
                  <a:pt x="2123" y="1704"/>
                </a:lnTo>
                <a:lnTo>
                  <a:pt x="2121" y="1710"/>
                </a:lnTo>
                <a:lnTo>
                  <a:pt x="2119" y="1716"/>
                </a:lnTo>
                <a:lnTo>
                  <a:pt x="2115" y="1722"/>
                </a:lnTo>
                <a:lnTo>
                  <a:pt x="2109" y="1735"/>
                </a:lnTo>
                <a:lnTo>
                  <a:pt x="2103" y="1746"/>
                </a:lnTo>
                <a:lnTo>
                  <a:pt x="2103" y="1746"/>
                </a:lnTo>
                <a:lnTo>
                  <a:pt x="2103" y="1756"/>
                </a:lnTo>
                <a:lnTo>
                  <a:pt x="2101" y="1765"/>
                </a:lnTo>
                <a:lnTo>
                  <a:pt x="2099" y="1775"/>
                </a:lnTo>
                <a:lnTo>
                  <a:pt x="2096" y="1783"/>
                </a:lnTo>
                <a:lnTo>
                  <a:pt x="2093" y="1791"/>
                </a:lnTo>
                <a:lnTo>
                  <a:pt x="2089" y="1799"/>
                </a:lnTo>
                <a:lnTo>
                  <a:pt x="2084" y="1806"/>
                </a:lnTo>
                <a:lnTo>
                  <a:pt x="2079" y="1814"/>
                </a:lnTo>
                <a:lnTo>
                  <a:pt x="2058" y="1841"/>
                </a:lnTo>
                <a:lnTo>
                  <a:pt x="2038" y="1871"/>
                </a:lnTo>
                <a:lnTo>
                  <a:pt x="2030" y="1874"/>
                </a:lnTo>
                <a:lnTo>
                  <a:pt x="2022" y="1878"/>
                </a:lnTo>
                <a:lnTo>
                  <a:pt x="2016" y="1883"/>
                </a:lnTo>
                <a:lnTo>
                  <a:pt x="2010" y="1888"/>
                </a:lnTo>
                <a:lnTo>
                  <a:pt x="1999" y="1901"/>
                </a:lnTo>
                <a:lnTo>
                  <a:pt x="1990" y="1913"/>
                </a:lnTo>
                <a:lnTo>
                  <a:pt x="1981" y="1926"/>
                </a:lnTo>
                <a:lnTo>
                  <a:pt x="1972" y="1940"/>
                </a:lnTo>
                <a:lnTo>
                  <a:pt x="1963" y="1953"/>
                </a:lnTo>
                <a:lnTo>
                  <a:pt x="1953" y="1965"/>
                </a:lnTo>
                <a:lnTo>
                  <a:pt x="1929" y="1983"/>
                </a:lnTo>
                <a:lnTo>
                  <a:pt x="1907" y="2001"/>
                </a:lnTo>
                <a:lnTo>
                  <a:pt x="1897" y="2012"/>
                </a:lnTo>
                <a:lnTo>
                  <a:pt x="1887" y="2022"/>
                </a:lnTo>
                <a:lnTo>
                  <a:pt x="1878" y="2032"/>
                </a:lnTo>
                <a:lnTo>
                  <a:pt x="1869" y="2043"/>
                </a:lnTo>
                <a:lnTo>
                  <a:pt x="1862" y="2055"/>
                </a:lnTo>
                <a:lnTo>
                  <a:pt x="1855" y="2067"/>
                </a:lnTo>
                <a:lnTo>
                  <a:pt x="1849" y="2079"/>
                </a:lnTo>
                <a:lnTo>
                  <a:pt x="1843" y="2093"/>
                </a:lnTo>
                <a:lnTo>
                  <a:pt x="1839" y="2107"/>
                </a:lnTo>
                <a:lnTo>
                  <a:pt x="1836" y="2121"/>
                </a:lnTo>
                <a:lnTo>
                  <a:pt x="1834" y="2137"/>
                </a:lnTo>
                <a:lnTo>
                  <a:pt x="1833" y="2152"/>
                </a:lnTo>
                <a:lnTo>
                  <a:pt x="1825" y="2151"/>
                </a:lnTo>
                <a:lnTo>
                  <a:pt x="1818" y="2151"/>
                </a:lnTo>
                <a:lnTo>
                  <a:pt x="1811" y="2151"/>
                </a:lnTo>
                <a:lnTo>
                  <a:pt x="1804" y="2152"/>
                </a:lnTo>
                <a:lnTo>
                  <a:pt x="1789" y="2155"/>
                </a:lnTo>
                <a:lnTo>
                  <a:pt x="1776" y="2158"/>
                </a:lnTo>
                <a:lnTo>
                  <a:pt x="1762" y="2161"/>
                </a:lnTo>
                <a:lnTo>
                  <a:pt x="1747" y="2162"/>
                </a:lnTo>
                <a:lnTo>
                  <a:pt x="1739" y="2161"/>
                </a:lnTo>
                <a:lnTo>
                  <a:pt x="1731" y="2159"/>
                </a:lnTo>
                <a:lnTo>
                  <a:pt x="1723" y="2157"/>
                </a:lnTo>
                <a:lnTo>
                  <a:pt x="1714" y="2153"/>
                </a:lnTo>
                <a:lnTo>
                  <a:pt x="1706" y="2150"/>
                </a:lnTo>
                <a:lnTo>
                  <a:pt x="1700" y="2150"/>
                </a:lnTo>
                <a:lnTo>
                  <a:pt x="1694" y="2151"/>
                </a:lnTo>
                <a:lnTo>
                  <a:pt x="1689" y="2154"/>
                </a:lnTo>
                <a:lnTo>
                  <a:pt x="1685" y="2158"/>
                </a:lnTo>
                <a:lnTo>
                  <a:pt x="1682" y="2164"/>
                </a:lnTo>
                <a:lnTo>
                  <a:pt x="1681" y="2172"/>
                </a:lnTo>
                <a:lnTo>
                  <a:pt x="1680" y="2179"/>
                </a:lnTo>
                <a:lnTo>
                  <a:pt x="1680" y="2189"/>
                </a:lnTo>
                <a:lnTo>
                  <a:pt x="1678" y="2198"/>
                </a:lnTo>
                <a:lnTo>
                  <a:pt x="1676" y="2208"/>
                </a:lnTo>
                <a:lnTo>
                  <a:pt x="1672" y="2217"/>
                </a:lnTo>
                <a:lnTo>
                  <a:pt x="1663" y="2232"/>
                </a:lnTo>
                <a:lnTo>
                  <a:pt x="1652" y="2249"/>
                </a:lnTo>
                <a:lnTo>
                  <a:pt x="1642" y="2263"/>
                </a:lnTo>
                <a:lnTo>
                  <a:pt x="1632" y="2279"/>
                </a:lnTo>
                <a:lnTo>
                  <a:pt x="1628" y="2288"/>
                </a:lnTo>
                <a:lnTo>
                  <a:pt x="1624" y="2296"/>
                </a:lnTo>
                <a:lnTo>
                  <a:pt x="1622" y="2305"/>
                </a:lnTo>
                <a:lnTo>
                  <a:pt x="1620" y="2314"/>
                </a:lnTo>
                <a:lnTo>
                  <a:pt x="1616" y="2315"/>
                </a:lnTo>
                <a:lnTo>
                  <a:pt x="1611" y="2317"/>
                </a:lnTo>
                <a:lnTo>
                  <a:pt x="1608" y="2319"/>
                </a:lnTo>
                <a:lnTo>
                  <a:pt x="1606" y="2323"/>
                </a:lnTo>
                <a:lnTo>
                  <a:pt x="1603" y="2329"/>
                </a:lnTo>
                <a:lnTo>
                  <a:pt x="1601" y="2337"/>
                </a:lnTo>
                <a:lnTo>
                  <a:pt x="1602" y="2339"/>
                </a:lnTo>
                <a:lnTo>
                  <a:pt x="1604" y="2341"/>
                </a:lnTo>
                <a:lnTo>
                  <a:pt x="1601" y="2345"/>
                </a:lnTo>
                <a:lnTo>
                  <a:pt x="1600" y="2349"/>
                </a:lnTo>
                <a:lnTo>
                  <a:pt x="1600" y="2353"/>
                </a:lnTo>
                <a:lnTo>
                  <a:pt x="1601" y="2357"/>
                </a:lnTo>
                <a:lnTo>
                  <a:pt x="1605" y="2366"/>
                </a:lnTo>
                <a:lnTo>
                  <a:pt x="1611" y="2375"/>
                </a:lnTo>
                <a:lnTo>
                  <a:pt x="1618" y="2384"/>
                </a:lnTo>
                <a:lnTo>
                  <a:pt x="1623" y="2392"/>
                </a:lnTo>
                <a:lnTo>
                  <a:pt x="1625" y="2396"/>
                </a:lnTo>
                <a:lnTo>
                  <a:pt x="1625" y="2402"/>
                </a:lnTo>
                <a:lnTo>
                  <a:pt x="1625" y="2406"/>
                </a:lnTo>
                <a:lnTo>
                  <a:pt x="1622" y="2409"/>
                </a:lnTo>
                <a:lnTo>
                  <a:pt x="1619" y="2401"/>
                </a:lnTo>
                <a:lnTo>
                  <a:pt x="1613" y="2392"/>
                </a:lnTo>
                <a:lnTo>
                  <a:pt x="1608" y="2385"/>
                </a:lnTo>
                <a:lnTo>
                  <a:pt x="1602" y="2379"/>
                </a:lnTo>
                <a:lnTo>
                  <a:pt x="1596" y="2373"/>
                </a:lnTo>
                <a:lnTo>
                  <a:pt x="1588" y="2368"/>
                </a:lnTo>
                <a:lnTo>
                  <a:pt x="1578" y="2364"/>
                </a:lnTo>
                <a:lnTo>
                  <a:pt x="1568" y="2360"/>
                </a:lnTo>
                <a:lnTo>
                  <a:pt x="1557" y="2359"/>
                </a:lnTo>
                <a:lnTo>
                  <a:pt x="1547" y="2358"/>
                </a:lnTo>
                <a:lnTo>
                  <a:pt x="1538" y="2357"/>
                </a:lnTo>
                <a:lnTo>
                  <a:pt x="1528" y="2356"/>
                </a:lnTo>
                <a:lnTo>
                  <a:pt x="1526" y="2351"/>
                </a:lnTo>
                <a:lnTo>
                  <a:pt x="1524" y="2346"/>
                </a:lnTo>
                <a:lnTo>
                  <a:pt x="1521" y="2342"/>
                </a:lnTo>
                <a:lnTo>
                  <a:pt x="1517" y="2339"/>
                </a:lnTo>
                <a:lnTo>
                  <a:pt x="1514" y="2336"/>
                </a:lnTo>
                <a:lnTo>
                  <a:pt x="1510" y="2336"/>
                </a:lnTo>
                <a:lnTo>
                  <a:pt x="1505" y="2336"/>
                </a:lnTo>
                <a:lnTo>
                  <a:pt x="1500" y="2339"/>
                </a:lnTo>
                <a:lnTo>
                  <a:pt x="1495" y="2343"/>
                </a:lnTo>
                <a:lnTo>
                  <a:pt x="1491" y="2348"/>
                </a:lnTo>
                <a:lnTo>
                  <a:pt x="1491" y="2351"/>
                </a:lnTo>
                <a:lnTo>
                  <a:pt x="1490" y="2353"/>
                </a:lnTo>
                <a:lnTo>
                  <a:pt x="1491" y="2356"/>
                </a:lnTo>
                <a:lnTo>
                  <a:pt x="1492" y="2358"/>
                </a:lnTo>
                <a:lnTo>
                  <a:pt x="1495" y="2364"/>
                </a:lnTo>
                <a:lnTo>
                  <a:pt x="1499" y="2369"/>
                </a:lnTo>
                <a:lnTo>
                  <a:pt x="1505" y="2374"/>
                </a:lnTo>
                <a:lnTo>
                  <a:pt x="1513" y="2379"/>
                </a:lnTo>
                <a:lnTo>
                  <a:pt x="1506" y="2390"/>
                </a:lnTo>
                <a:lnTo>
                  <a:pt x="1498" y="2403"/>
                </a:lnTo>
                <a:lnTo>
                  <a:pt x="1474" y="2422"/>
                </a:lnTo>
                <a:lnTo>
                  <a:pt x="1448" y="2443"/>
                </a:lnTo>
                <a:lnTo>
                  <a:pt x="1423" y="2463"/>
                </a:lnTo>
                <a:lnTo>
                  <a:pt x="1398" y="2483"/>
                </a:lnTo>
                <a:lnTo>
                  <a:pt x="1398" y="2483"/>
                </a:lnTo>
                <a:lnTo>
                  <a:pt x="1376" y="2493"/>
                </a:lnTo>
                <a:lnTo>
                  <a:pt x="1356" y="2505"/>
                </a:lnTo>
                <a:lnTo>
                  <a:pt x="1347" y="2512"/>
                </a:lnTo>
                <a:lnTo>
                  <a:pt x="1338" y="2520"/>
                </a:lnTo>
                <a:lnTo>
                  <a:pt x="1329" y="2528"/>
                </a:lnTo>
                <a:lnTo>
                  <a:pt x="1323" y="2537"/>
                </a:lnTo>
                <a:lnTo>
                  <a:pt x="1323" y="2547"/>
                </a:lnTo>
                <a:lnTo>
                  <a:pt x="1323" y="2559"/>
                </a:lnTo>
                <a:lnTo>
                  <a:pt x="1322" y="2568"/>
                </a:lnTo>
                <a:lnTo>
                  <a:pt x="1321" y="2578"/>
                </a:lnTo>
                <a:lnTo>
                  <a:pt x="1316" y="2598"/>
                </a:lnTo>
                <a:lnTo>
                  <a:pt x="1310" y="2616"/>
                </a:lnTo>
                <a:lnTo>
                  <a:pt x="1304" y="2634"/>
                </a:lnTo>
                <a:lnTo>
                  <a:pt x="1298" y="2654"/>
                </a:lnTo>
                <a:lnTo>
                  <a:pt x="1295" y="2664"/>
                </a:lnTo>
                <a:lnTo>
                  <a:pt x="1293" y="2673"/>
                </a:lnTo>
                <a:lnTo>
                  <a:pt x="1292" y="2684"/>
                </a:lnTo>
                <a:lnTo>
                  <a:pt x="1291" y="2695"/>
                </a:lnTo>
                <a:lnTo>
                  <a:pt x="1290" y="2704"/>
                </a:lnTo>
                <a:lnTo>
                  <a:pt x="1291" y="2712"/>
                </a:lnTo>
                <a:lnTo>
                  <a:pt x="1292" y="2721"/>
                </a:lnTo>
                <a:lnTo>
                  <a:pt x="1293" y="2728"/>
                </a:lnTo>
                <a:lnTo>
                  <a:pt x="1295" y="2735"/>
                </a:lnTo>
                <a:lnTo>
                  <a:pt x="1297" y="2742"/>
                </a:lnTo>
                <a:lnTo>
                  <a:pt x="1300" y="2748"/>
                </a:lnTo>
                <a:lnTo>
                  <a:pt x="1304" y="2753"/>
                </a:lnTo>
                <a:lnTo>
                  <a:pt x="1308" y="2759"/>
                </a:lnTo>
                <a:lnTo>
                  <a:pt x="1312" y="2764"/>
                </a:lnTo>
                <a:lnTo>
                  <a:pt x="1317" y="2769"/>
                </a:lnTo>
                <a:lnTo>
                  <a:pt x="1323" y="2774"/>
                </a:lnTo>
                <a:lnTo>
                  <a:pt x="1337" y="2783"/>
                </a:lnTo>
                <a:lnTo>
                  <a:pt x="1352" y="2792"/>
                </a:lnTo>
                <a:lnTo>
                  <a:pt x="1346" y="2798"/>
                </a:lnTo>
                <a:lnTo>
                  <a:pt x="1341" y="2803"/>
                </a:lnTo>
                <a:lnTo>
                  <a:pt x="1337" y="2808"/>
                </a:lnTo>
                <a:lnTo>
                  <a:pt x="1332" y="2813"/>
                </a:lnTo>
                <a:lnTo>
                  <a:pt x="1326" y="2825"/>
                </a:lnTo>
                <a:lnTo>
                  <a:pt x="1321" y="2838"/>
                </a:lnTo>
                <a:lnTo>
                  <a:pt x="1319" y="2851"/>
                </a:lnTo>
                <a:lnTo>
                  <a:pt x="1317" y="2865"/>
                </a:lnTo>
                <a:lnTo>
                  <a:pt x="1317" y="2879"/>
                </a:lnTo>
                <a:lnTo>
                  <a:pt x="1316" y="2893"/>
                </a:lnTo>
                <a:lnTo>
                  <a:pt x="1313" y="2897"/>
                </a:lnTo>
                <a:lnTo>
                  <a:pt x="1310" y="2902"/>
                </a:lnTo>
                <a:lnTo>
                  <a:pt x="1309" y="2908"/>
                </a:lnTo>
                <a:lnTo>
                  <a:pt x="1308" y="2915"/>
                </a:lnTo>
                <a:lnTo>
                  <a:pt x="1309" y="2917"/>
                </a:lnTo>
                <a:lnTo>
                  <a:pt x="1311" y="2920"/>
                </a:lnTo>
                <a:lnTo>
                  <a:pt x="1309" y="2925"/>
                </a:lnTo>
                <a:lnTo>
                  <a:pt x="1301" y="2922"/>
                </a:lnTo>
                <a:lnTo>
                  <a:pt x="1294" y="2920"/>
                </a:lnTo>
                <a:lnTo>
                  <a:pt x="1283" y="2917"/>
                </a:lnTo>
                <a:lnTo>
                  <a:pt x="1274" y="2915"/>
                </a:lnTo>
                <a:lnTo>
                  <a:pt x="1264" y="2913"/>
                </a:lnTo>
                <a:lnTo>
                  <a:pt x="1255" y="2910"/>
                </a:lnTo>
                <a:lnTo>
                  <a:pt x="1251" y="2907"/>
                </a:lnTo>
                <a:lnTo>
                  <a:pt x="1247" y="2905"/>
                </a:lnTo>
                <a:lnTo>
                  <a:pt x="1244" y="2902"/>
                </a:lnTo>
                <a:lnTo>
                  <a:pt x="1242" y="2898"/>
                </a:lnTo>
                <a:lnTo>
                  <a:pt x="1237" y="2892"/>
                </a:lnTo>
                <a:lnTo>
                  <a:pt x="1235" y="2885"/>
                </a:lnTo>
                <a:lnTo>
                  <a:pt x="1234" y="2878"/>
                </a:lnTo>
                <a:lnTo>
                  <a:pt x="1232" y="2870"/>
                </a:lnTo>
                <a:lnTo>
                  <a:pt x="1229" y="2863"/>
                </a:lnTo>
                <a:lnTo>
                  <a:pt x="1224" y="2857"/>
                </a:lnTo>
                <a:lnTo>
                  <a:pt x="1216" y="2841"/>
                </a:lnTo>
                <a:lnTo>
                  <a:pt x="1206" y="2826"/>
                </a:lnTo>
                <a:lnTo>
                  <a:pt x="1200" y="2819"/>
                </a:lnTo>
                <a:lnTo>
                  <a:pt x="1191" y="2814"/>
                </a:lnTo>
                <a:lnTo>
                  <a:pt x="1183" y="2810"/>
                </a:lnTo>
                <a:lnTo>
                  <a:pt x="1173" y="2807"/>
                </a:lnTo>
                <a:lnTo>
                  <a:pt x="1169" y="2807"/>
                </a:lnTo>
                <a:lnTo>
                  <a:pt x="1165" y="2810"/>
                </a:lnTo>
                <a:lnTo>
                  <a:pt x="1161" y="2814"/>
                </a:lnTo>
                <a:lnTo>
                  <a:pt x="1160" y="2818"/>
                </a:lnTo>
                <a:lnTo>
                  <a:pt x="1159" y="2829"/>
                </a:lnTo>
                <a:lnTo>
                  <a:pt x="1160" y="2840"/>
                </a:lnTo>
                <a:lnTo>
                  <a:pt x="1161" y="2850"/>
                </a:lnTo>
                <a:lnTo>
                  <a:pt x="1164" y="2860"/>
                </a:lnTo>
                <a:lnTo>
                  <a:pt x="1166" y="2864"/>
                </a:lnTo>
                <a:lnTo>
                  <a:pt x="1169" y="2869"/>
                </a:lnTo>
                <a:lnTo>
                  <a:pt x="1173" y="2874"/>
                </a:lnTo>
                <a:lnTo>
                  <a:pt x="1177" y="2878"/>
                </a:lnTo>
                <a:lnTo>
                  <a:pt x="1182" y="2882"/>
                </a:lnTo>
                <a:lnTo>
                  <a:pt x="1187" y="2886"/>
                </a:lnTo>
                <a:lnTo>
                  <a:pt x="1195" y="2890"/>
                </a:lnTo>
                <a:lnTo>
                  <a:pt x="1202" y="2893"/>
                </a:lnTo>
                <a:lnTo>
                  <a:pt x="1214" y="2907"/>
                </a:lnTo>
                <a:lnTo>
                  <a:pt x="1226" y="2923"/>
                </a:lnTo>
                <a:lnTo>
                  <a:pt x="1227" y="2924"/>
                </a:lnTo>
                <a:lnTo>
                  <a:pt x="1232" y="2940"/>
                </a:lnTo>
                <a:lnTo>
                  <a:pt x="1237" y="2956"/>
                </a:lnTo>
                <a:lnTo>
                  <a:pt x="1243" y="2972"/>
                </a:lnTo>
                <a:lnTo>
                  <a:pt x="1248" y="2988"/>
                </a:lnTo>
                <a:lnTo>
                  <a:pt x="1244" y="2998"/>
                </a:lnTo>
                <a:lnTo>
                  <a:pt x="1239" y="3006"/>
                </a:lnTo>
                <a:lnTo>
                  <a:pt x="1228" y="3004"/>
                </a:lnTo>
                <a:lnTo>
                  <a:pt x="1220" y="3004"/>
                </a:lnTo>
                <a:lnTo>
                  <a:pt x="1217" y="3004"/>
                </a:lnTo>
                <a:lnTo>
                  <a:pt x="1214" y="3006"/>
                </a:lnTo>
                <a:lnTo>
                  <a:pt x="1212" y="3007"/>
                </a:lnTo>
                <a:lnTo>
                  <a:pt x="1210" y="3009"/>
                </a:lnTo>
                <a:lnTo>
                  <a:pt x="1207" y="3013"/>
                </a:lnTo>
                <a:lnTo>
                  <a:pt x="1205" y="3018"/>
                </a:lnTo>
                <a:lnTo>
                  <a:pt x="1204" y="3024"/>
                </a:lnTo>
                <a:lnTo>
                  <a:pt x="1203" y="3031"/>
                </a:lnTo>
                <a:lnTo>
                  <a:pt x="1203" y="3033"/>
                </a:lnTo>
                <a:lnTo>
                  <a:pt x="1203" y="3036"/>
                </a:lnTo>
                <a:lnTo>
                  <a:pt x="1205" y="3038"/>
                </a:lnTo>
                <a:lnTo>
                  <a:pt x="1206" y="3040"/>
                </a:lnTo>
                <a:lnTo>
                  <a:pt x="1211" y="3044"/>
                </a:lnTo>
                <a:lnTo>
                  <a:pt x="1216" y="3046"/>
                </a:lnTo>
                <a:lnTo>
                  <a:pt x="1215" y="3051"/>
                </a:lnTo>
                <a:lnTo>
                  <a:pt x="1215" y="3056"/>
                </a:lnTo>
                <a:lnTo>
                  <a:pt x="1216" y="3062"/>
                </a:lnTo>
                <a:lnTo>
                  <a:pt x="1218" y="3068"/>
                </a:lnTo>
                <a:lnTo>
                  <a:pt x="1221" y="3078"/>
                </a:lnTo>
                <a:lnTo>
                  <a:pt x="1224" y="3087"/>
                </a:lnTo>
                <a:lnTo>
                  <a:pt x="1227" y="3091"/>
                </a:lnTo>
                <a:lnTo>
                  <a:pt x="1229" y="3096"/>
                </a:lnTo>
                <a:lnTo>
                  <a:pt x="1233" y="3100"/>
                </a:lnTo>
                <a:lnTo>
                  <a:pt x="1237" y="3104"/>
                </a:lnTo>
                <a:lnTo>
                  <a:pt x="1242" y="3107"/>
                </a:lnTo>
                <a:lnTo>
                  <a:pt x="1247" y="3110"/>
                </a:lnTo>
                <a:lnTo>
                  <a:pt x="1251" y="3112"/>
                </a:lnTo>
                <a:lnTo>
                  <a:pt x="1256" y="3113"/>
                </a:lnTo>
                <a:lnTo>
                  <a:pt x="1248" y="3114"/>
                </a:lnTo>
                <a:lnTo>
                  <a:pt x="1239" y="3114"/>
                </a:lnTo>
                <a:lnTo>
                  <a:pt x="1235" y="3113"/>
                </a:lnTo>
                <a:lnTo>
                  <a:pt x="1231" y="3112"/>
                </a:lnTo>
                <a:lnTo>
                  <a:pt x="1227" y="3110"/>
                </a:lnTo>
                <a:lnTo>
                  <a:pt x="1222" y="3107"/>
                </a:lnTo>
                <a:lnTo>
                  <a:pt x="1214" y="3104"/>
                </a:lnTo>
                <a:lnTo>
                  <a:pt x="1205" y="3102"/>
                </a:lnTo>
                <a:lnTo>
                  <a:pt x="1194" y="3093"/>
                </a:lnTo>
                <a:lnTo>
                  <a:pt x="1183" y="3083"/>
                </a:lnTo>
                <a:lnTo>
                  <a:pt x="1167" y="3072"/>
                </a:lnTo>
                <a:lnTo>
                  <a:pt x="1151" y="3061"/>
                </a:lnTo>
                <a:lnTo>
                  <a:pt x="1134" y="3050"/>
                </a:lnTo>
                <a:lnTo>
                  <a:pt x="1118" y="3040"/>
                </a:lnTo>
                <a:lnTo>
                  <a:pt x="1114" y="3045"/>
                </a:lnTo>
                <a:lnTo>
                  <a:pt x="1112" y="3050"/>
                </a:lnTo>
                <a:lnTo>
                  <a:pt x="1109" y="3055"/>
                </a:lnTo>
                <a:lnTo>
                  <a:pt x="1108" y="3060"/>
                </a:lnTo>
                <a:lnTo>
                  <a:pt x="1107" y="3065"/>
                </a:lnTo>
                <a:lnTo>
                  <a:pt x="1107" y="3071"/>
                </a:lnTo>
                <a:lnTo>
                  <a:pt x="1107" y="3076"/>
                </a:lnTo>
                <a:lnTo>
                  <a:pt x="1107" y="3081"/>
                </a:lnTo>
                <a:lnTo>
                  <a:pt x="1110" y="3091"/>
                </a:lnTo>
                <a:lnTo>
                  <a:pt x="1115" y="3102"/>
                </a:lnTo>
                <a:lnTo>
                  <a:pt x="1121" y="3113"/>
                </a:lnTo>
                <a:lnTo>
                  <a:pt x="1129" y="3123"/>
                </a:lnTo>
                <a:lnTo>
                  <a:pt x="1128" y="3124"/>
                </a:lnTo>
                <a:lnTo>
                  <a:pt x="1126" y="3125"/>
                </a:lnTo>
                <a:lnTo>
                  <a:pt x="1124" y="3129"/>
                </a:lnTo>
                <a:lnTo>
                  <a:pt x="1121" y="3133"/>
                </a:lnTo>
                <a:lnTo>
                  <a:pt x="1117" y="3136"/>
                </a:lnTo>
                <a:lnTo>
                  <a:pt x="1113" y="3139"/>
                </a:lnTo>
                <a:lnTo>
                  <a:pt x="1104" y="3145"/>
                </a:lnTo>
                <a:lnTo>
                  <a:pt x="1094" y="3151"/>
                </a:lnTo>
                <a:lnTo>
                  <a:pt x="1090" y="3155"/>
                </a:lnTo>
                <a:lnTo>
                  <a:pt x="1087" y="3159"/>
                </a:lnTo>
                <a:lnTo>
                  <a:pt x="1085" y="3164"/>
                </a:lnTo>
                <a:lnTo>
                  <a:pt x="1083" y="3169"/>
                </a:lnTo>
                <a:lnTo>
                  <a:pt x="1083" y="3176"/>
                </a:lnTo>
                <a:lnTo>
                  <a:pt x="1084" y="3183"/>
                </a:lnTo>
                <a:lnTo>
                  <a:pt x="1086" y="3193"/>
                </a:lnTo>
                <a:lnTo>
                  <a:pt x="1090" y="3204"/>
                </a:lnTo>
                <a:lnTo>
                  <a:pt x="1097" y="3196"/>
                </a:lnTo>
                <a:lnTo>
                  <a:pt x="1107" y="3189"/>
                </a:lnTo>
                <a:lnTo>
                  <a:pt x="1115" y="3182"/>
                </a:lnTo>
                <a:lnTo>
                  <a:pt x="1124" y="3176"/>
                </a:lnTo>
                <a:lnTo>
                  <a:pt x="1128" y="3173"/>
                </a:lnTo>
                <a:lnTo>
                  <a:pt x="1131" y="3170"/>
                </a:lnTo>
                <a:lnTo>
                  <a:pt x="1134" y="3166"/>
                </a:lnTo>
                <a:lnTo>
                  <a:pt x="1137" y="3162"/>
                </a:lnTo>
                <a:lnTo>
                  <a:pt x="1139" y="3157"/>
                </a:lnTo>
                <a:lnTo>
                  <a:pt x="1140" y="3152"/>
                </a:lnTo>
                <a:lnTo>
                  <a:pt x="1140" y="3145"/>
                </a:lnTo>
                <a:lnTo>
                  <a:pt x="1140" y="3138"/>
                </a:lnTo>
                <a:lnTo>
                  <a:pt x="1142" y="3140"/>
                </a:lnTo>
                <a:lnTo>
                  <a:pt x="1144" y="3142"/>
                </a:lnTo>
                <a:lnTo>
                  <a:pt x="1153" y="3159"/>
                </a:lnTo>
                <a:lnTo>
                  <a:pt x="1160" y="3174"/>
                </a:lnTo>
                <a:lnTo>
                  <a:pt x="1168" y="3191"/>
                </a:lnTo>
                <a:lnTo>
                  <a:pt x="1175" y="3206"/>
                </a:lnTo>
                <a:lnTo>
                  <a:pt x="1174" y="3210"/>
                </a:lnTo>
                <a:lnTo>
                  <a:pt x="1174" y="3213"/>
                </a:lnTo>
                <a:lnTo>
                  <a:pt x="1174" y="3216"/>
                </a:lnTo>
                <a:lnTo>
                  <a:pt x="1174" y="3219"/>
                </a:lnTo>
                <a:lnTo>
                  <a:pt x="1178" y="3225"/>
                </a:lnTo>
                <a:lnTo>
                  <a:pt x="1182" y="3231"/>
                </a:lnTo>
                <a:lnTo>
                  <a:pt x="1169" y="3244"/>
                </a:lnTo>
                <a:lnTo>
                  <a:pt x="1157" y="3257"/>
                </a:lnTo>
                <a:lnTo>
                  <a:pt x="1143" y="3271"/>
                </a:lnTo>
                <a:lnTo>
                  <a:pt x="1131" y="3285"/>
                </a:lnTo>
                <a:lnTo>
                  <a:pt x="1124" y="3283"/>
                </a:lnTo>
                <a:lnTo>
                  <a:pt x="1116" y="3281"/>
                </a:lnTo>
                <a:lnTo>
                  <a:pt x="1108" y="3277"/>
                </a:lnTo>
                <a:lnTo>
                  <a:pt x="1097" y="3272"/>
                </a:lnTo>
                <a:lnTo>
                  <a:pt x="1091" y="3269"/>
                </a:lnTo>
                <a:lnTo>
                  <a:pt x="1086" y="3267"/>
                </a:lnTo>
                <a:lnTo>
                  <a:pt x="1081" y="3266"/>
                </a:lnTo>
                <a:lnTo>
                  <a:pt x="1077" y="3266"/>
                </a:lnTo>
                <a:lnTo>
                  <a:pt x="1073" y="3267"/>
                </a:lnTo>
                <a:lnTo>
                  <a:pt x="1069" y="3268"/>
                </a:lnTo>
                <a:lnTo>
                  <a:pt x="1066" y="3269"/>
                </a:lnTo>
                <a:lnTo>
                  <a:pt x="1063" y="3272"/>
                </a:lnTo>
                <a:lnTo>
                  <a:pt x="1058" y="3277"/>
                </a:lnTo>
                <a:lnTo>
                  <a:pt x="1055" y="3284"/>
                </a:lnTo>
                <a:lnTo>
                  <a:pt x="1052" y="3292"/>
                </a:lnTo>
                <a:lnTo>
                  <a:pt x="1051" y="3300"/>
                </a:lnTo>
                <a:lnTo>
                  <a:pt x="1051" y="3306"/>
                </a:lnTo>
                <a:lnTo>
                  <a:pt x="1051" y="3311"/>
                </a:lnTo>
                <a:lnTo>
                  <a:pt x="1052" y="3316"/>
                </a:lnTo>
                <a:lnTo>
                  <a:pt x="1054" y="3319"/>
                </a:lnTo>
                <a:lnTo>
                  <a:pt x="1056" y="3322"/>
                </a:lnTo>
                <a:lnTo>
                  <a:pt x="1058" y="3324"/>
                </a:lnTo>
                <a:lnTo>
                  <a:pt x="1061" y="3326"/>
                </a:lnTo>
                <a:lnTo>
                  <a:pt x="1064" y="3327"/>
                </a:lnTo>
                <a:lnTo>
                  <a:pt x="1077" y="3329"/>
                </a:lnTo>
                <a:lnTo>
                  <a:pt x="1092" y="3329"/>
                </a:lnTo>
                <a:lnTo>
                  <a:pt x="1086" y="3337"/>
                </a:lnTo>
                <a:lnTo>
                  <a:pt x="1080" y="3347"/>
                </a:lnTo>
                <a:lnTo>
                  <a:pt x="1074" y="3355"/>
                </a:lnTo>
                <a:lnTo>
                  <a:pt x="1068" y="3364"/>
                </a:lnTo>
                <a:lnTo>
                  <a:pt x="1060" y="3361"/>
                </a:lnTo>
                <a:lnTo>
                  <a:pt x="1050" y="3359"/>
                </a:lnTo>
                <a:lnTo>
                  <a:pt x="1043" y="3357"/>
                </a:lnTo>
                <a:lnTo>
                  <a:pt x="1037" y="3357"/>
                </a:lnTo>
                <a:lnTo>
                  <a:pt x="1031" y="3357"/>
                </a:lnTo>
                <a:lnTo>
                  <a:pt x="1027" y="3358"/>
                </a:lnTo>
                <a:lnTo>
                  <a:pt x="1024" y="3360"/>
                </a:lnTo>
                <a:lnTo>
                  <a:pt x="1021" y="3362"/>
                </a:lnTo>
                <a:lnTo>
                  <a:pt x="1019" y="3365"/>
                </a:lnTo>
                <a:lnTo>
                  <a:pt x="1017" y="3368"/>
                </a:lnTo>
                <a:lnTo>
                  <a:pt x="1013" y="3384"/>
                </a:lnTo>
                <a:lnTo>
                  <a:pt x="1010" y="3399"/>
                </a:lnTo>
                <a:lnTo>
                  <a:pt x="999" y="3410"/>
                </a:lnTo>
                <a:lnTo>
                  <a:pt x="990" y="3420"/>
                </a:lnTo>
                <a:lnTo>
                  <a:pt x="970" y="3408"/>
                </a:lnTo>
                <a:lnTo>
                  <a:pt x="949" y="3395"/>
                </a:lnTo>
                <a:lnTo>
                  <a:pt x="939" y="3388"/>
                </a:lnTo>
                <a:lnTo>
                  <a:pt x="929" y="3381"/>
                </a:lnTo>
                <a:lnTo>
                  <a:pt x="920" y="3375"/>
                </a:lnTo>
                <a:lnTo>
                  <a:pt x="909" y="3370"/>
                </a:lnTo>
                <a:lnTo>
                  <a:pt x="899" y="3367"/>
                </a:lnTo>
                <a:lnTo>
                  <a:pt x="890" y="3365"/>
                </a:lnTo>
                <a:lnTo>
                  <a:pt x="886" y="3365"/>
                </a:lnTo>
                <a:lnTo>
                  <a:pt x="881" y="3365"/>
                </a:lnTo>
                <a:lnTo>
                  <a:pt x="877" y="3366"/>
                </a:lnTo>
                <a:lnTo>
                  <a:pt x="873" y="3368"/>
                </a:lnTo>
                <a:lnTo>
                  <a:pt x="869" y="3370"/>
                </a:lnTo>
                <a:lnTo>
                  <a:pt x="864" y="3372"/>
                </a:lnTo>
                <a:lnTo>
                  <a:pt x="860" y="3376"/>
                </a:lnTo>
                <a:lnTo>
                  <a:pt x="856" y="3380"/>
                </a:lnTo>
                <a:lnTo>
                  <a:pt x="852" y="3386"/>
                </a:lnTo>
                <a:lnTo>
                  <a:pt x="848" y="3392"/>
                </a:lnTo>
                <a:lnTo>
                  <a:pt x="845" y="3398"/>
                </a:lnTo>
                <a:lnTo>
                  <a:pt x="842" y="3406"/>
                </a:lnTo>
                <a:lnTo>
                  <a:pt x="836" y="3411"/>
                </a:lnTo>
                <a:lnTo>
                  <a:pt x="832" y="3417"/>
                </a:lnTo>
                <a:lnTo>
                  <a:pt x="828" y="3424"/>
                </a:lnTo>
                <a:lnTo>
                  <a:pt x="823" y="3430"/>
                </a:lnTo>
                <a:lnTo>
                  <a:pt x="818" y="3436"/>
                </a:lnTo>
                <a:lnTo>
                  <a:pt x="813" y="3441"/>
                </a:lnTo>
                <a:lnTo>
                  <a:pt x="807" y="3446"/>
                </a:lnTo>
                <a:lnTo>
                  <a:pt x="799" y="3449"/>
                </a:lnTo>
                <a:lnTo>
                  <a:pt x="794" y="3474"/>
                </a:lnTo>
                <a:lnTo>
                  <a:pt x="790" y="3499"/>
                </a:lnTo>
                <a:lnTo>
                  <a:pt x="785" y="3525"/>
                </a:lnTo>
                <a:lnTo>
                  <a:pt x="780" y="3550"/>
                </a:lnTo>
                <a:lnTo>
                  <a:pt x="775" y="3548"/>
                </a:lnTo>
                <a:lnTo>
                  <a:pt x="769" y="3547"/>
                </a:lnTo>
                <a:lnTo>
                  <a:pt x="766" y="3547"/>
                </a:lnTo>
                <a:lnTo>
                  <a:pt x="763" y="3548"/>
                </a:lnTo>
                <a:lnTo>
                  <a:pt x="761" y="3549"/>
                </a:lnTo>
                <a:lnTo>
                  <a:pt x="759" y="3551"/>
                </a:lnTo>
                <a:lnTo>
                  <a:pt x="757" y="3553"/>
                </a:lnTo>
                <a:lnTo>
                  <a:pt x="756" y="3555"/>
                </a:lnTo>
                <a:lnTo>
                  <a:pt x="754" y="3560"/>
                </a:lnTo>
                <a:lnTo>
                  <a:pt x="753" y="3566"/>
                </a:lnTo>
                <a:lnTo>
                  <a:pt x="751" y="3568"/>
                </a:lnTo>
                <a:lnTo>
                  <a:pt x="750" y="3571"/>
                </a:lnTo>
                <a:lnTo>
                  <a:pt x="748" y="3572"/>
                </a:lnTo>
                <a:lnTo>
                  <a:pt x="746" y="3574"/>
                </a:lnTo>
                <a:lnTo>
                  <a:pt x="739" y="3575"/>
                </a:lnTo>
                <a:lnTo>
                  <a:pt x="732" y="3576"/>
                </a:lnTo>
                <a:lnTo>
                  <a:pt x="727" y="3579"/>
                </a:lnTo>
                <a:lnTo>
                  <a:pt x="722" y="3583"/>
                </a:lnTo>
                <a:lnTo>
                  <a:pt x="721" y="3586"/>
                </a:lnTo>
                <a:lnTo>
                  <a:pt x="720" y="3588"/>
                </a:lnTo>
                <a:lnTo>
                  <a:pt x="719" y="3591"/>
                </a:lnTo>
                <a:lnTo>
                  <a:pt x="720" y="3595"/>
                </a:lnTo>
                <a:lnTo>
                  <a:pt x="722" y="3603"/>
                </a:lnTo>
                <a:lnTo>
                  <a:pt x="729" y="3613"/>
                </a:lnTo>
                <a:lnTo>
                  <a:pt x="731" y="3613"/>
                </a:lnTo>
                <a:lnTo>
                  <a:pt x="733" y="3613"/>
                </a:lnTo>
                <a:lnTo>
                  <a:pt x="725" y="3623"/>
                </a:lnTo>
                <a:lnTo>
                  <a:pt x="720" y="3632"/>
                </a:lnTo>
                <a:lnTo>
                  <a:pt x="714" y="3642"/>
                </a:lnTo>
                <a:lnTo>
                  <a:pt x="709" y="3651"/>
                </a:lnTo>
                <a:lnTo>
                  <a:pt x="733" y="3650"/>
                </a:lnTo>
                <a:lnTo>
                  <a:pt x="757" y="3650"/>
                </a:lnTo>
                <a:lnTo>
                  <a:pt x="762" y="3648"/>
                </a:lnTo>
                <a:lnTo>
                  <a:pt x="766" y="3647"/>
                </a:lnTo>
                <a:lnTo>
                  <a:pt x="770" y="3644"/>
                </a:lnTo>
                <a:lnTo>
                  <a:pt x="775" y="3641"/>
                </a:lnTo>
                <a:lnTo>
                  <a:pt x="777" y="3636"/>
                </a:lnTo>
                <a:lnTo>
                  <a:pt x="778" y="3630"/>
                </a:lnTo>
                <a:lnTo>
                  <a:pt x="779" y="3623"/>
                </a:lnTo>
                <a:lnTo>
                  <a:pt x="778" y="3614"/>
                </a:lnTo>
                <a:lnTo>
                  <a:pt x="786" y="3607"/>
                </a:lnTo>
                <a:lnTo>
                  <a:pt x="794" y="3599"/>
                </a:lnTo>
                <a:lnTo>
                  <a:pt x="801" y="3591"/>
                </a:lnTo>
                <a:lnTo>
                  <a:pt x="806" y="3583"/>
                </a:lnTo>
                <a:lnTo>
                  <a:pt x="816" y="3563"/>
                </a:lnTo>
                <a:lnTo>
                  <a:pt x="825" y="3544"/>
                </a:lnTo>
                <a:lnTo>
                  <a:pt x="833" y="3523"/>
                </a:lnTo>
                <a:lnTo>
                  <a:pt x="841" y="3503"/>
                </a:lnTo>
                <a:lnTo>
                  <a:pt x="845" y="3492"/>
                </a:lnTo>
                <a:lnTo>
                  <a:pt x="850" y="3483"/>
                </a:lnTo>
                <a:lnTo>
                  <a:pt x="855" y="3474"/>
                </a:lnTo>
                <a:lnTo>
                  <a:pt x="861" y="3465"/>
                </a:lnTo>
                <a:lnTo>
                  <a:pt x="861" y="3467"/>
                </a:lnTo>
                <a:lnTo>
                  <a:pt x="861" y="3468"/>
                </a:lnTo>
                <a:lnTo>
                  <a:pt x="868" y="3472"/>
                </a:lnTo>
                <a:lnTo>
                  <a:pt x="874" y="3477"/>
                </a:lnTo>
                <a:lnTo>
                  <a:pt x="885" y="3466"/>
                </a:lnTo>
                <a:lnTo>
                  <a:pt x="896" y="3454"/>
                </a:lnTo>
                <a:lnTo>
                  <a:pt x="885" y="3444"/>
                </a:lnTo>
                <a:lnTo>
                  <a:pt x="898" y="3429"/>
                </a:lnTo>
                <a:lnTo>
                  <a:pt x="910" y="3416"/>
                </a:lnTo>
                <a:lnTo>
                  <a:pt x="915" y="3414"/>
                </a:lnTo>
                <a:lnTo>
                  <a:pt x="919" y="3414"/>
                </a:lnTo>
                <a:lnTo>
                  <a:pt x="923" y="3415"/>
                </a:lnTo>
                <a:lnTo>
                  <a:pt x="927" y="3417"/>
                </a:lnTo>
                <a:lnTo>
                  <a:pt x="932" y="3421"/>
                </a:lnTo>
                <a:lnTo>
                  <a:pt x="938" y="3427"/>
                </a:lnTo>
                <a:lnTo>
                  <a:pt x="944" y="3435"/>
                </a:lnTo>
                <a:lnTo>
                  <a:pt x="951" y="3444"/>
                </a:lnTo>
                <a:lnTo>
                  <a:pt x="941" y="3451"/>
                </a:lnTo>
                <a:lnTo>
                  <a:pt x="934" y="3458"/>
                </a:lnTo>
                <a:lnTo>
                  <a:pt x="927" y="3467"/>
                </a:lnTo>
                <a:lnTo>
                  <a:pt x="921" y="3476"/>
                </a:lnTo>
                <a:lnTo>
                  <a:pt x="917" y="3485"/>
                </a:lnTo>
                <a:lnTo>
                  <a:pt x="912" y="3495"/>
                </a:lnTo>
                <a:lnTo>
                  <a:pt x="908" y="3506"/>
                </a:lnTo>
                <a:lnTo>
                  <a:pt x="905" y="3516"/>
                </a:lnTo>
                <a:lnTo>
                  <a:pt x="900" y="3536"/>
                </a:lnTo>
                <a:lnTo>
                  <a:pt x="894" y="3558"/>
                </a:lnTo>
                <a:lnTo>
                  <a:pt x="891" y="3568"/>
                </a:lnTo>
                <a:lnTo>
                  <a:pt x="888" y="3578"/>
                </a:lnTo>
                <a:lnTo>
                  <a:pt x="883" y="3588"/>
                </a:lnTo>
                <a:lnTo>
                  <a:pt x="878" y="3597"/>
                </a:lnTo>
                <a:lnTo>
                  <a:pt x="869" y="3611"/>
                </a:lnTo>
                <a:lnTo>
                  <a:pt x="846" y="3634"/>
                </a:lnTo>
                <a:lnTo>
                  <a:pt x="823" y="3656"/>
                </a:lnTo>
                <a:lnTo>
                  <a:pt x="811" y="3668"/>
                </a:lnTo>
                <a:lnTo>
                  <a:pt x="800" y="3680"/>
                </a:lnTo>
                <a:lnTo>
                  <a:pt x="790" y="3692"/>
                </a:lnTo>
                <a:lnTo>
                  <a:pt x="782" y="3706"/>
                </a:lnTo>
                <a:lnTo>
                  <a:pt x="777" y="3702"/>
                </a:lnTo>
                <a:lnTo>
                  <a:pt x="771" y="3699"/>
                </a:lnTo>
                <a:lnTo>
                  <a:pt x="766" y="3695"/>
                </a:lnTo>
                <a:lnTo>
                  <a:pt x="761" y="3694"/>
                </a:lnTo>
                <a:lnTo>
                  <a:pt x="755" y="3694"/>
                </a:lnTo>
                <a:lnTo>
                  <a:pt x="749" y="3695"/>
                </a:lnTo>
                <a:lnTo>
                  <a:pt x="743" y="3699"/>
                </a:lnTo>
                <a:lnTo>
                  <a:pt x="736" y="3704"/>
                </a:lnTo>
                <a:lnTo>
                  <a:pt x="731" y="3713"/>
                </a:lnTo>
                <a:lnTo>
                  <a:pt x="724" y="3722"/>
                </a:lnTo>
                <a:lnTo>
                  <a:pt x="718" y="3730"/>
                </a:lnTo>
                <a:lnTo>
                  <a:pt x="711" y="3738"/>
                </a:lnTo>
                <a:lnTo>
                  <a:pt x="696" y="3753"/>
                </a:lnTo>
                <a:lnTo>
                  <a:pt x="681" y="3768"/>
                </a:lnTo>
                <a:lnTo>
                  <a:pt x="673" y="3775"/>
                </a:lnTo>
                <a:lnTo>
                  <a:pt x="666" y="3784"/>
                </a:lnTo>
                <a:lnTo>
                  <a:pt x="660" y="3793"/>
                </a:lnTo>
                <a:lnTo>
                  <a:pt x="655" y="3801"/>
                </a:lnTo>
                <a:lnTo>
                  <a:pt x="651" y="3811"/>
                </a:lnTo>
                <a:lnTo>
                  <a:pt x="649" y="3822"/>
                </a:lnTo>
                <a:lnTo>
                  <a:pt x="647" y="3834"/>
                </a:lnTo>
                <a:lnTo>
                  <a:pt x="648" y="3846"/>
                </a:lnTo>
                <a:lnTo>
                  <a:pt x="643" y="3857"/>
                </a:lnTo>
                <a:lnTo>
                  <a:pt x="638" y="3867"/>
                </a:lnTo>
                <a:lnTo>
                  <a:pt x="632" y="3876"/>
                </a:lnTo>
                <a:lnTo>
                  <a:pt x="627" y="3886"/>
                </a:lnTo>
                <a:lnTo>
                  <a:pt x="623" y="3887"/>
                </a:lnTo>
                <a:lnTo>
                  <a:pt x="620" y="3890"/>
                </a:lnTo>
                <a:lnTo>
                  <a:pt x="618" y="3895"/>
                </a:lnTo>
                <a:lnTo>
                  <a:pt x="618" y="3900"/>
                </a:lnTo>
                <a:lnTo>
                  <a:pt x="613" y="3905"/>
                </a:lnTo>
                <a:lnTo>
                  <a:pt x="608" y="3909"/>
                </a:lnTo>
                <a:lnTo>
                  <a:pt x="603" y="3913"/>
                </a:lnTo>
                <a:lnTo>
                  <a:pt x="596" y="3916"/>
                </a:lnTo>
                <a:lnTo>
                  <a:pt x="589" y="3919"/>
                </a:lnTo>
                <a:lnTo>
                  <a:pt x="580" y="3920"/>
                </a:lnTo>
                <a:lnTo>
                  <a:pt x="570" y="3921"/>
                </a:lnTo>
                <a:lnTo>
                  <a:pt x="560" y="3921"/>
                </a:lnTo>
                <a:lnTo>
                  <a:pt x="556" y="3921"/>
                </a:lnTo>
                <a:lnTo>
                  <a:pt x="554" y="3923"/>
                </a:lnTo>
                <a:lnTo>
                  <a:pt x="551" y="3926"/>
                </a:lnTo>
                <a:lnTo>
                  <a:pt x="550" y="3930"/>
                </a:lnTo>
                <a:lnTo>
                  <a:pt x="550" y="3936"/>
                </a:lnTo>
                <a:lnTo>
                  <a:pt x="550" y="3941"/>
                </a:lnTo>
                <a:lnTo>
                  <a:pt x="550" y="3946"/>
                </a:lnTo>
                <a:lnTo>
                  <a:pt x="552" y="3951"/>
                </a:lnTo>
                <a:lnTo>
                  <a:pt x="552" y="3951"/>
                </a:lnTo>
                <a:lnTo>
                  <a:pt x="549" y="3955"/>
                </a:lnTo>
                <a:lnTo>
                  <a:pt x="548" y="3959"/>
                </a:lnTo>
                <a:lnTo>
                  <a:pt x="548" y="3963"/>
                </a:lnTo>
                <a:lnTo>
                  <a:pt x="549" y="3968"/>
                </a:lnTo>
                <a:lnTo>
                  <a:pt x="551" y="3979"/>
                </a:lnTo>
                <a:lnTo>
                  <a:pt x="554" y="3989"/>
                </a:lnTo>
                <a:lnTo>
                  <a:pt x="555" y="3994"/>
                </a:lnTo>
                <a:lnTo>
                  <a:pt x="556" y="3999"/>
                </a:lnTo>
                <a:lnTo>
                  <a:pt x="555" y="4003"/>
                </a:lnTo>
                <a:lnTo>
                  <a:pt x="554" y="4007"/>
                </a:lnTo>
                <a:lnTo>
                  <a:pt x="551" y="4010"/>
                </a:lnTo>
                <a:lnTo>
                  <a:pt x="547" y="4014"/>
                </a:lnTo>
                <a:lnTo>
                  <a:pt x="541" y="4016"/>
                </a:lnTo>
                <a:lnTo>
                  <a:pt x="532" y="4017"/>
                </a:lnTo>
                <a:lnTo>
                  <a:pt x="521" y="4014"/>
                </a:lnTo>
                <a:lnTo>
                  <a:pt x="511" y="4009"/>
                </a:lnTo>
                <a:lnTo>
                  <a:pt x="501" y="4003"/>
                </a:lnTo>
                <a:lnTo>
                  <a:pt x="490" y="3998"/>
                </a:lnTo>
                <a:lnTo>
                  <a:pt x="481" y="3991"/>
                </a:lnTo>
                <a:lnTo>
                  <a:pt x="472" y="3983"/>
                </a:lnTo>
                <a:lnTo>
                  <a:pt x="464" y="3975"/>
                </a:lnTo>
                <a:lnTo>
                  <a:pt x="457" y="3966"/>
                </a:lnTo>
                <a:lnTo>
                  <a:pt x="450" y="3957"/>
                </a:lnTo>
                <a:lnTo>
                  <a:pt x="443" y="3947"/>
                </a:lnTo>
                <a:lnTo>
                  <a:pt x="437" y="3938"/>
                </a:lnTo>
                <a:lnTo>
                  <a:pt x="433" y="3927"/>
                </a:lnTo>
                <a:lnTo>
                  <a:pt x="429" y="3917"/>
                </a:lnTo>
                <a:lnTo>
                  <a:pt x="426" y="3906"/>
                </a:lnTo>
                <a:lnTo>
                  <a:pt x="425" y="3896"/>
                </a:lnTo>
                <a:lnTo>
                  <a:pt x="424" y="3885"/>
                </a:lnTo>
                <a:lnTo>
                  <a:pt x="424" y="3885"/>
                </a:lnTo>
                <a:lnTo>
                  <a:pt x="423" y="3869"/>
                </a:lnTo>
                <a:lnTo>
                  <a:pt x="421" y="3851"/>
                </a:lnTo>
                <a:lnTo>
                  <a:pt x="421" y="3847"/>
                </a:lnTo>
                <a:lnTo>
                  <a:pt x="421" y="3843"/>
                </a:lnTo>
                <a:lnTo>
                  <a:pt x="422" y="3840"/>
                </a:lnTo>
                <a:lnTo>
                  <a:pt x="424" y="3837"/>
                </a:lnTo>
                <a:lnTo>
                  <a:pt x="427" y="3834"/>
                </a:lnTo>
                <a:lnTo>
                  <a:pt x="431" y="3831"/>
                </a:lnTo>
                <a:lnTo>
                  <a:pt x="435" y="3829"/>
                </a:lnTo>
                <a:lnTo>
                  <a:pt x="441" y="3828"/>
                </a:lnTo>
                <a:lnTo>
                  <a:pt x="454" y="3826"/>
                </a:lnTo>
                <a:lnTo>
                  <a:pt x="463" y="3822"/>
                </a:lnTo>
                <a:lnTo>
                  <a:pt x="466" y="3820"/>
                </a:lnTo>
                <a:lnTo>
                  <a:pt x="469" y="3818"/>
                </a:lnTo>
                <a:lnTo>
                  <a:pt x="471" y="3815"/>
                </a:lnTo>
                <a:lnTo>
                  <a:pt x="472" y="3812"/>
                </a:lnTo>
                <a:lnTo>
                  <a:pt x="472" y="3809"/>
                </a:lnTo>
                <a:lnTo>
                  <a:pt x="472" y="3806"/>
                </a:lnTo>
                <a:lnTo>
                  <a:pt x="470" y="3802"/>
                </a:lnTo>
                <a:lnTo>
                  <a:pt x="468" y="3798"/>
                </a:lnTo>
                <a:lnTo>
                  <a:pt x="460" y="3790"/>
                </a:lnTo>
                <a:lnTo>
                  <a:pt x="448" y="3780"/>
                </a:lnTo>
                <a:lnTo>
                  <a:pt x="440" y="3792"/>
                </a:lnTo>
                <a:lnTo>
                  <a:pt x="433" y="3805"/>
                </a:lnTo>
                <a:lnTo>
                  <a:pt x="426" y="3796"/>
                </a:lnTo>
                <a:lnTo>
                  <a:pt x="419" y="3788"/>
                </a:lnTo>
                <a:lnTo>
                  <a:pt x="412" y="3782"/>
                </a:lnTo>
                <a:lnTo>
                  <a:pt x="404" y="3777"/>
                </a:lnTo>
                <a:lnTo>
                  <a:pt x="400" y="3774"/>
                </a:lnTo>
                <a:lnTo>
                  <a:pt x="394" y="3773"/>
                </a:lnTo>
                <a:lnTo>
                  <a:pt x="390" y="3772"/>
                </a:lnTo>
                <a:lnTo>
                  <a:pt x="385" y="3772"/>
                </a:lnTo>
                <a:lnTo>
                  <a:pt x="381" y="3772"/>
                </a:lnTo>
                <a:lnTo>
                  <a:pt x="376" y="3773"/>
                </a:lnTo>
                <a:lnTo>
                  <a:pt x="371" y="3775"/>
                </a:lnTo>
                <a:lnTo>
                  <a:pt x="365" y="3778"/>
                </a:lnTo>
                <a:lnTo>
                  <a:pt x="351" y="3798"/>
                </a:lnTo>
                <a:lnTo>
                  <a:pt x="338" y="3818"/>
                </a:lnTo>
                <a:lnTo>
                  <a:pt x="324" y="3838"/>
                </a:lnTo>
                <a:lnTo>
                  <a:pt x="311" y="3858"/>
                </a:lnTo>
                <a:lnTo>
                  <a:pt x="302" y="3860"/>
                </a:lnTo>
                <a:lnTo>
                  <a:pt x="295" y="3863"/>
                </a:lnTo>
                <a:lnTo>
                  <a:pt x="288" y="3865"/>
                </a:lnTo>
                <a:lnTo>
                  <a:pt x="283" y="3869"/>
                </a:lnTo>
                <a:lnTo>
                  <a:pt x="278" y="3872"/>
                </a:lnTo>
                <a:lnTo>
                  <a:pt x="274" y="3876"/>
                </a:lnTo>
                <a:lnTo>
                  <a:pt x="271" y="3880"/>
                </a:lnTo>
                <a:lnTo>
                  <a:pt x="269" y="3885"/>
                </a:lnTo>
                <a:lnTo>
                  <a:pt x="267" y="3890"/>
                </a:lnTo>
                <a:lnTo>
                  <a:pt x="266" y="3897"/>
                </a:lnTo>
                <a:lnTo>
                  <a:pt x="266" y="3903"/>
                </a:lnTo>
                <a:lnTo>
                  <a:pt x="267" y="3909"/>
                </a:lnTo>
                <a:lnTo>
                  <a:pt x="269" y="3916"/>
                </a:lnTo>
                <a:lnTo>
                  <a:pt x="271" y="3923"/>
                </a:lnTo>
                <a:lnTo>
                  <a:pt x="275" y="3931"/>
                </a:lnTo>
                <a:lnTo>
                  <a:pt x="279" y="3940"/>
                </a:lnTo>
                <a:lnTo>
                  <a:pt x="279" y="3950"/>
                </a:lnTo>
                <a:lnTo>
                  <a:pt x="281" y="3960"/>
                </a:lnTo>
                <a:lnTo>
                  <a:pt x="284" y="3970"/>
                </a:lnTo>
                <a:lnTo>
                  <a:pt x="289" y="3980"/>
                </a:lnTo>
                <a:lnTo>
                  <a:pt x="294" y="3989"/>
                </a:lnTo>
                <a:lnTo>
                  <a:pt x="301" y="3998"/>
                </a:lnTo>
                <a:lnTo>
                  <a:pt x="310" y="4006"/>
                </a:lnTo>
                <a:lnTo>
                  <a:pt x="318" y="4016"/>
                </a:lnTo>
                <a:lnTo>
                  <a:pt x="317" y="4023"/>
                </a:lnTo>
                <a:lnTo>
                  <a:pt x="316" y="4031"/>
                </a:lnTo>
                <a:lnTo>
                  <a:pt x="317" y="4039"/>
                </a:lnTo>
                <a:lnTo>
                  <a:pt x="319" y="4048"/>
                </a:lnTo>
                <a:lnTo>
                  <a:pt x="323" y="4066"/>
                </a:lnTo>
                <a:lnTo>
                  <a:pt x="326" y="4082"/>
                </a:lnTo>
                <a:lnTo>
                  <a:pt x="323" y="4077"/>
                </a:lnTo>
                <a:lnTo>
                  <a:pt x="320" y="4072"/>
                </a:lnTo>
                <a:lnTo>
                  <a:pt x="312" y="4077"/>
                </a:lnTo>
                <a:lnTo>
                  <a:pt x="304" y="4082"/>
                </a:lnTo>
                <a:lnTo>
                  <a:pt x="302" y="4086"/>
                </a:lnTo>
                <a:lnTo>
                  <a:pt x="301" y="4092"/>
                </a:lnTo>
                <a:lnTo>
                  <a:pt x="303" y="4098"/>
                </a:lnTo>
                <a:lnTo>
                  <a:pt x="307" y="4106"/>
                </a:lnTo>
                <a:lnTo>
                  <a:pt x="316" y="4106"/>
                </a:lnTo>
                <a:lnTo>
                  <a:pt x="322" y="4106"/>
                </a:lnTo>
                <a:lnTo>
                  <a:pt x="320" y="4109"/>
                </a:lnTo>
                <a:lnTo>
                  <a:pt x="318" y="4112"/>
                </a:lnTo>
                <a:lnTo>
                  <a:pt x="313" y="4111"/>
                </a:lnTo>
                <a:lnTo>
                  <a:pt x="309" y="4111"/>
                </a:lnTo>
                <a:lnTo>
                  <a:pt x="305" y="4112"/>
                </a:lnTo>
                <a:lnTo>
                  <a:pt x="302" y="4112"/>
                </a:lnTo>
                <a:lnTo>
                  <a:pt x="299" y="4114"/>
                </a:lnTo>
                <a:lnTo>
                  <a:pt x="297" y="4116"/>
                </a:lnTo>
                <a:lnTo>
                  <a:pt x="296" y="4118"/>
                </a:lnTo>
                <a:lnTo>
                  <a:pt x="294" y="4120"/>
                </a:lnTo>
                <a:lnTo>
                  <a:pt x="289" y="4121"/>
                </a:lnTo>
                <a:lnTo>
                  <a:pt x="285" y="4123"/>
                </a:lnTo>
                <a:lnTo>
                  <a:pt x="281" y="4125"/>
                </a:lnTo>
                <a:lnTo>
                  <a:pt x="278" y="4128"/>
                </a:lnTo>
                <a:lnTo>
                  <a:pt x="276" y="4131"/>
                </a:lnTo>
                <a:lnTo>
                  <a:pt x="275" y="4134"/>
                </a:lnTo>
                <a:lnTo>
                  <a:pt x="273" y="4137"/>
                </a:lnTo>
                <a:lnTo>
                  <a:pt x="272" y="4140"/>
                </a:lnTo>
                <a:lnTo>
                  <a:pt x="272" y="4143"/>
                </a:lnTo>
                <a:lnTo>
                  <a:pt x="273" y="4147"/>
                </a:lnTo>
                <a:lnTo>
                  <a:pt x="275" y="4150"/>
                </a:lnTo>
                <a:lnTo>
                  <a:pt x="279" y="4154"/>
                </a:lnTo>
                <a:lnTo>
                  <a:pt x="284" y="4158"/>
                </a:lnTo>
                <a:lnTo>
                  <a:pt x="289" y="4160"/>
                </a:lnTo>
                <a:lnTo>
                  <a:pt x="292" y="4160"/>
                </a:lnTo>
                <a:lnTo>
                  <a:pt x="295" y="4158"/>
                </a:lnTo>
                <a:lnTo>
                  <a:pt x="299" y="4153"/>
                </a:lnTo>
                <a:lnTo>
                  <a:pt x="304" y="4148"/>
                </a:lnTo>
                <a:lnTo>
                  <a:pt x="302" y="4144"/>
                </a:lnTo>
                <a:lnTo>
                  <a:pt x="301" y="4140"/>
                </a:lnTo>
                <a:lnTo>
                  <a:pt x="307" y="4147"/>
                </a:lnTo>
                <a:lnTo>
                  <a:pt x="311" y="4154"/>
                </a:lnTo>
                <a:lnTo>
                  <a:pt x="314" y="4160"/>
                </a:lnTo>
                <a:lnTo>
                  <a:pt x="315" y="4166"/>
                </a:lnTo>
                <a:lnTo>
                  <a:pt x="315" y="4172"/>
                </a:lnTo>
                <a:lnTo>
                  <a:pt x="314" y="4177"/>
                </a:lnTo>
                <a:lnTo>
                  <a:pt x="312" y="4182"/>
                </a:lnTo>
                <a:lnTo>
                  <a:pt x="310" y="4186"/>
                </a:lnTo>
                <a:lnTo>
                  <a:pt x="301" y="4194"/>
                </a:lnTo>
                <a:lnTo>
                  <a:pt x="293" y="4202"/>
                </a:lnTo>
                <a:lnTo>
                  <a:pt x="283" y="4210"/>
                </a:lnTo>
                <a:lnTo>
                  <a:pt x="274" y="4217"/>
                </a:lnTo>
                <a:lnTo>
                  <a:pt x="258" y="4224"/>
                </a:lnTo>
                <a:lnTo>
                  <a:pt x="245" y="4233"/>
                </a:lnTo>
                <a:lnTo>
                  <a:pt x="234" y="4242"/>
                </a:lnTo>
                <a:lnTo>
                  <a:pt x="224" y="4253"/>
                </a:lnTo>
                <a:lnTo>
                  <a:pt x="215" y="4264"/>
                </a:lnTo>
                <a:lnTo>
                  <a:pt x="207" y="4276"/>
                </a:lnTo>
                <a:lnTo>
                  <a:pt x="200" y="4290"/>
                </a:lnTo>
                <a:lnTo>
                  <a:pt x="193" y="4303"/>
                </a:lnTo>
                <a:close/>
                <a:moveTo>
                  <a:pt x="1695" y="4303"/>
                </a:moveTo>
                <a:lnTo>
                  <a:pt x="1719" y="4303"/>
                </a:lnTo>
                <a:lnTo>
                  <a:pt x="1735" y="4278"/>
                </a:lnTo>
                <a:lnTo>
                  <a:pt x="1752" y="4255"/>
                </a:lnTo>
                <a:lnTo>
                  <a:pt x="1771" y="4232"/>
                </a:lnTo>
                <a:lnTo>
                  <a:pt x="1791" y="4210"/>
                </a:lnTo>
                <a:lnTo>
                  <a:pt x="1799" y="4199"/>
                </a:lnTo>
                <a:lnTo>
                  <a:pt x="1807" y="4188"/>
                </a:lnTo>
                <a:lnTo>
                  <a:pt x="1811" y="4183"/>
                </a:lnTo>
                <a:lnTo>
                  <a:pt x="1816" y="4179"/>
                </a:lnTo>
                <a:lnTo>
                  <a:pt x="1819" y="4177"/>
                </a:lnTo>
                <a:lnTo>
                  <a:pt x="1823" y="4176"/>
                </a:lnTo>
                <a:lnTo>
                  <a:pt x="1827" y="4175"/>
                </a:lnTo>
                <a:lnTo>
                  <a:pt x="1831" y="4175"/>
                </a:lnTo>
                <a:lnTo>
                  <a:pt x="1834" y="4175"/>
                </a:lnTo>
                <a:lnTo>
                  <a:pt x="1837" y="4173"/>
                </a:lnTo>
                <a:lnTo>
                  <a:pt x="1840" y="4172"/>
                </a:lnTo>
                <a:lnTo>
                  <a:pt x="1842" y="4170"/>
                </a:lnTo>
                <a:lnTo>
                  <a:pt x="1843" y="4166"/>
                </a:lnTo>
                <a:lnTo>
                  <a:pt x="1844" y="4163"/>
                </a:lnTo>
                <a:lnTo>
                  <a:pt x="1845" y="4160"/>
                </a:lnTo>
                <a:lnTo>
                  <a:pt x="1845" y="4156"/>
                </a:lnTo>
                <a:lnTo>
                  <a:pt x="1844" y="4154"/>
                </a:lnTo>
                <a:lnTo>
                  <a:pt x="1842" y="4151"/>
                </a:lnTo>
                <a:lnTo>
                  <a:pt x="1842" y="4148"/>
                </a:lnTo>
                <a:lnTo>
                  <a:pt x="1842" y="4145"/>
                </a:lnTo>
                <a:lnTo>
                  <a:pt x="1845" y="4139"/>
                </a:lnTo>
                <a:lnTo>
                  <a:pt x="1850" y="4135"/>
                </a:lnTo>
                <a:lnTo>
                  <a:pt x="1852" y="4134"/>
                </a:lnTo>
                <a:lnTo>
                  <a:pt x="1855" y="4133"/>
                </a:lnTo>
                <a:lnTo>
                  <a:pt x="1858" y="4134"/>
                </a:lnTo>
                <a:lnTo>
                  <a:pt x="1862" y="4135"/>
                </a:lnTo>
                <a:lnTo>
                  <a:pt x="1866" y="4131"/>
                </a:lnTo>
                <a:lnTo>
                  <a:pt x="1869" y="4126"/>
                </a:lnTo>
                <a:lnTo>
                  <a:pt x="1870" y="4122"/>
                </a:lnTo>
                <a:lnTo>
                  <a:pt x="1871" y="4119"/>
                </a:lnTo>
                <a:lnTo>
                  <a:pt x="1870" y="4116"/>
                </a:lnTo>
                <a:lnTo>
                  <a:pt x="1868" y="4112"/>
                </a:lnTo>
                <a:lnTo>
                  <a:pt x="1864" y="4109"/>
                </a:lnTo>
                <a:lnTo>
                  <a:pt x="1859" y="4106"/>
                </a:lnTo>
                <a:lnTo>
                  <a:pt x="1860" y="4106"/>
                </a:lnTo>
                <a:lnTo>
                  <a:pt x="1860" y="4106"/>
                </a:lnTo>
                <a:lnTo>
                  <a:pt x="1859" y="4106"/>
                </a:lnTo>
                <a:lnTo>
                  <a:pt x="1859" y="4106"/>
                </a:lnTo>
                <a:lnTo>
                  <a:pt x="1859" y="4106"/>
                </a:lnTo>
                <a:lnTo>
                  <a:pt x="1850" y="4112"/>
                </a:lnTo>
                <a:lnTo>
                  <a:pt x="1839" y="4117"/>
                </a:lnTo>
                <a:lnTo>
                  <a:pt x="1832" y="4122"/>
                </a:lnTo>
                <a:lnTo>
                  <a:pt x="1826" y="4126"/>
                </a:lnTo>
                <a:lnTo>
                  <a:pt x="1823" y="4128"/>
                </a:lnTo>
                <a:lnTo>
                  <a:pt x="1820" y="4132"/>
                </a:lnTo>
                <a:lnTo>
                  <a:pt x="1819" y="4136"/>
                </a:lnTo>
                <a:lnTo>
                  <a:pt x="1818" y="4140"/>
                </a:lnTo>
                <a:lnTo>
                  <a:pt x="1807" y="4151"/>
                </a:lnTo>
                <a:lnTo>
                  <a:pt x="1797" y="4162"/>
                </a:lnTo>
                <a:lnTo>
                  <a:pt x="1789" y="4176"/>
                </a:lnTo>
                <a:lnTo>
                  <a:pt x="1782" y="4189"/>
                </a:lnTo>
                <a:lnTo>
                  <a:pt x="1762" y="4216"/>
                </a:lnTo>
                <a:lnTo>
                  <a:pt x="1741" y="4242"/>
                </a:lnTo>
                <a:lnTo>
                  <a:pt x="1721" y="4269"/>
                </a:lnTo>
                <a:lnTo>
                  <a:pt x="1700" y="4296"/>
                </a:lnTo>
                <a:lnTo>
                  <a:pt x="1700" y="4298"/>
                </a:lnTo>
                <a:lnTo>
                  <a:pt x="1700" y="4300"/>
                </a:lnTo>
                <a:lnTo>
                  <a:pt x="1700" y="4298"/>
                </a:lnTo>
                <a:lnTo>
                  <a:pt x="1700" y="4296"/>
                </a:lnTo>
                <a:lnTo>
                  <a:pt x="1695" y="4303"/>
                </a:lnTo>
                <a:close/>
                <a:moveTo>
                  <a:pt x="3154" y="4303"/>
                </a:moveTo>
                <a:lnTo>
                  <a:pt x="3175" y="4303"/>
                </a:lnTo>
                <a:lnTo>
                  <a:pt x="3179" y="4297"/>
                </a:lnTo>
                <a:lnTo>
                  <a:pt x="3182" y="4291"/>
                </a:lnTo>
                <a:lnTo>
                  <a:pt x="3184" y="4283"/>
                </a:lnTo>
                <a:lnTo>
                  <a:pt x="3185" y="4277"/>
                </a:lnTo>
                <a:lnTo>
                  <a:pt x="3173" y="4278"/>
                </a:lnTo>
                <a:lnTo>
                  <a:pt x="3161" y="4280"/>
                </a:lnTo>
                <a:lnTo>
                  <a:pt x="3147" y="4282"/>
                </a:lnTo>
                <a:lnTo>
                  <a:pt x="3134" y="4284"/>
                </a:lnTo>
                <a:lnTo>
                  <a:pt x="3145" y="4293"/>
                </a:lnTo>
                <a:lnTo>
                  <a:pt x="3156" y="4302"/>
                </a:lnTo>
                <a:lnTo>
                  <a:pt x="3154" y="4303"/>
                </a:lnTo>
                <a:close/>
                <a:moveTo>
                  <a:pt x="3282" y="4303"/>
                </a:moveTo>
                <a:lnTo>
                  <a:pt x="3286" y="4303"/>
                </a:lnTo>
                <a:lnTo>
                  <a:pt x="3282" y="4297"/>
                </a:lnTo>
                <a:lnTo>
                  <a:pt x="3280" y="4298"/>
                </a:lnTo>
                <a:lnTo>
                  <a:pt x="3279" y="4299"/>
                </a:lnTo>
                <a:lnTo>
                  <a:pt x="3282" y="4303"/>
                </a:lnTo>
                <a:close/>
                <a:moveTo>
                  <a:pt x="3339" y="4303"/>
                </a:moveTo>
                <a:lnTo>
                  <a:pt x="3353" y="4303"/>
                </a:lnTo>
                <a:lnTo>
                  <a:pt x="3361" y="4288"/>
                </a:lnTo>
                <a:lnTo>
                  <a:pt x="3352" y="4290"/>
                </a:lnTo>
                <a:lnTo>
                  <a:pt x="3345" y="4293"/>
                </a:lnTo>
                <a:lnTo>
                  <a:pt x="3343" y="4295"/>
                </a:lnTo>
                <a:lnTo>
                  <a:pt x="3340" y="4297"/>
                </a:lnTo>
                <a:lnTo>
                  <a:pt x="3339" y="4300"/>
                </a:lnTo>
                <a:lnTo>
                  <a:pt x="3339" y="4303"/>
                </a:lnTo>
                <a:close/>
                <a:moveTo>
                  <a:pt x="3369" y="4303"/>
                </a:moveTo>
                <a:lnTo>
                  <a:pt x="3416" y="4303"/>
                </a:lnTo>
                <a:lnTo>
                  <a:pt x="3416" y="4301"/>
                </a:lnTo>
                <a:lnTo>
                  <a:pt x="3416" y="4299"/>
                </a:lnTo>
                <a:lnTo>
                  <a:pt x="3415" y="4295"/>
                </a:lnTo>
                <a:lnTo>
                  <a:pt x="3414" y="4291"/>
                </a:lnTo>
                <a:lnTo>
                  <a:pt x="3412" y="4289"/>
                </a:lnTo>
                <a:lnTo>
                  <a:pt x="3410" y="4286"/>
                </a:lnTo>
                <a:lnTo>
                  <a:pt x="3408" y="4286"/>
                </a:lnTo>
                <a:lnTo>
                  <a:pt x="3405" y="4288"/>
                </a:lnTo>
                <a:lnTo>
                  <a:pt x="3402" y="4289"/>
                </a:lnTo>
                <a:lnTo>
                  <a:pt x="3398" y="4292"/>
                </a:lnTo>
                <a:lnTo>
                  <a:pt x="3395" y="4294"/>
                </a:lnTo>
                <a:lnTo>
                  <a:pt x="3391" y="4295"/>
                </a:lnTo>
                <a:lnTo>
                  <a:pt x="3387" y="4297"/>
                </a:lnTo>
                <a:lnTo>
                  <a:pt x="3384" y="4297"/>
                </a:lnTo>
                <a:lnTo>
                  <a:pt x="3379" y="4296"/>
                </a:lnTo>
                <a:lnTo>
                  <a:pt x="3375" y="4298"/>
                </a:lnTo>
                <a:lnTo>
                  <a:pt x="3372" y="4300"/>
                </a:lnTo>
                <a:lnTo>
                  <a:pt x="3369" y="4303"/>
                </a:lnTo>
                <a:close/>
                <a:moveTo>
                  <a:pt x="5650" y="1895"/>
                </a:moveTo>
                <a:lnTo>
                  <a:pt x="5650" y="1878"/>
                </a:lnTo>
                <a:lnTo>
                  <a:pt x="5647" y="1894"/>
                </a:lnTo>
                <a:lnTo>
                  <a:pt x="5649" y="1894"/>
                </a:lnTo>
                <a:lnTo>
                  <a:pt x="5650" y="1895"/>
                </a:lnTo>
                <a:close/>
                <a:moveTo>
                  <a:pt x="5650" y="1804"/>
                </a:moveTo>
                <a:lnTo>
                  <a:pt x="5650" y="1773"/>
                </a:lnTo>
                <a:lnTo>
                  <a:pt x="5637" y="1785"/>
                </a:lnTo>
                <a:lnTo>
                  <a:pt x="5624" y="1798"/>
                </a:lnTo>
                <a:lnTo>
                  <a:pt x="5611" y="1813"/>
                </a:lnTo>
                <a:lnTo>
                  <a:pt x="5598" y="1828"/>
                </a:lnTo>
                <a:lnTo>
                  <a:pt x="5606" y="1829"/>
                </a:lnTo>
                <a:lnTo>
                  <a:pt x="5613" y="1829"/>
                </a:lnTo>
                <a:lnTo>
                  <a:pt x="5620" y="1827"/>
                </a:lnTo>
                <a:lnTo>
                  <a:pt x="5626" y="1824"/>
                </a:lnTo>
                <a:lnTo>
                  <a:pt x="5633" y="1821"/>
                </a:lnTo>
                <a:lnTo>
                  <a:pt x="5639" y="1816"/>
                </a:lnTo>
                <a:lnTo>
                  <a:pt x="5645" y="1810"/>
                </a:lnTo>
                <a:lnTo>
                  <a:pt x="5650" y="1804"/>
                </a:lnTo>
                <a:close/>
                <a:moveTo>
                  <a:pt x="3577" y="3244"/>
                </a:moveTo>
                <a:lnTo>
                  <a:pt x="3578" y="3244"/>
                </a:lnTo>
                <a:lnTo>
                  <a:pt x="3578" y="3243"/>
                </a:lnTo>
                <a:lnTo>
                  <a:pt x="3578" y="3243"/>
                </a:lnTo>
                <a:lnTo>
                  <a:pt x="3577" y="3243"/>
                </a:lnTo>
                <a:lnTo>
                  <a:pt x="3577" y="3244"/>
                </a:lnTo>
                <a:lnTo>
                  <a:pt x="3577" y="3244"/>
                </a:lnTo>
                <a:close/>
                <a:moveTo>
                  <a:pt x="3623" y="3181"/>
                </a:moveTo>
                <a:lnTo>
                  <a:pt x="3623" y="3181"/>
                </a:lnTo>
                <a:lnTo>
                  <a:pt x="3623" y="3181"/>
                </a:lnTo>
                <a:lnTo>
                  <a:pt x="3623" y="3181"/>
                </a:lnTo>
                <a:lnTo>
                  <a:pt x="3621" y="3182"/>
                </a:lnTo>
                <a:lnTo>
                  <a:pt x="3621" y="3181"/>
                </a:lnTo>
                <a:lnTo>
                  <a:pt x="3623" y="3181"/>
                </a:lnTo>
                <a:close/>
                <a:moveTo>
                  <a:pt x="4256" y="2885"/>
                </a:moveTo>
                <a:lnTo>
                  <a:pt x="4255" y="2886"/>
                </a:lnTo>
                <a:lnTo>
                  <a:pt x="4257" y="2886"/>
                </a:lnTo>
                <a:lnTo>
                  <a:pt x="4258" y="2887"/>
                </a:lnTo>
                <a:lnTo>
                  <a:pt x="4258" y="2887"/>
                </a:lnTo>
                <a:lnTo>
                  <a:pt x="4258" y="2887"/>
                </a:lnTo>
                <a:lnTo>
                  <a:pt x="4254" y="2892"/>
                </a:lnTo>
                <a:lnTo>
                  <a:pt x="4250" y="2897"/>
                </a:lnTo>
                <a:lnTo>
                  <a:pt x="4249" y="2900"/>
                </a:lnTo>
                <a:lnTo>
                  <a:pt x="4248" y="2904"/>
                </a:lnTo>
                <a:lnTo>
                  <a:pt x="4248" y="2907"/>
                </a:lnTo>
                <a:lnTo>
                  <a:pt x="4249" y="2912"/>
                </a:lnTo>
                <a:lnTo>
                  <a:pt x="4253" y="2909"/>
                </a:lnTo>
                <a:lnTo>
                  <a:pt x="4256" y="2907"/>
                </a:lnTo>
                <a:lnTo>
                  <a:pt x="4258" y="2906"/>
                </a:lnTo>
                <a:lnTo>
                  <a:pt x="4259" y="2904"/>
                </a:lnTo>
                <a:lnTo>
                  <a:pt x="4259" y="2898"/>
                </a:lnTo>
                <a:lnTo>
                  <a:pt x="4258" y="2887"/>
                </a:lnTo>
                <a:lnTo>
                  <a:pt x="4258" y="2887"/>
                </a:lnTo>
                <a:lnTo>
                  <a:pt x="4258" y="2887"/>
                </a:lnTo>
                <a:lnTo>
                  <a:pt x="4258" y="2887"/>
                </a:lnTo>
                <a:lnTo>
                  <a:pt x="4258" y="2887"/>
                </a:lnTo>
                <a:lnTo>
                  <a:pt x="4256" y="2885"/>
                </a:lnTo>
                <a:close/>
                <a:moveTo>
                  <a:pt x="4056" y="3186"/>
                </a:moveTo>
                <a:lnTo>
                  <a:pt x="4050" y="3198"/>
                </a:lnTo>
                <a:lnTo>
                  <a:pt x="4053" y="3201"/>
                </a:lnTo>
                <a:lnTo>
                  <a:pt x="4057" y="3204"/>
                </a:lnTo>
                <a:lnTo>
                  <a:pt x="4058" y="3199"/>
                </a:lnTo>
                <a:lnTo>
                  <a:pt x="4058" y="3195"/>
                </a:lnTo>
                <a:lnTo>
                  <a:pt x="4058" y="3191"/>
                </a:lnTo>
                <a:lnTo>
                  <a:pt x="4056" y="3186"/>
                </a:lnTo>
                <a:close/>
                <a:moveTo>
                  <a:pt x="4042" y="3208"/>
                </a:moveTo>
                <a:lnTo>
                  <a:pt x="4036" y="3217"/>
                </a:lnTo>
                <a:lnTo>
                  <a:pt x="4042" y="3221"/>
                </a:lnTo>
                <a:lnTo>
                  <a:pt x="4047" y="3227"/>
                </a:lnTo>
                <a:lnTo>
                  <a:pt x="4049" y="3231"/>
                </a:lnTo>
                <a:lnTo>
                  <a:pt x="4051" y="3236"/>
                </a:lnTo>
                <a:lnTo>
                  <a:pt x="4051" y="3241"/>
                </a:lnTo>
                <a:lnTo>
                  <a:pt x="4050" y="3247"/>
                </a:lnTo>
                <a:lnTo>
                  <a:pt x="4048" y="3253"/>
                </a:lnTo>
                <a:lnTo>
                  <a:pt x="4045" y="3259"/>
                </a:lnTo>
                <a:lnTo>
                  <a:pt x="4034" y="3255"/>
                </a:lnTo>
                <a:lnTo>
                  <a:pt x="4022" y="3250"/>
                </a:lnTo>
                <a:lnTo>
                  <a:pt x="4023" y="3256"/>
                </a:lnTo>
                <a:lnTo>
                  <a:pt x="4025" y="3262"/>
                </a:lnTo>
                <a:lnTo>
                  <a:pt x="4027" y="3267"/>
                </a:lnTo>
                <a:lnTo>
                  <a:pt x="4030" y="3271"/>
                </a:lnTo>
                <a:lnTo>
                  <a:pt x="4037" y="3278"/>
                </a:lnTo>
                <a:lnTo>
                  <a:pt x="4046" y="3284"/>
                </a:lnTo>
                <a:lnTo>
                  <a:pt x="4054" y="3289"/>
                </a:lnTo>
                <a:lnTo>
                  <a:pt x="4062" y="3294"/>
                </a:lnTo>
                <a:lnTo>
                  <a:pt x="4069" y="3300"/>
                </a:lnTo>
                <a:lnTo>
                  <a:pt x="4075" y="3308"/>
                </a:lnTo>
                <a:lnTo>
                  <a:pt x="4077" y="3306"/>
                </a:lnTo>
                <a:lnTo>
                  <a:pt x="4080" y="3303"/>
                </a:lnTo>
                <a:lnTo>
                  <a:pt x="4072" y="3292"/>
                </a:lnTo>
                <a:lnTo>
                  <a:pt x="4062" y="3279"/>
                </a:lnTo>
                <a:lnTo>
                  <a:pt x="4067" y="3272"/>
                </a:lnTo>
                <a:lnTo>
                  <a:pt x="4072" y="3263"/>
                </a:lnTo>
                <a:lnTo>
                  <a:pt x="4072" y="3263"/>
                </a:lnTo>
                <a:lnTo>
                  <a:pt x="4072" y="3263"/>
                </a:lnTo>
                <a:lnTo>
                  <a:pt x="4072" y="3263"/>
                </a:lnTo>
                <a:lnTo>
                  <a:pt x="4073" y="3263"/>
                </a:lnTo>
                <a:lnTo>
                  <a:pt x="4077" y="3269"/>
                </a:lnTo>
                <a:lnTo>
                  <a:pt x="4082" y="3271"/>
                </a:lnTo>
                <a:lnTo>
                  <a:pt x="4085" y="3272"/>
                </a:lnTo>
                <a:lnTo>
                  <a:pt x="4088" y="3272"/>
                </a:lnTo>
                <a:lnTo>
                  <a:pt x="4092" y="3270"/>
                </a:lnTo>
                <a:lnTo>
                  <a:pt x="4096" y="3268"/>
                </a:lnTo>
                <a:lnTo>
                  <a:pt x="4084" y="3266"/>
                </a:lnTo>
                <a:lnTo>
                  <a:pt x="4073" y="3263"/>
                </a:lnTo>
                <a:lnTo>
                  <a:pt x="4072" y="3263"/>
                </a:lnTo>
                <a:lnTo>
                  <a:pt x="4072" y="3263"/>
                </a:lnTo>
                <a:lnTo>
                  <a:pt x="4072" y="3263"/>
                </a:lnTo>
                <a:lnTo>
                  <a:pt x="4072" y="3263"/>
                </a:lnTo>
                <a:lnTo>
                  <a:pt x="4069" y="3261"/>
                </a:lnTo>
                <a:lnTo>
                  <a:pt x="4067" y="3259"/>
                </a:lnTo>
                <a:lnTo>
                  <a:pt x="4065" y="3256"/>
                </a:lnTo>
                <a:lnTo>
                  <a:pt x="4064" y="3253"/>
                </a:lnTo>
                <a:lnTo>
                  <a:pt x="4063" y="3251"/>
                </a:lnTo>
                <a:lnTo>
                  <a:pt x="4063" y="3248"/>
                </a:lnTo>
                <a:lnTo>
                  <a:pt x="4063" y="3245"/>
                </a:lnTo>
                <a:lnTo>
                  <a:pt x="4064" y="3241"/>
                </a:lnTo>
                <a:lnTo>
                  <a:pt x="4066" y="3236"/>
                </a:lnTo>
                <a:lnTo>
                  <a:pt x="4066" y="3231"/>
                </a:lnTo>
                <a:lnTo>
                  <a:pt x="4066" y="3227"/>
                </a:lnTo>
                <a:lnTo>
                  <a:pt x="4064" y="3222"/>
                </a:lnTo>
                <a:lnTo>
                  <a:pt x="4062" y="3219"/>
                </a:lnTo>
                <a:lnTo>
                  <a:pt x="4059" y="3216"/>
                </a:lnTo>
                <a:lnTo>
                  <a:pt x="4055" y="3213"/>
                </a:lnTo>
                <a:lnTo>
                  <a:pt x="4050" y="3211"/>
                </a:lnTo>
                <a:lnTo>
                  <a:pt x="4047" y="3210"/>
                </a:lnTo>
                <a:lnTo>
                  <a:pt x="4042" y="3208"/>
                </a:lnTo>
                <a:close/>
                <a:moveTo>
                  <a:pt x="3666" y="3483"/>
                </a:moveTo>
                <a:lnTo>
                  <a:pt x="3659" y="3479"/>
                </a:lnTo>
                <a:lnTo>
                  <a:pt x="3658" y="3479"/>
                </a:lnTo>
                <a:lnTo>
                  <a:pt x="3653" y="3491"/>
                </a:lnTo>
                <a:lnTo>
                  <a:pt x="3648" y="3503"/>
                </a:lnTo>
                <a:lnTo>
                  <a:pt x="3642" y="3514"/>
                </a:lnTo>
                <a:lnTo>
                  <a:pt x="3636" y="3524"/>
                </a:lnTo>
                <a:lnTo>
                  <a:pt x="3638" y="3526"/>
                </a:lnTo>
                <a:lnTo>
                  <a:pt x="3641" y="3528"/>
                </a:lnTo>
                <a:lnTo>
                  <a:pt x="3647" y="3517"/>
                </a:lnTo>
                <a:lnTo>
                  <a:pt x="3654" y="3506"/>
                </a:lnTo>
                <a:lnTo>
                  <a:pt x="3660" y="3494"/>
                </a:lnTo>
                <a:lnTo>
                  <a:pt x="3666" y="3483"/>
                </a:lnTo>
                <a:close/>
                <a:moveTo>
                  <a:pt x="3599" y="3513"/>
                </a:moveTo>
                <a:lnTo>
                  <a:pt x="3598" y="3514"/>
                </a:lnTo>
                <a:lnTo>
                  <a:pt x="3596" y="3515"/>
                </a:lnTo>
                <a:lnTo>
                  <a:pt x="3589" y="3516"/>
                </a:lnTo>
                <a:lnTo>
                  <a:pt x="3583" y="3518"/>
                </a:lnTo>
                <a:lnTo>
                  <a:pt x="3581" y="3519"/>
                </a:lnTo>
                <a:lnTo>
                  <a:pt x="3584" y="3519"/>
                </a:lnTo>
                <a:lnTo>
                  <a:pt x="3589" y="3518"/>
                </a:lnTo>
                <a:lnTo>
                  <a:pt x="3594" y="3517"/>
                </a:lnTo>
                <a:lnTo>
                  <a:pt x="3600" y="3516"/>
                </a:lnTo>
                <a:lnTo>
                  <a:pt x="3599" y="3515"/>
                </a:lnTo>
                <a:lnTo>
                  <a:pt x="3599" y="3513"/>
                </a:lnTo>
                <a:close/>
                <a:moveTo>
                  <a:pt x="3331" y="3735"/>
                </a:move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0" y="3736"/>
                </a:lnTo>
                <a:lnTo>
                  <a:pt x="3331" y="3735"/>
                </a:lnTo>
                <a:lnTo>
                  <a:pt x="3331" y="3735"/>
                </a:lnTo>
                <a:lnTo>
                  <a:pt x="3331" y="3735"/>
                </a:lnTo>
                <a:lnTo>
                  <a:pt x="3331" y="3735"/>
                </a:lnTo>
                <a:close/>
                <a:moveTo>
                  <a:pt x="3292" y="3806"/>
                </a:moveTo>
                <a:lnTo>
                  <a:pt x="3289" y="3817"/>
                </a:lnTo>
                <a:lnTo>
                  <a:pt x="3288" y="3827"/>
                </a:lnTo>
                <a:lnTo>
                  <a:pt x="3287" y="3833"/>
                </a:lnTo>
                <a:lnTo>
                  <a:pt x="3286" y="3838"/>
                </a:lnTo>
                <a:lnTo>
                  <a:pt x="3289" y="3838"/>
                </a:lnTo>
                <a:lnTo>
                  <a:pt x="3291" y="3839"/>
                </a:lnTo>
                <a:lnTo>
                  <a:pt x="3291" y="3840"/>
                </a:lnTo>
                <a:lnTo>
                  <a:pt x="3291" y="3843"/>
                </a:lnTo>
                <a:lnTo>
                  <a:pt x="3289" y="3843"/>
                </a:lnTo>
                <a:lnTo>
                  <a:pt x="3286" y="3843"/>
                </a:lnTo>
                <a:lnTo>
                  <a:pt x="3286" y="3841"/>
                </a:lnTo>
                <a:lnTo>
                  <a:pt x="3284" y="3851"/>
                </a:lnTo>
                <a:lnTo>
                  <a:pt x="3282" y="3861"/>
                </a:lnTo>
                <a:lnTo>
                  <a:pt x="3279" y="3868"/>
                </a:lnTo>
                <a:lnTo>
                  <a:pt x="3275" y="3876"/>
                </a:lnTo>
                <a:lnTo>
                  <a:pt x="3271" y="3882"/>
                </a:lnTo>
                <a:lnTo>
                  <a:pt x="3267" y="3888"/>
                </a:lnTo>
                <a:lnTo>
                  <a:pt x="3261" y="3893"/>
                </a:lnTo>
                <a:lnTo>
                  <a:pt x="3255" y="3899"/>
                </a:lnTo>
                <a:lnTo>
                  <a:pt x="3256" y="3901"/>
                </a:lnTo>
                <a:lnTo>
                  <a:pt x="3257" y="3903"/>
                </a:lnTo>
                <a:lnTo>
                  <a:pt x="3263" y="3900"/>
                </a:lnTo>
                <a:lnTo>
                  <a:pt x="3270" y="3898"/>
                </a:lnTo>
                <a:lnTo>
                  <a:pt x="3273" y="3899"/>
                </a:lnTo>
                <a:lnTo>
                  <a:pt x="3276" y="3899"/>
                </a:lnTo>
                <a:lnTo>
                  <a:pt x="3278" y="3898"/>
                </a:lnTo>
                <a:lnTo>
                  <a:pt x="3281" y="3897"/>
                </a:lnTo>
                <a:lnTo>
                  <a:pt x="3285" y="3893"/>
                </a:lnTo>
                <a:lnTo>
                  <a:pt x="3290" y="3889"/>
                </a:lnTo>
                <a:lnTo>
                  <a:pt x="3294" y="3892"/>
                </a:lnTo>
                <a:lnTo>
                  <a:pt x="3299" y="3898"/>
                </a:lnTo>
                <a:lnTo>
                  <a:pt x="3300" y="3900"/>
                </a:lnTo>
                <a:lnTo>
                  <a:pt x="3301" y="3903"/>
                </a:lnTo>
                <a:lnTo>
                  <a:pt x="3301" y="3906"/>
                </a:lnTo>
                <a:lnTo>
                  <a:pt x="3301" y="3909"/>
                </a:lnTo>
                <a:lnTo>
                  <a:pt x="3291" y="3916"/>
                </a:lnTo>
                <a:lnTo>
                  <a:pt x="3283" y="3922"/>
                </a:lnTo>
                <a:lnTo>
                  <a:pt x="3275" y="3929"/>
                </a:lnTo>
                <a:lnTo>
                  <a:pt x="3266" y="3936"/>
                </a:lnTo>
                <a:lnTo>
                  <a:pt x="3259" y="3929"/>
                </a:lnTo>
                <a:lnTo>
                  <a:pt x="3251" y="3923"/>
                </a:lnTo>
                <a:lnTo>
                  <a:pt x="3244" y="3929"/>
                </a:lnTo>
                <a:lnTo>
                  <a:pt x="3239" y="3936"/>
                </a:lnTo>
                <a:lnTo>
                  <a:pt x="3235" y="3944"/>
                </a:lnTo>
                <a:lnTo>
                  <a:pt x="3230" y="3951"/>
                </a:lnTo>
                <a:lnTo>
                  <a:pt x="3227" y="3954"/>
                </a:lnTo>
                <a:lnTo>
                  <a:pt x="3224" y="3957"/>
                </a:lnTo>
                <a:lnTo>
                  <a:pt x="3221" y="3959"/>
                </a:lnTo>
                <a:lnTo>
                  <a:pt x="3217" y="3961"/>
                </a:lnTo>
                <a:lnTo>
                  <a:pt x="3213" y="3962"/>
                </a:lnTo>
                <a:lnTo>
                  <a:pt x="3209" y="3962"/>
                </a:lnTo>
                <a:lnTo>
                  <a:pt x="3203" y="3962"/>
                </a:lnTo>
                <a:lnTo>
                  <a:pt x="3197" y="3960"/>
                </a:lnTo>
                <a:lnTo>
                  <a:pt x="3196" y="3960"/>
                </a:lnTo>
                <a:lnTo>
                  <a:pt x="3193" y="3962"/>
                </a:lnTo>
                <a:lnTo>
                  <a:pt x="3191" y="3964"/>
                </a:lnTo>
                <a:lnTo>
                  <a:pt x="3189" y="3967"/>
                </a:lnTo>
                <a:lnTo>
                  <a:pt x="3188" y="3970"/>
                </a:lnTo>
                <a:lnTo>
                  <a:pt x="3186" y="3978"/>
                </a:lnTo>
                <a:lnTo>
                  <a:pt x="3185" y="3985"/>
                </a:lnTo>
                <a:lnTo>
                  <a:pt x="3184" y="3992"/>
                </a:lnTo>
                <a:lnTo>
                  <a:pt x="3182" y="3998"/>
                </a:lnTo>
                <a:lnTo>
                  <a:pt x="3180" y="4000"/>
                </a:lnTo>
                <a:lnTo>
                  <a:pt x="3178" y="4003"/>
                </a:lnTo>
                <a:lnTo>
                  <a:pt x="3174" y="4005"/>
                </a:lnTo>
                <a:lnTo>
                  <a:pt x="3170" y="4006"/>
                </a:lnTo>
                <a:lnTo>
                  <a:pt x="3169" y="4010"/>
                </a:lnTo>
                <a:lnTo>
                  <a:pt x="3168" y="4015"/>
                </a:lnTo>
                <a:lnTo>
                  <a:pt x="3167" y="4019"/>
                </a:lnTo>
                <a:lnTo>
                  <a:pt x="3166" y="4023"/>
                </a:lnTo>
                <a:lnTo>
                  <a:pt x="3164" y="4027"/>
                </a:lnTo>
                <a:lnTo>
                  <a:pt x="3161" y="4030"/>
                </a:lnTo>
                <a:lnTo>
                  <a:pt x="3156" y="4036"/>
                </a:lnTo>
                <a:lnTo>
                  <a:pt x="3149" y="4041"/>
                </a:lnTo>
                <a:lnTo>
                  <a:pt x="3146" y="4042"/>
                </a:lnTo>
                <a:lnTo>
                  <a:pt x="3143" y="4044"/>
                </a:lnTo>
                <a:lnTo>
                  <a:pt x="3140" y="4049"/>
                </a:lnTo>
                <a:lnTo>
                  <a:pt x="3137" y="4056"/>
                </a:lnTo>
                <a:lnTo>
                  <a:pt x="3140" y="4058"/>
                </a:lnTo>
                <a:lnTo>
                  <a:pt x="3142" y="4061"/>
                </a:lnTo>
                <a:lnTo>
                  <a:pt x="3142" y="4065"/>
                </a:lnTo>
                <a:lnTo>
                  <a:pt x="3141" y="4069"/>
                </a:lnTo>
                <a:lnTo>
                  <a:pt x="3139" y="4073"/>
                </a:lnTo>
                <a:lnTo>
                  <a:pt x="3136" y="4077"/>
                </a:lnTo>
                <a:lnTo>
                  <a:pt x="3134" y="4082"/>
                </a:lnTo>
                <a:lnTo>
                  <a:pt x="3133" y="4086"/>
                </a:lnTo>
                <a:lnTo>
                  <a:pt x="3133" y="4088"/>
                </a:lnTo>
                <a:lnTo>
                  <a:pt x="3134" y="4090"/>
                </a:lnTo>
                <a:lnTo>
                  <a:pt x="3135" y="4093"/>
                </a:lnTo>
                <a:lnTo>
                  <a:pt x="3138" y="4095"/>
                </a:lnTo>
                <a:lnTo>
                  <a:pt x="3140" y="4094"/>
                </a:lnTo>
                <a:lnTo>
                  <a:pt x="3142" y="4093"/>
                </a:lnTo>
                <a:lnTo>
                  <a:pt x="3143" y="4087"/>
                </a:lnTo>
                <a:lnTo>
                  <a:pt x="3144" y="4083"/>
                </a:lnTo>
                <a:lnTo>
                  <a:pt x="3147" y="4076"/>
                </a:lnTo>
                <a:lnTo>
                  <a:pt x="3152" y="4071"/>
                </a:lnTo>
                <a:lnTo>
                  <a:pt x="3158" y="4066"/>
                </a:lnTo>
                <a:lnTo>
                  <a:pt x="3165" y="4063"/>
                </a:lnTo>
                <a:lnTo>
                  <a:pt x="3167" y="4063"/>
                </a:lnTo>
                <a:lnTo>
                  <a:pt x="3168" y="4064"/>
                </a:lnTo>
                <a:lnTo>
                  <a:pt x="3167" y="4060"/>
                </a:lnTo>
                <a:lnTo>
                  <a:pt x="3168" y="4056"/>
                </a:lnTo>
                <a:lnTo>
                  <a:pt x="3169" y="4052"/>
                </a:lnTo>
                <a:lnTo>
                  <a:pt x="3170" y="4048"/>
                </a:lnTo>
                <a:lnTo>
                  <a:pt x="3173" y="4046"/>
                </a:lnTo>
                <a:lnTo>
                  <a:pt x="3175" y="4043"/>
                </a:lnTo>
                <a:lnTo>
                  <a:pt x="3179" y="4041"/>
                </a:lnTo>
                <a:lnTo>
                  <a:pt x="3182" y="4039"/>
                </a:lnTo>
                <a:lnTo>
                  <a:pt x="3184" y="4039"/>
                </a:lnTo>
                <a:lnTo>
                  <a:pt x="3185" y="4039"/>
                </a:lnTo>
                <a:lnTo>
                  <a:pt x="3185" y="4037"/>
                </a:lnTo>
                <a:lnTo>
                  <a:pt x="3186" y="4035"/>
                </a:lnTo>
                <a:lnTo>
                  <a:pt x="3187" y="4034"/>
                </a:lnTo>
                <a:lnTo>
                  <a:pt x="3189" y="4032"/>
                </a:lnTo>
                <a:lnTo>
                  <a:pt x="3192" y="4030"/>
                </a:lnTo>
                <a:lnTo>
                  <a:pt x="3195" y="4028"/>
                </a:lnTo>
                <a:lnTo>
                  <a:pt x="3198" y="4022"/>
                </a:lnTo>
                <a:lnTo>
                  <a:pt x="3204" y="4016"/>
                </a:lnTo>
                <a:lnTo>
                  <a:pt x="3209" y="4011"/>
                </a:lnTo>
                <a:lnTo>
                  <a:pt x="3215" y="4006"/>
                </a:lnTo>
                <a:lnTo>
                  <a:pt x="3227" y="4002"/>
                </a:lnTo>
                <a:lnTo>
                  <a:pt x="3239" y="4000"/>
                </a:lnTo>
                <a:lnTo>
                  <a:pt x="3253" y="3999"/>
                </a:lnTo>
                <a:lnTo>
                  <a:pt x="3266" y="3998"/>
                </a:lnTo>
                <a:lnTo>
                  <a:pt x="3267" y="3998"/>
                </a:lnTo>
                <a:lnTo>
                  <a:pt x="3268" y="3999"/>
                </a:lnTo>
                <a:lnTo>
                  <a:pt x="3266" y="3995"/>
                </a:lnTo>
                <a:lnTo>
                  <a:pt x="3264" y="3992"/>
                </a:lnTo>
                <a:lnTo>
                  <a:pt x="3264" y="3989"/>
                </a:lnTo>
                <a:lnTo>
                  <a:pt x="3263" y="3985"/>
                </a:lnTo>
                <a:lnTo>
                  <a:pt x="3264" y="3978"/>
                </a:lnTo>
                <a:lnTo>
                  <a:pt x="3266" y="3970"/>
                </a:lnTo>
                <a:lnTo>
                  <a:pt x="3271" y="3961"/>
                </a:lnTo>
                <a:lnTo>
                  <a:pt x="3277" y="3953"/>
                </a:lnTo>
                <a:lnTo>
                  <a:pt x="3284" y="3946"/>
                </a:lnTo>
                <a:lnTo>
                  <a:pt x="3292" y="3939"/>
                </a:lnTo>
                <a:lnTo>
                  <a:pt x="3294" y="3938"/>
                </a:lnTo>
                <a:lnTo>
                  <a:pt x="3298" y="3937"/>
                </a:lnTo>
                <a:lnTo>
                  <a:pt x="3299" y="3929"/>
                </a:lnTo>
                <a:lnTo>
                  <a:pt x="3301" y="3923"/>
                </a:lnTo>
                <a:lnTo>
                  <a:pt x="3304" y="3916"/>
                </a:lnTo>
                <a:lnTo>
                  <a:pt x="3307" y="3910"/>
                </a:lnTo>
                <a:lnTo>
                  <a:pt x="3315" y="3899"/>
                </a:lnTo>
                <a:lnTo>
                  <a:pt x="3320" y="3885"/>
                </a:lnTo>
                <a:lnTo>
                  <a:pt x="3326" y="3878"/>
                </a:lnTo>
                <a:lnTo>
                  <a:pt x="3332" y="3872"/>
                </a:lnTo>
                <a:lnTo>
                  <a:pt x="3335" y="3869"/>
                </a:lnTo>
                <a:lnTo>
                  <a:pt x="3339" y="3868"/>
                </a:lnTo>
                <a:lnTo>
                  <a:pt x="3345" y="3868"/>
                </a:lnTo>
                <a:lnTo>
                  <a:pt x="3349" y="3870"/>
                </a:lnTo>
                <a:lnTo>
                  <a:pt x="3356" y="3856"/>
                </a:lnTo>
                <a:lnTo>
                  <a:pt x="3361" y="3840"/>
                </a:lnTo>
                <a:lnTo>
                  <a:pt x="3367" y="3826"/>
                </a:lnTo>
                <a:lnTo>
                  <a:pt x="3374" y="3811"/>
                </a:lnTo>
                <a:lnTo>
                  <a:pt x="3368" y="3820"/>
                </a:lnTo>
                <a:lnTo>
                  <a:pt x="3362" y="3827"/>
                </a:lnTo>
                <a:lnTo>
                  <a:pt x="3358" y="3834"/>
                </a:lnTo>
                <a:lnTo>
                  <a:pt x="3352" y="3840"/>
                </a:lnTo>
                <a:lnTo>
                  <a:pt x="3349" y="3842"/>
                </a:lnTo>
                <a:lnTo>
                  <a:pt x="3345" y="3844"/>
                </a:lnTo>
                <a:lnTo>
                  <a:pt x="3340" y="3845"/>
                </a:lnTo>
                <a:lnTo>
                  <a:pt x="3336" y="3846"/>
                </a:lnTo>
                <a:lnTo>
                  <a:pt x="3333" y="3860"/>
                </a:lnTo>
                <a:lnTo>
                  <a:pt x="3329" y="3871"/>
                </a:lnTo>
                <a:lnTo>
                  <a:pt x="3327" y="3873"/>
                </a:lnTo>
                <a:lnTo>
                  <a:pt x="3325" y="3875"/>
                </a:lnTo>
                <a:lnTo>
                  <a:pt x="3323" y="3876"/>
                </a:lnTo>
                <a:lnTo>
                  <a:pt x="3320" y="3877"/>
                </a:lnTo>
                <a:lnTo>
                  <a:pt x="3317" y="3877"/>
                </a:lnTo>
                <a:lnTo>
                  <a:pt x="3313" y="3876"/>
                </a:lnTo>
                <a:lnTo>
                  <a:pt x="3309" y="3874"/>
                </a:lnTo>
                <a:lnTo>
                  <a:pt x="3304" y="3872"/>
                </a:lnTo>
                <a:lnTo>
                  <a:pt x="3309" y="3864"/>
                </a:lnTo>
                <a:lnTo>
                  <a:pt x="3315" y="3856"/>
                </a:lnTo>
                <a:lnTo>
                  <a:pt x="3320" y="3846"/>
                </a:lnTo>
                <a:lnTo>
                  <a:pt x="3326" y="3838"/>
                </a:lnTo>
                <a:lnTo>
                  <a:pt x="3329" y="3840"/>
                </a:lnTo>
                <a:lnTo>
                  <a:pt x="3338" y="3828"/>
                </a:lnTo>
                <a:lnTo>
                  <a:pt x="3348" y="3815"/>
                </a:lnTo>
                <a:lnTo>
                  <a:pt x="3359" y="3801"/>
                </a:lnTo>
                <a:lnTo>
                  <a:pt x="3371" y="3787"/>
                </a:lnTo>
                <a:lnTo>
                  <a:pt x="3370" y="3785"/>
                </a:lnTo>
                <a:lnTo>
                  <a:pt x="3369" y="3783"/>
                </a:lnTo>
                <a:lnTo>
                  <a:pt x="3367" y="3781"/>
                </a:lnTo>
                <a:lnTo>
                  <a:pt x="3366" y="3780"/>
                </a:lnTo>
                <a:lnTo>
                  <a:pt x="3364" y="3779"/>
                </a:lnTo>
                <a:lnTo>
                  <a:pt x="3362" y="3779"/>
                </a:lnTo>
                <a:lnTo>
                  <a:pt x="3358" y="3780"/>
                </a:lnTo>
                <a:lnTo>
                  <a:pt x="3355" y="3782"/>
                </a:lnTo>
                <a:lnTo>
                  <a:pt x="3351" y="3785"/>
                </a:lnTo>
                <a:lnTo>
                  <a:pt x="3348" y="3787"/>
                </a:lnTo>
                <a:lnTo>
                  <a:pt x="3346" y="3788"/>
                </a:lnTo>
                <a:lnTo>
                  <a:pt x="3344" y="3788"/>
                </a:lnTo>
                <a:lnTo>
                  <a:pt x="3341" y="3788"/>
                </a:lnTo>
                <a:lnTo>
                  <a:pt x="3339" y="3787"/>
                </a:lnTo>
                <a:lnTo>
                  <a:pt x="3328" y="3792"/>
                </a:lnTo>
                <a:lnTo>
                  <a:pt x="3316" y="3796"/>
                </a:lnTo>
                <a:lnTo>
                  <a:pt x="3304" y="3801"/>
                </a:lnTo>
                <a:lnTo>
                  <a:pt x="3292" y="3806"/>
                </a:lnTo>
                <a:close/>
                <a:moveTo>
                  <a:pt x="3540" y="3725"/>
                </a:moveTo>
                <a:lnTo>
                  <a:pt x="3542" y="3721"/>
                </a:lnTo>
                <a:lnTo>
                  <a:pt x="3544" y="3717"/>
                </a:lnTo>
                <a:lnTo>
                  <a:pt x="3549" y="3709"/>
                </a:lnTo>
                <a:lnTo>
                  <a:pt x="3554" y="3701"/>
                </a:lnTo>
                <a:lnTo>
                  <a:pt x="3554" y="3701"/>
                </a:lnTo>
                <a:lnTo>
                  <a:pt x="3547" y="3712"/>
                </a:lnTo>
                <a:lnTo>
                  <a:pt x="3541" y="3722"/>
                </a:lnTo>
                <a:lnTo>
                  <a:pt x="3540" y="3723"/>
                </a:lnTo>
                <a:lnTo>
                  <a:pt x="3539" y="3724"/>
                </a:lnTo>
                <a:lnTo>
                  <a:pt x="3539" y="3725"/>
                </a:lnTo>
                <a:lnTo>
                  <a:pt x="3540" y="3725"/>
                </a:lnTo>
                <a:close/>
                <a:moveTo>
                  <a:pt x="3486" y="3782"/>
                </a:moveTo>
                <a:lnTo>
                  <a:pt x="3489" y="3781"/>
                </a:lnTo>
                <a:lnTo>
                  <a:pt x="3492" y="3778"/>
                </a:lnTo>
                <a:lnTo>
                  <a:pt x="3494" y="3774"/>
                </a:lnTo>
                <a:lnTo>
                  <a:pt x="3497" y="3771"/>
                </a:lnTo>
                <a:lnTo>
                  <a:pt x="3498" y="3770"/>
                </a:lnTo>
                <a:lnTo>
                  <a:pt x="3498" y="3768"/>
                </a:lnTo>
                <a:lnTo>
                  <a:pt x="3498" y="3767"/>
                </a:lnTo>
                <a:lnTo>
                  <a:pt x="3495" y="3770"/>
                </a:lnTo>
                <a:lnTo>
                  <a:pt x="3491" y="3772"/>
                </a:lnTo>
                <a:lnTo>
                  <a:pt x="3490" y="3772"/>
                </a:lnTo>
                <a:lnTo>
                  <a:pt x="3490" y="3773"/>
                </a:lnTo>
                <a:lnTo>
                  <a:pt x="3486" y="3782"/>
                </a:lnTo>
                <a:close/>
                <a:moveTo>
                  <a:pt x="3549" y="3637"/>
                </a:moveTo>
                <a:lnTo>
                  <a:pt x="3551" y="3629"/>
                </a:lnTo>
                <a:lnTo>
                  <a:pt x="3552" y="3622"/>
                </a:lnTo>
                <a:lnTo>
                  <a:pt x="3546" y="3616"/>
                </a:lnTo>
                <a:lnTo>
                  <a:pt x="3540" y="3613"/>
                </a:lnTo>
                <a:lnTo>
                  <a:pt x="3534" y="3612"/>
                </a:lnTo>
                <a:lnTo>
                  <a:pt x="3528" y="3611"/>
                </a:lnTo>
                <a:lnTo>
                  <a:pt x="3522" y="3611"/>
                </a:lnTo>
                <a:lnTo>
                  <a:pt x="3515" y="3612"/>
                </a:lnTo>
                <a:lnTo>
                  <a:pt x="3510" y="3617"/>
                </a:lnTo>
                <a:lnTo>
                  <a:pt x="3505" y="3624"/>
                </a:lnTo>
                <a:lnTo>
                  <a:pt x="3508" y="3630"/>
                </a:lnTo>
                <a:lnTo>
                  <a:pt x="3510" y="3634"/>
                </a:lnTo>
                <a:lnTo>
                  <a:pt x="3516" y="3630"/>
                </a:lnTo>
                <a:lnTo>
                  <a:pt x="3522" y="3626"/>
                </a:lnTo>
                <a:lnTo>
                  <a:pt x="3525" y="3626"/>
                </a:lnTo>
                <a:lnTo>
                  <a:pt x="3528" y="3626"/>
                </a:lnTo>
                <a:lnTo>
                  <a:pt x="3533" y="3628"/>
                </a:lnTo>
                <a:lnTo>
                  <a:pt x="3537" y="3633"/>
                </a:lnTo>
                <a:lnTo>
                  <a:pt x="3533" y="3638"/>
                </a:lnTo>
                <a:lnTo>
                  <a:pt x="3528" y="3643"/>
                </a:lnTo>
                <a:lnTo>
                  <a:pt x="3532" y="3642"/>
                </a:lnTo>
                <a:lnTo>
                  <a:pt x="3536" y="3642"/>
                </a:lnTo>
                <a:lnTo>
                  <a:pt x="3537" y="3641"/>
                </a:lnTo>
                <a:lnTo>
                  <a:pt x="3537" y="3641"/>
                </a:lnTo>
                <a:lnTo>
                  <a:pt x="3540" y="3639"/>
                </a:lnTo>
                <a:lnTo>
                  <a:pt x="3543" y="3638"/>
                </a:lnTo>
                <a:lnTo>
                  <a:pt x="3546" y="3637"/>
                </a:lnTo>
                <a:lnTo>
                  <a:pt x="3549" y="3637"/>
                </a:lnTo>
                <a:close/>
                <a:moveTo>
                  <a:pt x="3548" y="3594"/>
                </a:moveTo>
                <a:lnTo>
                  <a:pt x="3549" y="3588"/>
                </a:lnTo>
                <a:lnTo>
                  <a:pt x="3550" y="3583"/>
                </a:lnTo>
                <a:lnTo>
                  <a:pt x="3552" y="3576"/>
                </a:lnTo>
                <a:lnTo>
                  <a:pt x="3554" y="3572"/>
                </a:lnTo>
                <a:lnTo>
                  <a:pt x="3557" y="3568"/>
                </a:lnTo>
                <a:lnTo>
                  <a:pt x="3561" y="3565"/>
                </a:lnTo>
                <a:lnTo>
                  <a:pt x="3567" y="3563"/>
                </a:lnTo>
                <a:lnTo>
                  <a:pt x="3573" y="3562"/>
                </a:lnTo>
                <a:lnTo>
                  <a:pt x="3569" y="3557"/>
                </a:lnTo>
                <a:lnTo>
                  <a:pt x="3564" y="3551"/>
                </a:lnTo>
                <a:lnTo>
                  <a:pt x="3557" y="3561"/>
                </a:lnTo>
                <a:lnTo>
                  <a:pt x="3549" y="3570"/>
                </a:lnTo>
                <a:lnTo>
                  <a:pt x="3545" y="3575"/>
                </a:lnTo>
                <a:lnTo>
                  <a:pt x="3542" y="3581"/>
                </a:lnTo>
                <a:lnTo>
                  <a:pt x="3540" y="3586"/>
                </a:lnTo>
                <a:lnTo>
                  <a:pt x="3540" y="3592"/>
                </a:lnTo>
                <a:lnTo>
                  <a:pt x="3544" y="3593"/>
                </a:lnTo>
                <a:lnTo>
                  <a:pt x="3548" y="3594"/>
                </a:lnTo>
                <a:close/>
                <a:moveTo>
                  <a:pt x="3600" y="3567"/>
                </a:moveTo>
                <a:lnTo>
                  <a:pt x="3604" y="3569"/>
                </a:lnTo>
                <a:lnTo>
                  <a:pt x="3609" y="3571"/>
                </a:lnTo>
                <a:lnTo>
                  <a:pt x="3609" y="3571"/>
                </a:lnTo>
                <a:lnTo>
                  <a:pt x="3609" y="3571"/>
                </a:lnTo>
                <a:lnTo>
                  <a:pt x="3614" y="3563"/>
                </a:lnTo>
                <a:lnTo>
                  <a:pt x="3611" y="3560"/>
                </a:lnTo>
                <a:lnTo>
                  <a:pt x="3608" y="3557"/>
                </a:lnTo>
                <a:lnTo>
                  <a:pt x="3606" y="3557"/>
                </a:lnTo>
                <a:lnTo>
                  <a:pt x="3602" y="3557"/>
                </a:lnTo>
                <a:lnTo>
                  <a:pt x="3600" y="3562"/>
                </a:lnTo>
                <a:lnTo>
                  <a:pt x="3600" y="3567"/>
                </a:lnTo>
                <a:close/>
                <a:moveTo>
                  <a:pt x="2392" y="3077"/>
                </a:moveTo>
                <a:lnTo>
                  <a:pt x="2392" y="3077"/>
                </a:lnTo>
                <a:lnTo>
                  <a:pt x="2392" y="3078"/>
                </a:lnTo>
                <a:lnTo>
                  <a:pt x="2394" y="3079"/>
                </a:lnTo>
                <a:lnTo>
                  <a:pt x="2396" y="3079"/>
                </a:lnTo>
                <a:lnTo>
                  <a:pt x="2397" y="3079"/>
                </a:lnTo>
                <a:lnTo>
                  <a:pt x="2399" y="3078"/>
                </a:lnTo>
                <a:lnTo>
                  <a:pt x="2400" y="3076"/>
                </a:lnTo>
                <a:lnTo>
                  <a:pt x="2401" y="3073"/>
                </a:lnTo>
                <a:lnTo>
                  <a:pt x="2402" y="3071"/>
                </a:lnTo>
                <a:lnTo>
                  <a:pt x="2404" y="3068"/>
                </a:lnTo>
                <a:lnTo>
                  <a:pt x="2407" y="3068"/>
                </a:lnTo>
                <a:lnTo>
                  <a:pt x="2413" y="3072"/>
                </a:lnTo>
                <a:lnTo>
                  <a:pt x="2414" y="3073"/>
                </a:lnTo>
                <a:lnTo>
                  <a:pt x="2415" y="3074"/>
                </a:lnTo>
                <a:lnTo>
                  <a:pt x="2413" y="3068"/>
                </a:lnTo>
                <a:lnTo>
                  <a:pt x="2411" y="3062"/>
                </a:lnTo>
                <a:lnTo>
                  <a:pt x="2410" y="3064"/>
                </a:lnTo>
                <a:lnTo>
                  <a:pt x="2409" y="3064"/>
                </a:lnTo>
                <a:lnTo>
                  <a:pt x="2407" y="3064"/>
                </a:lnTo>
                <a:lnTo>
                  <a:pt x="2405" y="3064"/>
                </a:lnTo>
                <a:lnTo>
                  <a:pt x="2400" y="3061"/>
                </a:lnTo>
                <a:lnTo>
                  <a:pt x="2395" y="3056"/>
                </a:lnTo>
                <a:lnTo>
                  <a:pt x="2398" y="3063"/>
                </a:lnTo>
                <a:lnTo>
                  <a:pt x="2399" y="3070"/>
                </a:lnTo>
                <a:lnTo>
                  <a:pt x="2399" y="3073"/>
                </a:lnTo>
                <a:lnTo>
                  <a:pt x="2399" y="3074"/>
                </a:lnTo>
                <a:lnTo>
                  <a:pt x="2398" y="3075"/>
                </a:lnTo>
                <a:lnTo>
                  <a:pt x="2396" y="3075"/>
                </a:lnTo>
                <a:lnTo>
                  <a:pt x="2396" y="3077"/>
                </a:lnTo>
                <a:lnTo>
                  <a:pt x="2396" y="3079"/>
                </a:lnTo>
                <a:lnTo>
                  <a:pt x="2394" y="3078"/>
                </a:lnTo>
                <a:lnTo>
                  <a:pt x="2392" y="3077"/>
                </a:lnTo>
                <a:lnTo>
                  <a:pt x="2389" y="3072"/>
                </a:lnTo>
                <a:lnTo>
                  <a:pt x="2385" y="3066"/>
                </a:lnTo>
                <a:lnTo>
                  <a:pt x="2381" y="3063"/>
                </a:lnTo>
                <a:lnTo>
                  <a:pt x="2378" y="3061"/>
                </a:lnTo>
                <a:lnTo>
                  <a:pt x="2374" y="3059"/>
                </a:lnTo>
                <a:lnTo>
                  <a:pt x="2371" y="3057"/>
                </a:lnTo>
                <a:lnTo>
                  <a:pt x="2368" y="3053"/>
                </a:lnTo>
                <a:lnTo>
                  <a:pt x="2364" y="3047"/>
                </a:lnTo>
                <a:lnTo>
                  <a:pt x="2363" y="3042"/>
                </a:lnTo>
                <a:lnTo>
                  <a:pt x="2362" y="3038"/>
                </a:lnTo>
                <a:lnTo>
                  <a:pt x="2362" y="3035"/>
                </a:lnTo>
                <a:lnTo>
                  <a:pt x="2362" y="3033"/>
                </a:lnTo>
                <a:lnTo>
                  <a:pt x="2363" y="3032"/>
                </a:lnTo>
                <a:lnTo>
                  <a:pt x="2365" y="3031"/>
                </a:lnTo>
                <a:lnTo>
                  <a:pt x="2367" y="3031"/>
                </a:lnTo>
                <a:lnTo>
                  <a:pt x="2369" y="3032"/>
                </a:lnTo>
                <a:lnTo>
                  <a:pt x="2367" y="3026"/>
                </a:lnTo>
                <a:lnTo>
                  <a:pt x="2366" y="3023"/>
                </a:lnTo>
                <a:lnTo>
                  <a:pt x="2365" y="3021"/>
                </a:lnTo>
                <a:lnTo>
                  <a:pt x="2366" y="3021"/>
                </a:lnTo>
                <a:lnTo>
                  <a:pt x="2369" y="3022"/>
                </a:lnTo>
                <a:lnTo>
                  <a:pt x="2374" y="3026"/>
                </a:lnTo>
                <a:lnTo>
                  <a:pt x="2378" y="3030"/>
                </a:lnTo>
                <a:lnTo>
                  <a:pt x="2383" y="3035"/>
                </a:lnTo>
                <a:lnTo>
                  <a:pt x="2383" y="3036"/>
                </a:lnTo>
                <a:lnTo>
                  <a:pt x="2384" y="3037"/>
                </a:lnTo>
                <a:lnTo>
                  <a:pt x="2387" y="3038"/>
                </a:lnTo>
                <a:lnTo>
                  <a:pt x="2391" y="3039"/>
                </a:lnTo>
                <a:lnTo>
                  <a:pt x="2392" y="3038"/>
                </a:lnTo>
                <a:lnTo>
                  <a:pt x="2394" y="3038"/>
                </a:lnTo>
                <a:lnTo>
                  <a:pt x="2391" y="3028"/>
                </a:lnTo>
                <a:lnTo>
                  <a:pt x="2388" y="3020"/>
                </a:lnTo>
                <a:lnTo>
                  <a:pt x="2393" y="3025"/>
                </a:lnTo>
                <a:lnTo>
                  <a:pt x="2398" y="3032"/>
                </a:lnTo>
                <a:lnTo>
                  <a:pt x="2398" y="3032"/>
                </a:lnTo>
                <a:lnTo>
                  <a:pt x="2399" y="3032"/>
                </a:lnTo>
                <a:lnTo>
                  <a:pt x="2398" y="3032"/>
                </a:lnTo>
                <a:lnTo>
                  <a:pt x="2398" y="3032"/>
                </a:lnTo>
                <a:lnTo>
                  <a:pt x="2402" y="3032"/>
                </a:lnTo>
                <a:lnTo>
                  <a:pt x="2406" y="3032"/>
                </a:lnTo>
                <a:lnTo>
                  <a:pt x="2410" y="3034"/>
                </a:lnTo>
                <a:lnTo>
                  <a:pt x="2413" y="3036"/>
                </a:lnTo>
                <a:lnTo>
                  <a:pt x="2416" y="3040"/>
                </a:lnTo>
                <a:lnTo>
                  <a:pt x="2420" y="3046"/>
                </a:lnTo>
                <a:lnTo>
                  <a:pt x="2415" y="3049"/>
                </a:lnTo>
                <a:lnTo>
                  <a:pt x="2409" y="3053"/>
                </a:lnTo>
                <a:lnTo>
                  <a:pt x="2415" y="3062"/>
                </a:lnTo>
                <a:lnTo>
                  <a:pt x="2421" y="3072"/>
                </a:lnTo>
                <a:lnTo>
                  <a:pt x="2428" y="3067"/>
                </a:lnTo>
                <a:lnTo>
                  <a:pt x="2434" y="3062"/>
                </a:lnTo>
                <a:lnTo>
                  <a:pt x="2438" y="3068"/>
                </a:lnTo>
                <a:lnTo>
                  <a:pt x="2440" y="3074"/>
                </a:lnTo>
                <a:lnTo>
                  <a:pt x="2441" y="3079"/>
                </a:lnTo>
                <a:lnTo>
                  <a:pt x="2441" y="3083"/>
                </a:lnTo>
                <a:lnTo>
                  <a:pt x="2441" y="3086"/>
                </a:lnTo>
                <a:lnTo>
                  <a:pt x="2441" y="3088"/>
                </a:lnTo>
                <a:lnTo>
                  <a:pt x="2440" y="3089"/>
                </a:lnTo>
                <a:lnTo>
                  <a:pt x="2438" y="3089"/>
                </a:lnTo>
                <a:lnTo>
                  <a:pt x="2434" y="3086"/>
                </a:lnTo>
                <a:lnTo>
                  <a:pt x="2427" y="3080"/>
                </a:lnTo>
                <a:lnTo>
                  <a:pt x="2428" y="3081"/>
                </a:lnTo>
                <a:lnTo>
                  <a:pt x="2428" y="3083"/>
                </a:lnTo>
                <a:lnTo>
                  <a:pt x="2428" y="3085"/>
                </a:lnTo>
                <a:lnTo>
                  <a:pt x="2427" y="3086"/>
                </a:lnTo>
                <a:lnTo>
                  <a:pt x="2425" y="3086"/>
                </a:lnTo>
                <a:lnTo>
                  <a:pt x="2423" y="3084"/>
                </a:lnTo>
                <a:lnTo>
                  <a:pt x="2426" y="3092"/>
                </a:lnTo>
                <a:lnTo>
                  <a:pt x="2427" y="3097"/>
                </a:lnTo>
                <a:lnTo>
                  <a:pt x="2427" y="3102"/>
                </a:lnTo>
                <a:lnTo>
                  <a:pt x="2427" y="3105"/>
                </a:lnTo>
                <a:lnTo>
                  <a:pt x="2424" y="3112"/>
                </a:lnTo>
                <a:lnTo>
                  <a:pt x="2421" y="3117"/>
                </a:lnTo>
                <a:lnTo>
                  <a:pt x="2426" y="3115"/>
                </a:lnTo>
                <a:lnTo>
                  <a:pt x="2432" y="3114"/>
                </a:lnTo>
                <a:lnTo>
                  <a:pt x="2436" y="3111"/>
                </a:lnTo>
                <a:lnTo>
                  <a:pt x="2440" y="3106"/>
                </a:lnTo>
                <a:lnTo>
                  <a:pt x="2441" y="3103"/>
                </a:lnTo>
                <a:lnTo>
                  <a:pt x="2442" y="3101"/>
                </a:lnTo>
                <a:lnTo>
                  <a:pt x="2445" y="3099"/>
                </a:lnTo>
                <a:lnTo>
                  <a:pt x="2447" y="3097"/>
                </a:lnTo>
                <a:lnTo>
                  <a:pt x="2449" y="3095"/>
                </a:lnTo>
                <a:lnTo>
                  <a:pt x="2451" y="3092"/>
                </a:lnTo>
                <a:lnTo>
                  <a:pt x="2451" y="3088"/>
                </a:lnTo>
                <a:lnTo>
                  <a:pt x="2449" y="3082"/>
                </a:lnTo>
                <a:lnTo>
                  <a:pt x="2451" y="3078"/>
                </a:lnTo>
                <a:lnTo>
                  <a:pt x="2453" y="3076"/>
                </a:lnTo>
                <a:lnTo>
                  <a:pt x="2458" y="3075"/>
                </a:lnTo>
                <a:lnTo>
                  <a:pt x="2461" y="3075"/>
                </a:lnTo>
                <a:lnTo>
                  <a:pt x="2469" y="3076"/>
                </a:lnTo>
                <a:lnTo>
                  <a:pt x="2478" y="3076"/>
                </a:lnTo>
                <a:lnTo>
                  <a:pt x="2476" y="3071"/>
                </a:lnTo>
                <a:lnTo>
                  <a:pt x="2474" y="3066"/>
                </a:lnTo>
                <a:lnTo>
                  <a:pt x="2469" y="3060"/>
                </a:lnTo>
                <a:lnTo>
                  <a:pt x="2463" y="3054"/>
                </a:lnTo>
                <a:lnTo>
                  <a:pt x="2462" y="3061"/>
                </a:lnTo>
                <a:lnTo>
                  <a:pt x="2461" y="3067"/>
                </a:lnTo>
                <a:lnTo>
                  <a:pt x="2461" y="3068"/>
                </a:lnTo>
                <a:lnTo>
                  <a:pt x="2460" y="3068"/>
                </a:lnTo>
                <a:lnTo>
                  <a:pt x="2459" y="3068"/>
                </a:lnTo>
                <a:lnTo>
                  <a:pt x="2457" y="3068"/>
                </a:lnTo>
                <a:lnTo>
                  <a:pt x="2451" y="3064"/>
                </a:lnTo>
                <a:lnTo>
                  <a:pt x="2445" y="3056"/>
                </a:lnTo>
                <a:lnTo>
                  <a:pt x="2447" y="3057"/>
                </a:lnTo>
                <a:lnTo>
                  <a:pt x="2450" y="3057"/>
                </a:lnTo>
                <a:lnTo>
                  <a:pt x="2451" y="3055"/>
                </a:lnTo>
                <a:lnTo>
                  <a:pt x="2452" y="3054"/>
                </a:lnTo>
                <a:lnTo>
                  <a:pt x="2453" y="3051"/>
                </a:lnTo>
                <a:lnTo>
                  <a:pt x="2455" y="3049"/>
                </a:lnTo>
                <a:lnTo>
                  <a:pt x="2456" y="3048"/>
                </a:lnTo>
                <a:lnTo>
                  <a:pt x="2458" y="3047"/>
                </a:lnTo>
                <a:lnTo>
                  <a:pt x="2468" y="3038"/>
                </a:lnTo>
                <a:lnTo>
                  <a:pt x="2478" y="3028"/>
                </a:lnTo>
                <a:lnTo>
                  <a:pt x="2480" y="3030"/>
                </a:lnTo>
                <a:lnTo>
                  <a:pt x="2482" y="3030"/>
                </a:lnTo>
                <a:lnTo>
                  <a:pt x="2493" y="3020"/>
                </a:lnTo>
                <a:lnTo>
                  <a:pt x="2493" y="3017"/>
                </a:lnTo>
                <a:lnTo>
                  <a:pt x="2493" y="3014"/>
                </a:lnTo>
                <a:lnTo>
                  <a:pt x="2492" y="3011"/>
                </a:lnTo>
                <a:lnTo>
                  <a:pt x="2492" y="3012"/>
                </a:lnTo>
                <a:lnTo>
                  <a:pt x="2487" y="3015"/>
                </a:lnTo>
                <a:lnTo>
                  <a:pt x="2481" y="3019"/>
                </a:lnTo>
                <a:lnTo>
                  <a:pt x="2476" y="3023"/>
                </a:lnTo>
                <a:lnTo>
                  <a:pt x="2472" y="3028"/>
                </a:lnTo>
                <a:lnTo>
                  <a:pt x="2470" y="3030"/>
                </a:lnTo>
                <a:lnTo>
                  <a:pt x="2469" y="3030"/>
                </a:lnTo>
                <a:lnTo>
                  <a:pt x="2466" y="3030"/>
                </a:lnTo>
                <a:lnTo>
                  <a:pt x="2464" y="3028"/>
                </a:lnTo>
                <a:lnTo>
                  <a:pt x="2459" y="3025"/>
                </a:lnTo>
                <a:lnTo>
                  <a:pt x="2453" y="3022"/>
                </a:lnTo>
                <a:lnTo>
                  <a:pt x="2448" y="3025"/>
                </a:lnTo>
                <a:lnTo>
                  <a:pt x="2443" y="3028"/>
                </a:lnTo>
                <a:lnTo>
                  <a:pt x="2443" y="3032"/>
                </a:lnTo>
                <a:lnTo>
                  <a:pt x="2442" y="3034"/>
                </a:lnTo>
                <a:lnTo>
                  <a:pt x="2441" y="3036"/>
                </a:lnTo>
                <a:lnTo>
                  <a:pt x="2439" y="3037"/>
                </a:lnTo>
                <a:lnTo>
                  <a:pt x="2434" y="3038"/>
                </a:lnTo>
                <a:lnTo>
                  <a:pt x="2429" y="3038"/>
                </a:lnTo>
                <a:lnTo>
                  <a:pt x="2426" y="3040"/>
                </a:lnTo>
                <a:lnTo>
                  <a:pt x="2423" y="3042"/>
                </a:lnTo>
                <a:lnTo>
                  <a:pt x="2420" y="3039"/>
                </a:lnTo>
                <a:lnTo>
                  <a:pt x="2417" y="3035"/>
                </a:lnTo>
                <a:lnTo>
                  <a:pt x="2413" y="3030"/>
                </a:lnTo>
                <a:lnTo>
                  <a:pt x="2410" y="3024"/>
                </a:lnTo>
                <a:lnTo>
                  <a:pt x="2409" y="3020"/>
                </a:lnTo>
                <a:lnTo>
                  <a:pt x="2407" y="3017"/>
                </a:lnTo>
                <a:lnTo>
                  <a:pt x="2406" y="3011"/>
                </a:lnTo>
                <a:lnTo>
                  <a:pt x="2405" y="3004"/>
                </a:lnTo>
                <a:lnTo>
                  <a:pt x="2398" y="2996"/>
                </a:lnTo>
                <a:lnTo>
                  <a:pt x="2391" y="2991"/>
                </a:lnTo>
                <a:lnTo>
                  <a:pt x="2387" y="2989"/>
                </a:lnTo>
                <a:lnTo>
                  <a:pt x="2384" y="2991"/>
                </a:lnTo>
                <a:lnTo>
                  <a:pt x="2381" y="2993"/>
                </a:lnTo>
                <a:lnTo>
                  <a:pt x="2378" y="2997"/>
                </a:lnTo>
                <a:lnTo>
                  <a:pt x="2381" y="2999"/>
                </a:lnTo>
                <a:lnTo>
                  <a:pt x="2383" y="3001"/>
                </a:lnTo>
                <a:lnTo>
                  <a:pt x="2382" y="3003"/>
                </a:lnTo>
                <a:lnTo>
                  <a:pt x="2381" y="3005"/>
                </a:lnTo>
                <a:lnTo>
                  <a:pt x="2374" y="3011"/>
                </a:lnTo>
                <a:lnTo>
                  <a:pt x="2366" y="3017"/>
                </a:lnTo>
                <a:lnTo>
                  <a:pt x="2357" y="3021"/>
                </a:lnTo>
                <a:lnTo>
                  <a:pt x="2348" y="3023"/>
                </a:lnTo>
                <a:lnTo>
                  <a:pt x="2346" y="3021"/>
                </a:lnTo>
                <a:lnTo>
                  <a:pt x="2345" y="3019"/>
                </a:lnTo>
                <a:lnTo>
                  <a:pt x="2345" y="3019"/>
                </a:lnTo>
                <a:lnTo>
                  <a:pt x="2344" y="3020"/>
                </a:lnTo>
                <a:lnTo>
                  <a:pt x="2346" y="3021"/>
                </a:lnTo>
                <a:lnTo>
                  <a:pt x="2348" y="3023"/>
                </a:lnTo>
                <a:lnTo>
                  <a:pt x="2348" y="3028"/>
                </a:lnTo>
                <a:lnTo>
                  <a:pt x="2347" y="3033"/>
                </a:lnTo>
                <a:lnTo>
                  <a:pt x="2347" y="3036"/>
                </a:lnTo>
                <a:lnTo>
                  <a:pt x="2345" y="3039"/>
                </a:lnTo>
                <a:lnTo>
                  <a:pt x="2342" y="3045"/>
                </a:lnTo>
                <a:lnTo>
                  <a:pt x="2337" y="3049"/>
                </a:lnTo>
                <a:lnTo>
                  <a:pt x="2332" y="3054"/>
                </a:lnTo>
                <a:lnTo>
                  <a:pt x="2328" y="3059"/>
                </a:lnTo>
                <a:lnTo>
                  <a:pt x="2326" y="3061"/>
                </a:lnTo>
                <a:lnTo>
                  <a:pt x="2325" y="3064"/>
                </a:lnTo>
                <a:lnTo>
                  <a:pt x="2323" y="3068"/>
                </a:lnTo>
                <a:lnTo>
                  <a:pt x="2323" y="3073"/>
                </a:lnTo>
                <a:lnTo>
                  <a:pt x="2312" y="3080"/>
                </a:lnTo>
                <a:lnTo>
                  <a:pt x="2303" y="3088"/>
                </a:lnTo>
                <a:lnTo>
                  <a:pt x="2311" y="3096"/>
                </a:lnTo>
                <a:lnTo>
                  <a:pt x="2320" y="3103"/>
                </a:lnTo>
                <a:lnTo>
                  <a:pt x="2322" y="3105"/>
                </a:lnTo>
                <a:lnTo>
                  <a:pt x="2323" y="3106"/>
                </a:lnTo>
                <a:lnTo>
                  <a:pt x="2324" y="3106"/>
                </a:lnTo>
                <a:lnTo>
                  <a:pt x="2325" y="3105"/>
                </a:lnTo>
                <a:lnTo>
                  <a:pt x="2326" y="3101"/>
                </a:lnTo>
                <a:lnTo>
                  <a:pt x="2328" y="3098"/>
                </a:lnTo>
                <a:lnTo>
                  <a:pt x="2331" y="3095"/>
                </a:lnTo>
                <a:lnTo>
                  <a:pt x="2334" y="3093"/>
                </a:lnTo>
                <a:lnTo>
                  <a:pt x="2338" y="3092"/>
                </a:lnTo>
                <a:lnTo>
                  <a:pt x="2342" y="3092"/>
                </a:lnTo>
                <a:lnTo>
                  <a:pt x="2348" y="3094"/>
                </a:lnTo>
                <a:lnTo>
                  <a:pt x="2354" y="3098"/>
                </a:lnTo>
                <a:lnTo>
                  <a:pt x="2355" y="3099"/>
                </a:lnTo>
                <a:lnTo>
                  <a:pt x="2356" y="3100"/>
                </a:lnTo>
                <a:lnTo>
                  <a:pt x="2356" y="3096"/>
                </a:lnTo>
                <a:lnTo>
                  <a:pt x="2356" y="3092"/>
                </a:lnTo>
                <a:lnTo>
                  <a:pt x="2363" y="3092"/>
                </a:lnTo>
                <a:lnTo>
                  <a:pt x="2368" y="3091"/>
                </a:lnTo>
                <a:lnTo>
                  <a:pt x="2369" y="3091"/>
                </a:lnTo>
                <a:lnTo>
                  <a:pt x="2370" y="3092"/>
                </a:lnTo>
                <a:lnTo>
                  <a:pt x="2369" y="3087"/>
                </a:lnTo>
                <a:lnTo>
                  <a:pt x="2366" y="3080"/>
                </a:lnTo>
                <a:lnTo>
                  <a:pt x="2371" y="3079"/>
                </a:lnTo>
                <a:lnTo>
                  <a:pt x="2377" y="3078"/>
                </a:lnTo>
                <a:lnTo>
                  <a:pt x="2377" y="3076"/>
                </a:lnTo>
                <a:lnTo>
                  <a:pt x="2379" y="3075"/>
                </a:lnTo>
                <a:lnTo>
                  <a:pt x="2381" y="3075"/>
                </a:lnTo>
                <a:lnTo>
                  <a:pt x="2384" y="3076"/>
                </a:lnTo>
                <a:lnTo>
                  <a:pt x="2386" y="3078"/>
                </a:lnTo>
                <a:lnTo>
                  <a:pt x="2389" y="3078"/>
                </a:lnTo>
                <a:lnTo>
                  <a:pt x="2391" y="3079"/>
                </a:lnTo>
                <a:lnTo>
                  <a:pt x="2392" y="3078"/>
                </a:lnTo>
                <a:lnTo>
                  <a:pt x="2392" y="3077"/>
                </a:lnTo>
                <a:lnTo>
                  <a:pt x="2392" y="3077"/>
                </a:lnTo>
                <a:lnTo>
                  <a:pt x="2392" y="3077"/>
                </a:lnTo>
                <a:close/>
                <a:moveTo>
                  <a:pt x="2559" y="2822"/>
                </a:moveTo>
                <a:lnTo>
                  <a:pt x="2555" y="2820"/>
                </a:lnTo>
                <a:lnTo>
                  <a:pt x="2551" y="2816"/>
                </a:lnTo>
                <a:lnTo>
                  <a:pt x="2545" y="2812"/>
                </a:lnTo>
                <a:lnTo>
                  <a:pt x="2541" y="2807"/>
                </a:lnTo>
                <a:lnTo>
                  <a:pt x="2544" y="2806"/>
                </a:lnTo>
                <a:lnTo>
                  <a:pt x="2549" y="2806"/>
                </a:lnTo>
                <a:lnTo>
                  <a:pt x="2553" y="2808"/>
                </a:lnTo>
                <a:lnTo>
                  <a:pt x="2559" y="2812"/>
                </a:lnTo>
                <a:lnTo>
                  <a:pt x="2559" y="2817"/>
                </a:lnTo>
                <a:lnTo>
                  <a:pt x="2559" y="2822"/>
                </a:lnTo>
                <a:close/>
                <a:moveTo>
                  <a:pt x="2214" y="3021"/>
                </a:moveTo>
                <a:lnTo>
                  <a:pt x="2207" y="3010"/>
                </a:lnTo>
                <a:lnTo>
                  <a:pt x="2199" y="2998"/>
                </a:lnTo>
                <a:lnTo>
                  <a:pt x="2203" y="2999"/>
                </a:lnTo>
                <a:lnTo>
                  <a:pt x="2207" y="2999"/>
                </a:lnTo>
                <a:lnTo>
                  <a:pt x="2215" y="3007"/>
                </a:lnTo>
                <a:lnTo>
                  <a:pt x="2223" y="3015"/>
                </a:lnTo>
                <a:lnTo>
                  <a:pt x="2218" y="3018"/>
                </a:lnTo>
                <a:lnTo>
                  <a:pt x="2214" y="3021"/>
                </a:lnTo>
                <a:close/>
                <a:moveTo>
                  <a:pt x="2404" y="2753"/>
                </a:moveTo>
                <a:lnTo>
                  <a:pt x="2409" y="2759"/>
                </a:lnTo>
                <a:lnTo>
                  <a:pt x="2411" y="2764"/>
                </a:lnTo>
                <a:lnTo>
                  <a:pt x="2412" y="2766"/>
                </a:lnTo>
                <a:lnTo>
                  <a:pt x="2411" y="2768"/>
                </a:lnTo>
                <a:lnTo>
                  <a:pt x="2410" y="2770"/>
                </a:lnTo>
                <a:lnTo>
                  <a:pt x="2409" y="2770"/>
                </a:lnTo>
                <a:lnTo>
                  <a:pt x="2406" y="2769"/>
                </a:lnTo>
                <a:lnTo>
                  <a:pt x="2403" y="2767"/>
                </a:lnTo>
                <a:lnTo>
                  <a:pt x="2400" y="2764"/>
                </a:lnTo>
                <a:lnTo>
                  <a:pt x="2395" y="2760"/>
                </a:lnTo>
                <a:lnTo>
                  <a:pt x="2395" y="2759"/>
                </a:lnTo>
                <a:lnTo>
                  <a:pt x="2395" y="2758"/>
                </a:lnTo>
                <a:lnTo>
                  <a:pt x="2390" y="2762"/>
                </a:lnTo>
                <a:lnTo>
                  <a:pt x="2382" y="2767"/>
                </a:lnTo>
                <a:lnTo>
                  <a:pt x="2384" y="2770"/>
                </a:lnTo>
                <a:lnTo>
                  <a:pt x="2386" y="2773"/>
                </a:lnTo>
                <a:lnTo>
                  <a:pt x="2391" y="2776"/>
                </a:lnTo>
                <a:lnTo>
                  <a:pt x="2394" y="2780"/>
                </a:lnTo>
                <a:lnTo>
                  <a:pt x="2396" y="2785"/>
                </a:lnTo>
                <a:lnTo>
                  <a:pt x="2398" y="2790"/>
                </a:lnTo>
                <a:lnTo>
                  <a:pt x="2398" y="2791"/>
                </a:lnTo>
                <a:lnTo>
                  <a:pt x="2399" y="2791"/>
                </a:lnTo>
                <a:lnTo>
                  <a:pt x="2398" y="2791"/>
                </a:lnTo>
                <a:lnTo>
                  <a:pt x="2398" y="2791"/>
                </a:lnTo>
                <a:lnTo>
                  <a:pt x="2398" y="2791"/>
                </a:lnTo>
                <a:lnTo>
                  <a:pt x="2398" y="2791"/>
                </a:lnTo>
                <a:lnTo>
                  <a:pt x="2405" y="2793"/>
                </a:lnTo>
                <a:lnTo>
                  <a:pt x="2413" y="2796"/>
                </a:lnTo>
                <a:lnTo>
                  <a:pt x="2414" y="2797"/>
                </a:lnTo>
                <a:lnTo>
                  <a:pt x="2415" y="2798"/>
                </a:lnTo>
                <a:lnTo>
                  <a:pt x="2424" y="2800"/>
                </a:lnTo>
                <a:lnTo>
                  <a:pt x="2432" y="2801"/>
                </a:lnTo>
                <a:lnTo>
                  <a:pt x="2434" y="2795"/>
                </a:lnTo>
                <a:lnTo>
                  <a:pt x="2437" y="2789"/>
                </a:lnTo>
                <a:lnTo>
                  <a:pt x="2442" y="2787"/>
                </a:lnTo>
                <a:lnTo>
                  <a:pt x="2447" y="2785"/>
                </a:lnTo>
                <a:lnTo>
                  <a:pt x="2452" y="2784"/>
                </a:lnTo>
                <a:lnTo>
                  <a:pt x="2457" y="2784"/>
                </a:lnTo>
                <a:lnTo>
                  <a:pt x="2466" y="2785"/>
                </a:lnTo>
                <a:lnTo>
                  <a:pt x="2475" y="2787"/>
                </a:lnTo>
                <a:lnTo>
                  <a:pt x="2483" y="2790"/>
                </a:lnTo>
                <a:lnTo>
                  <a:pt x="2491" y="2796"/>
                </a:lnTo>
                <a:lnTo>
                  <a:pt x="2498" y="2801"/>
                </a:lnTo>
                <a:lnTo>
                  <a:pt x="2507" y="2807"/>
                </a:lnTo>
                <a:lnTo>
                  <a:pt x="2509" y="2807"/>
                </a:lnTo>
                <a:lnTo>
                  <a:pt x="2512" y="2808"/>
                </a:lnTo>
                <a:lnTo>
                  <a:pt x="2516" y="2810"/>
                </a:lnTo>
                <a:lnTo>
                  <a:pt x="2521" y="2812"/>
                </a:lnTo>
                <a:lnTo>
                  <a:pt x="2516" y="2806"/>
                </a:lnTo>
                <a:lnTo>
                  <a:pt x="2513" y="2801"/>
                </a:lnTo>
                <a:lnTo>
                  <a:pt x="2510" y="2795"/>
                </a:lnTo>
                <a:lnTo>
                  <a:pt x="2509" y="2789"/>
                </a:lnTo>
                <a:lnTo>
                  <a:pt x="2512" y="2792"/>
                </a:lnTo>
                <a:lnTo>
                  <a:pt x="2515" y="2793"/>
                </a:lnTo>
                <a:lnTo>
                  <a:pt x="2517" y="2795"/>
                </a:lnTo>
                <a:lnTo>
                  <a:pt x="2518" y="2793"/>
                </a:lnTo>
                <a:lnTo>
                  <a:pt x="2518" y="2790"/>
                </a:lnTo>
                <a:lnTo>
                  <a:pt x="2517" y="2786"/>
                </a:lnTo>
                <a:lnTo>
                  <a:pt x="2515" y="2780"/>
                </a:lnTo>
                <a:lnTo>
                  <a:pt x="2514" y="2775"/>
                </a:lnTo>
                <a:lnTo>
                  <a:pt x="2514" y="2774"/>
                </a:lnTo>
                <a:lnTo>
                  <a:pt x="2514" y="2772"/>
                </a:lnTo>
                <a:lnTo>
                  <a:pt x="2515" y="2772"/>
                </a:lnTo>
                <a:lnTo>
                  <a:pt x="2517" y="2773"/>
                </a:lnTo>
                <a:lnTo>
                  <a:pt x="2524" y="2783"/>
                </a:lnTo>
                <a:lnTo>
                  <a:pt x="2532" y="2793"/>
                </a:lnTo>
                <a:lnTo>
                  <a:pt x="2528" y="2804"/>
                </a:lnTo>
                <a:lnTo>
                  <a:pt x="2525" y="2815"/>
                </a:lnTo>
                <a:lnTo>
                  <a:pt x="2532" y="2818"/>
                </a:lnTo>
                <a:lnTo>
                  <a:pt x="2538" y="2821"/>
                </a:lnTo>
                <a:lnTo>
                  <a:pt x="2547" y="2823"/>
                </a:lnTo>
                <a:lnTo>
                  <a:pt x="2557" y="2825"/>
                </a:lnTo>
                <a:lnTo>
                  <a:pt x="2561" y="2823"/>
                </a:lnTo>
                <a:lnTo>
                  <a:pt x="2565" y="2820"/>
                </a:lnTo>
                <a:lnTo>
                  <a:pt x="2567" y="2818"/>
                </a:lnTo>
                <a:lnTo>
                  <a:pt x="2569" y="2817"/>
                </a:lnTo>
                <a:lnTo>
                  <a:pt x="2572" y="2816"/>
                </a:lnTo>
                <a:lnTo>
                  <a:pt x="2575" y="2816"/>
                </a:lnTo>
                <a:lnTo>
                  <a:pt x="2578" y="2815"/>
                </a:lnTo>
                <a:lnTo>
                  <a:pt x="2581" y="2815"/>
                </a:lnTo>
                <a:lnTo>
                  <a:pt x="2582" y="2816"/>
                </a:lnTo>
                <a:lnTo>
                  <a:pt x="2583" y="2817"/>
                </a:lnTo>
                <a:lnTo>
                  <a:pt x="2584" y="2819"/>
                </a:lnTo>
                <a:lnTo>
                  <a:pt x="2584" y="2822"/>
                </a:lnTo>
                <a:lnTo>
                  <a:pt x="2585" y="2825"/>
                </a:lnTo>
                <a:lnTo>
                  <a:pt x="2584" y="2827"/>
                </a:lnTo>
                <a:lnTo>
                  <a:pt x="2583" y="2828"/>
                </a:lnTo>
                <a:lnTo>
                  <a:pt x="2581" y="2829"/>
                </a:lnTo>
                <a:lnTo>
                  <a:pt x="2589" y="2822"/>
                </a:lnTo>
                <a:lnTo>
                  <a:pt x="2597" y="2814"/>
                </a:lnTo>
                <a:lnTo>
                  <a:pt x="2603" y="2804"/>
                </a:lnTo>
                <a:lnTo>
                  <a:pt x="2610" y="2795"/>
                </a:lnTo>
                <a:lnTo>
                  <a:pt x="2613" y="2790"/>
                </a:lnTo>
                <a:lnTo>
                  <a:pt x="2617" y="2786"/>
                </a:lnTo>
                <a:lnTo>
                  <a:pt x="2621" y="2782"/>
                </a:lnTo>
                <a:lnTo>
                  <a:pt x="2626" y="2779"/>
                </a:lnTo>
                <a:lnTo>
                  <a:pt x="2631" y="2776"/>
                </a:lnTo>
                <a:lnTo>
                  <a:pt x="2637" y="2774"/>
                </a:lnTo>
                <a:lnTo>
                  <a:pt x="2644" y="2773"/>
                </a:lnTo>
                <a:lnTo>
                  <a:pt x="2652" y="2773"/>
                </a:lnTo>
                <a:lnTo>
                  <a:pt x="2650" y="2767"/>
                </a:lnTo>
                <a:lnTo>
                  <a:pt x="2649" y="2761"/>
                </a:lnTo>
                <a:lnTo>
                  <a:pt x="2649" y="2756"/>
                </a:lnTo>
                <a:lnTo>
                  <a:pt x="2650" y="2751"/>
                </a:lnTo>
                <a:lnTo>
                  <a:pt x="2652" y="2747"/>
                </a:lnTo>
                <a:lnTo>
                  <a:pt x="2656" y="2744"/>
                </a:lnTo>
                <a:lnTo>
                  <a:pt x="2660" y="2741"/>
                </a:lnTo>
                <a:lnTo>
                  <a:pt x="2665" y="2739"/>
                </a:lnTo>
                <a:lnTo>
                  <a:pt x="2665" y="2732"/>
                </a:lnTo>
                <a:lnTo>
                  <a:pt x="2664" y="2724"/>
                </a:lnTo>
                <a:lnTo>
                  <a:pt x="2661" y="2714"/>
                </a:lnTo>
                <a:lnTo>
                  <a:pt x="2657" y="2704"/>
                </a:lnTo>
                <a:lnTo>
                  <a:pt x="2653" y="2698"/>
                </a:lnTo>
                <a:lnTo>
                  <a:pt x="2649" y="2692"/>
                </a:lnTo>
                <a:lnTo>
                  <a:pt x="2647" y="2687"/>
                </a:lnTo>
                <a:lnTo>
                  <a:pt x="2647" y="2683"/>
                </a:lnTo>
                <a:lnTo>
                  <a:pt x="2644" y="2675"/>
                </a:lnTo>
                <a:lnTo>
                  <a:pt x="2639" y="2672"/>
                </a:lnTo>
                <a:lnTo>
                  <a:pt x="2635" y="2670"/>
                </a:lnTo>
                <a:lnTo>
                  <a:pt x="2631" y="2669"/>
                </a:lnTo>
                <a:lnTo>
                  <a:pt x="2626" y="2669"/>
                </a:lnTo>
                <a:lnTo>
                  <a:pt x="2620" y="2671"/>
                </a:lnTo>
                <a:lnTo>
                  <a:pt x="2614" y="2675"/>
                </a:lnTo>
                <a:lnTo>
                  <a:pt x="2607" y="2681"/>
                </a:lnTo>
                <a:lnTo>
                  <a:pt x="2599" y="2689"/>
                </a:lnTo>
                <a:lnTo>
                  <a:pt x="2593" y="2699"/>
                </a:lnTo>
                <a:lnTo>
                  <a:pt x="2589" y="2709"/>
                </a:lnTo>
                <a:lnTo>
                  <a:pt x="2585" y="2721"/>
                </a:lnTo>
                <a:lnTo>
                  <a:pt x="2582" y="2732"/>
                </a:lnTo>
                <a:lnTo>
                  <a:pt x="2587" y="2731"/>
                </a:lnTo>
                <a:lnTo>
                  <a:pt x="2592" y="2730"/>
                </a:lnTo>
                <a:lnTo>
                  <a:pt x="2594" y="2729"/>
                </a:lnTo>
                <a:lnTo>
                  <a:pt x="2598" y="2730"/>
                </a:lnTo>
                <a:lnTo>
                  <a:pt x="2602" y="2731"/>
                </a:lnTo>
                <a:lnTo>
                  <a:pt x="2606" y="2734"/>
                </a:lnTo>
                <a:lnTo>
                  <a:pt x="2611" y="2739"/>
                </a:lnTo>
                <a:lnTo>
                  <a:pt x="2615" y="2746"/>
                </a:lnTo>
                <a:lnTo>
                  <a:pt x="2615" y="2747"/>
                </a:lnTo>
                <a:lnTo>
                  <a:pt x="2615" y="2749"/>
                </a:lnTo>
                <a:lnTo>
                  <a:pt x="2619" y="2755"/>
                </a:lnTo>
                <a:lnTo>
                  <a:pt x="2623" y="2761"/>
                </a:lnTo>
                <a:lnTo>
                  <a:pt x="2622" y="2767"/>
                </a:lnTo>
                <a:lnTo>
                  <a:pt x="2621" y="2772"/>
                </a:lnTo>
                <a:lnTo>
                  <a:pt x="2620" y="2775"/>
                </a:lnTo>
                <a:lnTo>
                  <a:pt x="2618" y="2775"/>
                </a:lnTo>
                <a:lnTo>
                  <a:pt x="2615" y="2775"/>
                </a:lnTo>
                <a:lnTo>
                  <a:pt x="2610" y="2772"/>
                </a:lnTo>
                <a:lnTo>
                  <a:pt x="2607" y="2773"/>
                </a:lnTo>
                <a:lnTo>
                  <a:pt x="2603" y="2771"/>
                </a:lnTo>
                <a:lnTo>
                  <a:pt x="2599" y="2769"/>
                </a:lnTo>
                <a:lnTo>
                  <a:pt x="2594" y="2765"/>
                </a:lnTo>
                <a:lnTo>
                  <a:pt x="2585" y="2756"/>
                </a:lnTo>
                <a:lnTo>
                  <a:pt x="2576" y="2744"/>
                </a:lnTo>
                <a:lnTo>
                  <a:pt x="2573" y="2748"/>
                </a:lnTo>
                <a:lnTo>
                  <a:pt x="2570" y="2751"/>
                </a:lnTo>
                <a:lnTo>
                  <a:pt x="2566" y="2755"/>
                </a:lnTo>
                <a:lnTo>
                  <a:pt x="2562" y="2757"/>
                </a:lnTo>
                <a:lnTo>
                  <a:pt x="2563" y="2757"/>
                </a:lnTo>
                <a:lnTo>
                  <a:pt x="2565" y="2757"/>
                </a:lnTo>
                <a:lnTo>
                  <a:pt x="2570" y="2759"/>
                </a:lnTo>
                <a:lnTo>
                  <a:pt x="2573" y="2760"/>
                </a:lnTo>
                <a:lnTo>
                  <a:pt x="2575" y="2763"/>
                </a:lnTo>
                <a:lnTo>
                  <a:pt x="2577" y="2766"/>
                </a:lnTo>
                <a:lnTo>
                  <a:pt x="2578" y="2772"/>
                </a:lnTo>
                <a:lnTo>
                  <a:pt x="2579" y="2778"/>
                </a:lnTo>
                <a:lnTo>
                  <a:pt x="2575" y="2778"/>
                </a:lnTo>
                <a:lnTo>
                  <a:pt x="2573" y="2779"/>
                </a:lnTo>
                <a:lnTo>
                  <a:pt x="2572" y="2780"/>
                </a:lnTo>
                <a:lnTo>
                  <a:pt x="2571" y="2780"/>
                </a:lnTo>
                <a:lnTo>
                  <a:pt x="2569" y="2779"/>
                </a:lnTo>
                <a:lnTo>
                  <a:pt x="2566" y="2777"/>
                </a:lnTo>
                <a:lnTo>
                  <a:pt x="2567" y="2780"/>
                </a:lnTo>
                <a:lnTo>
                  <a:pt x="2568" y="2782"/>
                </a:lnTo>
                <a:lnTo>
                  <a:pt x="2568" y="2784"/>
                </a:lnTo>
                <a:lnTo>
                  <a:pt x="2568" y="2786"/>
                </a:lnTo>
                <a:lnTo>
                  <a:pt x="2554" y="2787"/>
                </a:lnTo>
                <a:lnTo>
                  <a:pt x="2538" y="2788"/>
                </a:lnTo>
                <a:lnTo>
                  <a:pt x="2534" y="2774"/>
                </a:lnTo>
                <a:lnTo>
                  <a:pt x="2531" y="2763"/>
                </a:lnTo>
                <a:lnTo>
                  <a:pt x="2531" y="2762"/>
                </a:lnTo>
                <a:lnTo>
                  <a:pt x="2531" y="2761"/>
                </a:lnTo>
                <a:lnTo>
                  <a:pt x="2529" y="2761"/>
                </a:lnTo>
                <a:lnTo>
                  <a:pt x="2527" y="2760"/>
                </a:lnTo>
                <a:lnTo>
                  <a:pt x="2520" y="2763"/>
                </a:lnTo>
                <a:lnTo>
                  <a:pt x="2514" y="2764"/>
                </a:lnTo>
                <a:lnTo>
                  <a:pt x="2508" y="2764"/>
                </a:lnTo>
                <a:lnTo>
                  <a:pt x="2503" y="2763"/>
                </a:lnTo>
                <a:lnTo>
                  <a:pt x="2496" y="2761"/>
                </a:lnTo>
                <a:lnTo>
                  <a:pt x="2491" y="2758"/>
                </a:lnTo>
                <a:lnTo>
                  <a:pt x="2487" y="2753"/>
                </a:lnTo>
                <a:lnTo>
                  <a:pt x="2482" y="2749"/>
                </a:lnTo>
                <a:lnTo>
                  <a:pt x="2473" y="2741"/>
                </a:lnTo>
                <a:lnTo>
                  <a:pt x="2464" y="2732"/>
                </a:lnTo>
                <a:lnTo>
                  <a:pt x="2459" y="2728"/>
                </a:lnTo>
                <a:lnTo>
                  <a:pt x="2455" y="2725"/>
                </a:lnTo>
                <a:lnTo>
                  <a:pt x="2448" y="2723"/>
                </a:lnTo>
                <a:lnTo>
                  <a:pt x="2443" y="2721"/>
                </a:lnTo>
                <a:lnTo>
                  <a:pt x="2438" y="2718"/>
                </a:lnTo>
                <a:lnTo>
                  <a:pt x="2433" y="2714"/>
                </a:lnTo>
                <a:lnTo>
                  <a:pt x="2425" y="2723"/>
                </a:lnTo>
                <a:lnTo>
                  <a:pt x="2416" y="2731"/>
                </a:lnTo>
                <a:lnTo>
                  <a:pt x="2412" y="2735"/>
                </a:lnTo>
                <a:lnTo>
                  <a:pt x="2407" y="2740"/>
                </a:lnTo>
                <a:lnTo>
                  <a:pt x="2404" y="2744"/>
                </a:lnTo>
                <a:lnTo>
                  <a:pt x="2402" y="2750"/>
                </a:lnTo>
                <a:lnTo>
                  <a:pt x="2401" y="2751"/>
                </a:lnTo>
                <a:lnTo>
                  <a:pt x="2402" y="2752"/>
                </a:lnTo>
                <a:lnTo>
                  <a:pt x="2404" y="2753"/>
                </a:lnTo>
                <a:close/>
                <a:moveTo>
                  <a:pt x="2638" y="2699"/>
                </a:moveTo>
                <a:lnTo>
                  <a:pt x="2644" y="2704"/>
                </a:lnTo>
                <a:lnTo>
                  <a:pt x="2650" y="2708"/>
                </a:lnTo>
                <a:lnTo>
                  <a:pt x="2653" y="2711"/>
                </a:lnTo>
                <a:lnTo>
                  <a:pt x="2655" y="2714"/>
                </a:lnTo>
                <a:lnTo>
                  <a:pt x="2656" y="2718"/>
                </a:lnTo>
                <a:lnTo>
                  <a:pt x="2656" y="2724"/>
                </a:lnTo>
                <a:lnTo>
                  <a:pt x="2650" y="2719"/>
                </a:lnTo>
                <a:lnTo>
                  <a:pt x="2644" y="2716"/>
                </a:lnTo>
                <a:lnTo>
                  <a:pt x="2640" y="2713"/>
                </a:lnTo>
                <a:lnTo>
                  <a:pt x="2638" y="2710"/>
                </a:lnTo>
                <a:lnTo>
                  <a:pt x="2637" y="2705"/>
                </a:lnTo>
                <a:lnTo>
                  <a:pt x="2638" y="2699"/>
                </a:lnTo>
                <a:close/>
                <a:moveTo>
                  <a:pt x="2637" y="2740"/>
                </a:moveTo>
                <a:lnTo>
                  <a:pt x="2635" y="2739"/>
                </a:lnTo>
                <a:lnTo>
                  <a:pt x="2634" y="2739"/>
                </a:lnTo>
                <a:lnTo>
                  <a:pt x="2629" y="2734"/>
                </a:lnTo>
                <a:lnTo>
                  <a:pt x="2624" y="2730"/>
                </a:lnTo>
                <a:lnTo>
                  <a:pt x="2619" y="2724"/>
                </a:lnTo>
                <a:lnTo>
                  <a:pt x="2614" y="2717"/>
                </a:lnTo>
                <a:lnTo>
                  <a:pt x="2615" y="2716"/>
                </a:lnTo>
                <a:lnTo>
                  <a:pt x="2616" y="2713"/>
                </a:lnTo>
                <a:lnTo>
                  <a:pt x="2623" y="2714"/>
                </a:lnTo>
                <a:lnTo>
                  <a:pt x="2630" y="2716"/>
                </a:lnTo>
                <a:lnTo>
                  <a:pt x="2630" y="2716"/>
                </a:lnTo>
                <a:lnTo>
                  <a:pt x="2630" y="2716"/>
                </a:lnTo>
                <a:lnTo>
                  <a:pt x="2634" y="2718"/>
                </a:lnTo>
                <a:lnTo>
                  <a:pt x="2638" y="2721"/>
                </a:lnTo>
                <a:lnTo>
                  <a:pt x="2643" y="2726"/>
                </a:lnTo>
                <a:lnTo>
                  <a:pt x="2647" y="2730"/>
                </a:lnTo>
                <a:lnTo>
                  <a:pt x="2648" y="2736"/>
                </a:lnTo>
                <a:lnTo>
                  <a:pt x="2648" y="2742"/>
                </a:lnTo>
                <a:lnTo>
                  <a:pt x="2648" y="2744"/>
                </a:lnTo>
                <a:lnTo>
                  <a:pt x="2646" y="2745"/>
                </a:lnTo>
                <a:lnTo>
                  <a:pt x="2643" y="2744"/>
                </a:lnTo>
                <a:lnTo>
                  <a:pt x="2637" y="2740"/>
                </a:lnTo>
                <a:close/>
                <a:moveTo>
                  <a:pt x="2448" y="2750"/>
                </a:moveTo>
                <a:lnTo>
                  <a:pt x="2446" y="2752"/>
                </a:lnTo>
                <a:lnTo>
                  <a:pt x="2443" y="2752"/>
                </a:lnTo>
                <a:lnTo>
                  <a:pt x="2443" y="2755"/>
                </a:lnTo>
                <a:lnTo>
                  <a:pt x="2438" y="2757"/>
                </a:lnTo>
                <a:lnTo>
                  <a:pt x="2433" y="2757"/>
                </a:lnTo>
                <a:lnTo>
                  <a:pt x="2431" y="2753"/>
                </a:lnTo>
                <a:lnTo>
                  <a:pt x="2429" y="2750"/>
                </a:lnTo>
                <a:lnTo>
                  <a:pt x="2429" y="2746"/>
                </a:lnTo>
                <a:lnTo>
                  <a:pt x="2430" y="2743"/>
                </a:lnTo>
                <a:lnTo>
                  <a:pt x="2427" y="2740"/>
                </a:lnTo>
                <a:lnTo>
                  <a:pt x="2424" y="2737"/>
                </a:lnTo>
                <a:lnTo>
                  <a:pt x="2426" y="2735"/>
                </a:lnTo>
                <a:lnTo>
                  <a:pt x="2429" y="2734"/>
                </a:lnTo>
                <a:lnTo>
                  <a:pt x="2431" y="2735"/>
                </a:lnTo>
                <a:lnTo>
                  <a:pt x="2435" y="2737"/>
                </a:lnTo>
                <a:lnTo>
                  <a:pt x="2439" y="2735"/>
                </a:lnTo>
                <a:lnTo>
                  <a:pt x="2442" y="2734"/>
                </a:lnTo>
                <a:lnTo>
                  <a:pt x="2444" y="2737"/>
                </a:lnTo>
                <a:lnTo>
                  <a:pt x="2445" y="2740"/>
                </a:lnTo>
                <a:lnTo>
                  <a:pt x="2446" y="2743"/>
                </a:lnTo>
                <a:lnTo>
                  <a:pt x="2445" y="2746"/>
                </a:lnTo>
                <a:lnTo>
                  <a:pt x="2447" y="2748"/>
                </a:lnTo>
                <a:lnTo>
                  <a:pt x="2448" y="2750"/>
                </a:lnTo>
                <a:close/>
                <a:moveTo>
                  <a:pt x="2356" y="3080"/>
                </a:moveTo>
                <a:lnTo>
                  <a:pt x="2353" y="3079"/>
                </a:lnTo>
                <a:lnTo>
                  <a:pt x="2349" y="3076"/>
                </a:lnTo>
                <a:lnTo>
                  <a:pt x="2344" y="3071"/>
                </a:lnTo>
                <a:lnTo>
                  <a:pt x="2340" y="3064"/>
                </a:lnTo>
                <a:lnTo>
                  <a:pt x="2341" y="3061"/>
                </a:lnTo>
                <a:lnTo>
                  <a:pt x="2342" y="3057"/>
                </a:lnTo>
                <a:lnTo>
                  <a:pt x="2343" y="3056"/>
                </a:lnTo>
                <a:lnTo>
                  <a:pt x="2344" y="3054"/>
                </a:lnTo>
                <a:lnTo>
                  <a:pt x="2346" y="3054"/>
                </a:lnTo>
                <a:lnTo>
                  <a:pt x="2349" y="3055"/>
                </a:lnTo>
                <a:lnTo>
                  <a:pt x="2355" y="3064"/>
                </a:lnTo>
                <a:lnTo>
                  <a:pt x="2362" y="3075"/>
                </a:lnTo>
                <a:lnTo>
                  <a:pt x="2363" y="3078"/>
                </a:lnTo>
                <a:lnTo>
                  <a:pt x="2362" y="3080"/>
                </a:lnTo>
                <a:lnTo>
                  <a:pt x="2359" y="3081"/>
                </a:lnTo>
                <a:lnTo>
                  <a:pt x="2356" y="3080"/>
                </a:lnTo>
                <a:close/>
                <a:moveTo>
                  <a:pt x="2330" y="2928"/>
                </a:moveTo>
                <a:lnTo>
                  <a:pt x="2331" y="2933"/>
                </a:lnTo>
                <a:lnTo>
                  <a:pt x="2332" y="2936"/>
                </a:lnTo>
                <a:lnTo>
                  <a:pt x="2332" y="2938"/>
                </a:lnTo>
                <a:lnTo>
                  <a:pt x="2331" y="2940"/>
                </a:lnTo>
                <a:lnTo>
                  <a:pt x="2328" y="2942"/>
                </a:lnTo>
                <a:lnTo>
                  <a:pt x="2326" y="2944"/>
                </a:lnTo>
                <a:lnTo>
                  <a:pt x="2321" y="2941"/>
                </a:lnTo>
                <a:lnTo>
                  <a:pt x="2317" y="2938"/>
                </a:lnTo>
                <a:lnTo>
                  <a:pt x="2315" y="2936"/>
                </a:lnTo>
                <a:lnTo>
                  <a:pt x="2312" y="2934"/>
                </a:lnTo>
                <a:lnTo>
                  <a:pt x="2312" y="2931"/>
                </a:lnTo>
                <a:lnTo>
                  <a:pt x="2313" y="2928"/>
                </a:lnTo>
                <a:lnTo>
                  <a:pt x="2315" y="2927"/>
                </a:lnTo>
                <a:lnTo>
                  <a:pt x="2316" y="2926"/>
                </a:lnTo>
                <a:lnTo>
                  <a:pt x="2318" y="2926"/>
                </a:lnTo>
                <a:lnTo>
                  <a:pt x="2320" y="2926"/>
                </a:lnTo>
                <a:lnTo>
                  <a:pt x="2325" y="2927"/>
                </a:lnTo>
                <a:lnTo>
                  <a:pt x="2330" y="2928"/>
                </a:lnTo>
                <a:close/>
                <a:moveTo>
                  <a:pt x="2542" y="2761"/>
                </a:moveTo>
                <a:lnTo>
                  <a:pt x="2545" y="2763"/>
                </a:lnTo>
                <a:lnTo>
                  <a:pt x="2547" y="2764"/>
                </a:lnTo>
                <a:lnTo>
                  <a:pt x="2550" y="2763"/>
                </a:lnTo>
                <a:lnTo>
                  <a:pt x="2551" y="2761"/>
                </a:lnTo>
                <a:lnTo>
                  <a:pt x="2552" y="2761"/>
                </a:lnTo>
                <a:lnTo>
                  <a:pt x="2554" y="2760"/>
                </a:lnTo>
                <a:lnTo>
                  <a:pt x="2547" y="2761"/>
                </a:lnTo>
                <a:lnTo>
                  <a:pt x="2542" y="2761"/>
                </a:lnTo>
                <a:close/>
                <a:moveTo>
                  <a:pt x="2282" y="3494"/>
                </a:moveTo>
                <a:lnTo>
                  <a:pt x="2278" y="3489"/>
                </a:lnTo>
                <a:lnTo>
                  <a:pt x="2276" y="3485"/>
                </a:lnTo>
                <a:lnTo>
                  <a:pt x="2276" y="3482"/>
                </a:lnTo>
                <a:lnTo>
                  <a:pt x="2276" y="3479"/>
                </a:lnTo>
                <a:lnTo>
                  <a:pt x="2280" y="3479"/>
                </a:lnTo>
                <a:lnTo>
                  <a:pt x="2284" y="3481"/>
                </a:lnTo>
                <a:lnTo>
                  <a:pt x="2288" y="3484"/>
                </a:lnTo>
                <a:lnTo>
                  <a:pt x="2294" y="3492"/>
                </a:lnTo>
                <a:lnTo>
                  <a:pt x="2293" y="3495"/>
                </a:lnTo>
                <a:lnTo>
                  <a:pt x="2291" y="3498"/>
                </a:lnTo>
                <a:lnTo>
                  <a:pt x="2290" y="3498"/>
                </a:lnTo>
                <a:lnTo>
                  <a:pt x="2288" y="3498"/>
                </a:lnTo>
                <a:lnTo>
                  <a:pt x="2285" y="3496"/>
                </a:lnTo>
                <a:lnTo>
                  <a:pt x="2282" y="3494"/>
                </a:lnTo>
                <a:close/>
                <a:moveTo>
                  <a:pt x="2232" y="3514"/>
                </a:moveTo>
                <a:lnTo>
                  <a:pt x="2236" y="3510"/>
                </a:lnTo>
                <a:lnTo>
                  <a:pt x="2239" y="3507"/>
                </a:lnTo>
                <a:lnTo>
                  <a:pt x="2242" y="3506"/>
                </a:lnTo>
                <a:lnTo>
                  <a:pt x="2245" y="3503"/>
                </a:lnTo>
                <a:lnTo>
                  <a:pt x="2247" y="3503"/>
                </a:lnTo>
                <a:lnTo>
                  <a:pt x="2249" y="3503"/>
                </a:lnTo>
                <a:lnTo>
                  <a:pt x="2252" y="3505"/>
                </a:lnTo>
                <a:lnTo>
                  <a:pt x="2256" y="3508"/>
                </a:lnTo>
                <a:lnTo>
                  <a:pt x="2254" y="3515"/>
                </a:lnTo>
                <a:lnTo>
                  <a:pt x="2252" y="3523"/>
                </a:lnTo>
                <a:lnTo>
                  <a:pt x="2251" y="3526"/>
                </a:lnTo>
                <a:lnTo>
                  <a:pt x="2250" y="3528"/>
                </a:lnTo>
                <a:lnTo>
                  <a:pt x="2247" y="3530"/>
                </a:lnTo>
                <a:lnTo>
                  <a:pt x="2243" y="3530"/>
                </a:lnTo>
                <a:lnTo>
                  <a:pt x="2240" y="3526"/>
                </a:lnTo>
                <a:lnTo>
                  <a:pt x="2236" y="3522"/>
                </a:lnTo>
                <a:lnTo>
                  <a:pt x="2234" y="3518"/>
                </a:lnTo>
                <a:lnTo>
                  <a:pt x="2232" y="3514"/>
                </a:lnTo>
                <a:close/>
                <a:moveTo>
                  <a:pt x="1007" y="3250"/>
                </a:moveTo>
                <a:lnTo>
                  <a:pt x="1009" y="3243"/>
                </a:lnTo>
                <a:lnTo>
                  <a:pt x="1012" y="3237"/>
                </a:lnTo>
                <a:lnTo>
                  <a:pt x="1016" y="3234"/>
                </a:lnTo>
                <a:lnTo>
                  <a:pt x="1021" y="3232"/>
                </a:lnTo>
                <a:lnTo>
                  <a:pt x="1025" y="3230"/>
                </a:lnTo>
                <a:lnTo>
                  <a:pt x="1030" y="3229"/>
                </a:lnTo>
                <a:lnTo>
                  <a:pt x="1034" y="3227"/>
                </a:lnTo>
                <a:lnTo>
                  <a:pt x="1037" y="3224"/>
                </a:lnTo>
                <a:lnTo>
                  <a:pt x="1037" y="3223"/>
                </a:lnTo>
                <a:lnTo>
                  <a:pt x="1036" y="3222"/>
                </a:lnTo>
                <a:lnTo>
                  <a:pt x="1037" y="3223"/>
                </a:lnTo>
                <a:lnTo>
                  <a:pt x="1038" y="3223"/>
                </a:lnTo>
                <a:lnTo>
                  <a:pt x="1035" y="3219"/>
                </a:lnTo>
                <a:lnTo>
                  <a:pt x="1034" y="3216"/>
                </a:lnTo>
                <a:lnTo>
                  <a:pt x="1034" y="3213"/>
                </a:lnTo>
                <a:lnTo>
                  <a:pt x="1034" y="3210"/>
                </a:lnTo>
                <a:lnTo>
                  <a:pt x="1035" y="3206"/>
                </a:lnTo>
                <a:lnTo>
                  <a:pt x="1038" y="3202"/>
                </a:lnTo>
                <a:lnTo>
                  <a:pt x="1038" y="3202"/>
                </a:lnTo>
                <a:lnTo>
                  <a:pt x="1038" y="3202"/>
                </a:lnTo>
                <a:lnTo>
                  <a:pt x="1038" y="3202"/>
                </a:lnTo>
                <a:lnTo>
                  <a:pt x="1038" y="3202"/>
                </a:lnTo>
                <a:lnTo>
                  <a:pt x="1038" y="3202"/>
                </a:lnTo>
                <a:lnTo>
                  <a:pt x="1041" y="3204"/>
                </a:lnTo>
                <a:lnTo>
                  <a:pt x="1044" y="3205"/>
                </a:lnTo>
                <a:lnTo>
                  <a:pt x="1046" y="3205"/>
                </a:lnTo>
                <a:lnTo>
                  <a:pt x="1049" y="3205"/>
                </a:lnTo>
                <a:lnTo>
                  <a:pt x="1055" y="3203"/>
                </a:lnTo>
                <a:lnTo>
                  <a:pt x="1060" y="3202"/>
                </a:lnTo>
                <a:lnTo>
                  <a:pt x="1062" y="3201"/>
                </a:lnTo>
                <a:lnTo>
                  <a:pt x="1065" y="3201"/>
                </a:lnTo>
                <a:lnTo>
                  <a:pt x="1067" y="3202"/>
                </a:lnTo>
                <a:lnTo>
                  <a:pt x="1069" y="3203"/>
                </a:lnTo>
                <a:lnTo>
                  <a:pt x="1072" y="3205"/>
                </a:lnTo>
                <a:lnTo>
                  <a:pt x="1074" y="3208"/>
                </a:lnTo>
                <a:lnTo>
                  <a:pt x="1076" y="3212"/>
                </a:lnTo>
                <a:lnTo>
                  <a:pt x="1079" y="3217"/>
                </a:lnTo>
                <a:lnTo>
                  <a:pt x="1080" y="3222"/>
                </a:lnTo>
                <a:lnTo>
                  <a:pt x="1081" y="3227"/>
                </a:lnTo>
                <a:lnTo>
                  <a:pt x="1081" y="3230"/>
                </a:lnTo>
                <a:lnTo>
                  <a:pt x="1080" y="3231"/>
                </a:lnTo>
                <a:lnTo>
                  <a:pt x="1079" y="3232"/>
                </a:lnTo>
                <a:lnTo>
                  <a:pt x="1077" y="3232"/>
                </a:lnTo>
                <a:lnTo>
                  <a:pt x="1074" y="3232"/>
                </a:lnTo>
                <a:lnTo>
                  <a:pt x="1071" y="3231"/>
                </a:lnTo>
                <a:lnTo>
                  <a:pt x="1065" y="3229"/>
                </a:lnTo>
                <a:lnTo>
                  <a:pt x="1058" y="3225"/>
                </a:lnTo>
                <a:lnTo>
                  <a:pt x="1051" y="3223"/>
                </a:lnTo>
                <a:lnTo>
                  <a:pt x="1046" y="3223"/>
                </a:lnTo>
                <a:lnTo>
                  <a:pt x="1042" y="3223"/>
                </a:lnTo>
                <a:lnTo>
                  <a:pt x="1038" y="3223"/>
                </a:lnTo>
                <a:lnTo>
                  <a:pt x="1038" y="3223"/>
                </a:lnTo>
                <a:lnTo>
                  <a:pt x="1038" y="3223"/>
                </a:lnTo>
                <a:lnTo>
                  <a:pt x="1037" y="3223"/>
                </a:lnTo>
                <a:lnTo>
                  <a:pt x="1037" y="3224"/>
                </a:lnTo>
                <a:lnTo>
                  <a:pt x="1042" y="3233"/>
                </a:lnTo>
                <a:lnTo>
                  <a:pt x="1046" y="3240"/>
                </a:lnTo>
                <a:lnTo>
                  <a:pt x="1048" y="3245"/>
                </a:lnTo>
                <a:lnTo>
                  <a:pt x="1049" y="3249"/>
                </a:lnTo>
                <a:lnTo>
                  <a:pt x="1049" y="3252"/>
                </a:lnTo>
                <a:lnTo>
                  <a:pt x="1047" y="3253"/>
                </a:lnTo>
                <a:lnTo>
                  <a:pt x="1045" y="3254"/>
                </a:lnTo>
                <a:lnTo>
                  <a:pt x="1042" y="3254"/>
                </a:lnTo>
                <a:lnTo>
                  <a:pt x="1034" y="3253"/>
                </a:lnTo>
                <a:lnTo>
                  <a:pt x="1025" y="3251"/>
                </a:lnTo>
                <a:lnTo>
                  <a:pt x="1016" y="3249"/>
                </a:lnTo>
                <a:lnTo>
                  <a:pt x="1007" y="3250"/>
                </a:lnTo>
                <a:close/>
                <a:moveTo>
                  <a:pt x="443" y="3930"/>
                </a:moveTo>
                <a:lnTo>
                  <a:pt x="440" y="3924"/>
                </a:lnTo>
                <a:lnTo>
                  <a:pt x="440" y="3920"/>
                </a:lnTo>
                <a:lnTo>
                  <a:pt x="441" y="3916"/>
                </a:lnTo>
                <a:lnTo>
                  <a:pt x="444" y="3913"/>
                </a:lnTo>
                <a:lnTo>
                  <a:pt x="451" y="3909"/>
                </a:lnTo>
                <a:lnTo>
                  <a:pt x="457" y="3904"/>
                </a:lnTo>
                <a:lnTo>
                  <a:pt x="463" y="3913"/>
                </a:lnTo>
                <a:lnTo>
                  <a:pt x="467" y="3922"/>
                </a:lnTo>
                <a:lnTo>
                  <a:pt x="468" y="3926"/>
                </a:lnTo>
                <a:lnTo>
                  <a:pt x="468" y="3930"/>
                </a:lnTo>
                <a:lnTo>
                  <a:pt x="468" y="3935"/>
                </a:lnTo>
                <a:lnTo>
                  <a:pt x="467" y="3939"/>
                </a:lnTo>
                <a:lnTo>
                  <a:pt x="461" y="3940"/>
                </a:lnTo>
                <a:lnTo>
                  <a:pt x="455" y="3940"/>
                </a:lnTo>
                <a:lnTo>
                  <a:pt x="452" y="3939"/>
                </a:lnTo>
                <a:lnTo>
                  <a:pt x="449" y="3937"/>
                </a:lnTo>
                <a:lnTo>
                  <a:pt x="445" y="3935"/>
                </a:lnTo>
                <a:lnTo>
                  <a:pt x="443" y="3930"/>
                </a:lnTo>
                <a:close/>
                <a:moveTo>
                  <a:pt x="2439" y="2275"/>
                </a:moveTo>
                <a:lnTo>
                  <a:pt x="2440" y="2272"/>
                </a:lnTo>
                <a:lnTo>
                  <a:pt x="2441" y="2270"/>
                </a:lnTo>
                <a:lnTo>
                  <a:pt x="2444" y="2266"/>
                </a:lnTo>
                <a:lnTo>
                  <a:pt x="2446" y="2263"/>
                </a:lnTo>
                <a:lnTo>
                  <a:pt x="2448" y="2260"/>
                </a:lnTo>
                <a:lnTo>
                  <a:pt x="2449" y="2257"/>
                </a:lnTo>
                <a:lnTo>
                  <a:pt x="2446" y="2256"/>
                </a:lnTo>
                <a:lnTo>
                  <a:pt x="2444" y="2256"/>
                </a:lnTo>
                <a:lnTo>
                  <a:pt x="2442" y="2260"/>
                </a:lnTo>
                <a:lnTo>
                  <a:pt x="2441" y="2263"/>
                </a:lnTo>
                <a:lnTo>
                  <a:pt x="2439" y="2266"/>
                </a:lnTo>
                <a:lnTo>
                  <a:pt x="2436" y="2267"/>
                </a:lnTo>
                <a:lnTo>
                  <a:pt x="2437" y="2272"/>
                </a:lnTo>
                <a:lnTo>
                  <a:pt x="2438" y="2276"/>
                </a:lnTo>
                <a:lnTo>
                  <a:pt x="2439" y="2275"/>
                </a:lnTo>
                <a:close/>
                <a:moveTo>
                  <a:pt x="515" y="3881"/>
                </a:moveTo>
                <a:lnTo>
                  <a:pt x="507" y="3890"/>
                </a:lnTo>
                <a:lnTo>
                  <a:pt x="500" y="3900"/>
                </a:lnTo>
                <a:lnTo>
                  <a:pt x="491" y="3889"/>
                </a:lnTo>
                <a:lnTo>
                  <a:pt x="482" y="3878"/>
                </a:lnTo>
                <a:lnTo>
                  <a:pt x="482" y="3878"/>
                </a:lnTo>
                <a:lnTo>
                  <a:pt x="479" y="3881"/>
                </a:lnTo>
                <a:lnTo>
                  <a:pt x="476" y="3883"/>
                </a:lnTo>
                <a:lnTo>
                  <a:pt x="477" y="3874"/>
                </a:lnTo>
                <a:lnTo>
                  <a:pt x="479" y="3864"/>
                </a:lnTo>
                <a:lnTo>
                  <a:pt x="480" y="3856"/>
                </a:lnTo>
                <a:lnTo>
                  <a:pt x="483" y="3847"/>
                </a:lnTo>
                <a:lnTo>
                  <a:pt x="486" y="3844"/>
                </a:lnTo>
                <a:lnTo>
                  <a:pt x="488" y="3841"/>
                </a:lnTo>
                <a:lnTo>
                  <a:pt x="491" y="3839"/>
                </a:lnTo>
                <a:lnTo>
                  <a:pt x="496" y="3837"/>
                </a:lnTo>
                <a:lnTo>
                  <a:pt x="501" y="3836"/>
                </a:lnTo>
                <a:lnTo>
                  <a:pt x="506" y="3836"/>
                </a:lnTo>
                <a:lnTo>
                  <a:pt x="512" y="3836"/>
                </a:lnTo>
                <a:lnTo>
                  <a:pt x="519" y="3837"/>
                </a:lnTo>
                <a:lnTo>
                  <a:pt x="516" y="3851"/>
                </a:lnTo>
                <a:lnTo>
                  <a:pt x="512" y="3866"/>
                </a:lnTo>
                <a:lnTo>
                  <a:pt x="513" y="3874"/>
                </a:lnTo>
                <a:lnTo>
                  <a:pt x="515" y="3881"/>
                </a:lnTo>
                <a:close/>
                <a:moveTo>
                  <a:pt x="1029" y="3280"/>
                </a:moveTo>
                <a:lnTo>
                  <a:pt x="1031" y="3284"/>
                </a:lnTo>
                <a:lnTo>
                  <a:pt x="1031" y="3287"/>
                </a:lnTo>
                <a:lnTo>
                  <a:pt x="1030" y="3290"/>
                </a:lnTo>
                <a:lnTo>
                  <a:pt x="1028" y="3292"/>
                </a:lnTo>
                <a:lnTo>
                  <a:pt x="1025" y="3292"/>
                </a:lnTo>
                <a:lnTo>
                  <a:pt x="1022" y="3293"/>
                </a:lnTo>
                <a:lnTo>
                  <a:pt x="1018" y="3292"/>
                </a:lnTo>
                <a:lnTo>
                  <a:pt x="1014" y="3292"/>
                </a:lnTo>
                <a:lnTo>
                  <a:pt x="1004" y="3309"/>
                </a:lnTo>
                <a:lnTo>
                  <a:pt x="995" y="3326"/>
                </a:lnTo>
                <a:lnTo>
                  <a:pt x="990" y="3333"/>
                </a:lnTo>
                <a:lnTo>
                  <a:pt x="985" y="3340"/>
                </a:lnTo>
                <a:lnTo>
                  <a:pt x="978" y="3348"/>
                </a:lnTo>
                <a:lnTo>
                  <a:pt x="971" y="3353"/>
                </a:lnTo>
                <a:lnTo>
                  <a:pt x="963" y="3353"/>
                </a:lnTo>
                <a:lnTo>
                  <a:pt x="954" y="3352"/>
                </a:lnTo>
                <a:lnTo>
                  <a:pt x="950" y="3350"/>
                </a:lnTo>
                <a:lnTo>
                  <a:pt x="947" y="3347"/>
                </a:lnTo>
                <a:lnTo>
                  <a:pt x="945" y="3341"/>
                </a:lnTo>
                <a:lnTo>
                  <a:pt x="944" y="3334"/>
                </a:lnTo>
                <a:lnTo>
                  <a:pt x="946" y="3331"/>
                </a:lnTo>
                <a:lnTo>
                  <a:pt x="940" y="3329"/>
                </a:lnTo>
                <a:lnTo>
                  <a:pt x="936" y="3325"/>
                </a:lnTo>
                <a:lnTo>
                  <a:pt x="932" y="3320"/>
                </a:lnTo>
                <a:lnTo>
                  <a:pt x="929" y="3314"/>
                </a:lnTo>
                <a:lnTo>
                  <a:pt x="929" y="3314"/>
                </a:lnTo>
                <a:lnTo>
                  <a:pt x="929" y="3314"/>
                </a:lnTo>
                <a:lnTo>
                  <a:pt x="928" y="3318"/>
                </a:lnTo>
                <a:lnTo>
                  <a:pt x="927" y="3322"/>
                </a:lnTo>
                <a:lnTo>
                  <a:pt x="921" y="3325"/>
                </a:lnTo>
                <a:lnTo>
                  <a:pt x="915" y="3327"/>
                </a:lnTo>
                <a:lnTo>
                  <a:pt x="907" y="3327"/>
                </a:lnTo>
                <a:lnTo>
                  <a:pt x="900" y="3329"/>
                </a:lnTo>
                <a:lnTo>
                  <a:pt x="895" y="3332"/>
                </a:lnTo>
                <a:lnTo>
                  <a:pt x="890" y="3336"/>
                </a:lnTo>
                <a:lnTo>
                  <a:pt x="885" y="3339"/>
                </a:lnTo>
                <a:lnTo>
                  <a:pt x="880" y="3340"/>
                </a:lnTo>
                <a:lnTo>
                  <a:pt x="877" y="3341"/>
                </a:lnTo>
                <a:lnTo>
                  <a:pt x="874" y="3340"/>
                </a:lnTo>
                <a:lnTo>
                  <a:pt x="872" y="3340"/>
                </a:lnTo>
                <a:lnTo>
                  <a:pt x="869" y="3338"/>
                </a:lnTo>
                <a:lnTo>
                  <a:pt x="865" y="3336"/>
                </a:lnTo>
                <a:lnTo>
                  <a:pt x="862" y="3332"/>
                </a:lnTo>
                <a:lnTo>
                  <a:pt x="859" y="3328"/>
                </a:lnTo>
                <a:lnTo>
                  <a:pt x="856" y="3323"/>
                </a:lnTo>
                <a:lnTo>
                  <a:pt x="853" y="3317"/>
                </a:lnTo>
                <a:lnTo>
                  <a:pt x="852" y="3312"/>
                </a:lnTo>
                <a:lnTo>
                  <a:pt x="851" y="3306"/>
                </a:lnTo>
                <a:lnTo>
                  <a:pt x="852" y="3300"/>
                </a:lnTo>
                <a:lnTo>
                  <a:pt x="854" y="3296"/>
                </a:lnTo>
                <a:lnTo>
                  <a:pt x="857" y="3292"/>
                </a:lnTo>
                <a:lnTo>
                  <a:pt x="861" y="3289"/>
                </a:lnTo>
                <a:lnTo>
                  <a:pt x="868" y="3286"/>
                </a:lnTo>
                <a:lnTo>
                  <a:pt x="872" y="3285"/>
                </a:lnTo>
                <a:lnTo>
                  <a:pt x="876" y="3284"/>
                </a:lnTo>
                <a:lnTo>
                  <a:pt x="881" y="3285"/>
                </a:lnTo>
                <a:lnTo>
                  <a:pt x="885" y="3285"/>
                </a:lnTo>
                <a:lnTo>
                  <a:pt x="892" y="3288"/>
                </a:lnTo>
                <a:lnTo>
                  <a:pt x="899" y="3292"/>
                </a:lnTo>
                <a:lnTo>
                  <a:pt x="914" y="3303"/>
                </a:lnTo>
                <a:lnTo>
                  <a:pt x="929" y="3314"/>
                </a:lnTo>
                <a:lnTo>
                  <a:pt x="928" y="3312"/>
                </a:lnTo>
                <a:lnTo>
                  <a:pt x="928" y="3313"/>
                </a:lnTo>
                <a:lnTo>
                  <a:pt x="929" y="3314"/>
                </a:lnTo>
                <a:lnTo>
                  <a:pt x="935" y="3304"/>
                </a:lnTo>
                <a:lnTo>
                  <a:pt x="941" y="3296"/>
                </a:lnTo>
                <a:lnTo>
                  <a:pt x="948" y="3288"/>
                </a:lnTo>
                <a:lnTo>
                  <a:pt x="954" y="3280"/>
                </a:lnTo>
                <a:lnTo>
                  <a:pt x="957" y="3270"/>
                </a:lnTo>
                <a:lnTo>
                  <a:pt x="963" y="3261"/>
                </a:lnTo>
                <a:lnTo>
                  <a:pt x="966" y="3258"/>
                </a:lnTo>
                <a:lnTo>
                  <a:pt x="970" y="3255"/>
                </a:lnTo>
                <a:lnTo>
                  <a:pt x="975" y="3253"/>
                </a:lnTo>
                <a:lnTo>
                  <a:pt x="981" y="3253"/>
                </a:lnTo>
                <a:lnTo>
                  <a:pt x="984" y="3254"/>
                </a:lnTo>
                <a:lnTo>
                  <a:pt x="987" y="3257"/>
                </a:lnTo>
                <a:lnTo>
                  <a:pt x="990" y="3260"/>
                </a:lnTo>
                <a:lnTo>
                  <a:pt x="992" y="3263"/>
                </a:lnTo>
                <a:lnTo>
                  <a:pt x="992" y="3269"/>
                </a:lnTo>
                <a:lnTo>
                  <a:pt x="992" y="3274"/>
                </a:lnTo>
                <a:lnTo>
                  <a:pt x="993" y="3274"/>
                </a:lnTo>
                <a:lnTo>
                  <a:pt x="994" y="3274"/>
                </a:lnTo>
                <a:lnTo>
                  <a:pt x="996" y="3271"/>
                </a:lnTo>
                <a:lnTo>
                  <a:pt x="997" y="3268"/>
                </a:lnTo>
                <a:lnTo>
                  <a:pt x="1005" y="3269"/>
                </a:lnTo>
                <a:lnTo>
                  <a:pt x="1014" y="3269"/>
                </a:lnTo>
                <a:lnTo>
                  <a:pt x="1018" y="3270"/>
                </a:lnTo>
                <a:lnTo>
                  <a:pt x="1022" y="3271"/>
                </a:lnTo>
                <a:lnTo>
                  <a:pt x="1026" y="3275"/>
                </a:lnTo>
                <a:lnTo>
                  <a:pt x="1029" y="3280"/>
                </a:lnTo>
                <a:close/>
                <a:moveTo>
                  <a:pt x="967" y="3309"/>
                </a:moveTo>
                <a:lnTo>
                  <a:pt x="974" y="3301"/>
                </a:lnTo>
                <a:lnTo>
                  <a:pt x="982" y="3296"/>
                </a:lnTo>
                <a:lnTo>
                  <a:pt x="984" y="3291"/>
                </a:lnTo>
                <a:lnTo>
                  <a:pt x="984" y="3284"/>
                </a:lnTo>
                <a:lnTo>
                  <a:pt x="980" y="3286"/>
                </a:lnTo>
                <a:lnTo>
                  <a:pt x="976" y="3287"/>
                </a:lnTo>
                <a:lnTo>
                  <a:pt x="971" y="3287"/>
                </a:lnTo>
                <a:lnTo>
                  <a:pt x="966" y="3287"/>
                </a:lnTo>
                <a:lnTo>
                  <a:pt x="964" y="3289"/>
                </a:lnTo>
                <a:lnTo>
                  <a:pt x="963" y="3291"/>
                </a:lnTo>
                <a:lnTo>
                  <a:pt x="963" y="3294"/>
                </a:lnTo>
                <a:lnTo>
                  <a:pt x="963" y="3296"/>
                </a:lnTo>
                <a:lnTo>
                  <a:pt x="964" y="3302"/>
                </a:lnTo>
                <a:lnTo>
                  <a:pt x="967" y="3309"/>
                </a:lnTo>
                <a:close/>
                <a:moveTo>
                  <a:pt x="659" y="3709"/>
                </a:moveTo>
                <a:lnTo>
                  <a:pt x="651" y="3718"/>
                </a:lnTo>
                <a:lnTo>
                  <a:pt x="643" y="3727"/>
                </a:lnTo>
                <a:lnTo>
                  <a:pt x="636" y="3738"/>
                </a:lnTo>
                <a:lnTo>
                  <a:pt x="628" y="3747"/>
                </a:lnTo>
                <a:lnTo>
                  <a:pt x="623" y="3751"/>
                </a:lnTo>
                <a:lnTo>
                  <a:pt x="619" y="3755"/>
                </a:lnTo>
                <a:lnTo>
                  <a:pt x="613" y="3758"/>
                </a:lnTo>
                <a:lnTo>
                  <a:pt x="607" y="3760"/>
                </a:lnTo>
                <a:lnTo>
                  <a:pt x="599" y="3768"/>
                </a:lnTo>
                <a:lnTo>
                  <a:pt x="593" y="3779"/>
                </a:lnTo>
                <a:lnTo>
                  <a:pt x="588" y="3789"/>
                </a:lnTo>
                <a:lnTo>
                  <a:pt x="581" y="3799"/>
                </a:lnTo>
                <a:lnTo>
                  <a:pt x="575" y="3809"/>
                </a:lnTo>
                <a:lnTo>
                  <a:pt x="567" y="3818"/>
                </a:lnTo>
                <a:lnTo>
                  <a:pt x="563" y="3821"/>
                </a:lnTo>
                <a:lnTo>
                  <a:pt x="558" y="3824"/>
                </a:lnTo>
                <a:lnTo>
                  <a:pt x="552" y="3826"/>
                </a:lnTo>
                <a:lnTo>
                  <a:pt x="545" y="3828"/>
                </a:lnTo>
                <a:lnTo>
                  <a:pt x="538" y="3826"/>
                </a:lnTo>
                <a:lnTo>
                  <a:pt x="533" y="3823"/>
                </a:lnTo>
                <a:lnTo>
                  <a:pt x="529" y="3818"/>
                </a:lnTo>
                <a:lnTo>
                  <a:pt x="526" y="3811"/>
                </a:lnTo>
                <a:lnTo>
                  <a:pt x="536" y="3805"/>
                </a:lnTo>
                <a:lnTo>
                  <a:pt x="546" y="3797"/>
                </a:lnTo>
                <a:lnTo>
                  <a:pt x="553" y="3789"/>
                </a:lnTo>
                <a:lnTo>
                  <a:pt x="560" y="3780"/>
                </a:lnTo>
                <a:lnTo>
                  <a:pt x="567" y="3770"/>
                </a:lnTo>
                <a:lnTo>
                  <a:pt x="573" y="3761"/>
                </a:lnTo>
                <a:lnTo>
                  <a:pt x="580" y="3752"/>
                </a:lnTo>
                <a:lnTo>
                  <a:pt x="589" y="3744"/>
                </a:lnTo>
                <a:lnTo>
                  <a:pt x="589" y="3740"/>
                </a:lnTo>
                <a:lnTo>
                  <a:pt x="589" y="3735"/>
                </a:lnTo>
                <a:lnTo>
                  <a:pt x="589" y="3731"/>
                </a:lnTo>
                <a:lnTo>
                  <a:pt x="591" y="3729"/>
                </a:lnTo>
                <a:lnTo>
                  <a:pt x="595" y="3724"/>
                </a:lnTo>
                <a:lnTo>
                  <a:pt x="600" y="3720"/>
                </a:lnTo>
                <a:lnTo>
                  <a:pt x="612" y="3715"/>
                </a:lnTo>
                <a:lnTo>
                  <a:pt x="622" y="3709"/>
                </a:lnTo>
                <a:lnTo>
                  <a:pt x="623" y="3704"/>
                </a:lnTo>
                <a:lnTo>
                  <a:pt x="624" y="3700"/>
                </a:lnTo>
                <a:lnTo>
                  <a:pt x="635" y="3692"/>
                </a:lnTo>
                <a:lnTo>
                  <a:pt x="646" y="3685"/>
                </a:lnTo>
                <a:lnTo>
                  <a:pt x="653" y="3680"/>
                </a:lnTo>
                <a:lnTo>
                  <a:pt x="661" y="3676"/>
                </a:lnTo>
                <a:lnTo>
                  <a:pt x="665" y="3686"/>
                </a:lnTo>
                <a:lnTo>
                  <a:pt x="669" y="3696"/>
                </a:lnTo>
                <a:lnTo>
                  <a:pt x="671" y="3701"/>
                </a:lnTo>
                <a:lnTo>
                  <a:pt x="672" y="3704"/>
                </a:lnTo>
                <a:lnTo>
                  <a:pt x="672" y="3707"/>
                </a:lnTo>
                <a:lnTo>
                  <a:pt x="671" y="3709"/>
                </a:lnTo>
                <a:lnTo>
                  <a:pt x="669" y="3710"/>
                </a:lnTo>
                <a:lnTo>
                  <a:pt x="667" y="3710"/>
                </a:lnTo>
                <a:lnTo>
                  <a:pt x="663" y="3710"/>
                </a:lnTo>
                <a:lnTo>
                  <a:pt x="659" y="3709"/>
                </a:lnTo>
                <a:close/>
                <a:moveTo>
                  <a:pt x="725" y="4041"/>
                </a:moveTo>
                <a:lnTo>
                  <a:pt x="721" y="4052"/>
                </a:lnTo>
                <a:lnTo>
                  <a:pt x="735" y="4058"/>
                </a:lnTo>
                <a:lnTo>
                  <a:pt x="731" y="4049"/>
                </a:lnTo>
                <a:lnTo>
                  <a:pt x="725" y="4041"/>
                </a:lnTo>
                <a:close/>
                <a:moveTo>
                  <a:pt x="1756" y="3549"/>
                </a:moveTo>
                <a:lnTo>
                  <a:pt x="1757" y="3549"/>
                </a:lnTo>
                <a:lnTo>
                  <a:pt x="1761" y="3551"/>
                </a:lnTo>
                <a:lnTo>
                  <a:pt x="1765" y="3553"/>
                </a:lnTo>
                <a:lnTo>
                  <a:pt x="1766" y="3555"/>
                </a:lnTo>
                <a:lnTo>
                  <a:pt x="1767" y="3557"/>
                </a:lnTo>
                <a:lnTo>
                  <a:pt x="1764" y="3551"/>
                </a:lnTo>
                <a:lnTo>
                  <a:pt x="1761" y="3544"/>
                </a:lnTo>
                <a:lnTo>
                  <a:pt x="1756" y="3549"/>
                </a:lnTo>
                <a:close/>
                <a:moveTo>
                  <a:pt x="1757" y="3638"/>
                </a:moveTo>
                <a:lnTo>
                  <a:pt x="1757" y="3637"/>
                </a:lnTo>
                <a:lnTo>
                  <a:pt x="1757" y="3637"/>
                </a:lnTo>
                <a:lnTo>
                  <a:pt x="1757" y="3637"/>
                </a:lnTo>
                <a:lnTo>
                  <a:pt x="1757" y="3637"/>
                </a:lnTo>
                <a:lnTo>
                  <a:pt x="1757" y="3638"/>
                </a:lnTo>
                <a:lnTo>
                  <a:pt x="1757" y="3638"/>
                </a:lnTo>
                <a:close/>
                <a:moveTo>
                  <a:pt x="1793" y="3524"/>
                </a:moveTo>
                <a:lnTo>
                  <a:pt x="1795" y="3524"/>
                </a:lnTo>
                <a:lnTo>
                  <a:pt x="1798" y="3526"/>
                </a:lnTo>
                <a:lnTo>
                  <a:pt x="1798" y="3525"/>
                </a:lnTo>
                <a:lnTo>
                  <a:pt x="1798" y="3525"/>
                </a:lnTo>
                <a:lnTo>
                  <a:pt x="1799" y="3525"/>
                </a:lnTo>
                <a:lnTo>
                  <a:pt x="1799" y="3525"/>
                </a:lnTo>
                <a:lnTo>
                  <a:pt x="1798" y="3520"/>
                </a:lnTo>
                <a:lnTo>
                  <a:pt x="1799" y="3517"/>
                </a:lnTo>
                <a:lnTo>
                  <a:pt x="1801" y="3515"/>
                </a:lnTo>
                <a:lnTo>
                  <a:pt x="1802" y="3512"/>
                </a:lnTo>
                <a:lnTo>
                  <a:pt x="1801" y="3512"/>
                </a:lnTo>
                <a:lnTo>
                  <a:pt x="1801" y="3512"/>
                </a:lnTo>
                <a:lnTo>
                  <a:pt x="1797" y="3518"/>
                </a:lnTo>
                <a:lnTo>
                  <a:pt x="1793" y="3524"/>
                </a:lnTo>
                <a:close/>
                <a:moveTo>
                  <a:pt x="1827" y="3529"/>
                </a:moveTo>
                <a:lnTo>
                  <a:pt x="1827" y="3527"/>
                </a:lnTo>
                <a:lnTo>
                  <a:pt x="1827" y="3526"/>
                </a:lnTo>
                <a:lnTo>
                  <a:pt x="1826" y="3526"/>
                </a:lnTo>
                <a:lnTo>
                  <a:pt x="1825" y="3527"/>
                </a:lnTo>
                <a:lnTo>
                  <a:pt x="1826" y="3528"/>
                </a:lnTo>
                <a:lnTo>
                  <a:pt x="1827" y="3529"/>
                </a:lnTo>
                <a:close/>
                <a:moveTo>
                  <a:pt x="1910" y="3390"/>
                </a:moveTo>
                <a:lnTo>
                  <a:pt x="1914" y="3392"/>
                </a:lnTo>
                <a:lnTo>
                  <a:pt x="1917" y="3392"/>
                </a:lnTo>
                <a:lnTo>
                  <a:pt x="1919" y="3390"/>
                </a:lnTo>
                <a:lnTo>
                  <a:pt x="1921" y="3388"/>
                </a:lnTo>
                <a:lnTo>
                  <a:pt x="1915" y="3389"/>
                </a:lnTo>
                <a:lnTo>
                  <a:pt x="1910" y="3390"/>
                </a:lnTo>
                <a:close/>
                <a:moveTo>
                  <a:pt x="1959" y="3351"/>
                </a:moveTo>
                <a:lnTo>
                  <a:pt x="1960" y="3351"/>
                </a:lnTo>
                <a:lnTo>
                  <a:pt x="1960" y="3350"/>
                </a:lnTo>
                <a:lnTo>
                  <a:pt x="1964" y="3346"/>
                </a:lnTo>
                <a:lnTo>
                  <a:pt x="1968" y="3340"/>
                </a:lnTo>
                <a:lnTo>
                  <a:pt x="1971" y="3335"/>
                </a:lnTo>
                <a:lnTo>
                  <a:pt x="1973" y="3329"/>
                </a:lnTo>
                <a:lnTo>
                  <a:pt x="1976" y="3323"/>
                </a:lnTo>
                <a:lnTo>
                  <a:pt x="1980" y="3318"/>
                </a:lnTo>
                <a:lnTo>
                  <a:pt x="1983" y="3314"/>
                </a:lnTo>
                <a:lnTo>
                  <a:pt x="1989" y="3310"/>
                </a:lnTo>
                <a:lnTo>
                  <a:pt x="1996" y="3310"/>
                </a:lnTo>
                <a:lnTo>
                  <a:pt x="2004" y="3308"/>
                </a:lnTo>
                <a:lnTo>
                  <a:pt x="2011" y="3307"/>
                </a:lnTo>
                <a:lnTo>
                  <a:pt x="2019" y="3307"/>
                </a:lnTo>
                <a:lnTo>
                  <a:pt x="2020" y="3307"/>
                </a:lnTo>
                <a:lnTo>
                  <a:pt x="2021" y="3306"/>
                </a:lnTo>
                <a:lnTo>
                  <a:pt x="2021" y="3303"/>
                </a:lnTo>
                <a:lnTo>
                  <a:pt x="2022" y="3301"/>
                </a:lnTo>
                <a:lnTo>
                  <a:pt x="2023" y="3299"/>
                </a:lnTo>
                <a:lnTo>
                  <a:pt x="2025" y="3298"/>
                </a:lnTo>
                <a:lnTo>
                  <a:pt x="2029" y="3298"/>
                </a:lnTo>
                <a:lnTo>
                  <a:pt x="2036" y="3300"/>
                </a:lnTo>
                <a:lnTo>
                  <a:pt x="2037" y="3301"/>
                </a:lnTo>
                <a:lnTo>
                  <a:pt x="2038" y="3302"/>
                </a:lnTo>
                <a:lnTo>
                  <a:pt x="2039" y="3302"/>
                </a:lnTo>
                <a:lnTo>
                  <a:pt x="2040" y="3303"/>
                </a:lnTo>
                <a:lnTo>
                  <a:pt x="2043" y="3303"/>
                </a:lnTo>
                <a:lnTo>
                  <a:pt x="2045" y="3304"/>
                </a:lnTo>
                <a:lnTo>
                  <a:pt x="2046" y="3303"/>
                </a:lnTo>
                <a:lnTo>
                  <a:pt x="2048" y="3301"/>
                </a:lnTo>
                <a:lnTo>
                  <a:pt x="2051" y="3298"/>
                </a:lnTo>
                <a:lnTo>
                  <a:pt x="2052" y="3294"/>
                </a:lnTo>
                <a:lnTo>
                  <a:pt x="2048" y="3287"/>
                </a:lnTo>
                <a:lnTo>
                  <a:pt x="2046" y="3281"/>
                </a:lnTo>
                <a:lnTo>
                  <a:pt x="2045" y="3276"/>
                </a:lnTo>
                <a:lnTo>
                  <a:pt x="2045" y="3271"/>
                </a:lnTo>
                <a:lnTo>
                  <a:pt x="2046" y="3267"/>
                </a:lnTo>
                <a:lnTo>
                  <a:pt x="2049" y="3262"/>
                </a:lnTo>
                <a:lnTo>
                  <a:pt x="2052" y="3258"/>
                </a:lnTo>
                <a:lnTo>
                  <a:pt x="2056" y="3255"/>
                </a:lnTo>
                <a:lnTo>
                  <a:pt x="2053" y="3253"/>
                </a:lnTo>
                <a:lnTo>
                  <a:pt x="2050" y="3251"/>
                </a:lnTo>
                <a:lnTo>
                  <a:pt x="2046" y="3248"/>
                </a:lnTo>
                <a:lnTo>
                  <a:pt x="2043" y="3245"/>
                </a:lnTo>
                <a:lnTo>
                  <a:pt x="2043" y="3246"/>
                </a:lnTo>
                <a:lnTo>
                  <a:pt x="2040" y="3246"/>
                </a:lnTo>
                <a:lnTo>
                  <a:pt x="2039" y="3247"/>
                </a:lnTo>
                <a:lnTo>
                  <a:pt x="2039" y="3248"/>
                </a:lnTo>
                <a:lnTo>
                  <a:pt x="2039" y="3249"/>
                </a:lnTo>
                <a:lnTo>
                  <a:pt x="2041" y="3253"/>
                </a:lnTo>
                <a:lnTo>
                  <a:pt x="2041" y="3256"/>
                </a:lnTo>
                <a:lnTo>
                  <a:pt x="2040" y="3258"/>
                </a:lnTo>
                <a:lnTo>
                  <a:pt x="2038" y="3260"/>
                </a:lnTo>
                <a:lnTo>
                  <a:pt x="2033" y="3262"/>
                </a:lnTo>
                <a:lnTo>
                  <a:pt x="2030" y="3262"/>
                </a:lnTo>
                <a:lnTo>
                  <a:pt x="2026" y="3263"/>
                </a:lnTo>
                <a:lnTo>
                  <a:pt x="2022" y="3262"/>
                </a:lnTo>
                <a:lnTo>
                  <a:pt x="2014" y="3260"/>
                </a:lnTo>
                <a:lnTo>
                  <a:pt x="2006" y="3256"/>
                </a:lnTo>
                <a:lnTo>
                  <a:pt x="2006" y="3262"/>
                </a:lnTo>
                <a:lnTo>
                  <a:pt x="2005" y="3269"/>
                </a:lnTo>
                <a:lnTo>
                  <a:pt x="2003" y="3273"/>
                </a:lnTo>
                <a:lnTo>
                  <a:pt x="2002" y="3278"/>
                </a:lnTo>
                <a:lnTo>
                  <a:pt x="2000" y="3281"/>
                </a:lnTo>
                <a:lnTo>
                  <a:pt x="1996" y="3284"/>
                </a:lnTo>
                <a:lnTo>
                  <a:pt x="1995" y="3288"/>
                </a:lnTo>
                <a:lnTo>
                  <a:pt x="1994" y="3292"/>
                </a:lnTo>
                <a:lnTo>
                  <a:pt x="1992" y="3294"/>
                </a:lnTo>
                <a:lnTo>
                  <a:pt x="1990" y="3295"/>
                </a:lnTo>
                <a:lnTo>
                  <a:pt x="1980" y="3300"/>
                </a:lnTo>
                <a:lnTo>
                  <a:pt x="1972" y="3306"/>
                </a:lnTo>
                <a:lnTo>
                  <a:pt x="1965" y="3315"/>
                </a:lnTo>
                <a:lnTo>
                  <a:pt x="1957" y="3322"/>
                </a:lnTo>
                <a:lnTo>
                  <a:pt x="1956" y="3329"/>
                </a:lnTo>
                <a:lnTo>
                  <a:pt x="1956" y="3336"/>
                </a:lnTo>
                <a:lnTo>
                  <a:pt x="1957" y="3343"/>
                </a:lnTo>
                <a:lnTo>
                  <a:pt x="1959" y="3351"/>
                </a:lnTo>
                <a:close/>
                <a:moveTo>
                  <a:pt x="2082" y="3236"/>
                </a:moveTo>
                <a:lnTo>
                  <a:pt x="2077" y="3235"/>
                </a:lnTo>
                <a:lnTo>
                  <a:pt x="2073" y="3235"/>
                </a:lnTo>
                <a:lnTo>
                  <a:pt x="2072" y="3235"/>
                </a:lnTo>
                <a:lnTo>
                  <a:pt x="2071" y="3235"/>
                </a:lnTo>
                <a:lnTo>
                  <a:pt x="2071" y="3240"/>
                </a:lnTo>
                <a:lnTo>
                  <a:pt x="2071" y="3241"/>
                </a:lnTo>
                <a:lnTo>
                  <a:pt x="2072" y="3243"/>
                </a:lnTo>
                <a:lnTo>
                  <a:pt x="2072" y="3243"/>
                </a:lnTo>
                <a:lnTo>
                  <a:pt x="2077" y="3240"/>
                </a:lnTo>
                <a:lnTo>
                  <a:pt x="2082" y="3236"/>
                </a:lnTo>
                <a:lnTo>
                  <a:pt x="2082" y="3236"/>
                </a:lnTo>
                <a:close/>
                <a:moveTo>
                  <a:pt x="1922" y="3795"/>
                </a:moveTo>
                <a:lnTo>
                  <a:pt x="1923" y="3796"/>
                </a:lnTo>
                <a:lnTo>
                  <a:pt x="1924" y="3796"/>
                </a:lnTo>
                <a:lnTo>
                  <a:pt x="1923" y="3795"/>
                </a:lnTo>
                <a:lnTo>
                  <a:pt x="1923" y="3794"/>
                </a:lnTo>
                <a:lnTo>
                  <a:pt x="1922" y="3794"/>
                </a:lnTo>
                <a:lnTo>
                  <a:pt x="1922" y="3795"/>
                </a:lnTo>
                <a:lnTo>
                  <a:pt x="1922" y="3795"/>
                </a:lnTo>
                <a:close/>
                <a:moveTo>
                  <a:pt x="1977" y="3755"/>
                </a:moveTo>
                <a:lnTo>
                  <a:pt x="1977" y="3755"/>
                </a:lnTo>
                <a:lnTo>
                  <a:pt x="1977" y="3755"/>
                </a:lnTo>
                <a:lnTo>
                  <a:pt x="1977" y="3755"/>
                </a:lnTo>
                <a:lnTo>
                  <a:pt x="1977" y="3755"/>
                </a:lnTo>
                <a:lnTo>
                  <a:pt x="1977" y="3755"/>
                </a:lnTo>
                <a:lnTo>
                  <a:pt x="1977" y="3755"/>
                </a:lnTo>
                <a:close/>
                <a:moveTo>
                  <a:pt x="2065" y="3459"/>
                </a:moveTo>
                <a:lnTo>
                  <a:pt x="2064" y="3458"/>
                </a:lnTo>
                <a:lnTo>
                  <a:pt x="2064" y="3456"/>
                </a:lnTo>
                <a:lnTo>
                  <a:pt x="2062" y="3455"/>
                </a:lnTo>
                <a:lnTo>
                  <a:pt x="2060" y="3453"/>
                </a:lnTo>
                <a:lnTo>
                  <a:pt x="2062" y="3456"/>
                </a:lnTo>
                <a:lnTo>
                  <a:pt x="2065" y="3459"/>
                </a:lnTo>
                <a:close/>
                <a:moveTo>
                  <a:pt x="2140" y="3434"/>
                </a:moveTo>
                <a:lnTo>
                  <a:pt x="2141" y="3435"/>
                </a:lnTo>
                <a:lnTo>
                  <a:pt x="2141" y="3436"/>
                </a:lnTo>
                <a:lnTo>
                  <a:pt x="2141" y="3435"/>
                </a:lnTo>
                <a:lnTo>
                  <a:pt x="2140" y="3434"/>
                </a:lnTo>
                <a:lnTo>
                  <a:pt x="2141" y="3435"/>
                </a:lnTo>
                <a:lnTo>
                  <a:pt x="2141" y="3435"/>
                </a:lnTo>
                <a:lnTo>
                  <a:pt x="2140" y="3434"/>
                </a:lnTo>
                <a:lnTo>
                  <a:pt x="2140" y="3434"/>
                </a:lnTo>
                <a:lnTo>
                  <a:pt x="2140" y="3434"/>
                </a:lnTo>
                <a:lnTo>
                  <a:pt x="2140" y="3434"/>
                </a:lnTo>
                <a:lnTo>
                  <a:pt x="2140" y="3434"/>
                </a:lnTo>
                <a:lnTo>
                  <a:pt x="2140" y="3434"/>
                </a:lnTo>
                <a:close/>
                <a:moveTo>
                  <a:pt x="2282" y="3119"/>
                </a:moveTo>
                <a:lnTo>
                  <a:pt x="2281" y="3113"/>
                </a:lnTo>
                <a:lnTo>
                  <a:pt x="2281" y="3107"/>
                </a:lnTo>
                <a:lnTo>
                  <a:pt x="2272" y="3115"/>
                </a:lnTo>
                <a:lnTo>
                  <a:pt x="2260" y="3122"/>
                </a:lnTo>
                <a:lnTo>
                  <a:pt x="2249" y="3128"/>
                </a:lnTo>
                <a:lnTo>
                  <a:pt x="2238" y="3133"/>
                </a:lnTo>
                <a:lnTo>
                  <a:pt x="2238" y="3136"/>
                </a:lnTo>
                <a:lnTo>
                  <a:pt x="2238" y="3139"/>
                </a:lnTo>
                <a:lnTo>
                  <a:pt x="2237" y="3142"/>
                </a:lnTo>
                <a:lnTo>
                  <a:pt x="2236" y="3145"/>
                </a:lnTo>
                <a:lnTo>
                  <a:pt x="2234" y="3150"/>
                </a:lnTo>
                <a:lnTo>
                  <a:pt x="2231" y="3153"/>
                </a:lnTo>
                <a:lnTo>
                  <a:pt x="2239" y="3151"/>
                </a:lnTo>
                <a:lnTo>
                  <a:pt x="2246" y="3148"/>
                </a:lnTo>
                <a:lnTo>
                  <a:pt x="2253" y="3144"/>
                </a:lnTo>
                <a:lnTo>
                  <a:pt x="2259" y="3140"/>
                </a:lnTo>
                <a:lnTo>
                  <a:pt x="2265" y="3136"/>
                </a:lnTo>
                <a:lnTo>
                  <a:pt x="2272" y="3131"/>
                </a:lnTo>
                <a:lnTo>
                  <a:pt x="2277" y="3125"/>
                </a:lnTo>
                <a:lnTo>
                  <a:pt x="2282" y="3119"/>
                </a:lnTo>
                <a:close/>
                <a:moveTo>
                  <a:pt x="2239" y="3405"/>
                </a:moveTo>
                <a:lnTo>
                  <a:pt x="2239" y="3405"/>
                </a:lnTo>
                <a:lnTo>
                  <a:pt x="2238" y="3405"/>
                </a:lnTo>
                <a:lnTo>
                  <a:pt x="2238" y="3405"/>
                </a:lnTo>
                <a:lnTo>
                  <a:pt x="2238" y="3405"/>
                </a:lnTo>
                <a:lnTo>
                  <a:pt x="2238" y="3405"/>
                </a:lnTo>
                <a:lnTo>
                  <a:pt x="2239" y="3405"/>
                </a:lnTo>
                <a:close/>
                <a:moveTo>
                  <a:pt x="2312" y="3198"/>
                </a:moveTo>
                <a:lnTo>
                  <a:pt x="2317" y="3198"/>
                </a:lnTo>
                <a:lnTo>
                  <a:pt x="2320" y="3198"/>
                </a:lnTo>
                <a:lnTo>
                  <a:pt x="2322" y="3196"/>
                </a:lnTo>
                <a:lnTo>
                  <a:pt x="2325" y="3195"/>
                </a:lnTo>
                <a:lnTo>
                  <a:pt x="2329" y="3190"/>
                </a:lnTo>
                <a:lnTo>
                  <a:pt x="2332" y="3184"/>
                </a:lnTo>
                <a:lnTo>
                  <a:pt x="2336" y="3179"/>
                </a:lnTo>
                <a:lnTo>
                  <a:pt x="2339" y="3174"/>
                </a:lnTo>
                <a:lnTo>
                  <a:pt x="2341" y="3172"/>
                </a:lnTo>
                <a:lnTo>
                  <a:pt x="2344" y="3170"/>
                </a:lnTo>
                <a:lnTo>
                  <a:pt x="2347" y="3169"/>
                </a:lnTo>
                <a:lnTo>
                  <a:pt x="2350" y="3169"/>
                </a:lnTo>
                <a:lnTo>
                  <a:pt x="2353" y="3169"/>
                </a:lnTo>
                <a:lnTo>
                  <a:pt x="2356" y="3168"/>
                </a:lnTo>
                <a:lnTo>
                  <a:pt x="2358" y="3166"/>
                </a:lnTo>
                <a:lnTo>
                  <a:pt x="2360" y="3163"/>
                </a:lnTo>
                <a:lnTo>
                  <a:pt x="2364" y="3158"/>
                </a:lnTo>
                <a:lnTo>
                  <a:pt x="2367" y="3154"/>
                </a:lnTo>
                <a:lnTo>
                  <a:pt x="2372" y="3156"/>
                </a:lnTo>
                <a:lnTo>
                  <a:pt x="2378" y="3160"/>
                </a:lnTo>
                <a:lnTo>
                  <a:pt x="2378" y="3160"/>
                </a:lnTo>
                <a:lnTo>
                  <a:pt x="2378" y="3159"/>
                </a:lnTo>
                <a:lnTo>
                  <a:pt x="2378" y="3155"/>
                </a:lnTo>
                <a:lnTo>
                  <a:pt x="2379" y="3152"/>
                </a:lnTo>
                <a:lnTo>
                  <a:pt x="2380" y="3149"/>
                </a:lnTo>
                <a:lnTo>
                  <a:pt x="2382" y="3148"/>
                </a:lnTo>
                <a:lnTo>
                  <a:pt x="2384" y="3148"/>
                </a:lnTo>
                <a:lnTo>
                  <a:pt x="2388" y="3149"/>
                </a:lnTo>
                <a:lnTo>
                  <a:pt x="2392" y="3152"/>
                </a:lnTo>
                <a:lnTo>
                  <a:pt x="2398" y="3156"/>
                </a:lnTo>
                <a:lnTo>
                  <a:pt x="2399" y="3159"/>
                </a:lnTo>
                <a:lnTo>
                  <a:pt x="2400" y="3161"/>
                </a:lnTo>
                <a:lnTo>
                  <a:pt x="2400" y="3160"/>
                </a:lnTo>
                <a:lnTo>
                  <a:pt x="2401" y="3160"/>
                </a:lnTo>
                <a:lnTo>
                  <a:pt x="2400" y="3160"/>
                </a:lnTo>
                <a:lnTo>
                  <a:pt x="2400" y="3160"/>
                </a:lnTo>
                <a:lnTo>
                  <a:pt x="2400" y="3154"/>
                </a:lnTo>
                <a:lnTo>
                  <a:pt x="2401" y="3150"/>
                </a:lnTo>
                <a:lnTo>
                  <a:pt x="2403" y="3146"/>
                </a:lnTo>
                <a:lnTo>
                  <a:pt x="2406" y="3145"/>
                </a:lnTo>
                <a:lnTo>
                  <a:pt x="2406" y="3144"/>
                </a:lnTo>
                <a:lnTo>
                  <a:pt x="2406" y="3143"/>
                </a:lnTo>
                <a:lnTo>
                  <a:pt x="2404" y="3138"/>
                </a:lnTo>
                <a:lnTo>
                  <a:pt x="2403" y="3135"/>
                </a:lnTo>
                <a:lnTo>
                  <a:pt x="2404" y="3133"/>
                </a:lnTo>
                <a:lnTo>
                  <a:pt x="2404" y="3131"/>
                </a:lnTo>
                <a:lnTo>
                  <a:pt x="2407" y="3130"/>
                </a:lnTo>
                <a:lnTo>
                  <a:pt x="2412" y="3130"/>
                </a:lnTo>
                <a:lnTo>
                  <a:pt x="2406" y="3127"/>
                </a:lnTo>
                <a:lnTo>
                  <a:pt x="2401" y="3123"/>
                </a:lnTo>
                <a:lnTo>
                  <a:pt x="2395" y="3117"/>
                </a:lnTo>
                <a:lnTo>
                  <a:pt x="2389" y="3110"/>
                </a:lnTo>
                <a:lnTo>
                  <a:pt x="2389" y="3111"/>
                </a:lnTo>
                <a:lnTo>
                  <a:pt x="2388" y="3111"/>
                </a:lnTo>
                <a:lnTo>
                  <a:pt x="2389" y="3113"/>
                </a:lnTo>
                <a:lnTo>
                  <a:pt x="2391" y="3115"/>
                </a:lnTo>
                <a:lnTo>
                  <a:pt x="2392" y="3124"/>
                </a:lnTo>
                <a:lnTo>
                  <a:pt x="2392" y="3131"/>
                </a:lnTo>
                <a:lnTo>
                  <a:pt x="2390" y="3135"/>
                </a:lnTo>
                <a:lnTo>
                  <a:pt x="2387" y="3138"/>
                </a:lnTo>
                <a:lnTo>
                  <a:pt x="2379" y="3142"/>
                </a:lnTo>
                <a:lnTo>
                  <a:pt x="2372" y="3146"/>
                </a:lnTo>
                <a:lnTo>
                  <a:pt x="2368" y="3146"/>
                </a:lnTo>
                <a:lnTo>
                  <a:pt x="2365" y="3145"/>
                </a:lnTo>
                <a:lnTo>
                  <a:pt x="2365" y="3145"/>
                </a:lnTo>
                <a:lnTo>
                  <a:pt x="2365" y="3145"/>
                </a:lnTo>
                <a:lnTo>
                  <a:pt x="2364" y="3146"/>
                </a:lnTo>
                <a:lnTo>
                  <a:pt x="2364" y="3149"/>
                </a:lnTo>
                <a:lnTo>
                  <a:pt x="2360" y="3154"/>
                </a:lnTo>
                <a:lnTo>
                  <a:pt x="2356" y="3159"/>
                </a:lnTo>
                <a:lnTo>
                  <a:pt x="2352" y="3162"/>
                </a:lnTo>
                <a:lnTo>
                  <a:pt x="2348" y="3165"/>
                </a:lnTo>
                <a:lnTo>
                  <a:pt x="2344" y="3167"/>
                </a:lnTo>
                <a:lnTo>
                  <a:pt x="2341" y="3169"/>
                </a:lnTo>
                <a:lnTo>
                  <a:pt x="2334" y="3174"/>
                </a:lnTo>
                <a:lnTo>
                  <a:pt x="2327" y="3178"/>
                </a:lnTo>
                <a:lnTo>
                  <a:pt x="2324" y="3181"/>
                </a:lnTo>
                <a:lnTo>
                  <a:pt x="2321" y="3183"/>
                </a:lnTo>
                <a:lnTo>
                  <a:pt x="2318" y="3186"/>
                </a:lnTo>
                <a:lnTo>
                  <a:pt x="2316" y="3191"/>
                </a:lnTo>
                <a:lnTo>
                  <a:pt x="2315" y="3194"/>
                </a:lnTo>
                <a:lnTo>
                  <a:pt x="2312" y="3196"/>
                </a:lnTo>
                <a:lnTo>
                  <a:pt x="2310" y="3197"/>
                </a:lnTo>
                <a:lnTo>
                  <a:pt x="2308" y="3198"/>
                </a:lnTo>
                <a:lnTo>
                  <a:pt x="2310" y="3198"/>
                </a:lnTo>
                <a:lnTo>
                  <a:pt x="2312" y="3198"/>
                </a:lnTo>
                <a:close/>
                <a:moveTo>
                  <a:pt x="2418" y="3231"/>
                </a:moveTo>
                <a:lnTo>
                  <a:pt x="2417" y="3225"/>
                </a:lnTo>
                <a:lnTo>
                  <a:pt x="2416" y="3222"/>
                </a:lnTo>
                <a:lnTo>
                  <a:pt x="2417" y="3220"/>
                </a:lnTo>
                <a:lnTo>
                  <a:pt x="2418" y="3219"/>
                </a:lnTo>
                <a:lnTo>
                  <a:pt x="2416" y="3211"/>
                </a:lnTo>
                <a:lnTo>
                  <a:pt x="2415" y="3203"/>
                </a:lnTo>
                <a:lnTo>
                  <a:pt x="2412" y="3200"/>
                </a:lnTo>
                <a:lnTo>
                  <a:pt x="2410" y="3197"/>
                </a:lnTo>
                <a:lnTo>
                  <a:pt x="2407" y="3201"/>
                </a:lnTo>
                <a:lnTo>
                  <a:pt x="2405" y="3206"/>
                </a:lnTo>
                <a:lnTo>
                  <a:pt x="2405" y="3210"/>
                </a:lnTo>
                <a:lnTo>
                  <a:pt x="2404" y="3213"/>
                </a:lnTo>
                <a:lnTo>
                  <a:pt x="2403" y="3214"/>
                </a:lnTo>
                <a:lnTo>
                  <a:pt x="2402" y="3214"/>
                </a:lnTo>
                <a:lnTo>
                  <a:pt x="2411" y="3221"/>
                </a:lnTo>
                <a:lnTo>
                  <a:pt x="2418" y="3231"/>
                </a:lnTo>
                <a:close/>
                <a:moveTo>
                  <a:pt x="2495" y="3039"/>
                </a:moveTo>
                <a:lnTo>
                  <a:pt x="2492" y="3039"/>
                </a:lnTo>
                <a:lnTo>
                  <a:pt x="2487" y="3036"/>
                </a:lnTo>
                <a:lnTo>
                  <a:pt x="2487" y="3041"/>
                </a:lnTo>
                <a:lnTo>
                  <a:pt x="2487" y="3044"/>
                </a:lnTo>
                <a:lnTo>
                  <a:pt x="2487" y="3047"/>
                </a:lnTo>
                <a:lnTo>
                  <a:pt x="2486" y="3049"/>
                </a:lnTo>
                <a:lnTo>
                  <a:pt x="2484" y="3053"/>
                </a:lnTo>
                <a:lnTo>
                  <a:pt x="2481" y="3056"/>
                </a:lnTo>
                <a:lnTo>
                  <a:pt x="2481" y="3056"/>
                </a:lnTo>
                <a:lnTo>
                  <a:pt x="2485" y="3060"/>
                </a:lnTo>
                <a:lnTo>
                  <a:pt x="2489" y="3065"/>
                </a:lnTo>
                <a:lnTo>
                  <a:pt x="2489" y="3065"/>
                </a:lnTo>
                <a:lnTo>
                  <a:pt x="2489" y="3064"/>
                </a:lnTo>
                <a:lnTo>
                  <a:pt x="2493" y="3063"/>
                </a:lnTo>
                <a:lnTo>
                  <a:pt x="2496" y="3062"/>
                </a:lnTo>
                <a:lnTo>
                  <a:pt x="2496" y="3050"/>
                </a:lnTo>
                <a:lnTo>
                  <a:pt x="2495" y="3039"/>
                </a:lnTo>
                <a:close/>
                <a:moveTo>
                  <a:pt x="2432" y="2873"/>
                </a:moveTo>
                <a:lnTo>
                  <a:pt x="2429" y="2875"/>
                </a:lnTo>
                <a:lnTo>
                  <a:pt x="2425" y="2877"/>
                </a:lnTo>
                <a:lnTo>
                  <a:pt x="2420" y="2876"/>
                </a:lnTo>
                <a:lnTo>
                  <a:pt x="2415" y="2874"/>
                </a:lnTo>
                <a:lnTo>
                  <a:pt x="2414" y="2878"/>
                </a:lnTo>
                <a:lnTo>
                  <a:pt x="2413" y="2881"/>
                </a:lnTo>
                <a:lnTo>
                  <a:pt x="2411" y="2883"/>
                </a:lnTo>
                <a:lnTo>
                  <a:pt x="2407" y="2884"/>
                </a:lnTo>
                <a:lnTo>
                  <a:pt x="2405" y="2886"/>
                </a:lnTo>
                <a:lnTo>
                  <a:pt x="2404" y="2887"/>
                </a:lnTo>
                <a:lnTo>
                  <a:pt x="2410" y="2890"/>
                </a:lnTo>
                <a:lnTo>
                  <a:pt x="2414" y="2891"/>
                </a:lnTo>
                <a:lnTo>
                  <a:pt x="2416" y="2887"/>
                </a:lnTo>
                <a:lnTo>
                  <a:pt x="2419" y="2884"/>
                </a:lnTo>
                <a:lnTo>
                  <a:pt x="2423" y="2881"/>
                </a:lnTo>
                <a:lnTo>
                  <a:pt x="2428" y="2880"/>
                </a:lnTo>
                <a:lnTo>
                  <a:pt x="2432" y="2879"/>
                </a:lnTo>
                <a:lnTo>
                  <a:pt x="2436" y="2878"/>
                </a:lnTo>
                <a:lnTo>
                  <a:pt x="2434" y="2875"/>
                </a:lnTo>
                <a:lnTo>
                  <a:pt x="2432" y="2873"/>
                </a:lnTo>
                <a:close/>
                <a:moveTo>
                  <a:pt x="2388" y="2892"/>
                </a:moveTo>
                <a:lnTo>
                  <a:pt x="2388" y="2892"/>
                </a:lnTo>
                <a:lnTo>
                  <a:pt x="2388" y="2892"/>
                </a:lnTo>
                <a:lnTo>
                  <a:pt x="2394" y="2893"/>
                </a:lnTo>
                <a:lnTo>
                  <a:pt x="2400" y="2894"/>
                </a:lnTo>
                <a:lnTo>
                  <a:pt x="2401" y="2891"/>
                </a:lnTo>
                <a:lnTo>
                  <a:pt x="2402" y="2889"/>
                </a:lnTo>
                <a:lnTo>
                  <a:pt x="2399" y="2890"/>
                </a:lnTo>
                <a:lnTo>
                  <a:pt x="2396" y="2892"/>
                </a:lnTo>
                <a:lnTo>
                  <a:pt x="2392" y="2892"/>
                </a:lnTo>
                <a:lnTo>
                  <a:pt x="2388" y="2892"/>
                </a:lnTo>
                <a:close/>
                <a:moveTo>
                  <a:pt x="2414" y="2997"/>
                </a:moveTo>
                <a:lnTo>
                  <a:pt x="2415" y="2993"/>
                </a:lnTo>
                <a:lnTo>
                  <a:pt x="2416" y="2989"/>
                </a:lnTo>
                <a:lnTo>
                  <a:pt x="2418" y="2988"/>
                </a:lnTo>
                <a:lnTo>
                  <a:pt x="2420" y="2988"/>
                </a:lnTo>
                <a:lnTo>
                  <a:pt x="2426" y="2992"/>
                </a:lnTo>
                <a:lnTo>
                  <a:pt x="2434" y="2996"/>
                </a:lnTo>
                <a:lnTo>
                  <a:pt x="2428" y="2982"/>
                </a:lnTo>
                <a:lnTo>
                  <a:pt x="2426" y="2973"/>
                </a:lnTo>
                <a:lnTo>
                  <a:pt x="2426" y="2970"/>
                </a:lnTo>
                <a:lnTo>
                  <a:pt x="2426" y="2967"/>
                </a:lnTo>
                <a:lnTo>
                  <a:pt x="2427" y="2964"/>
                </a:lnTo>
                <a:lnTo>
                  <a:pt x="2429" y="2963"/>
                </a:lnTo>
                <a:lnTo>
                  <a:pt x="2425" y="2965"/>
                </a:lnTo>
                <a:lnTo>
                  <a:pt x="2422" y="2968"/>
                </a:lnTo>
                <a:lnTo>
                  <a:pt x="2421" y="2971"/>
                </a:lnTo>
                <a:lnTo>
                  <a:pt x="2420" y="2973"/>
                </a:lnTo>
                <a:lnTo>
                  <a:pt x="2417" y="2973"/>
                </a:lnTo>
                <a:lnTo>
                  <a:pt x="2415" y="2973"/>
                </a:lnTo>
                <a:lnTo>
                  <a:pt x="2410" y="2972"/>
                </a:lnTo>
                <a:lnTo>
                  <a:pt x="2405" y="2973"/>
                </a:lnTo>
                <a:lnTo>
                  <a:pt x="2404" y="2975"/>
                </a:lnTo>
                <a:lnTo>
                  <a:pt x="2403" y="2977"/>
                </a:lnTo>
                <a:lnTo>
                  <a:pt x="2402" y="2980"/>
                </a:lnTo>
                <a:lnTo>
                  <a:pt x="2401" y="2984"/>
                </a:lnTo>
                <a:lnTo>
                  <a:pt x="2401" y="2988"/>
                </a:lnTo>
                <a:lnTo>
                  <a:pt x="2402" y="2993"/>
                </a:lnTo>
                <a:lnTo>
                  <a:pt x="2409" y="2995"/>
                </a:lnTo>
                <a:lnTo>
                  <a:pt x="2414" y="2997"/>
                </a:lnTo>
                <a:close/>
                <a:moveTo>
                  <a:pt x="2269" y="3095"/>
                </a:moveTo>
                <a:lnTo>
                  <a:pt x="2270" y="3096"/>
                </a:lnTo>
                <a:lnTo>
                  <a:pt x="2271" y="3096"/>
                </a:lnTo>
                <a:lnTo>
                  <a:pt x="2271" y="3095"/>
                </a:lnTo>
                <a:lnTo>
                  <a:pt x="2272" y="3093"/>
                </a:lnTo>
                <a:lnTo>
                  <a:pt x="2271" y="3094"/>
                </a:lnTo>
                <a:lnTo>
                  <a:pt x="2270" y="3095"/>
                </a:lnTo>
                <a:lnTo>
                  <a:pt x="2270" y="3095"/>
                </a:lnTo>
                <a:lnTo>
                  <a:pt x="2269" y="3095"/>
                </a:lnTo>
                <a:close/>
                <a:moveTo>
                  <a:pt x="1685" y="3901"/>
                </a:moveTo>
                <a:lnTo>
                  <a:pt x="1685" y="3902"/>
                </a:lnTo>
                <a:lnTo>
                  <a:pt x="1685" y="3903"/>
                </a:lnTo>
                <a:lnTo>
                  <a:pt x="1685" y="3902"/>
                </a:lnTo>
                <a:lnTo>
                  <a:pt x="1685" y="3902"/>
                </a:lnTo>
                <a:lnTo>
                  <a:pt x="1685" y="3902"/>
                </a:lnTo>
                <a:lnTo>
                  <a:pt x="1685" y="3901"/>
                </a:lnTo>
                <a:close/>
                <a:moveTo>
                  <a:pt x="1162" y="3548"/>
                </a:moveTo>
                <a:lnTo>
                  <a:pt x="1168" y="3545"/>
                </a:lnTo>
                <a:lnTo>
                  <a:pt x="1173" y="3542"/>
                </a:lnTo>
                <a:lnTo>
                  <a:pt x="1173" y="3536"/>
                </a:lnTo>
                <a:lnTo>
                  <a:pt x="1174" y="3532"/>
                </a:lnTo>
                <a:lnTo>
                  <a:pt x="1177" y="3529"/>
                </a:lnTo>
                <a:lnTo>
                  <a:pt x="1179" y="3526"/>
                </a:lnTo>
                <a:lnTo>
                  <a:pt x="1175" y="3526"/>
                </a:lnTo>
                <a:lnTo>
                  <a:pt x="1171" y="3526"/>
                </a:lnTo>
                <a:lnTo>
                  <a:pt x="1166" y="3524"/>
                </a:lnTo>
                <a:lnTo>
                  <a:pt x="1161" y="3521"/>
                </a:lnTo>
                <a:lnTo>
                  <a:pt x="1158" y="3522"/>
                </a:lnTo>
                <a:lnTo>
                  <a:pt x="1156" y="3525"/>
                </a:lnTo>
                <a:lnTo>
                  <a:pt x="1155" y="3527"/>
                </a:lnTo>
                <a:lnTo>
                  <a:pt x="1156" y="3531"/>
                </a:lnTo>
                <a:lnTo>
                  <a:pt x="1159" y="3539"/>
                </a:lnTo>
                <a:lnTo>
                  <a:pt x="1162" y="3548"/>
                </a:lnTo>
                <a:close/>
                <a:moveTo>
                  <a:pt x="3803" y="431"/>
                </a:moveTo>
                <a:lnTo>
                  <a:pt x="3805" y="428"/>
                </a:lnTo>
                <a:lnTo>
                  <a:pt x="3806" y="425"/>
                </a:lnTo>
                <a:lnTo>
                  <a:pt x="3803" y="427"/>
                </a:lnTo>
                <a:lnTo>
                  <a:pt x="3799" y="429"/>
                </a:lnTo>
                <a:lnTo>
                  <a:pt x="3795" y="430"/>
                </a:lnTo>
                <a:lnTo>
                  <a:pt x="3790" y="431"/>
                </a:lnTo>
                <a:lnTo>
                  <a:pt x="3782" y="429"/>
                </a:lnTo>
                <a:lnTo>
                  <a:pt x="3774" y="426"/>
                </a:lnTo>
                <a:lnTo>
                  <a:pt x="3773" y="426"/>
                </a:lnTo>
                <a:lnTo>
                  <a:pt x="3773" y="425"/>
                </a:lnTo>
                <a:lnTo>
                  <a:pt x="3774" y="431"/>
                </a:lnTo>
                <a:lnTo>
                  <a:pt x="3774" y="437"/>
                </a:lnTo>
                <a:lnTo>
                  <a:pt x="3774" y="442"/>
                </a:lnTo>
                <a:lnTo>
                  <a:pt x="3772" y="446"/>
                </a:lnTo>
                <a:lnTo>
                  <a:pt x="3768" y="453"/>
                </a:lnTo>
                <a:lnTo>
                  <a:pt x="3761" y="459"/>
                </a:lnTo>
                <a:lnTo>
                  <a:pt x="3755" y="464"/>
                </a:lnTo>
                <a:lnTo>
                  <a:pt x="3749" y="469"/>
                </a:lnTo>
                <a:lnTo>
                  <a:pt x="3746" y="472"/>
                </a:lnTo>
                <a:lnTo>
                  <a:pt x="3744" y="476"/>
                </a:lnTo>
                <a:lnTo>
                  <a:pt x="3742" y="480"/>
                </a:lnTo>
                <a:lnTo>
                  <a:pt x="3741" y="484"/>
                </a:lnTo>
                <a:lnTo>
                  <a:pt x="3759" y="473"/>
                </a:lnTo>
                <a:lnTo>
                  <a:pt x="3777" y="462"/>
                </a:lnTo>
                <a:lnTo>
                  <a:pt x="3785" y="456"/>
                </a:lnTo>
                <a:lnTo>
                  <a:pt x="3792" y="449"/>
                </a:lnTo>
                <a:lnTo>
                  <a:pt x="3799" y="441"/>
                </a:lnTo>
                <a:lnTo>
                  <a:pt x="3803" y="431"/>
                </a:lnTo>
                <a:close/>
                <a:moveTo>
                  <a:pt x="3849" y="401"/>
                </a:moveTo>
                <a:lnTo>
                  <a:pt x="3853" y="397"/>
                </a:lnTo>
                <a:lnTo>
                  <a:pt x="3859" y="391"/>
                </a:lnTo>
                <a:lnTo>
                  <a:pt x="3861" y="380"/>
                </a:lnTo>
                <a:lnTo>
                  <a:pt x="3865" y="369"/>
                </a:lnTo>
                <a:lnTo>
                  <a:pt x="3868" y="365"/>
                </a:lnTo>
                <a:lnTo>
                  <a:pt x="3871" y="363"/>
                </a:lnTo>
                <a:lnTo>
                  <a:pt x="3875" y="361"/>
                </a:lnTo>
                <a:lnTo>
                  <a:pt x="3879" y="361"/>
                </a:lnTo>
                <a:lnTo>
                  <a:pt x="3882" y="362"/>
                </a:lnTo>
                <a:lnTo>
                  <a:pt x="3885" y="363"/>
                </a:lnTo>
                <a:lnTo>
                  <a:pt x="3889" y="355"/>
                </a:lnTo>
                <a:lnTo>
                  <a:pt x="3894" y="348"/>
                </a:lnTo>
                <a:lnTo>
                  <a:pt x="3890" y="349"/>
                </a:lnTo>
                <a:lnTo>
                  <a:pt x="3886" y="349"/>
                </a:lnTo>
                <a:lnTo>
                  <a:pt x="3882" y="348"/>
                </a:lnTo>
                <a:lnTo>
                  <a:pt x="3878" y="347"/>
                </a:lnTo>
                <a:lnTo>
                  <a:pt x="3877" y="348"/>
                </a:lnTo>
                <a:lnTo>
                  <a:pt x="3876" y="350"/>
                </a:lnTo>
                <a:lnTo>
                  <a:pt x="3865" y="363"/>
                </a:lnTo>
                <a:lnTo>
                  <a:pt x="3853" y="377"/>
                </a:lnTo>
                <a:lnTo>
                  <a:pt x="3843" y="390"/>
                </a:lnTo>
                <a:lnTo>
                  <a:pt x="3832" y="404"/>
                </a:lnTo>
                <a:lnTo>
                  <a:pt x="3840" y="402"/>
                </a:lnTo>
                <a:lnTo>
                  <a:pt x="3849" y="401"/>
                </a:lnTo>
                <a:close/>
                <a:moveTo>
                  <a:pt x="3929" y="328"/>
                </a:moveTo>
                <a:lnTo>
                  <a:pt x="3935" y="321"/>
                </a:lnTo>
                <a:lnTo>
                  <a:pt x="3940" y="312"/>
                </a:lnTo>
                <a:lnTo>
                  <a:pt x="3945" y="304"/>
                </a:lnTo>
                <a:lnTo>
                  <a:pt x="3951" y="296"/>
                </a:lnTo>
                <a:lnTo>
                  <a:pt x="3958" y="289"/>
                </a:lnTo>
                <a:lnTo>
                  <a:pt x="3966" y="282"/>
                </a:lnTo>
                <a:lnTo>
                  <a:pt x="3956" y="288"/>
                </a:lnTo>
                <a:lnTo>
                  <a:pt x="3946" y="294"/>
                </a:lnTo>
                <a:lnTo>
                  <a:pt x="3942" y="296"/>
                </a:lnTo>
                <a:lnTo>
                  <a:pt x="3938" y="296"/>
                </a:lnTo>
                <a:lnTo>
                  <a:pt x="3933" y="296"/>
                </a:lnTo>
                <a:lnTo>
                  <a:pt x="3928" y="295"/>
                </a:lnTo>
                <a:lnTo>
                  <a:pt x="3929" y="304"/>
                </a:lnTo>
                <a:lnTo>
                  <a:pt x="3929" y="311"/>
                </a:lnTo>
                <a:lnTo>
                  <a:pt x="3927" y="319"/>
                </a:lnTo>
                <a:lnTo>
                  <a:pt x="3924" y="325"/>
                </a:lnTo>
                <a:lnTo>
                  <a:pt x="3927" y="326"/>
                </a:lnTo>
                <a:lnTo>
                  <a:pt x="3929" y="328"/>
                </a:lnTo>
                <a:close/>
                <a:moveTo>
                  <a:pt x="3324" y="810"/>
                </a:moveTo>
                <a:lnTo>
                  <a:pt x="3322" y="811"/>
                </a:lnTo>
                <a:lnTo>
                  <a:pt x="3320" y="812"/>
                </a:lnTo>
                <a:lnTo>
                  <a:pt x="3323" y="814"/>
                </a:lnTo>
                <a:lnTo>
                  <a:pt x="3325" y="815"/>
                </a:lnTo>
                <a:lnTo>
                  <a:pt x="3324" y="813"/>
                </a:lnTo>
                <a:lnTo>
                  <a:pt x="3324" y="810"/>
                </a:lnTo>
                <a:close/>
                <a:moveTo>
                  <a:pt x="2613" y="1668"/>
                </a:moveTo>
                <a:lnTo>
                  <a:pt x="2618" y="1664"/>
                </a:lnTo>
                <a:lnTo>
                  <a:pt x="2623" y="1659"/>
                </a:lnTo>
                <a:lnTo>
                  <a:pt x="2621" y="1650"/>
                </a:lnTo>
                <a:lnTo>
                  <a:pt x="2617" y="1643"/>
                </a:lnTo>
                <a:lnTo>
                  <a:pt x="2614" y="1635"/>
                </a:lnTo>
                <a:lnTo>
                  <a:pt x="2611" y="1627"/>
                </a:lnTo>
                <a:lnTo>
                  <a:pt x="2608" y="1619"/>
                </a:lnTo>
                <a:lnTo>
                  <a:pt x="2596" y="1631"/>
                </a:lnTo>
                <a:lnTo>
                  <a:pt x="2584" y="1642"/>
                </a:lnTo>
                <a:lnTo>
                  <a:pt x="2578" y="1648"/>
                </a:lnTo>
                <a:lnTo>
                  <a:pt x="2574" y="1655"/>
                </a:lnTo>
                <a:lnTo>
                  <a:pt x="2572" y="1659"/>
                </a:lnTo>
                <a:lnTo>
                  <a:pt x="2571" y="1663"/>
                </a:lnTo>
                <a:lnTo>
                  <a:pt x="2570" y="1667"/>
                </a:lnTo>
                <a:lnTo>
                  <a:pt x="2570" y="1671"/>
                </a:lnTo>
                <a:lnTo>
                  <a:pt x="2580" y="1668"/>
                </a:lnTo>
                <a:lnTo>
                  <a:pt x="2590" y="1667"/>
                </a:lnTo>
                <a:lnTo>
                  <a:pt x="2602" y="1667"/>
                </a:lnTo>
                <a:lnTo>
                  <a:pt x="2613" y="1668"/>
                </a:lnTo>
                <a:close/>
                <a:moveTo>
                  <a:pt x="3421" y="811"/>
                </a:moveTo>
                <a:lnTo>
                  <a:pt x="3425" y="805"/>
                </a:lnTo>
                <a:lnTo>
                  <a:pt x="3430" y="799"/>
                </a:lnTo>
                <a:lnTo>
                  <a:pt x="3437" y="793"/>
                </a:lnTo>
                <a:lnTo>
                  <a:pt x="3443" y="786"/>
                </a:lnTo>
                <a:lnTo>
                  <a:pt x="3450" y="777"/>
                </a:lnTo>
                <a:lnTo>
                  <a:pt x="3455" y="767"/>
                </a:lnTo>
                <a:lnTo>
                  <a:pt x="3460" y="758"/>
                </a:lnTo>
                <a:lnTo>
                  <a:pt x="3467" y="748"/>
                </a:lnTo>
                <a:lnTo>
                  <a:pt x="3474" y="740"/>
                </a:lnTo>
                <a:lnTo>
                  <a:pt x="3491" y="726"/>
                </a:lnTo>
                <a:lnTo>
                  <a:pt x="3508" y="712"/>
                </a:lnTo>
                <a:lnTo>
                  <a:pt x="3509" y="709"/>
                </a:lnTo>
                <a:lnTo>
                  <a:pt x="3510" y="707"/>
                </a:lnTo>
                <a:lnTo>
                  <a:pt x="3513" y="703"/>
                </a:lnTo>
                <a:lnTo>
                  <a:pt x="3518" y="699"/>
                </a:lnTo>
                <a:lnTo>
                  <a:pt x="3526" y="695"/>
                </a:lnTo>
                <a:lnTo>
                  <a:pt x="3534" y="690"/>
                </a:lnTo>
                <a:lnTo>
                  <a:pt x="3538" y="688"/>
                </a:lnTo>
                <a:lnTo>
                  <a:pt x="3542" y="686"/>
                </a:lnTo>
                <a:lnTo>
                  <a:pt x="3547" y="686"/>
                </a:lnTo>
                <a:lnTo>
                  <a:pt x="3553" y="686"/>
                </a:lnTo>
                <a:lnTo>
                  <a:pt x="3559" y="685"/>
                </a:lnTo>
                <a:lnTo>
                  <a:pt x="3565" y="685"/>
                </a:lnTo>
                <a:lnTo>
                  <a:pt x="3562" y="682"/>
                </a:lnTo>
                <a:lnTo>
                  <a:pt x="3559" y="679"/>
                </a:lnTo>
                <a:lnTo>
                  <a:pt x="3556" y="677"/>
                </a:lnTo>
                <a:lnTo>
                  <a:pt x="3553" y="675"/>
                </a:lnTo>
                <a:lnTo>
                  <a:pt x="3550" y="675"/>
                </a:lnTo>
                <a:lnTo>
                  <a:pt x="3546" y="675"/>
                </a:lnTo>
                <a:lnTo>
                  <a:pt x="3543" y="676"/>
                </a:lnTo>
                <a:lnTo>
                  <a:pt x="3539" y="678"/>
                </a:lnTo>
                <a:lnTo>
                  <a:pt x="3531" y="683"/>
                </a:lnTo>
                <a:lnTo>
                  <a:pt x="3522" y="688"/>
                </a:lnTo>
                <a:lnTo>
                  <a:pt x="3518" y="690"/>
                </a:lnTo>
                <a:lnTo>
                  <a:pt x="3513" y="691"/>
                </a:lnTo>
                <a:lnTo>
                  <a:pt x="3508" y="692"/>
                </a:lnTo>
                <a:lnTo>
                  <a:pt x="3502" y="691"/>
                </a:lnTo>
                <a:lnTo>
                  <a:pt x="3500" y="691"/>
                </a:lnTo>
                <a:lnTo>
                  <a:pt x="3499" y="690"/>
                </a:lnTo>
                <a:lnTo>
                  <a:pt x="3498" y="692"/>
                </a:lnTo>
                <a:lnTo>
                  <a:pt x="3497" y="695"/>
                </a:lnTo>
                <a:lnTo>
                  <a:pt x="3497" y="700"/>
                </a:lnTo>
                <a:lnTo>
                  <a:pt x="3497" y="705"/>
                </a:lnTo>
                <a:lnTo>
                  <a:pt x="3496" y="711"/>
                </a:lnTo>
                <a:lnTo>
                  <a:pt x="3495" y="714"/>
                </a:lnTo>
                <a:lnTo>
                  <a:pt x="3492" y="717"/>
                </a:lnTo>
                <a:lnTo>
                  <a:pt x="3489" y="719"/>
                </a:lnTo>
                <a:lnTo>
                  <a:pt x="3485" y="719"/>
                </a:lnTo>
                <a:lnTo>
                  <a:pt x="3480" y="719"/>
                </a:lnTo>
                <a:lnTo>
                  <a:pt x="3477" y="722"/>
                </a:lnTo>
                <a:lnTo>
                  <a:pt x="3475" y="725"/>
                </a:lnTo>
                <a:lnTo>
                  <a:pt x="3455" y="748"/>
                </a:lnTo>
                <a:lnTo>
                  <a:pt x="3433" y="771"/>
                </a:lnTo>
                <a:lnTo>
                  <a:pt x="3423" y="782"/>
                </a:lnTo>
                <a:lnTo>
                  <a:pt x="3412" y="793"/>
                </a:lnTo>
                <a:lnTo>
                  <a:pt x="3400" y="803"/>
                </a:lnTo>
                <a:lnTo>
                  <a:pt x="3387" y="812"/>
                </a:lnTo>
                <a:lnTo>
                  <a:pt x="3379" y="814"/>
                </a:lnTo>
                <a:lnTo>
                  <a:pt x="3372" y="818"/>
                </a:lnTo>
                <a:lnTo>
                  <a:pt x="3371" y="830"/>
                </a:lnTo>
                <a:lnTo>
                  <a:pt x="3367" y="840"/>
                </a:lnTo>
                <a:lnTo>
                  <a:pt x="3365" y="845"/>
                </a:lnTo>
                <a:lnTo>
                  <a:pt x="3363" y="849"/>
                </a:lnTo>
                <a:lnTo>
                  <a:pt x="3360" y="853"/>
                </a:lnTo>
                <a:lnTo>
                  <a:pt x="3357" y="856"/>
                </a:lnTo>
                <a:lnTo>
                  <a:pt x="3353" y="859"/>
                </a:lnTo>
                <a:lnTo>
                  <a:pt x="3349" y="862"/>
                </a:lnTo>
                <a:lnTo>
                  <a:pt x="3345" y="864"/>
                </a:lnTo>
                <a:lnTo>
                  <a:pt x="3339" y="866"/>
                </a:lnTo>
                <a:lnTo>
                  <a:pt x="3328" y="870"/>
                </a:lnTo>
                <a:lnTo>
                  <a:pt x="3315" y="871"/>
                </a:lnTo>
                <a:lnTo>
                  <a:pt x="3315" y="874"/>
                </a:lnTo>
                <a:lnTo>
                  <a:pt x="3314" y="877"/>
                </a:lnTo>
                <a:lnTo>
                  <a:pt x="3315" y="881"/>
                </a:lnTo>
                <a:lnTo>
                  <a:pt x="3315" y="884"/>
                </a:lnTo>
                <a:lnTo>
                  <a:pt x="3315" y="885"/>
                </a:lnTo>
                <a:lnTo>
                  <a:pt x="3314" y="887"/>
                </a:lnTo>
                <a:lnTo>
                  <a:pt x="3326" y="885"/>
                </a:lnTo>
                <a:lnTo>
                  <a:pt x="3338" y="881"/>
                </a:lnTo>
                <a:lnTo>
                  <a:pt x="3344" y="879"/>
                </a:lnTo>
                <a:lnTo>
                  <a:pt x="3350" y="876"/>
                </a:lnTo>
                <a:lnTo>
                  <a:pt x="3355" y="872"/>
                </a:lnTo>
                <a:lnTo>
                  <a:pt x="3360" y="868"/>
                </a:lnTo>
                <a:lnTo>
                  <a:pt x="3365" y="865"/>
                </a:lnTo>
                <a:lnTo>
                  <a:pt x="3369" y="861"/>
                </a:lnTo>
                <a:lnTo>
                  <a:pt x="3372" y="858"/>
                </a:lnTo>
                <a:lnTo>
                  <a:pt x="3375" y="853"/>
                </a:lnTo>
                <a:lnTo>
                  <a:pt x="3379" y="844"/>
                </a:lnTo>
                <a:lnTo>
                  <a:pt x="3383" y="834"/>
                </a:lnTo>
                <a:lnTo>
                  <a:pt x="3385" y="829"/>
                </a:lnTo>
                <a:lnTo>
                  <a:pt x="3388" y="823"/>
                </a:lnTo>
                <a:lnTo>
                  <a:pt x="3392" y="819"/>
                </a:lnTo>
                <a:lnTo>
                  <a:pt x="3396" y="816"/>
                </a:lnTo>
                <a:lnTo>
                  <a:pt x="3400" y="813"/>
                </a:lnTo>
                <a:lnTo>
                  <a:pt x="3406" y="812"/>
                </a:lnTo>
                <a:lnTo>
                  <a:pt x="3413" y="811"/>
                </a:lnTo>
                <a:lnTo>
                  <a:pt x="3421" y="811"/>
                </a:lnTo>
                <a:close/>
                <a:moveTo>
                  <a:pt x="860" y="3906"/>
                </a:moveTo>
                <a:lnTo>
                  <a:pt x="858" y="3910"/>
                </a:lnTo>
                <a:lnTo>
                  <a:pt x="857" y="3913"/>
                </a:lnTo>
                <a:lnTo>
                  <a:pt x="857" y="3915"/>
                </a:lnTo>
                <a:lnTo>
                  <a:pt x="857" y="3916"/>
                </a:lnTo>
                <a:lnTo>
                  <a:pt x="860" y="3910"/>
                </a:lnTo>
                <a:lnTo>
                  <a:pt x="861" y="3904"/>
                </a:lnTo>
                <a:lnTo>
                  <a:pt x="860" y="3905"/>
                </a:lnTo>
                <a:lnTo>
                  <a:pt x="860" y="3906"/>
                </a:lnTo>
                <a:close/>
                <a:moveTo>
                  <a:pt x="2104" y="3112"/>
                </a:moveTo>
                <a:lnTo>
                  <a:pt x="2107" y="3111"/>
                </a:lnTo>
                <a:lnTo>
                  <a:pt x="2111" y="3110"/>
                </a:lnTo>
                <a:lnTo>
                  <a:pt x="2114" y="3109"/>
                </a:lnTo>
                <a:lnTo>
                  <a:pt x="2117" y="3106"/>
                </a:lnTo>
                <a:lnTo>
                  <a:pt x="2122" y="3099"/>
                </a:lnTo>
                <a:lnTo>
                  <a:pt x="2128" y="3094"/>
                </a:lnTo>
                <a:lnTo>
                  <a:pt x="2126" y="3090"/>
                </a:lnTo>
                <a:lnTo>
                  <a:pt x="2126" y="3086"/>
                </a:lnTo>
                <a:lnTo>
                  <a:pt x="2128" y="3085"/>
                </a:lnTo>
                <a:lnTo>
                  <a:pt x="2130" y="3085"/>
                </a:lnTo>
                <a:lnTo>
                  <a:pt x="2131" y="3087"/>
                </a:lnTo>
                <a:lnTo>
                  <a:pt x="2133" y="3089"/>
                </a:lnTo>
                <a:lnTo>
                  <a:pt x="2143" y="3083"/>
                </a:lnTo>
                <a:lnTo>
                  <a:pt x="2153" y="3077"/>
                </a:lnTo>
                <a:lnTo>
                  <a:pt x="2153" y="3077"/>
                </a:lnTo>
                <a:lnTo>
                  <a:pt x="2154" y="3077"/>
                </a:lnTo>
                <a:lnTo>
                  <a:pt x="2152" y="3076"/>
                </a:lnTo>
                <a:lnTo>
                  <a:pt x="2150" y="3074"/>
                </a:lnTo>
                <a:lnTo>
                  <a:pt x="2147" y="3071"/>
                </a:lnTo>
                <a:lnTo>
                  <a:pt x="2144" y="3066"/>
                </a:lnTo>
                <a:lnTo>
                  <a:pt x="2142" y="3062"/>
                </a:lnTo>
                <a:lnTo>
                  <a:pt x="2141" y="3059"/>
                </a:lnTo>
                <a:lnTo>
                  <a:pt x="2141" y="3057"/>
                </a:lnTo>
                <a:lnTo>
                  <a:pt x="2141" y="3056"/>
                </a:lnTo>
                <a:lnTo>
                  <a:pt x="2143" y="3054"/>
                </a:lnTo>
                <a:lnTo>
                  <a:pt x="2146" y="3054"/>
                </a:lnTo>
                <a:lnTo>
                  <a:pt x="2144" y="3053"/>
                </a:lnTo>
                <a:lnTo>
                  <a:pt x="2143" y="3052"/>
                </a:lnTo>
                <a:lnTo>
                  <a:pt x="2136" y="3055"/>
                </a:lnTo>
                <a:lnTo>
                  <a:pt x="2132" y="3056"/>
                </a:lnTo>
                <a:lnTo>
                  <a:pt x="2129" y="3058"/>
                </a:lnTo>
                <a:lnTo>
                  <a:pt x="2125" y="3060"/>
                </a:lnTo>
                <a:lnTo>
                  <a:pt x="2123" y="3062"/>
                </a:lnTo>
                <a:lnTo>
                  <a:pt x="2121" y="3065"/>
                </a:lnTo>
                <a:lnTo>
                  <a:pt x="2120" y="3068"/>
                </a:lnTo>
                <a:lnTo>
                  <a:pt x="2120" y="3073"/>
                </a:lnTo>
                <a:lnTo>
                  <a:pt x="2120" y="3077"/>
                </a:lnTo>
                <a:lnTo>
                  <a:pt x="2123" y="3079"/>
                </a:lnTo>
                <a:lnTo>
                  <a:pt x="2126" y="3082"/>
                </a:lnTo>
                <a:lnTo>
                  <a:pt x="2122" y="3085"/>
                </a:lnTo>
                <a:lnTo>
                  <a:pt x="2118" y="3087"/>
                </a:lnTo>
                <a:lnTo>
                  <a:pt x="2111" y="3099"/>
                </a:lnTo>
                <a:lnTo>
                  <a:pt x="2104" y="3112"/>
                </a:lnTo>
                <a:close/>
                <a:moveTo>
                  <a:pt x="2148" y="3049"/>
                </a:moveTo>
                <a:lnTo>
                  <a:pt x="2149" y="3051"/>
                </a:lnTo>
                <a:lnTo>
                  <a:pt x="2150" y="3053"/>
                </a:lnTo>
                <a:lnTo>
                  <a:pt x="2157" y="3053"/>
                </a:lnTo>
                <a:lnTo>
                  <a:pt x="2163" y="3054"/>
                </a:lnTo>
                <a:lnTo>
                  <a:pt x="2161" y="3048"/>
                </a:lnTo>
                <a:lnTo>
                  <a:pt x="2159" y="3044"/>
                </a:lnTo>
                <a:lnTo>
                  <a:pt x="2148" y="3049"/>
                </a:lnTo>
                <a:close/>
                <a:moveTo>
                  <a:pt x="2169" y="3031"/>
                </a:moveTo>
                <a:lnTo>
                  <a:pt x="2173" y="3032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78" y="3033"/>
                </a:lnTo>
                <a:lnTo>
                  <a:pt x="2182" y="3037"/>
                </a:lnTo>
                <a:lnTo>
                  <a:pt x="2186" y="3041"/>
                </a:lnTo>
                <a:lnTo>
                  <a:pt x="2189" y="3045"/>
                </a:lnTo>
                <a:lnTo>
                  <a:pt x="2189" y="3048"/>
                </a:lnTo>
                <a:lnTo>
                  <a:pt x="2193" y="3045"/>
                </a:lnTo>
                <a:lnTo>
                  <a:pt x="2197" y="3043"/>
                </a:lnTo>
                <a:lnTo>
                  <a:pt x="2193" y="3034"/>
                </a:lnTo>
                <a:lnTo>
                  <a:pt x="2192" y="3028"/>
                </a:lnTo>
                <a:lnTo>
                  <a:pt x="2192" y="3027"/>
                </a:lnTo>
                <a:lnTo>
                  <a:pt x="2192" y="3027"/>
                </a:lnTo>
                <a:lnTo>
                  <a:pt x="2193" y="3027"/>
                </a:lnTo>
                <a:lnTo>
                  <a:pt x="2194" y="3027"/>
                </a:lnTo>
                <a:lnTo>
                  <a:pt x="2201" y="3032"/>
                </a:lnTo>
                <a:lnTo>
                  <a:pt x="2208" y="3037"/>
                </a:lnTo>
                <a:lnTo>
                  <a:pt x="2211" y="3033"/>
                </a:lnTo>
                <a:lnTo>
                  <a:pt x="2214" y="3028"/>
                </a:lnTo>
                <a:lnTo>
                  <a:pt x="2218" y="3025"/>
                </a:lnTo>
                <a:lnTo>
                  <a:pt x="2224" y="3023"/>
                </a:lnTo>
                <a:lnTo>
                  <a:pt x="2225" y="3020"/>
                </a:lnTo>
                <a:lnTo>
                  <a:pt x="2227" y="3018"/>
                </a:lnTo>
                <a:lnTo>
                  <a:pt x="2230" y="3016"/>
                </a:lnTo>
                <a:lnTo>
                  <a:pt x="2233" y="3016"/>
                </a:lnTo>
                <a:lnTo>
                  <a:pt x="2239" y="3012"/>
                </a:lnTo>
                <a:lnTo>
                  <a:pt x="2226" y="2998"/>
                </a:lnTo>
                <a:lnTo>
                  <a:pt x="2212" y="2984"/>
                </a:lnTo>
                <a:lnTo>
                  <a:pt x="2212" y="2974"/>
                </a:lnTo>
                <a:lnTo>
                  <a:pt x="2201" y="2979"/>
                </a:lnTo>
                <a:lnTo>
                  <a:pt x="2200" y="2986"/>
                </a:lnTo>
                <a:lnTo>
                  <a:pt x="2197" y="2994"/>
                </a:lnTo>
                <a:lnTo>
                  <a:pt x="2194" y="3001"/>
                </a:lnTo>
                <a:lnTo>
                  <a:pt x="2189" y="3007"/>
                </a:lnTo>
                <a:lnTo>
                  <a:pt x="2180" y="3019"/>
                </a:lnTo>
                <a:lnTo>
                  <a:pt x="2169" y="3031"/>
                </a:lnTo>
                <a:close/>
                <a:moveTo>
                  <a:pt x="2293" y="2974"/>
                </a:moveTo>
                <a:lnTo>
                  <a:pt x="2306" y="2966"/>
                </a:lnTo>
                <a:lnTo>
                  <a:pt x="2308" y="2967"/>
                </a:lnTo>
                <a:lnTo>
                  <a:pt x="2309" y="2969"/>
                </a:lnTo>
                <a:lnTo>
                  <a:pt x="2309" y="2968"/>
                </a:lnTo>
                <a:lnTo>
                  <a:pt x="2310" y="2968"/>
                </a:lnTo>
                <a:lnTo>
                  <a:pt x="2312" y="2964"/>
                </a:lnTo>
                <a:lnTo>
                  <a:pt x="2316" y="2961"/>
                </a:lnTo>
                <a:lnTo>
                  <a:pt x="2320" y="2959"/>
                </a:lnTo>
                <a:lnTo>
                  <a:pt x="2323" y="2956"/>
                </a:lnTo>
                <a:lnTo>
                  <a:pt x="2330" y="2953"/>
                </a:lnTo>
                <a:lnTo>
                  <a:pt x="2335" y="2949"/>
                </a:lnTo>
                <a:lnTo>
                  <a:pt x="2341" y="2944"/>
                </a:lnTo>
                <a:lnTo>
                  <a:pt x="2347" y="2939"/>
                </a:lnTo>
                <a:lnTo>
                  <a:pt x="2350" y="2937"/>
                </a:lnTo>
                <a:lnTo>
                  <a:pt x="2353" y="2935"/>
                </a:lnTo>
                <a:lnTo>
                  <a:pt x="2355" y="2936"/>
                </a:lnTo>
                <a:lnTo>
                  <a:pt x="2356" y="2936"/>
                </a:lnTo>
                <a:lnTo>
                  <a:pt x="2357" y="2935"/>
                </a:lnTo>
                <a:lnTo>
                  <a:pt x="2358" y="2934"/>
                </a:lnTo>
                <a:lnTo>
                  <a:pt x="2358" y="2934"/>
                </a:lnTo>
                <a:lnTo>
                  <a:pt x="2357" y="2933"/>
                </a:lnTo>
                <a:lnTo>
                  <a:pt x="2356" y="2932"/>
                </a:lnTo>
                <a:lnTo>
                  <a:pt x="2354" y="2930"/>
                </a:lnTo>
                <a:lnTo>
                  <a:pt x="2353" y="2927"/>
                </a:lnTo>
                <a:lnTo>
                  <a:pt x="2352" y="2924"/>
                </a:lnTo>
                <a:lnTo>
                  <a:pt x="2358" y="2927"/>
                </a:lnTo>
                <a:lnTo>
                  <a:pt x="2365" y="2930"/>
                </a:lnTo>
                <a:lnTo>
                  <a:pt x="2367" y="2929"/>
                </a:lnTo>
                <a:lnTo>
                  <a:pt x="2368" y="2928"/>
                </a:lnTo>
                <a:lnTo>
                  <a:pt x="2371" y="2927"/>
                </a:lnTo>
                <a:lnTo>
                  <a:pt x="2373" y="2927"/>
                </a:lnTo>
                <a:lnTo>
                  <a:pt x="2371" y="2919"/>
                </a:lnTo>
                <a:lnTo>
                  <a:pt x="2368" y="2910"/>
                </a:lnTo>
                <a:lnTo>
                  <a:pt x="2372" y="2910"/>
                </a:lnTo>
                <a:lnTo>
                  <a:pt x="2375" y="2910"/>
                </a:lnTo>
                <a:lnTo>
                  <a:pt x="2375" y="2907"/>
                </a:lnTo>
                <a:lnTo>
                  <a:pt x="2375" y="2904"/>
                </a:lnTo>
                <a:lnTo>
                  <a:pt x="2374" y="2905"/>
                </a:lnTo>
                <a:lnTo>
                  <a:pt x="2372" y="2905"/>
                </a:lnTo>
                <a:lnTo>
                  <a:pt x="2366" y="2903"/>
                </a:lnTo>
                <a:lnTo>
                  <a:pt x="2359" y="2901"/>
                </a:lnTo>
                <a:lnTo>
                  <a:pt x="2358" y="2904"/>
                </a:lnTo>
                <a:lnTo>
                  <a:pt x="2357" y="2906"/>
                </a:lnTo>
                <a:lnTo>
                  <a:pt x="2356" y="2908"/>
                </a:lnTo>
                <a:lnTo>
                  <a:pt x="2353" y="2908"/>
                </a:lnTo>
                <a:lnTo>
                  <a:pt x="2351" y="2908"/>
                </a:lnTo>
                <a:lnTo>
                  <a:pt x="2349" y="2907"/>
                </a:lnTo>
                <a:lnTo>
                  <a:pt x="2348" y="2906"/>
                </a:lnTo>
                <a:lnTo>
                  <a:pt x="2348" y="2904"/>
                </a:lnTo>
                <a:lnTo>
                  <a:pt x="2348" y="2900"/>
                </a:lnTo>
                <a:lnTo>
                  <a:pt x="2349" y="2898"/>
                </a:lnTo>
                <a:lnTo>
                  <a:pt x="2350" y="2897"/>
                </a:lnTo>
                <a:lnTo>
                  <a:pt x="2351" y="2896"/>
                </a:lnTo>
                <a:lnTo>
                  <a:pt x="2353" y="2896"/>
                </a:lnTo>
                <a:lnTo>
                  <a:pt x="2355" y="2897"/>
                </a:lnTo>
                <a:lnTo>
                  <a:pt x="2363" y="2892"/>
                </a:lnTo>
                <a:lnTo>
                  <a:pt x="2369" y="2888"/>
                </a:lnTo>
                <a:lnTo>
                  <a:pt x="2370" y="2886"/>
                </a:lnTo>
                <a:lnTo>
                  <a:pt x="2372" y="2885"/>
                </a:lnTo>
                <a:lnTo>
                  <a:pt x="2376" y="2884"/>
                </a:lnTo>
                <a:lnTo>
                  <a:pt x="2380" y="2883"/>
                </a:lnTo>
                <a:lnTo>
                  <a:pt x="2383" y="2882"/>
                </a:lnTo>
                <a:lnTo>
                  <a:pt x="2386" y="2879"/>
                </a:lnTo>
                <a:lnTo>
                  <a:pt x="2390" y="2871"/>
                </a:lnTo>
                <a:lnTo>
                  <a:pt x="2394" y="2865"/>
                </a:lnTo>
                <a:lnTo>
                  <a:pt x="2402" y="2863"/>
                </a:lnTo>
                <a:lnTo>
                  <a:pt x="2412" y="2862"/>
                </a:lnTo>
                <a:lnTo>
                  <a:pt x="2411" y="2865"/>
                </a:lnTo>
                <a:lnTo>
                  <a:pt x="2411" y="2868"/>
                </a:lnTo>
                <a:lnTo>
                  <a:pt x="2416" y="2864"/>
                </a:lnTo>
                <a:lnTo>
                  <a:pt x="2420" y="2860"/>
                </a:lnTo>
                <a:lnTo>
                  <a:pt x="2409" y="2851"/>
                </a:lnTo>
                <a:lnTo>
                  <a:pt x="2397" y="2842"/>
                </a:lnTo>
                <a:lnTo>
                  <a:pt x="2397" y="2837"/>
                </a:lnTo>
                <a:lnTo>
                  <a:pt x="2398" y="2834"/>
                </a:lnTo>
                <a:lnTo>
                  <a:pt x="2391" y="2827"/>
                </a:lnTo>
                <a:lnTo>
                  <a:pt x="2385" y="2821"/>
                </a:lnTo>
                <a:lnTo>
                  <a:pt x="2385" y="2825"/>
                </a:lnTo>
                <a:lnTo>
                  <a:pt x="2383" y="2829"/>
                </a:lnTo>
                <a:lnTo>
                  <a:pt x="2380" y="2834"/>
                </a:lnTo>
                <a:lnTo>
                  <a:pt x="2376" y="2837"/>
                </a:lnTo>
                <a:lnTo>
                  <a:pt x="2368" y="2843"/>
                </a:lnTo>
                <a:lnTo>
                  <a:pt x="2360" y="2849"/>
                </a:lnTo>
                <a:lnTo>
                  <a:pt x="2358" y="2851"/>
                </a:lnTo>
                <a:lnTo>
                  <a:pt x="2356" y="2851"/>
                </a:lnTo>
                <a:lnTo>
                  <a:pt x="2355" y="2851"/>
                </a:lnTo>
                <a:lnTo>
                  <a:pt x="2353" y="2850"/>
                </a:lnTo>
                <a:lnTo>
                  <a:pt x="2351" y="2846"/>
                </a:lnTo>
                <a:lnTo>
                  <a:pt x="2350" y="2841"/>
                </a:lnTo>
                <a:lnTo>
                  <a:pt x="2337" y="2853"/>
                </a:lnTo>
                <a:lnTo>
                  <a:pt x="2325" y="2867"/>
                </a:lnTo>
                <a:lnTo>
                  <a:pt x="2320" y="2875"/>
                </a:lnTo>
                <a:lnTo>
                  <a:pt x="2316" y="2883"/>
                </a:lnTo>
                <a:lnTo>
                  <a:pt x="2310" y="2891"/>
                </a:lnTo>
                <a:lnTo>
                  <a:pt x="2307" y="2899"/>
                </a:lnTo>
                <a:lnTo>
                  <a:pt x="2303" y="2907"/>
                </a:lnTo>
                <a:lnTo>
                  <a:pt x="2301" y="2917"/>
                </a:lnTo>
                <a:lnTo>
                  <a:pt x="2298" y="2925"/>
                </a:lnTo>
                <a:lnTo>
                  <a:pt x="2296" y="2934"/>
                </a:lnTo>
                <a:lnTo>
                  <a:pt x="2294" y="2954"/>
                </a:lnTo>
                <a:lnTo>
                  <a:pt x="2293" y="2974"/>
                </a:lnTo>
                <a:close/>
                <a:moveTo>
                  <a:pt x="1635" y="3768"/>
                </a:moveTo>
                <a:lnTo>
                  <a:pt x="1633" y="3755"/>
                </a:lnTo>
                <a:lnTo>
                  <a:pt x="1631" y="3745"/>
                </a:lnTo>
                <a:lnTo>
                  <a:pt x="1631" y="3741"/>
                </a:lnTo>
                <a:lnTo>
                  <a:pt x="1632" y="3736"/>
                </a:lnTo>
                <a:lnTo>
                  <a:pt x="1634" y="3734"/>
                </a:lnTo>
                <a:lnTo>
                  <a:pt x="1637" y="3732"/>
                </a:lnTo>
                <a:lnTo>
                  <a:pt x="1631" y="3720"/>
                </a:lnTo>
                <a:lnTo>
                  <a:pt x="1624" y="3708"/>
                </a:lnTo>
                <a:lnTo>
                  <a:pt x="1611" y="3718"/>
                </a:lnTo>
                <a:lnTo>
                  <a:pt x="1598" y="3728"/>
                </a:lnTo>
                <a:lnTo>
                  <a:pt x="1592" y="3733"/>
                </a:lnTo>
                <a:lnTo>
                  <a:pt x="1586" y="3740"/>
                </a:lnTo>
                <a:lnTo>
                  <a:pt x="1581" y="3746"/>
                </a:lnTo>
                <a:lnTo>
                  <a:pt x="1576" y="3752"/>
                </a:lnTo>
                <a:lnTo>
                  <a:pt x="1585" y="3761"/>
                </a:lnTo>
                <a:lnTo>
                  <a:pt x="1595" y="3768"/>
                </a:lnTo>
                <a:lnTo>
                  <a:pt x="1600" y="3772"/>
                </a:lnTo>
                <a:lnTo>
                  <a:pt x="1606" y="3774"/>
                </a:lnTo>
                <a:lnTo>
                  <a:pt x="1612" y="3778"/>
                </a:lnTo>
                <a:lnTo>
                  <a:pt x="1619" y="3780"/>
                </a:lnTo>
                <a:lnTo>
                  <a:pt x="1624" y="3777"/>
                </a:lnTo>
                <a:lnTo>
                  <a:pt x="1629" y="3774"/>
                </a:lnTo>
                <a:lnTo>
                  <a:pt x="1632" y="3771"/>
                </a:lnTo>
                <a:lnTo>
                  <a:pt x="1635" y="3768"/>
                </a:lnTo>
                <a:close/>
                <a:moveTo>
                  <a:pt x="3730" y="1958"/>
                </a:moveTo>
                <a:lnTo>
                  <a:pt x="3732" y="1959"/>
                </a:lnTo>
                <a:lnTo>
                  <a:pt x="3734" y="1960"/>
                </a:lnTo>
                <a:lnTo>
                  <a:pt x="3734" y="1960"/>
                </a:lnTo>
                <a:lnTo>
                  <a:pt x="3735" y="1960"/>
                </a:lnTo>
                <a:lnTo>
                  <a:pt x="3738" y="1958"/>
                </a:lnTo>
                <a:lnTo>
                  <a:pt x="3741" y="1956"/>
                </a:lnTo>
                <a:lnTo>
                  <a:pt x="3742" y="1953"/>
                </a:lnTo>
                <a:lnTo>
                  <a:pt x="3743" y="1948"/>
                </a:lnTo>
                <a:lnTo>
                  <a:pt x="3748" y="1942"/>
                </a:lnTo>
                <a:lnTo>
                  <a:pt x="3753" y="1935"/>
                </a:lnTo>
                <a:lnTo>
                  <a:pt x="3746" y="1937"/>
                </a:lnTo>
                <a:lnTo>
                  <a:pt x="3737" y="1937"/>
                </a:lnTo>
                <a:lnTo>
                  <a:pt x="3734" y="1942"/>
                </a:lnTo>
                <a:lnTo>
                  <a:pt x="3731" y="1947"/>
                </a:lnTo>
                <a:lnTo>
                  <a:pt x="3730" y="1952"/>
                </a:lnTo>
                <a:lnTo>
                  <a:pt x="3730" y="1958"/>
                </a:lnTo>
                <a:close/>
                <a:moveTo>
                  <a:pt x="3761" y="2014"/>
                </a:moveTo>
                <a:lnTo>
                  <a:pt x="3760" y="2015"/>
                </a:lnTo>
                <a:lnTo>
                  <a:pt x="3758" y="2016"/>
                </a:lnTo>
                <a:lnTo>
                  <a:pt x="3759" y="2016"/>
                </a:lnTo>
                <a:lnTo>
                  <a:pt x="3761" y="2014"/>
                </a:lnTo>
                <a:close/>
                <a:moveTo>
                  <a:pt x="2959" y="1921"/>
                </a:moveTo>
                <a:lnTo>
                  <a:pt x="2962" y="1918"/>
                </a:lnTo>
                <a:lnTo>
                  <a:pt x="2966" y="1914"/>
                </a:lnTo>
                <a:lnTo>
                  <a:pt x="2960" y="1908"/>
                </a:lnTo>
                <a:lnTo>
                  <a:pt x="2954" y="1902"/>
                </a:lnTo>
                <a:lnTo>
                  <a:pt x="2951" y="1906"/>
                </a:lnTo>
                <a:lnTo>
                  <a:pt x="2947" y="1910"/>
                </a:lnTo>
                <a:lnTo>
                  <a:pt x="2945" y="1914"/>
                </a:lnTo>
                <a:lnTo>
                  <a:pt x="2943" y="1918"/>
                </a:lnTo>
                <a:lnTo>
                  <a:pt x="2938" y="1917"/>
                </a:lnTo>
                <a:lnTo>
                  <a:pt x="2933" y="1917"/>
                </a:lnTo>
                <a:lnTo>
                  <a:pt x="2934" y="1916"/>
                </a:lnTo>
                <a:lnTo>
                  <a:pt x="2942" y="1906"/>
                </a:lnTo>
                <a:lnTo>
                  <a:pt x="2950" y="1896"/>
                </a:lnTo>
                <a:lnTo>
                  <a:pt x="2959" y="1885"/>
                </a:lnTo>
                <a:lnTo>
                  <a:pt x="2970" y="1877"/>
                </a:lnTo>
                <a:lnTo>
                  <a:pt x="2971" y="1875"/>
                </a:lnTo>
                <a:lnTo>
                  <a:pt x="2972" y="1873"/>
                </a:lnTo>
                <a:lnTo>
                  <a:pt x="2975" y="1873"/>
                </a:lnTo>
                <a:lnTo>
                  <a:pt x="2978" y="1872"/>
                </a:lnTo>
                <a:lnTo>
                  <a:pt x="2981" y="1875"/>
                </a:lnTo>
                <a:lnTo>
                  <a:pt x="2985" y="1876"/>
                </a:lnTo>
                <a:lnTo>
                  <a:pt x="2985" y="1876"/>
                </a:lnTo>
                <a:lnTo>
                  <a:pt x="2983" y="1877"/>
                </a:lnTo>
                <a:lnTo>
                  <a:pt x="2982" y="1879"/>
                </a:lnTo>
                <a:lnTo>
                  <a:pt x="2981" y="1881"/>
                </a:lnTo>
                <a:lnTo>
                  <a:pt x="2981" y="1883"/>
                </a:lnTo>
                <a:lnTo>
                  <a:pt x="2981" y="1884"/>
                </a:lnTo>
                <a:lnTo>
                  <a:pt x="2982" y="1886"/>
                </a:lnTo>
                <a:lnTo>
                  <a:pt x="2985" y="1887"/>
                </a:lnTo>
                <a:lnTo>
                  <a:pt x="2988" y="1887"/>
                </a:lnTo>
                <a:lnTo>
                  <a:pt x="2991" y="1890"/>
                </a:lnTo>
                <a:lnTo>
                  <a:pt x="2993" y="1894"/>
                </a:lnTo>
                <a:lnTo>
                  <a:pt x="2995" y="1897"/>
                </a:lnTo>
                <a:lnTo>
                  <a:pt x="2994" y="1904"/>
                </a:lnTo>
                <a:lnTo>
                  <a:pt x="2991" y="1910"/>
                </a:lnTo>
                <a:lnTo>
                  <a:pt x="2987" y="1915"/>
                </a:lnTo>
                <a:lnTo>
                  <a:pt x="2982" y="1921"/>
                </a:lnTo>
                <a:lnTo>
                  <a:pt x="2979" y="1921"/>
                </a:lnTo>
                <a:lnTo>
                  <a:pt x="2975" y="1922"/>
                </a:lnTo>
                <a:lnTo>
                  <a:pt x="2974" y="1923"/>
                </a:lnTo>
                <a:lnTo>
                  <a:pt x="2973" y="1924"/>
                </a:lnTo>
                <a:lnTo>
                  <a:pt x="2966" y="1923"/>
                </a:lnTo>
                <a:lnTo>
                  <a:pt x="2959" y="1921"/>
                </a:lnTo>
                <a:close/>
                <a:moveTo>
                  <a:pt x="1475" y="3917"/>
                </a:moveTo>
                <a:lnTo>
                  <a:pt x="1474" y="3920"/>
                </a:lnTo>
                <a:lnTo>
                  <a:pt x="1472" y="3922"/>
                </a:lnTo>
                <a:lnTo>
                  <a:pt x="1472" y="3925"/>
                </a:lnTo>
                <a:lnTo>
                  <a:pt x="1472" y="3927"/>
                </a:lnTo>
                <a:lnTo>
                  <a:pt x="1476" y="3931"/>
                </a:lnTo>
                <a:lnTo>
                  <a:pt x="1480" y="3936"/>
                </a:lnTo>
                <a:lnTo>
                  <a:pt x="1486" y="3926"/>
                </a:lnTo>
                <a:lnTo>
                  <a:pt x="1493" y="3918"/>
                </a:lnTo>
                <a:lnTo>
                  <a:pt x="1488" y="3915"/>
                </a:lnTo>
                <a:lnTo>
                  <a:pt x="1484" y="3913"/>
                </a:lnTo>
                <a:lnTo>
                  <a:pt x="1482" y="3913"/>
                </a:lnTo>
                <a:lnTo>
                  <a:pt x="1480" y="3914"/>
                </a:lnTo>
                <a:lnTo>
                  <a:pt x="1477" y="3915"/>
                </a:lnTo>
                <a:lnTo>
                  <a:pt x="1475" y="3917"/>
                </a:lnTo>
                <a:close/>
                <a:moveTo>
                  <a:pt x="1506" y="3904"/>
                </a:moveTo>
                <a:lnTo>
                  <a:pt x="1516" y="3891"/>
                </a:lnTo>
                <a:lnTo>
                  <a:pt x="1526" y="3879"/>
                </a:lnTo>
                <a:lnTo>
                  <a:pt x="1518" y="3878"/>
                </a:lnTo>
                <a:lnTo>
                  <a:pt x="1511" y="3878"/>
                </a:lnTo>
                <a:lnTo>
                  <a:pt x="1506" y="3879"/>
                </a:lnTo>
                <a:lnTo>
                  <a:pt x="1502" y="3881"/>
                </a:lnTo>
                <a:lnTo>
                  <a:pt x="1501" y="3882"/>
                </a:lnTo>
                <a:lnTo>
                  <a:pt x="1500" y="3884"/>
                </a:lnTo>
                <a:lnTo>
                  <a:pt x="1500" y="3886"/>
                </a:lnTo>
                <a:lnTo>
                  <a:pt x="1500" y="3888"/>
                </a:lnTo>
                <a:lnTo>
                  <a:pt x="1502" y="3896"/>
                </a:lnTo>
                <a:lnTo>
                  <a:pt x="1506" y="3904"/>
                </a:lnTo>
                <a:close/>
                <a:moveTo>
                  <a:pt x="3232" y="1590"/>
                </a:moveTo>
                <a:lnTo>
                  <a:pt x="3233" y="1593"/>
                </a:lnTo>
                <a:lnTo>
                  <a:pt x="3234" y="1595"/>
                </a:lnTo>
                <a:lnTo>
                  <a:pt x="3235" y="1594"/>
                </a:lnTo>
                <a:lnTo>
                  <a:pt x="3236" y="1592"/>
                </a:lnTo>
                <a:lnTo>
                  <a:pt x="3234" y="1591"/>
                </a:lnTo>
                <a:lnTo>
                  <a:pt x="3232" y="1590"/>
                </a:lnTo>
                <a:close/>
                <a:moveTo>
                  <a:pt x="2629" y="2337"/>
                </a:moveTo>
                <a:lnTo>
                  <a:pt x="2628" y="2331"/>
                </a:lnTo>
                <a:lnTo>
                  <a:pt x="2626" y="2327"/>
                </a:lnTo>
                <a:lnTo>
                  <a:pt x="2624" y="2323"/>
                </a:lnTo>
                <a:lnTo>
                  <a:pt x="2620" y="2319"/>
                </a:lnTo>
                <a:lnTo>
                  <a:pt x="2618" y="2324"/>
                </a:lnTo>
                <a:lnTo>
                  <a:pt x="2615" y="2328"/>
                </a:lnTo>
                <a:lnTo>
                  <a:pt x="2609" y="2337"/>
                </a:lnTo>
                <a:lnTo>
                  <a:pt x="2603" y="2345"/>
                </a:lnTo>
                <a:lnTo>
                  <a:pt x="2598" y="2355"/>
                </a:lnTo>
                <a:lnTo>
                  <a:pt x="2592" y="2365"/>
                </a:lnTo>
                <a:lnTo>
                  <a:pt x="2599" y="2357"/>
                </a:lnTo>
                <a:lnTo>
                  <a:pt x="2604" y="2351"/>
                </a:lnTo>
                <a:lnTo>
                  <a:pt x="2611" y="2346"/>
                </a:lnTo>
                <a:lnTo>
                  <a:pt x="2619" y="2342"/>
                </a:lnTo>
                <a:lnTo>
                  <a:pt x="2622" y="2346"/>
                </a:lnTo>
                <a:lnTo>
                  <a:pt x="2625" y="2349"/>
                </a:lnTo>
                <a:lnTo>
                  <a:pt x="2626" y="2347"/>
                </a:lnTo>
                <a:lnTo>
                  <a:pt x="2626" y="2345"/>
                </a:lnTo>
                <a:lnTo>
                  <a:pt x="2628" y="2341"/>
                </a:lnTo>
                <a:lnTo>
                  <a:pt x="2629" y="2337"/>
                </a:lnTo>
                <a:close/>
                <a:moveTo>
                  <a:pt x="2417" y="2631"/>
                </a:moveTo>
                <a:lnTo>
                  <a:pt x="2417" y="2635"/>
                </a:lnTo>
                <a:lnTo>
                  <a:pt x="2417" y="2641"/>
                </a:lnTo>
                <a:lnTo>
                  <a:pt x="2415" y="2645"/>
                </a:lnTo>
                <a:lnTo>
                  <a:pt x="2413" y="2649"/>
                </a:lnTo>
                <a:lnTo>
                  <a:pt x="2414" y="2650"/>
                </a:lnTo>
                <a:lnTo>
                  <a:pt x="2416" y="2651"/>
                </a:lnTo>
                <a:lnTo>
                  <a:pt x="2415" y="2650"/>
                </a:lnTo>
                <a:lnTo>
                  <a:pt x="2415" y="2649"/>
                </a:lnTo>
                <a:lnTo>
                  <a:pt x="2418" y="2641"/>
                </a:lnTo>
                <a:lnTo>
                  <a:pt x="2418" y="2632"/>
                </a:lnTo>
                <a:lnTo>
                  <a:pt x="2417" y="2631"/>
                </a:lnTo>
                <a:close/>
                <a:moveTo>
                  <a:pt x="2419" y="2656"/>
                </a:moveTo>
                <a:lnTo>
                  <a:pt x="2417" y="2654"/>
                </a:lnTo>
                <a:lnTo>
                  <a:pt x="2416" y="2652"/>
                </a:lnTo>
                <a:lnTo>
                  <a:pt x="2414" y="2654"/>
                </a:lnTo>
                <a:lnTo>
                  <a:pt x="2416" y="2655"/>
                </a:lnTo>
                <a:lnTo>
                  <a:pt x="2419" y="2656"/>
                </a:lnTo>
                <a:close/>
                <a:moveTo>
                  <a:pt x="2149" y="2946"/>
                </a:moveTo>
                <a:lnTo>
                  <a:pt x="2149" y="2946"/>
                </a:lnTo>
                <a:lnTo>
                  <a:pt x="2149" y="2946"/>
                </a:lnTo>
                <a:lnTo>
                  <a:pt x="2149" y="2946"/>
                </a:lnTo>
                <a:lnTo>
                  <a:pt x="2149" y="2946"/>
                </a:lnTo>
                <a:lnTo>
                  <a:pt x="2149" y="2946"/>
                </a:lnTo>
                <a:lnTo>
                  <a:pt x="2149" y="2946"/>
                </a:lnTo>
                <a:close/>
                <a:moveTo>
                  <a:pt x="2156" y="2886"/>
                </a:moveTo>
                <a:lnTo>
                  <a:pt x="2157" y="2887"/>
                </a:lnTo>
                <a:lnTo>
                  <a:pt x="2157" y="2887"/>
                </a:lnTo>
                <a:lnTo>
                  <a:pt x="2166" y="2893"/>
                </a:lnTo>
                <a:lnTo>
                  <a:pt x="2175" y="2899"/>
                </a:lnTo>
                <a:lnTo>
                  <a:pt x="2176" y="2894"/>
                </a:lnTo>
                <a:lnTo>
                  <a:pt x="2177" y="2889"/>
                </a:lnTo>
                <a:lnTo>
                  <a:pt x="2177" y="2889"/>
                </a:lnTo>
                <a:lnTo>
                  <a:pt x="2176" y="2889"/>
                </a:lnTo>
                <a:lnTo>
                  <a:pt x="2175" y="2886"/>
                </a:lnTo>
                <a:lnTo>
                  <a:pt x="2173" y="2884"/>
                </a:lnTo>
                <a:lnTo>
                  <a:pt x="2169" y="2885"/>
                </a:lnTo>
                <a:lnTo>
                  <a:pt x="2166" y="2886"/>
                </a:lnTo>
                <a:lnTo>
                  <a:pt x="2163" y="2887"/>
                </a:lnTo>
                <a:lnTo>
                  <a:pt x="2159" y="2887"/>
                </a:lnTo>
                <a:lnTo>
                  <a:pt x="2158" y="2886"/>
                </a:lnTo>
                <a:lnTo>
                  <a:pt x="2156" y="2885"/>
                </a:lnTo>
                <a:lnTo>
                  <a:pt x="2156" y="2886"/>
                </a:lnTo>
                <a:lnTo>
                  <a:pt x="2156" y="2886"/>
                </a:lnTo>
                <a:lnTo>
                  <a:pt x="2156" y="2886"/>
                </a:lnTo>
                <a:lnTo>
                  <a:pt x="2156" y="2886"/>
                </a:lnTo>
                <a:close/>
                <a:moveTo>
                  <a:pt x="1317" y="4010"/>
                </a:moveTo>
                <a:lnTo>
                  <a:pt x="1318" y="4016"/>
                </a:lnTo>
                <a:lnTo>
                  <a:pt x="1316" y="4021"/>
                </a:lnTo>
                <a:lnTo>
                  <a:pt x="1320" y="4021"/>
                </a:lnTo>
                <a:lnTo>
                  <a:pt x="1324" y="4021"/>
                </a:lnTo>
                <a:lnTo>
                  <a:pt x="1322" y="4015"/>
                </a:lnTo>
                <a:lnTo>
                  <a:pt x="1322" y="4008"/>
                </a:lnTo>
                <a:lnTo>
                  <a:pt x="1320" y="4009"/>
                </a:lnTo>
                <a:lnTo>
                  <a:pt x="1317" y="4010"/>
                </a:lnTo>
                <a:close/>
                <a:moveTo>
                  <a:pt x="1243" y="4105"/>
                </a:moveTo>
                <a:lnTo>
                  <a:pt x="1244" y="4107"/>
                </a:lnTo>
                <a:lnTo>
                  <a:pt x="1249" y="4106"/>
                </a:lnTo>
                <a:lnTo>
                  <a:pt x="1254" y="4107"/>
                </a:lnTo>
                <a:lnTo>
                  <a:pt x="1259" y="4107"/>
                </a:lnTo>
                <a:lnTo>
                  <a:pt x="1263" y="4105"/>
                </a:lnTo>
                <a:lnTo>
                  <a:pt x="1263" y="4105"/>
                </a:lnTo>
                <a:lnTo>
                  <a:pt x="1262" y="4104"/>
                </a:lnTo>
                <a:lnTo>
                  <a:pt x="1261" y="4104"/>
                </a:lnTo>
                <a:lnTo>
                  <a:pt x="1261" y="4103"/>
                </a:lnTo>
                <a:lnTo>
                  <a:pt x="1257" y="4105"/>
                </a:lnTo>
                <a:lnTo>
                  <a:pt x="1253" y="4105"/>
                </a:lnTo>
                <a:lnTo>
                  <a:pt x="1249" y="4105"/>
                </a:lnTo>
                <a:lnTo>
                  <a:pt x="1243" y="4105"/>
                </a:lnTo>
                <a:close/>
                <a:moveTo>
                  <a:pt x="2263" y="2631"/>
                </a:moveTo>
                <a:lnTo>
                  <a:pt x="2266" y="2630"/>
                </a:lnTo>
                <a:lnTo>
                  <a:pt x="2270" y="2628"/>
                </a:lnTo>
                <a:lnTo>
                  <a:pt x="2267" y="2627"/>
                </a:lnTo>
                <a:lnTo>
                  <a:pt x="2265" y="2625"/>
                </a:lnTo>
                <a:lnTo>
                  <a:pt x="2264" y="2628"/>
                </a:lnTo>
                <a:lnTo>
                  <a:pt x="2263" y="2631"/>
                </a:lnTo>
                <a:close/>
                <a:moveTo>
                  <a:pt x="3210" y="1548"/>
                </a:moveTo>
                <a:lnTo>
                  <a:pt x="3210" y="1548"/>
                </a:lnTo>
                <a:lnTo>
                  <a:pt x="3208" y="1552"/>
                </a:lnTo>
                <a:lnTo>
                  <a:pt x="3207" y="1554"/>
                </a:lnTo>
                <a:lnTo>
                  <a:pt x="3205" y="1555"/>
                </a:lnTo>
                <a:lnTo>
                  <a:pt x="3203" y="1556"/>
                </a:lnTo>
                <a:lnTo>
                  <a:pt x="3197" y="1554"/>
                </a:lnTo>
                <a:lnTo>
                  <a:pt x="3192" y="1552"/>
                </a:lnTo>
                <a:lnTo>
                  <a:pt x="3193" y="1557"/>
                </a:lnTo>
                <a:lnTo>
                  <a:pt x="3192" y="1562"/>
                </a:lnTo>
                <a:lnTo>
                  <a:pt x="3190" y="1566"/>
                </a:lnTo>
                <a:lnTo>
                  <a:pt x="3187" y="1570"/>
                </a:lnTo>
                <a:lnTo>
                  <a:pt x="3189" y="1576"/>
                </a:lnTo>
                <a:lnTo>
                  <a:pt x="3190" y="1581"/>
                </a:lnTo>
                <a:lnTo>
                  <a:pt x="3190" y="1584"/>
                </a:lnTo>
                <a:lnTo>
                  <a:pt x="3188" y="1587"/>
                </a:lnTo>
                <a:lnTo>
                  <a:pt x="3183" y="1594"/>
                </a:lnTo>
                <a:lnTo>
                  <a:pt x="3179" y="1599"/>
                </a:lnTo>
                <a:lnTo>
                  <a:pt x="3180" y="1608"/>
                </a:lnTo>
                <a:lnTo>
                  <a:pt x="3180" y="1618"/>
                </a:lnTo>
                <a:lnTo>
                  <a:pt x="3182" y="1619"/>
                </a:lnTo>
                <a:lnTo>
                  <a:pt x="3184" y="1621"/>
                </a:lnTo>
                <a:lnTo>
                  <a:pt x="3185" y="1615"/>
                </a:lnTo>
                <a:lnTo>
                  <a:pt x="3186" y="1608"/>
                </a:lnTo>
                <a:lnTo>
                  <a:pt x="3189" y="1601"/>
                </a:lnTo>
                <a:lnTo>
                  <a:pt x="3192" y="1594"/>
                </a:lnTo>
                <a:lnTo>
                  <a:pt x="3194" y="1591"/>
                </a:lnTo>
                <a:lnTo>
                  <a:pt x="3197" y="1588"/>
                </a:lnTo>
                <a:lnTo>
                  <a:pt x="3200" y="1586"/>
                </a:lnTo>
                <a:lnTo>
                  <a:pt x="3204" y="1584"/>
                </a:lnTo>
                <a:lnTo>
                  <a:pt x="3207" y="1582"/>
                </a:lnTo>
                <a:lnTo>
                  <a:pt x="3210" y="1580"/>
                </a:lnTo>
                <a:lnTo>
                  <a:pt x="3216" y="1580"/>
                </a:lnTo>
                <a:lnTo>
                  <a:pt x="3221" y="1581"/>
                </a:lnTo>
                <a:lnTo>
                  <a:pt x="3225" y="1583"/>
                </a:lnTo>
                <a:lnTo>
                  <a:pt x="3228" y="1586"/>
                </a:lnTo>
                <a:lnTo>
                  <a:pt x="3228" y="1579"/>
                </a:lnTo>
                <a:lnTo>
                  <a:pt x="3229" y="1570"/>
                </a:lnTo>
                <a:lnTo>
                  <a:pt x="3229" y="1569"/>
                </a:lnTo>
                <a:lnTo>
                  <a:pt x="3230" y="1568"/>
                </a:lnTo>
                <a:lnTo>
                  <a:pt x="3220" y="1558"/>
                </a:lnTo>
                <a:lnTo>
                  <a:pt x="3210" y="1548"/>
                </a:lnTo>
                <a:close/>
                <a:moveTo>
                  <a:pt x="4476" y="185"/>
                </a:moveTo>
                <a:lnTo>
                  <a:pt x="4476" y="184"/>
                </a:lnTo>
                <a:lnTo>
                  <a:pt x="4476" y="185"/>
                </a:lnTo>
                <a:lnTo>
                  <a:pt x="4476" y="185"/>
                </a:lnTo>
                <a:close/>
                <a:moveTo>
                  <a:pt x="2771" y="2278"/>
                </a:moveTo>
                <a:lnTo>
                  <a:pt x="2769" y="2282"/>
                </a:lnTo>
                <a:lnTo>
                  <a:pt x="2767" y="2286"/>
                </a:lnTo>
                <a:lnTo>
                  <a:pt x="2764" y="2289"/>
                </a:lnTo>
                <a:lnTo>
                  <a:pt x="2761" y="2291"/>
                </a:lnTo>
                <a:lnTo>
                  <a:pt x="2765" y="2293"/>
                </a:lnTo>
                <a:lnTo>
                  <a:pt x="2769" y="2296"/>
                </a:lnTo>
                <a:lnTo>
                  <a:pt x="2772" y="2299"/>
                </a:lnTo>
                <a:lnTo>
                  <a:pt x="2774" y="2304"/>
                </a:lnTo>
                <a:lnTo>
                  <a:pt x="2780" y="2294"/>
                </a:lnTo>
                <a:lnTo>
                  <a:pt x="2786" y="2282"/>
                </a:lnTo>
                <a:lnTo>
                  <a:pt x="2777" y="2281"/>
                </a:lnTo>
                <a:lnTo>
                  <a:pt x="2771" y="2278"/>
                </a:lnTo>
                <a:close/>
                <a:moveTo>
                  <a:pt x="2611" y="2404"/>
                </a:moveTo>
                <a:lnTo>
                  <a:pt x="2607" y="2408"/>
                </a:lnTo>
                <a:lnTo>
                  <a:pt x="2602" y="2411"/>
                </a:lnTo>
                <a:lnTo>
                  <a:pt x="2599" y="2411"/>
                </a:lnTo>
                <a:lnTo>
                  <a:pt x="2596" y="2411"/>
                </a:lnTo>
                <a:lnTo>
                  <a:pt x="2592" y="2410"/>
                </a:lnTo>
                <a:lnTo>
                  <a:pt x="2588" y="2409"/>
                </a:lnTo>
                <a:lnTo>
                  <a:pt x="2585" y="2408"/>
                </a:lnTo>
                <a:lnTo>
                  <a:pt x="2582" y="2408"/>
                </a:lnTo>
                <a:lnTo>
                  <a:pt x="2575" y="2417"/>
                </a:lnTo>
                <a:lnTo>
                  <a:pt x="2581" y="2417"/>
                </a:lnTo>
                <a:lnTo>
                  <a:pt x="2586" y="2417"/>
                </a:lnTo>
                <a:lnTo>
                  <a:pt x="2591" y="2416"/>
                </a:lnTo>
                <a:lnTo>
                  <a:pt x="2597" y="2415"/>
                </a:lnTo>
                <a:lnTo>
                  <a:pt x="2605" y="2411"/>
                </a:lnTo>
                <a:lnTo>
                  <a:pt x="2611" y="2404"/>
                </a:lnTo>
                <a:close/>
                <a:moveTo>
                  <a:pt x="2468" y="2649"/>
                </a:moveTo>
                <a:lnTo>
                  <a:pt x="2466" y="2654"/>
                </a:lnTo>
                <a:lnTo>
                  <a:pt x="2464" y="2659"/>
                </a:lnTo>
                <a:lnTo>
                  <a:pt x="2452" y="2673"/>
                </a:lnTo>
                <a:lnTo>
                  <a:pt x="2459" y="2680"/>
                </a:lnTo>
                <a:lnTo>
                  <a:pt x="2466" y="2687"/>
                </a:lnTo>
                <a:lnTo>
                  <a:pt x="2466" y="2686"/>
                </a:lnTo>
                <a:lnTo>
                  <a:pt x="2466" y="2686"/>
                </a:lnTo>
                <a:lnTo>
                  <a:pt x="2465" y="2679"/>
                </a:lnTo>
                <a:lnTo>
                  <a:pt x="2465" y="2671"/>
                </a:lnTo>
                <a:lnTo>
                  <a:pt x="2467" y="2666"/>
                </a:lnTo>
                <a:lnTo>
                  <a:pt x="2469" y="2662"/>
                </a:lnTo>
                <a:lnTo>
                  <a:pt x="2472" y="2658"/>
                </a:lnTo>
                <a:lnTo>
                  <a:pt x="2476" y="2654"/>
                </a:lnTo>
                <a:lnTo>
                  <a:pt x="2480" y="2652"/>
                </a:lnTo>
                <a:lnTo>
                  <a:pt x="2485" y="2649"/>
                </a:lnTo>
                <a:lnTo>
                  <a:pt x="2476" y="2649"/>
                </a:lnTo>
                <a:lnTo>
                  <a:pt x="2468" y="2649"/>
                </a:lnTo>
                <a:close/>
                <a:moveTo>
                  <a:pt x="4662" y="3941"/>
                </a:moveTo>
                <a:lnTo>
                  <a:pt x="4674" y="3928"/>
                </a:lnTo>
                <a:lnTo>
                  <a:pt x="4672" y="3928"/>
                </a:lnTo>
                <a:lnTo>
                  <a:pt x="4671" y="3929"/>
                </a:lnTo>
                <a:lnTo>
                  <a:pt x="4669" y="3931"/>
                </a:lnTo>
                <a:lnTo>
                  <a:pt x="4667" y="3933"/>
                </a:lnTo>
                <a:lnTo>
                  <a:pt x="4666" y="3935"/>
                </a:lnTo>
                <a:lnTo>
                  <a:pt x="4664" y="3936"/>
                </a:lnTo>
                <a:lnTo>
                  <a:pt x="4662" y="3937"/>
                </a:lnTo>
                <a:lnTo>
                  <a:pt x="4660" y="3936"/>
                </a:lnTo>
                <a:lnTo>
                  <a:pt x="4661" y="3939"/>
                </a:lnTo>
                <a:lnTo>
                  <a:pt x="4662" y="3941"/>
                </a:lnTo>
                <a:close/>
                <a:moveTo>
                  <a:pt x="4688" y="3959"/>
                </a:moveTo>
                <a:lnTo>
                  <a:pt x="4684" y="3964"/>
                </a:lnTo>
                <a:lnTo>
                  <a:pt x="4679" y="3969"/>
                </a:lnTo>
                <a:lnTo>
                  <a:pt x="4684" y="3976"/>
                </a:lnTo>
                <a:lnTo>
                  <a:pt x="4687" y="3983"/>
                </a:lnTo>
                <a:lnTo>
                  <a:pt x="4691" y="3990"/>
                </a:lnTo>
                <a:lnTo>
                  <a:pt x="4693" y="3997"/>
                </a:lnTo>
                <a:lnTo>
                  <a:pt x="4696" y="3993"/>
                </a:lnTo>
                <a:lnTo>
                  <a:pt x="4701" y="3991"/>
                </a:lnTo>
                <a:lnTo>
                  <a:pt x="4705" y="3990"/>
                </a:lnTo>
                <a:lnTo>
                  <a:pt x="4709" y="3990"/>
                </a:lnTo>
                <a:lnTo>
                  <a:pt x="4718" y="3991"/>
                </a:lnTo>
                <a:lnTo>
                  <a:pt x="4726" y="3990"/>
                </a:lnTo>
                <a:lnTo>
                  <a:pt x="4729" y="3981"/>
                </a:lnTo>
                <a:lnTo>
                  <a:pt x="4731" y="3970"/>
                </a:lnTo>
                <a:lnTo>
                  <a:pt x="4727" y="3965"/>
                </a:lnTo>
                <a:lnTo>
                  <a:pt x="4724" y="3960"/>
                </a:lnTo>
                <a:lnTo>
                  <a:pt x="4720" y="3960"/>
                </a:lnTo>
                <a:lnTo>
                  <a:pt x="4717" y="3962"/>
                </a:lnTo>
                <a:lnTo>
                  <a:pt x="4715" y="3964"/>
                </a:lnTo>
                <a:lnTo>
                  <a:pt x="4714" y="3967"/>
                </a:lnTo>
                <a:lnTo>
                  <a:pt x="4711" y="3972"/>
                </a:lnTo>
                <a:lnTo>
                  <a:pt x="4707" y="3977"/>
                </a:lnTo>
                <a:lnTo>
                  <a:pt x="4705" y="3978"/>
                </a:lnTo>
                <a:lnTo>
                  <a:pt x="4703" y="3978"/>
                </a:lnTo>
                <a:lnTo>
                  <a:pt x="4701" y="3977"/>
                </a:lnTo>
                <a:lnTo>
                  <a:pt x="4700" y="3976"/>
                </a:lnTo>
                <a:lnTo>
                  <a:pt x="4698" y="3971"/>
                </a:lnTo>
                <a:lnTo>
                  <a:pt x="4695" y="3968"/>
                </a:lnTo>
                <a:lnTo>
                  <a:pt x="4696" y="3968"/>
                </a:lnTo>
                <a:lnTo>
                  <a:pt x="4688" y="3959"/>
                </a:lnTo>
                <a:close/>
                <a:moveTo>
                  <a:pt x="5585" y="3060"/>
                </a:moveTo>
                <a:lnTo>
                  <a:pt x="5575" y="3068"/>
                </a:lnTo>
                <a:lnTo>
                  <a:pt x="5566" y="3076"/>
                </a:lnTo>
                <a:lnTo>
                  <a:pt x="5568" y="3076"/>
                </a:lnTo>
                <a:lnTo>
                  <a:pt x="5570" y="3076"/>
                </a:lnTo>
                <a:lnTo>
                  <a:pt x="5572" y="3075"/>
                </a:lnTo>
                <a:lnTo>
                  <a:pt x="5575" y="3075"/>
                </a:lnTo>
                <a:lnTo>
                  <a:pt x="5578" y="3076"/>
                </a:lnTo>
                <a:lnTo>
                  <a:pt x="5581" y="3077"/>
                </a:lnTo>
                <a:lnTo>
                  <a:pt x="5582" y="3078"/>
                </a:lnTo>
                <a:lnTo>
                  <a:pt x="5585" y="3078"/>
                </a:lnTo>
                <a:lnTo>
                  <a:pt x="5586" y="3070"/>
                </a:lnTo>
                <a:lnTo>
                  <a:pt x="5588" y="3060"/>
                </a:lnTo>
                <a:lnTo>
                  <a:pt x="5586" y="3060"/>
                </a:lnTo>
                <a:lnTo>
                  <a:pt x="5585" y="3060"/>
                </a:lnTo>
                <a:close/>
                <a:moveTo>
                  <a:pt x="5182" y="3433"/>
                </a:moveTo>
                <a:lnTo>
                  <a:pt x="5185" y="3434"/>
                </a:lnTo>
                <a:lnTo>
                  <a:pt x="5189" y="3436"/>
                </a:lnTo>
                <a:lnTo>
                  <a:pt x="5193" y="3439"/>
                </a:lnTo>
                <a:lnTo>
                  <a:pt x="5198" y="3443"/>
                </a:lnTo>
                <a:lnTo>
                  <a:pt x="5190" y="3451"/>
                </a:lnTo>
                <a:lnTo>
                  <a:pt x="5182" y="3458"/>
                </a:lnTo>
                <a:lnTo>
                  <a:pt x="5180" y="3463"/>
                </a:lnTo>
                <a:lnTo>
                  <a:pt x="5178" y="3465"/>
                </a:lnTo>
                <a:lnTo>
                  <a:pt x="5176" y="3467"/>
                </a:lnTo>
                <a:lnTo>
                  <a:pt x="5173" y="3469"/>
                </a:lnTo>
                <a:lnTo>
                  <a:pt x="5168" y="3470"/>
                </a:lnTo>
                <a:lnTo>
                  <a:pt x="5162" y="3470"/>
                </a:lnTo>
                <a:lnTo>
                  <a:pt x="5158" y="3481"/>
                </a:lnTo>
                <a:lnTo>
                  <a:pt x="5154" y="3491"/>
                </a:lnTo>
                <a:lnTo>
                  <a:pt x="5159" y="3499"/>
                </a:lnTo>
                <a:lnTo>
                  <a:pt x="5166" y="3509"/>
                </a:lnTo>
                <a:lnTo>
                  <a:pt x="5173" y="3517"/>
                </a:lnTo>
                <a:lnTo>
                  <a:pt x="5180" y="3524"/>
                </a:lnTo>
                <a:lnTo>
                  <a:pt x="5185" y="3520"/>
                </a:lnTo>
                <a:lnTo>
                  <a:pt x="5189" y="3515"/>
                </a:lnTo>
                <a:lnTo>
                  <a:pt x="5189" y="3515"/>
                </a:lnTo>
                <a:lnTo>
                  <a:pt x="5189" y="3515"/>
                </a:lnTo>
                <a:lnTo>
                  <a:pt x="5188" y="3510"/>
                </a:lnTo>
                <a:lnTo>
                  <a:pt x="5188" y="3505"/>
                </a:lnTo>
                <a:lnTo>
                  <a:pt x="5195" y="3495"/>
                </a:lnTo>
                <a:lnTo>
                  <a:pt x="5203" y="3488"/>
                </a:lnTo>
                <a:lnTo>
                  <a:pt x="5207" y="3486"/>
                </a:lnTo>
                <a:lnTo>
                  <a:pt x="5212" y="3486"/>
                </a:lnTo>
                <a:lnTo>
                  <a:pt x="5217" y="3487"/>
                </a:lnTo>
                <a:lnTo>
                  <a:pt x="5222" y="3490"/>
                </a:lnTo>
                <a:lnTo>
                  <a:pt x="5220" y="3480"/>
                </a:lnTo>
                <a:lnTo>
                  <a:pt x="5216" y="3470"/>
                </a:lnTo>
                <a:lnTo>
                  <a:pt x="5213" y="3460"/>
                </a:lnTo>
                <a:lnTo>
                  <a:pt x="5207" y="3452"/>
                </a:lnTo>
                <a:lnTo>
                  <a:pt x="5202" y="3445"/>
                </a:lnTo>
                <a:lnTo>
                  <a:pt x="5195" y="3439"/>
                </a:lnTo>
                <a:lnTo>
                  <a:pt x="5188" y="3433"/>
                </a:lnTo>
                <a:lnTo>
                  <a:pt x="5180" y="3428"/>
                </a:lnTo>
                <a:lnTo>
                  <a:pt x="5181" y="3431"/>
                </a:lnTo>
                <a:lnTo>
                  <a:pt x="5182" y="3433"/>
                </a:lnTo>
                <a:close/>
                <a:moveTo>
                  <a:pt x="5160" y="3087"/>
                </a:moveTo>
                <a:lnTo>
                  <a:pt x="5161" y="3086"/>
                </a:lnTo>
                <a:lnTo>
                  <a:pt x="5160" y="3083"/>
                </a:lnTo>
                <a:lnTo>
                  <a:pt x="5159" y="3080"/>
                </a:lnTo>
                <a:lnTo>
                  <a:pt x="5150" y="3072"/>
                </a:lnTo>
                <a:lnTo>
                  <a:pt x="5142" y="3063"/>
                </a:lnTo>
                <a:lnTo>
                  <a:pt x="5145" y="3070"/>
                </a:lnTo>
                <a:lnTo>
                  <a:pt x="5149" y="3076"/>
                </a:lnTo>
                <a:lnTo>
                  <a:pt x="5154" y="3082"/>
                </a:lnTo>
                <a:lnTo>
                  <a:pt x="5160" y="3087"/>
                </a:lnTo>
                <a:close/>
                <a:moveTo>
                  <a:pt x="5406" y="2809"/>
                </a:moveTo>
                <a:lnTo>
                  <a:pt x="5411" y="2808"/>
                </a:lnTo>
                <a:lnTo>
                  <a:pt x="5417" y="2807"/>
                </a:lnTo>
                <a:lnTo>
                  <a:pt x="5420" y="2804"/>
                </a:lnTo>
                <a:lnTo>
                  <a:pt x="5423" y="2802"/>
                </a:lnTo>
                <a:lnTo>
                  <a:pt x="5423" y="2796"/>
                </a:lnTo>
                <a:lnTo>
                  <a:pt x="5424" y="2790"/>
                </a:lnTo>
                <a:lnTo>
                  <a:pt x="5426" y="2786"/>
                </a:lnTo>
                <a:lnTo>
                  <a:pt x="5429" y="2783"/>
                </a:lnTo>
                <a:lnTo>
                  <a:pt x="5432" y="2780"/>
                </a:lnTo>
                <a:lnTo>
                  <a:pt x="5437" y="2779"/>
                </a:lnTo>
                <a:lnTo>
                  <a:pt x="5442" y="2778"/>
                </a:lnTo>
                <a:lnTo>
                  <a:pt x="5449" y="2778"/>
                </a:lnTo>
                <a:lnTo>
                  <a:pt x="5460" y="2767"/>
                </a:lnTo>
                <a:lnTo>
                  <a:pt x="5472" y="2756"/>
                </a:lnTo>
                <a:lnTo>
                  <a:pt x="5484" y="2745"/>
                </a:lnTo>
                <a:lnTo>
                  <a:pt x="5496" y="2734"/>
                </a:lnTo>
                <a:lnTo>
                  <a:pt x="5499" y="2726"/>
                </a:lnTo>
                <a:lnTo>
                  <a:pt x="5502" y="2717"/>
                </a:lnTo>
                <a:lnTo>
                  <a:pt x="5505" y="2707"/>
                </a:lnTo>
                <a:lnTo>
                  <a:pt x="5508" y="2699"/>
                </a:lnTo>
                <a:lnTo>
                  <a:pt x="5495" y="2714"/>
                </a:lnTo>
                <a:lnTo>
                  <a:pt x="5480" y="2730"/>
                </a:lnTo>
                <a:lnTo>
                  <a:pt x="5472" y="2736"/>
                </a:lnTo>
                <a:lnTo>
                  <a:pt x="5464" y="2742"/>
                </a:lnTo>
                <a:lnTo>
                  <a:pt x="5455" y="2746"/>
                </a:lnTo>
                <a:lnTo>
                  <a:pt x="5446" y="2749"/>
                </a:lnTo>
                <a:lnTo>
                  <a:pt x="5442" y="2758"/>
                </a:lnTo>
                <a:lnTo>
                  <a:pt x="5438" y="2765"/>
                </a:lnTo>
                <a:lnTo>
                  <a:pt x="5434" y="2773"/>
                </a:lnTo>
                <a:lnTo>
                  <a:pt x="5429" y="2780"/>
                </a:lnTo>
                <a:lnTo>
                  <a:pt x="5418" y="2796"/>
                </a:lnTo>
                <a:lnTo>
                  <a:pt x="5406" y="2809"/>
                </a:lnTo>
                <a:close/>
                <a:moveTo>
                  <a:pt x="5575" y="2942"/>
                </a:moveTo>
                <a:lnTo>
                  <a:pt x="5570" y="2947"/>
                </a:lnTo>
                <a:lnTo>
                  <a:pt x="5565" y="2954"/>
                </a:lnTo>
                <a:lnTo>
                  <a:pt x="5561" y="2960"/>
                </a:lnTo>
                <a:lnTo>
                  <a:pt x="5558" y="2968"/>
                </a:lnTo>
                <a:lnTo>
                  <a:pt x="5558" y="2969"/>
                </a:lnTo>
                <a:lnTo>
                  <a:pt x="5558" y="2971"/>
                </a:lnTo>
                <a:lnTo>
                  <a:pt x="5568" y="2960"/>
                </a:lnTo>
                <a:lnTo>
                  <a:pt x="5579" y="2949"/>
                </a:lnTo>
                <a:lnTo>
                  <a:pt x="5580" y="2946"/>
                </a:lnTo>
                <a:lnTo>
                  <a:pt x="5581" y="2943"/>
                </a:lnTo>
                <a:lnTo>
                  <a:pt x="5578" y="2942"/>
                </a:lnTo>
                <a:lnTo>
                  <a:pt x="5575" y="2942"/>
                </a:lnTo>
                <a:close/>
                <a:moveTo>
                  <a:pt x="5546" y="2993"/>
                </a:moveTo>
                <a:lnTo>
                  <a:pt x="5539" y="3000"/>
                </a:lnTo>
                <a:lnTo>
                  <a:pt x="5531" y="3006"/>
                </a:lnTo>
                <a:lnTo>
                  <a:pt x="5523" y="3011"/>
                </a:lnTo>
                <a:lnTo>
                  <a:pt x="5515" y="3017"/>
                </a:lnTo>
                <a:lnTo>
                  <a:pt x="5507" y="3022"/>
                </a:lnTo>
                <a:lnTo>
                  <a:pt x="5499" y="3027"/>
                </a:lnTo>
                <a:lnTo>
                  <a:pt x="5492" y="3035"/>
                </a:lnTo>
                <a:lnTo>
                  <a:pt x="5484" y="3041"/>
                </a:lnTo>
                <a:lnTo>
                  <a:pt x="5492" y="3041"/>
                </a:lnTo>
                <a:lnTo>
                  <a:pt x="5495" y="3036"/>
                </a:lnTo>
                <a:lnTo>
                  <a:pt x="5498" y="3031"/>
                </a:lnTo>
                <a:lnTo>
                  <a:pt x="5502" y="3026"/>
                </a:lnTo>
                <a:lnTo>
                  <a:pt x="5507" y="3022"/>
                </a:lnTo>
                <a:lnTo>
                  <a:pt x="5513" y="3019"/>
                </a:lnTo>
                <a:lnTo>
                  <a:pt x="5518" y="3016"/>
                </a:lnTo>
                <a:lnTo>
                  <a:pt x="5524" y="3014"/>
                </a:lnTo>
                <a:lnTo>
                  <a:pt x="5531" y="3013"/>
                </a:lnTo>
                <a:lnTo>
                  <a:pt x="5532" y="3012"/>
                </a:lnTo>
                <a:lnTo>
                  <a:pt x="5533" y="3011"/>
                </a:lnTo>
                <a:lnTo>
                  <a:pt x="5536" y="3008"/>
                </a:lnTo>
                <a:lnTo>
                  <a:pt x="5540" y="3005"/>
                </a:lnTo>
                <a:lnTo>
                  <a:pt x="5542" y="3002"/>
                </a:lnTo>
                <a:lnTo>
                  <a:pt x="5545" y="3000"/>
                </a:lnTo>
                <a:lnTo>
                  <a:pt x="5545" y="2997"/>
                </a:lnTo>
                <a:lnTo>
                  <a:pt x="5546" y="2993"/>
                </a:lnTo>
                <a:close/>
                <a:moveTo>
                  <a:pt x="5308" y="3314"/>
                </a:moveTo>
                <a:lnTo>
                  <a:pt x="5307" y="3315"/>
                </a:lnTo>
                <a:lnTo>
                  <a:pt x="5307" y="3321"/>
                </a:lnTo>
                <a:lnTo>
                  <a:pt x="5307" y="3327"/>
                </a:lnTo>
                <a:lnTo>
                  <a:pt x="5306" y="3332"/>
                </a:lnTo>
                <a:lnTo>
                  <a:pt x="5303" y="3337"/>
                </a:lnTo>
                <a:lnTo>
                  <a:pt x="5297" y="3342"/>
                </a:lnTo>
                <a:lnTo>
                  <a:pt x="5292" y="3348"/>
                </a:lnTo>
                <a:lnTo>
                  <a:pt x="5287" y="3354"/>
                </a:lnTo>
                <a:lnTo>
                  <a:pt x="5282" y="3361"/>
                </a:lnTo>
                <a:lnTo>
                  <a:pt x="5294" y="3361"/>
                </a:lnTo>
                <a:lnTo>
                  <a:pt x="5308" y="3360"/>
                </a:lnTo>
                <a:lnTo>
                  <a:pt x="5320" y="3360"/>
                </a:lnTo>
                <a:lnTo>
                  <a:pt x="5334" y="3359"/>
                </a:lnTo>
                <a:lnTo>
                  <a:pt x="5349" y="3358"/>
                </a:lnTo>
                <a:lnTo>
                  <a:pt x="5366" y="3356"/>
                </a:lnTo>
                <a:lnTo>
                  <a:pt x="5382" y="3354"/>
                </a:lnTo>
                <a:lnTo>
                  <a:pt x="5399" y="3353"/>
                </a:lnTo>
                <a:lnTo>
                  <a:pt x="5410" y="3340"/>
                </a:lnTo>
                <a:lnTo>
                  <a:pt x="5419" y="3328"/>
                </a:lnTo>
                <a:lnTo>
                  <a:pt x="5422" y="3322"/>
                </a:lnTo>
                <a:lnTo>
                  <a:pt x="5424" y="3316"/>
                </a:lnTo>
                <a:lnTo>
                  <a:pt x="5424" y="3309"/>
                </a:lnTo>
                <a:lnTo>
                  <a:pt x="5423" y="3302"/>
                </a:lnTo>
                <a:lnTo>
                  <a:pt x="5432" y="3296"/>
                </a:lnTo>
                <a:lnTo>
                  <a:pt x="5440" y="3289"/>
                </a:lnTo>
                <a:lnTo>
                  <a:pt x="5450" y="3280"/>
                </a:lnTo>
                <a:lnTo>
                  <a:pt x="5458" y="3270"/>
                </a:lnTo>
                <a:lnTo>
                  <a:pt x="5466" y="3260"/>
                </a:lnTo>
                <a:lnTo>
                  <a:pt x="5474" y="3250"/>
                </a:lnTo>
                <a:lnTo>
                  <a:pt x="5482" y="3241"/>
                </a:lnTo>
                <a:lnTo>
                  <a:pt x="5490" y="3233"/>
                </a:lnTo>
                <a:lnTo>
                  <a:pt x="5486" y="3218"/>
                </a:lnTo>
                <a:lnTo>
                  <a:pt x="5482" y="3205"/>
                </a:lnTo>
                <a:lnTo>
                  <a:pt x="5480" y="3207"/>
                </a:lnTo>
                <a:lnTo>
                  <a:pt x="5477" y="3209"/>
                </a:lnTo>
                <a:lnTo>
                  <a:pt x="5471" y="3213"/>
                </a:lnTo>
                <a:lnTo>
                  <a:pt x="5464" y="3217"/>
                </a:lnTo>
                <a:lnTo>
                  <a:pt x="5457" y="3219"/>
                </a:lnTo>
                <a:lnTo>
                  <a:pt x="5449" y="3221"/>
                </a:lnTo>
                <a:lnTo>
                  <a:pt x="5447" y="3220"/>
                </a:lnTo>
                <a:lnTo>
                  <a:pt x="5443" y="3219"/>
                </a:lnTo>
                <a:lnTo>
                  <a:pt x="5439" y="3223"/>
                </a:lnTo>
                <a:lnTo>
                  <a:pt x="5434" y="3229"/>
                </a:lnTo>
                <a:lnTo>
                  <a:pt x="5432" y="3239"/>
                </a:lnTo>
                <a:lnTo>
                  <a:pt x="5429" y="3248"/>
                </a:lnTo>
                <a:lnTo>
                  <a:pt x="5425" y="3256"/>
                </a:lnTo>
                <a:lnTo>
                  <a:pt x="5420" y="3264"/>
                </a:lnTo>
                <a:lnTo>
                  <a:pt x="5414" y="3271"/>
                </a:lnTo>
                <a:lnTo>
                  <a:pt x="5408" y="3277"/>
                </a:lnTo>
                <a:lnTo>
                  <a:pt x="5402" y="3282"/>
                </a:lnTo>
                <a:lnTo>
                  <a:pt x="5394" y="3286"/>
                </a:lnTo>
                <a:lnTo>
                  <a:pt x="5392" y="3289"/>
                </a:lnTo>
                <a:lnTo>
                  <a:pt x="5389" y="3291"/>
                </a:lnTo>
                <a:lnTo>
                  <a:pt x="5387" y="3292"/>
                </a:lnTo>
                <a:lnTo>
                  <a:pt x="5383" y="3293"/>
                </a:lnTo>
                <a:lnTo>
                  <a:pt x="5381" y="3293"/>
                </a:lnTo>
                <a:lnTo>
                  <a:pt x="5379" y="3292"/>
                </a:lnTo>
                <a:lnTo>
                  <a:pt x="5372" y="3294"/>
                </a:lnTo>
                <a:lnTo>
                  <a:pt x="5364" y="3295"/>
                </a:lnTo>
                <a:lnTo>
                  <a:pt x="5356" y="3297"/>
                </a:lnTo>
                <a:lnTo>
                  <a:pt x="5346" y="3297"/>
                </a:lnTo>
                <a:lnTo>
                  <a:pt x="5345" y="3297"/>
                </a:lnTo>
                <a:lnTo>
                  <a:pt x="5344" y="3297"/>
                </a:lnTo>
                <a:lnTo>
                  <a:pt x="5337" y="3301"/>
                </a:lnTo>
                <a:lnTo>
                  <a:pt x="5329" y="3307"/>
                </a:lnTo>
                <a:lnTo>
                  <a:pt x="5319" y="3311"/>
                </a:lnTo>
                <a:lnTo>
                  <a:pt x="5308" y="3314"/>
                </a:lnTo>
                <a:close/>
                <a:moveTo>
                  <a:pt x="5114" y="3400"/>
                </a:moveTo>
                <a:lnTo>
                  <a:pt x="5109" y="3398"/>
                </a:lnTo>
                <a:lnTo>
                  <a:pt x="5103" y="3395"/>
                </a:lnTo>
                <a:lnTo>
                  <a:pt x="5101" y="3404"/>
                </a:lnTo>
                <a:lnTo>
                  <a:pt x="5097" y="3414"/>
                </a:lnTo>
                <a:lnTo>
                  <a:pt x="5103" y="3413"/>
                </a:lnTo>
                <a:lnTo>
                  <a:pt x="5110" y="3412"/>
                </a:lnTo>
                <a:lnTo>
                  <a:pt x="5116" y="3410"/>
                </a:lnTo>
                <a:lnTo>
                  <a:pt x="5123" y="3407"/>
                </a:lnTo>
                <a:lnTo>
                  <a:pt x="5119" y="3404"/>
                </a:lnTo>
                <a:lnTo>
                  <a:pt x="5114" y="3400"/>
                </a:lnTo>
                <a:close/>
                <a:moveTo>
                  <a:pt x="1884" y="4065"/>
                </a:moveTo>
                <a:lnTo>
                  <a:pt x="1883" y="4072"/>
                </a:lnTo>
                <a:lnTo>
                  <a:pt x="1882" y="4078"/>
                </a:lnTo>
                <a:lnTo>
                  <a:pt x="1879" y="4083"/>
                </a:lnTo>
                <a:lnTo>
                  <a:pt x="1876" y="4088"/>
                </a:lnTo>
                <a:lnTo>
                  <a:pt x="1868" y="4097"/>
                </a:lnTo>
                <a:lnTo>
                  <a:pt x="1860" y="4105"/>
                </a:lnTo>
                <a:lnTo>
                  <a:pt x="1860" y="4106"/>
                </a:lnTo>
                <a:lnTo>
                  <a:pt x="1860" y="4106"/>
                </a:lnTo>
                <a:lnTo>
                  <a:pt x="1859" y="4106"/>
                </a:lnTo>
                <a:lnTo>
                  <a:pt x="1859" y="4106"/>
                </a:lnTo>
                <a:lnTo>
                  <a:pt x="1860" y="4105"/>
                </a:lnTo>
                <a:lnTo>
                  <a:pt x="1858" y="4098"/>
                </a:lnTo>
                <a:lnTo>
                  <a:pt x="1858" y="4090"/>
                </a:lnTo>
                <a:lnTo>
                  <a:pt x="1859" y="4085"/>
                </a:lnTo>
                <a:lnTo>
                  <a:pt x="1862" y="4079"/>
                </a:lnTo>
                <a:lnTo>
                  <a:pt x="1866" y="4075"/>
                </a:lnTo>
                <a:lnTo>
                  <a:pt x="1871" y="4071"/>
                </a:lnTo>
                <a:lnTo>
                  <a:pt x="1877" y="4068"/>
                </a:lnTo>
                <a:lnTo>
                  <a:pt x="1884" y="4065"/>
                </a:lnTo>
                <a:close/>
                <a:moveTo>
                  <a:pt x="4194" y="2045"/>
                </a:moveTo>
                <a:lnTo>
                  <a:pt x="4189" y="2053"/>
                </a:lnTo>
                <a:lnTo>
                  <a:pt x="4187" y="2060"/>
                </a:lnTo>
                <a:lnTo>
                  <a:pt x="4185" y="2064"/>
                </a:lnTo>
                <a:lnTo>
                  <a:pt x="4181" y="2067"/>
                </a:lnTo>
                <a:lnTo>
                  <a:pt x="4178" y="2069"/>
                </a:lnTo>
                <a:lnTo>
                  <a:pt x="4173" y="2071"/>
                </a:lnTo>
                <a:lnTo>
                  <a:pt x="4165" y="2063"/>
                </a:lnTo>
                <a:lnTo>
                  <a:pt x="4159" y="2056"/>
                </a:lnTo>
                <a:lnTo>
                  <a:pt x="4158" y="2054"/>
                </a:lnTo>
                <a:lnTo>
                  <a:pt x="4158" y="2052"/>
                </a:lnTo>
                <a:lnTo>
                  <a:pt x="4158" y="2050"/>
                </a:lnTo>
                <a:lnTo>
                  <a:pt x="4159" y="2048"/>
                </a:lnTo>
                <a:lnTo>
                  <a:pt x="4163" y="2043"/>
                </a:lnTo>
                <a:lnTo>
                  <a:pt x="4169" y="2038"/>
                </a:lnTo>
                <a:lnTo>
                  <a:pt x="4173" y="2037"/>
                </a:lnTo>
                <a:lnTo>
                  <a:pt x="4176" y="2036"/>
                </a:lnTo>
                <a:lnTo>
                  <a:pt x="4179" y="2036"/>
                </a:lnTo>
                <a:lnTo>
                  <a:pt x="4182" y="2037"/>
                </a:lnTo>
                <a:lnTo>
                  <a:pt x="4189" y="2040"/>
                </a:lnTo>
                <a:lnTo>
                  <a:pt x="4194" y="2045"/>
                </a:lnTo>
                <a:close/>
                <a:moveTo>
                  <a:pt x="1999" y="3874"/>
                </a:moveTo>
                <a:lnTo>
                  <a:pt x="2002" y="3871"/>
                </a:lnTo>
                <a:lnTo>
                  <a:pt x="2006" y="3868"/>
                </a:lnTo>
                <a:lnTo>
                  <a:pt x="2012" y="3866"/>
                </a:lnTo>
                <a:lnTo>
                  <a:pt x="2018" y="3864"/>
                </a:lnTo>
                <a:lnTo>
                  <a:pt x="2021" y="3864"/>
                </a:lnTo>
                <a:lnTo>
                  <a:pt x="2024" y="3865"/>
                </a:lnTo>
                <a:lnTo>
                  <a:pt x="2026" y="3868"/>
                </a:lnTo>
                <a:lnTo>
                  <a:pt x="2029" y="3871"/>
                </a:lnTo>
                <a:lnTo>
                  <a:pt x="2029" y="3876"/>
                </a:lnTo>
                <a:lnTo>
                  <a:pt x="2030" y="3880"/>
                </a:lnTo>
                <a:lnTo>
                  <a:pt x="2029" y="3884"/>
                </a:lnTo>
                <a:lnTo>
                  <a:pt x="2028" y="3887"/>
                </a:lnTo>
                <a:lnTo>
                  <a:pt x="2024" y="3892"/>
                </a:lnTo>
                <a:lnTo>
                  <a:pt x="2019" y="3897"/>
                </a:lnTo>
                <a:lnTo>
                  <a:pt x="2021" y="3898"/>
                </a:lnTo>
                <a:lnTo>
                  <a:pt x="2022" y="3899"/>
                </a:lnTo>
                <a:lnTo>
                  <a:pt x="2025" y="3903"/>
                </a:lnTo>
                <a:lnTo>
                  <a:pt x="2027" y="3908"/>
                </a:lnTo>
                <a:lnTo>
                  <a:pt x="2029" y="3914"/>
                </a:lnTo>
                <a:lnTo>
                  <a:pt x="2031" y="3921"/>
                </a:lnTo>
                <a:lnTo>
                  <a:pt x="2023" y="3920"/>
                </a:lnTo>
                <a:lnTo>
                  <a:pt x="2016" y="3920"/>
                </a:lnTo>
                <a:lnTo>
                  <a:pt x="2011" y="3919"/>
                </a:lnTo>
                <a:lnTo>
                  <a:pt x="2006" y="3917"/>
                </a:lnTo>
                <a:lnTo>
                  <a:pt x="2002" y="3913"/>
                </a:lnTo>
                <a:lnTo>
                  <a:pt x="1999" y="3908"/>
                </a:lnTo>
                <a:lnTo>
                  <a:pt x="1996" y="3911"/>
                </a:lnTo>
                <a:lnTo>
                  <a:pt x="1993" y="3913"/>
                </a:lnTo>
                <a:lnTo>
                  <a:pt x="1991" y="3917"/>
                </a:lnTo>
                <a:lnTo>
                  <a:pt x="1990" y="3920"/>
                </a:lnTo>
                <a:lnTo>
                  <a:pt x="1983" y="3913"/>
                </a:lnTo>
                <a:lnTo>
                  <a:pt x="1979" y="3907"/>
                </a:lnTo>
                <a:lnTo>
                  <a:pt x="1978" y="3904"/>
                </a:lnTo>
                <a:lnTo>
                  <a:pt x="1978" y="3901"/>
                </a:lnTo>
                <a:lnTo>
                  <a:pt x="1978" y="3898"/>
                </a:lnTo>
                <a:lnTo>
                  <a:pt x="1979" y="3895"/>
                </a:lnTo>
                <a:lnTo>
                  <a:pt x="1982" y="3889"/>
                </a:lnTo>
                <a:lnTo>
                  <a:pt x="1986" y="3884"/>
                </a:lnTo>
                <a:lnTo>
                  <a:pt x="1993" y="3879"/>
                </a:lnTo>
                <a:lnTo>
                  <a:pt x="1999" y="3874"/>
                </a:lnTo>
                <a:close/>
                <a:moveTo>
                  <a:pt x="3217" y="4171"/>
                </a:moveTo>
                <a:lnTo>
                  <a:pt x="3232" y="4158"/>
                </a:lnTo>
                <a:lnTo>
                  <a:pt x="3245" y="4144"/>
                </a:lnTo>
                <a:lnTo>
                  <a:pt x="3252" y="4136"/>
                </a:lnTo>
                <a:lnTo>
                  <a:pt x="3257" y="4128"/>
                </a:lnTo>
                <a:lnTo>
                  <a:pt x="3261" y="4119"/>
                </a:lnTo>
                <a:lnTo>
                  <a:pt x="3265" y="4110"/>
                </a:lnTo>
                <a:lnTo>
                  <a:pt x="3269" y="4096"/>
                </a:lnTo>
                <a:lnTo>
                  <a:pt x="3274" y="4082"/>
                </a:lnTo>
                <a:lnTo>
                  <a:pt x="3277" y="4076"/>
                </a:lnTo>
                <a:lnTo>
                  <a:pt x="3282" y="4070"/>
                </a:lnTo>
                <a:lnTo>
                  <a:pt x="3287" y="4066"/>
                </a:lnTo>
                <a:lnTo>
                  <a:pt x="3294" y="4063"/>
                </a:lnTo>
                <a:lnTo>
                  <a:pt x="3300" y="4064"/>
                </a:lnTo>
                <a:lnTo>
                  <a:pt x="3303" y="4065"/>
                </a:lnTo>
                <a:lnTo>
                  <a:pt x="3305" y="4068"/>
                </a:lnTo>
                <a:lnTo>
                  <a:pt x="3307" y="4071"/>
                </a:lnTo>
                <a:lnTo>
                  <a:pt x="3308" y="4077"/>
                </a:lnTo>
                <a:lnTo>
                  <a:pt x="3309" y="4084"/>
                </a:lnTo>
                <a:lnTo>
                  <a:pt x="3310" y="4088"/>
                </a:lnTo>
                <a:lnTo>
                  <a:pt x="3310" y="4093"/>
                </a:lnTo>
                <a:lnTo>
                  <a:pt x="3310" y="4096"/>
                </a:lnTo>
                <a:lnTo>
                  <a:pt x="3309" y="4100"/>
                </a:lnTo>
                <a:lnTo>
                  <a:pt x="3305" y="4106"/>
                </a:lnTo>
                <a:lnTo>
                  <a:pt x="3301" y="4111"/>
                </a:lnTo>
                <a:lnTo>
                  <a:pt x="3297" y="4117"/>
                </a:lnTo>
                <a:lnTo>
                  <a:pt x="3292" y="4123"/>
                </a:lnTo>
                <a:lnTo>
                  <a:pt x="3291" y="4126"/>
                </a:lnTo>
                <a:lnTo>
                  <a:pt x="3290" y="4131"/>
                </a:lnTo>
                <a:lnTo>
                  <a:pt x="3290" y="4134"/>
                </a:lnTo>
                <a:lnTo>
                  <a:pt x="3291" y="4138"/>
                </a:lnTo>
                <a:lnTo>
                  <a:pt x="3278" y="4156"/>
                </a:lnTo>
                <a:lnTo>
                  <a:pt x="3266" y="4175"/>
                </a:lnTo>
                <a:lnTo>
                  <a:pt x="3260" y="4184"/>
                </a:lnTo>
                <a:lnTo>
                  <a:pt x="3253" y="4192"/>
                </a:lnTo>
                <a:lnTo>
                  <a:pt x="3244" y="4200"/>
                </a:lnTo>
                <a:lnTo>
                  <a:pt x="3236" y="4208"/>
                </a:lnTo>
                <a:lnTo>
                  <a:pt x="3235" y="4216"/>
                </a:lnTo>
                <a:lnTo>
                  <a:pt x="3234" y="4224"/>
                </a:lnTo>
                <a:lnTo>
                  <a:pt x="3228" y="4218"/>
                </a:lnTo>
                <a:lnTo>
                  <a:pt x="3223" y="4212"/>
                </a:lnTo>
                <a:lnTo>
                  <a:pt x="3218" y="4212"/>
                </a:lnTo>
                <a:lnTo>
                  <a:pt x="3214" y="4211"/>
                </a:lnTo>
                <a:lnTo>
                  <a:pt x="3210" y="4208"/>
                </a:lnTo>
                <a:lnTo>
                  <a:pt x="3206" y="4204"/>
                </a:lnTo>
                <a:lnTo>
                  <a:pt x="3205" y="4198"/>
                </a:lnTo>
                <a:lnTo>
                  <a:pt x="3205" y="4192"/>
                </a:lnTo>
                <a:lnTo>
                  <a:pt x="3201" y="4189"/>
                </a:lnTo>
                <a:lnTo>
                  <a:pt x="3199" y="4186"/>
                </a:lnTo>
                <a:lnTo>
                  <a:pt x="3199" y="4186"/>
                </a:lnTo>
                <a:lnTo>
                  <a:pt x="3199" y="4186"/>
                </a:lnTo>
                <a:lnTo>
                  <a:pt x="3199" y="4186"/>
                </a:lnTo>
                <a:lnTo>
                  <a:pt x="3199" y="4186"/>
                </a:lnTo>
                <a:lnTo>
                  <a:pt x="3199" y="4186"/>
                </a:lnTo>
                <a:lnTo>
                  <a:pt x="3204" y="4183"/>
                </a:lnTo>
                <a:lnTo>
                  <a:pt x="3209" y="4182"/>
                </a:lnTo>
                <a:lnTo>
                  <a:pt x="3213" y="4177"/>
                </a:lnTo>
                <a:lnTo>
                  <a:pt x="3217" y="4171"/>
                </a:lnTo>
                <a:close/>
                <a:moveTo>
                  <a:pt x="4715" y="2096"/>
                </a:moveTo>
                <a:lnTo>
                  <a:pt x="4715" y="2096"/>
                </a:lnTo>
                <a:lnTo>
                  <a:pt x="4715" y="2096"/>
                </a:lnTo>
                <a:lnTo>
                  <a:pt x="4715" y="2096"/>
                </a:lnTo>
                <a:lnTo>
                  <a:pt x="4715" y="2097"/>
                </a:lnTo>
                <a:lnTo>
                  <a:pt x="4722" y="2101"/>
                </a:lnTo>
                <a:lnTo>
                  <a:pt x="4729" y="2105"/>
                </a:lnTo>
                <a:lnTo>
                  <a:pt x="4733" y="2106"/>
                </a:lnTo>
                <a:lnTo>
                  <a:pt x="4737" y="2107"/>
                </a:lnTo>
                <a:lnTo>
                  <a:pt x="4741" y="2107"/>
                </a:lnTo>
                <a:lnTo>
                  <a:pt x="4747" y="2107"/>
                </a:lnTo>
                <a:lnTo>
                  <a:pt x="4751" y="2107"/>
                </a:lnTo>
                <a:lnTo>
                  <a:pt x="4755" y="2108"/>
                </a:lnTo>
                <a:lnTo>
                  <a:pt x="4759" y="2110"/>
                </a:lnTo>
                <a:lnTo>
                  <a:pt x="4763" y="2111"/>
                </a:lnTo>
                <a:lnTo>
                  <a:pt x="4772" y="2115"/>
                </a:lnTo>
                <a:lnTo>
                  <a:pt x="4781" y="2118"/>
                </a:lnTo>
                <a:lnTo>
                  <a:pt x="4772" y="2108"/>
                </a:lnTo>
                <a:lnTo>
                  <a:pt x="4761" y="2097"/>
                </a:lnTo>
                <a:lnTo>
                  <a:pt x="4771" y="2093"/>
                </a:lnTo>
                <a:lnTo>
                  <a:pt x="4779" y="2091"/>
                </a:lnTo>
                <a:lnTo>
                  <a:pt x="4787" y="2088"/>
                </a:lnTo>
                <a:lnTo>
                  <a:pt x="4794" y="2083"/>
                </a:lnTo>
                <a:lnTo>
                  <a:pt x="4799" y="2076"/>
                </a:lnTo>
                <a:lnTo>
                  <a:pt x="4803" y="2068"/>
                </a:lnTo>
                <a:lnTo>
                  <a:pt x="4807" y="2060"/>
                </a:lnTo>
                <a:lnTo>
                  <a:pt x="4810" y="2052"/>
                </a:lnTo>
                <a:lnTo>
                  <a:pt x="4805" y="2049"/>
                </a:lnTo>
                <a:lnTo>
                  <a:pt x="4801" y="2046"/>
                </a:lnTo>
                <a:lnTo>
                  <a:pt x="4797" y="2044"/>
                </a:lnTo>
                <a:lnTo>
                  <a:pt x="4794" y="2044"/>
                </a:lnTo>
                <a:lnTo>
                  <a:pt x="4791" y="2046"/>
                </a:lnTo>
                <a:lnTo>
                  <a:pt x="4787" y="2049"/>
                </a:lnTo>
                <a:lnTo>
                  <a:pt x="4782" y="2053"/>
                </a:lnTo>
                <a:lnTo>
                  <a:pt x="4777" y="2058"/>
                </a:lnTo>
                <a:lnTo>
                  <a:pt x="4780" y="2065"/>
                </a:lnTo>
                <a:lnTo>
                  <a:pt x="4785" y="2072"/>
                </a:lnTo>
                <a:lnTo>
                  <a:pt x="4778" y="2075"/>
                </a:lnTo>
                <a:lnTo>
                  <a:pt x="4772" y="2076"/>
                </a:lnTo>
                <a:lnTo>
                  <a:pt x="4766" y="2075"/>
                </a:lnTo>
                <a:lnTo>
                  <a:pt x="4761" y="2073"/>
                </a:lnTo>
                <a:lnTo>
                  <a:pt x="4757" y="2071"/>
                </a:lnTo>
                <a:lnTo>
                  <a:pt x="4753" y="2069"/>
                </a:lnTo>
                <a:lnTo>
                  <a:pt x="4751" y="2066"/>
                </a:lnTo>
                <a:lnTo>
                  <a:pt x="4748" y="2062"/>
                </a:lnTo>
                <a:lnTo>
                  <a:pt x="4747" y="2058"/>
                </a:lnTo>
                <a:lnTo>
                  <a:pt x="4745" y="2053"/>
                </a:lnTo>
                <a:lnTo>
                  <a:pt x="4736" y="2054"/>
                </a:lnTo>
                <a:lnTo>
                  <a:pt x="4728" y="2055"/>
                </a:lnTo>
                <a:lnTo>
                  <a:pt x="4724" y="2052"/>
                </a:lnTo>
                <a:lnTo>
                  <a:pt x="4720" y="2046"/>
                </a:lnTo>
                <a:lnTo>
                  <a:pt x="4717" y="2040"/>
                </a:lnTo>
                <a:lnTo>
                  <a:pt x="4714" y="2035"/>
                </a:lnTo>
                <a:lnTo>
                  <a:pt x="4710" y="2031"/>
                </a:lnTo>
                <a:lnTo>
                  <a:pt x="4705" y="2028"/>
                </a:lnTo>
                <a:lnTo>
                  <a:pt x="4702" y="2027"/>
                </a:lnTo>
                <a:lnTo>
                  <a:pt x="4699" y="2027"/>
                </a:lnTo>
                <a:lnTo>
                  <a:pt x="4694" y="2028"/>
                </a:lnTo>
                <a:lnTo>
                  <a:pt x="4689" y="2029"/>
                </a:lnTo>
                <a:lnTo>
                  <a:pt x="4692" y="2037"/>
                </a:lnTo>
                <a:lnTo>
                  <a:pt x="4695" y="2045"/>
                </a:lnTo>
                <a:lnTo>
                  <a:pt x="4696" y="2050"/>
                </a:lnTo>
                <a:lnTo>
                  <a:pt x="4695" y="2054"/>
                </a:lnTo>
                <a:lnTo>
                  <a:pt x="4693" y="2058"/>
                </a:lnTo>
                <a:lnTo>
                  <a:pt x="4688" y="2062"/>
                </a:lnTo>
                <a:lnTo>
                  <a:pt x="4685" y="2061"/>
                </a:lnTo>
                <a:lnTo>
                  <a:pt x="4682" y="2058"/>
                </a:lnTo>
                <a:lnTo>
                  <a:pt x="4679" y="2056"/>
                </a:lnTo>
                <a:lnTo>
                  <a:pt x="4676" y="2053"/>
                </a:lnTo>
                <a:lnTo>
                  <a:pt x="4673" y="2051"/>
                </a:lnTo>
                <a:lnTo>
                  <a:pt x="4670" y="2050"/>
                </a:lnTo>
                <a:lnTo>
                  <a:pt x="4666" y="2050"/>
                </a:lnTo>
                <a:lnTo>
                  <a:pt x="4662" y="2053"/>
                </a:lnTo>
                <a:lnTo>
                  <a:pt x="4660" y="2056"/>
                </a:lnTo>
                <a:lnTo>
                  <a:pt x="4660" y="2062"/>
                </a:lnTo>
                <a:lnTo>
                  <a:pt x="4660" y="2068"/>
                </a:lnTo>
                <a:lnTo>
                  <a:pt x="4660" y="2074"/>
                </a:lnTo>
                <a:lnTo>
                  <a:pt x="4647" y="2062"/>
                </a:lnTo>
                <a:lnTo>
                  <a:pt x="4633" y="2049"/>
                </a:lnTo>
                <a:lnTo>
                  <a:pt x="4639" y="2044"/>
                </a:lnTo>
                <a:lnTo>
                  <a:pt x="4645" y="2040"/>
                </a:lnTo>
                <a:lnTo>
                  <a:pt x="4642" y="2032"/>
                </a:lnTo>
                <a:lnTo>
                  <a:pt x="4639" y="2026"/>
                </a:lnTo>
                <a:lnTo>
                  <a:pt x="4636" y="2021"/>
                </a:lnTo>
                <a:lnTo>
                  <a:pt x="4632" y="2018"/>
                </a:lnTo>
                <a:lnTo>
                  <a:pt x="4628" y="2016"/>
                </a:lnTo>
                <a:lnTo>
                  <a:pt x="4623" y="2016"/>
                </a:lnTo>
                <a:lnTo>
                  <a:pt x="4617" y="2017"/>
                </a:lnTo>
                <a:lnTo>
                  <a:pt x="4611" y="2020"/>
                </a:lnTo>
                <a:lnTo>
                  <a:pt x="4607" y="2022"/>
                </a:lnTo>
                <a:lnTo>
                  <a:pt x="4604" y="2025"/>
                </a:lnTo>
                <a:lnTo>
                  <a:pt x="4601" y="2029"/>
                </a:lnTo>
                <a:lnTo>
                  <a:pt x="4600" y="2032"/>
                </a:lnTo>
                <a:lnTo>
                  <a:pt x="4599" y="2040"/>
                </a:lnTo>
                <a:lnTo>
                  <a:pt x="4600" y="2049"/>
                </a:lnTo>
                <a:lnTo>
                  <a:pt x="4600" y="2048"/>
                </a:lnTo>
                <a:lnTo>
                  <a:pt x="4600" y="2049"/>
                </a:lnTo>
                <a:lnTo>
                  <a:pt x="4599" y="2049"/>
                </a:lnTo>
                <a:lnTo>
                  <a:pt x="4596" y="2046"/>
                </a:lnTo>
                <a:lnTo>
                  <a:pt x="4592" y="2045"/>
                </a:lnTo>
                <a:lnTo>
                  <a:pt x="4588" y="2044"/>
                </a:lnTo>
                <a:lnTo>
                  <a:pt x="4584" y="2045"/>
                </a:lnTo>
                <a:lnTo>
                  <a:pt x="4575" y="2048"/>
                </a:lnTo>
                <a:lnTo>
                  <a:pt x="4566" y="2052"/>
                </a:lnTo>
                <a:lnTo>
                  <a:pt x="4571" y="2054"/>
                </a:lnTo>
                <a:lnTo>
                  <a:pt x="4576" y="2056"/>
                </a:lnTo>
                <a:lnTo>
                  <a:pt x="4581" y="2057"/>
                </a:lnTo>
                <a:lnTo>
                  <a:pt x="4585" y="2057"/>
                </a:lnTo>
                <a:lnTo>
                  <a:pt x="4589" y="2057"/>
                </a:lnTo>
                <a:lnTo>
                  <a:pt x="4593" y="2055"/>
                </a:lnTo>
                <a:lnTo>
                  <a:pt x="4596" y="2053"/>
                </a:lnTo>
                <a:lnTo>
                  <a:pt x="4599" y="2049"/>
                </a:lnTo>
                <a:lnTo>
                  <a:pt x="4600" y="2049"/>
                </a:lnTo>
                <a:lnTo>
                  <a:pt x="4600" y="2049"/>
                </a:lnTo>
                <a:lnTo>
                  <a:pt x="4600" y="2049"/>
                </a:lnTo>
                <a:lnTo>
                  <a:pt x="4600" y="2049"/>
                </a:lnTo>
                <a:lnTo>
                  <a:pt x="4611" y="2052"/>
                </a:lnTo>
                <a:lnTo>
                  <a:pt x="4619" y="2056"/>
                </a:lnTo>
                <a:lnTo>
                  <a:pt x="4628" y="2062"/>
                </a:lnTo>
                <a:lnTo>
                  <a:pt x="4636" y="2068"/>
                </a:lnTo>
                <a:lnTo>
                  <a:pt x="4652" y="2081"/>
                </a:lnTo>
                <a:lnTo>
                  <a:pt x="4666" y="2095"/>
                </a:lnTo>
                <a:lnTo>
                  <a:pt x="4673" y="2100"/>
                </a:lnTo>
                <a:lnTo>
                  <a:pt x="4679" y="2104"/>
                </a:lnTo>
                <a:lnTo>
                  <a:pt x="4685" y="2107"/>
                </a:lnTo>
                <a:lnTo>
                  <a:pt x="4690" y="2108"/>
                </a:lnTo>
                <a:lnTo>
                  <a:pt x="4695" y="2107"/>
                </a:lnTo>
                <a:lnTo>
                  <a:pt x="4701" y="2105"/>
                </a:lnTo>
                <a:lnTo>
                  <a:pt x="4707" y="2102"/>
                </a:lnTo>
                <a:lnTo>
                  <a:pt x="4715" y="2097"/>
                </a:lnTo>
                <a:lnTo>
                  <a:pt x="4714" y="2096"/>
                </a:lnTo>
                <a:lnTo>
                  <a:pt x="4714" y="2096"/>
                </a:lnTo>
                <a:lnTo>
                  <a:pt x="4714" y="2096"/>
                </a:lnTo>
                <a:lnTo>
                  <a:pt x="4715" y="2096"/>
                </a:lnTo>
                <a:lnTo>
                  <a:pt x="4705" y="2088"/>
                </a:lnTo>
                <a:lnTo>
                  <a:pt x="4693" y="2078"/>
                </a:lnTo>
                <a:lnTo>
                  <a:pt x="4698" y="2076"/>
                </a:lnTo>
                <a:lnTo>
                  <a:pt x="4703" y="2075"/>
                </a:lnTo>
                <a:lnTo>
                  <a:pt x="4707" y="2075"/>
                </a:lnTo>
                <a:lnTo>
                  <a:pt x="4710" y="2076"/>
                </a:lnTo>
                <a:lnTo>
                  <a:pt x="4714" y="2078"/>
                </a:lnTo>
                <a:lnTo>
                  <a:pt x="4717" y="2080"/>
                </a:lnTo>
                <a:lnTo>
                  <a:pt x="4720" y="2082"/>
                </a:lnTo>
                <a:lnTo>
                  <a:pt x="4723" y="2087"/>
                </a:lnTo>
                <a:lnTo>
                  <a:pt x="4719" y="2092"/>
                </a:lnTo>
                <a:lnTo>
                  <a:pt x="4715" y="2096"/>
                </a:lnTo>
                <a:lnTo>
                  <a:pt x="4715" y="2096"/>
                </a:lnTo>
                <a:lnTo>
                  <a:pt x="4715" y="2096"/>
                </a:lnTo>
                <a:close/>
                <a:moveTo>
                  <a:pt x="3849" y="3746"/>
                </a:moveTo>
                <a:lnTo>
                  <a:pt x="3850" y="3749"/>
                </a:lnTo>
                <a:lnTo>
                  <a:pt x="3850" y="3752"/>
                </a:lnTo>
                <a:lnTo>
                  <a:pt x="3848" y="3752"/>
                </a:lnTo>
                <a:lnTo>
                  <a:pt x="3845" y="3752"/>
                </a:lnTo>
                <a:lnTo>
                  <a:pt x="3845" y="3749"/>
                </a:lnTo>
                <a:lnTo>
                  <a:pt x="3845" y="3745"/>
                </a:lnTo>
                <a:lnTo>
                  <a:pt x="3847" y="3745"/>
                </a:lnTo>
                <a:lnTo>
                  <a:pt x="3849" y="3746"/>
                </a:lnTo>
                <a:close/>
                <a:moveTo>
                  <a:pt x="3468" y="4135"/>
                </a:moveTo>
                <a:lnTo>
                  <a:pt x="3469" y="4137"/>
                </a:lnTo>
                <a:lnTo>
                  <a:pt x="3469" y="4140"/>
                </a:lnTo>
                <a:lnTo>
                  <a:pt x="3467" y="4140"/>
                </a:lnTo>
                <a:lnTo>
                  <a:pt x="3464" y="4140"/>
                </a:lnTo>
                <a:lnTo>
                  <a:pt x="3464" y="4138"/>
                </a:lnTo>
                <a:lnTo>
                  <a:pt x="3464" y="4136"/>
                </a:lnTo>
                <a:lnTo>
                  <a:pt x="3466" y="4135"/>
                </a:lnTo>
                <a:lnTo>
                  <a:pt x="3468" y="4135"/>
                </a:lnTo>
                <a:close/>
                <a:moveTo>
                  <a:pt x="4698" y="1853"/>
                </a:moveTo>
                <a:lnTo>
                  <a:pt x="4701" y="1852"/>
                </a:lnTo>
                <a:lnTo>
                  <a:pt x="4704" y="1851"/>
                </a:lnTo>
                <a:lnTo>
                  <a:pt x="4704" y="1854"/>
                </a:lnTo>
                <a:lnTo>
                  <a:pt x="4704" y="1856"/>
                </a:lnTo>
                <a:lnTo>
                  <a:pt x="4702" y="1857"/>
                </a:lnTo>
                <a:lnTo>
                  <a:pt x="4700" y="1857"/>
                </a:lnTo>
                <a:lnTo>
                  <a:pt x="4699" y="1855"/>
                </a:lnTo>
                <a:lnTo>
                  <a:pt x="4698" y="1853"/>
                </a:lnTo>
                <a:close/>
                <a:moveTo>
                  <a:pt x="3383" y="4058"/>
                </a:moveTo>
                <a:lnTo>
                  <a:pt x="3381" y="4058"/>
                </a:lnTo>
                <a:lnTo>
                  <a:pt x="3378" y="4057"/>
                </a:lnTo>
                <a:lnTo>
                  <a:pt x="3378" y="4055"/>
                </a:lnTo>
                <a:lnTo>
                  <a:pt x="3378" y="4053"/>
                </a:lnTo>
                <a:lnTo>
                  <a:pt x="3380" y="4053"/>
                </a:lnTo>
                <a:lnTo>
                  <a:pt x="3383" y="4054"/>
                </a:lnTo>
                <a:lnTo>
                  <a:pt x="3383" y="4056"/>
                </a:lnTo>
                <a:lnTo>
                  <a:pt x="3383" y="4058"/>
                </a:lnTo>
                <a:close/>
                <a:moveTo>
                  <a:pt x="3293" y="3885"/>
                </a:moveTo>
                <a:lnTo>
                  <a:pt x="3296" y="3884"/>
                </a:lnTo>
                <a:lnTo>
                  <a:pt x="3298" y="3884"/>
                </a:lnTo>
                <a:lnTo>
                  <a:pt x="3299" y="3886"/>
                </a:lnTo>
                <a:lnTo>
                  <a:pt x="3301" y="3889"/>
                </a:lnTo>
                <a:lnTo>
                  <a:pt x="3298" y="3889"/>
                </a:lnTo>
                <a:lnTo>
                  <a:pt x="3294" y="3890"/>
                </a:lnTo>
                <a:lnTo>
                  <a:pt x="3294" y="3887"/>
                </a:lnTo>
                <a:lnTo>
                  <a:pt x="3293" y="3885"/>
                </a:lnTo>
                <a:close/>
                <a:moveTo>
                  <a:pt x="3441" y="4113"/>
                </a:moveTo>
                <a:lnTo>
                  <a:pt x="3443" y="4110"/>
                </a:lnTo>
                <a:lnTo>
                  <a:pt x="3444" y="4107"/>
                </a:lnTo>
                <a:lnTo>
                  <a:pt x="3446" y="4108"/>
                </a:lnTo>
                <a:lnTo>
                  <a:pt x="3447" y="4110"/>
                </a:lnTo>
                <a:lnTo>
                  <a:pt x="3447" y="4112"/>
                </a:lnTo>
                <a:lnTo>
                  <a:pt x="3446" y="4114"/>
                </a:lnTo>
                <a:lnTo>
                  <a:pt x="3444" y="4114"/>
                </a:lnTo>
                <a:lnTo>
                  <a:pt x="3441" y="4113"/>
                </a:lnTo>
                <a:close/>
                <a:moveTo>
                  <a:pt x="4781" y="2906"/>
                </a:moveTo>
                <a:lnTo>
                  <a:pt x="4778" y="2906"/>
                </a:lnTo>
                <a:lnTo>
                  <a:pt x="4777" y="2905"/>
                </a:lnTo>
                <a:lnTo>
                  <a:pt x="4776" y="2903"/>
                </a:lnTo>
                <a:lnTo>
                  <a:pt x="4775" y="2900"/>
                </a:lnTo>
                <a:lnTo>
                  <a:pt x="4778" y="2900"/>
                </a:lnTo>
                <a:lnTo>
                  <a:pt x="4781" y="2900"/>
                </a:lnTo>
                <a:lnTo>
                  <a:pt x="4781" y="2903"/>
                </a:lnTo>
                <a:lnTo>
                  <a:pt x="4781" y="2906"/>
                </a:lnTo>
                <a:close/>
                <a:moveTo>
                  <a:pt x="3813" y="3768"/>
                </a:moveTo>
                <a:lnTo>
                  <a:pt x="3811" y="3768"/>
                </a:lnTo>
                <a:lnTo>
                  <a:pt x="3810" y="3768"/>
                </a:lnTo>
                <a:lnTo>
                  <a:pt x="3810" y="3766"/>
                </a:lnTo>
                <a:lnTo>
                  <a:pt x="3810" y="3764"/>
                </a:lnTo>
                <a:lnTo>
                  <a:pt x="3811" y="3764"/>
                </a:lnTo>
                <a:lnTo>
                  <a:pt x="3812" y="3764"/>
                </a:lnTo>
                <a:lnTo>
                  <a:pt x="3812" y="3766"/>
                </a:lnTo>
                <a:lnTo>
                  <a:pt x="3813" y="3768"/>
                </a:lnTo>
                <a:close/>
                <a:moveTo>
                  <a:pt x="4324" y="2142"/>
                </a:moveTo>
                <a:lnTo>
                  <a:pt x="4325" y="2144"/>
                </a:lnTo>
                <a:lnTo>
                  <a:pt x="4324" y="2146"/>
                </a:lnTo>
                <a:lnTo>
                  <a:pt x="4322" y="2147"/>
                </a:lnTo>
                <a:lnTo>
                  <a:pt x="4319" y="2148"/>
                </a:lnTo>
                <a:lnTo>
                  <a:pt x="4319" y="2145"/>
                </a:lnTo>
                <a:lnTo>
                  <a:pt x="4319" y="2142"/>
                </a:lnTo>
                <a:lnTo>
                  <a:pt x="4321" y="2142"/>
                </a:lnTo>
                <a:lnTo>
                  <a:pt x="4324" y="2142"/>
                </a:lnTo>
                <a:close/>
                <a:moveTo>
                  <a:pt x="4291" y="1854"/>
                </a:moveTo>
                <a:lnTo>
                  <a:pt x="4292" y="1855"/>
                </a:lnTo>
                <a:lnTo>
                  <a:pt x="4292" y="1856"/>
                </a:lnTo>
                <a:lnTo>
                  <a:pt x="4290" y="1857"/>
                </a:lnTo>
                <a:lnTo>
                  <a:pt x="4288" y="1858"/>
                </a:lnTo>
                <a:lnTo>
                  <a:pt x="4288" y="1856"/>
                </a:lnTo>
                <a:lnTo>
                  <a:pt x="4287" y="1854"/>
                </a:lnTo>
                <a:lnTo>
                  <a:pt x="4289" y="1854"/>
                </a:lnTo>
                <a:lnTo>
                  <a:pt x="4291" y="1854"/>
                </a:lnTo>
                <a:close/>
                <a:moveTo>
                  <a:pt x="4740" y="2890"/>
                </a:moveTo>
                <a:lnTo>
                  <a:pt x="4738" y="2890"/>
                </a:lnTo>
                <a:lnTo>
                  <a:pt x="4737" y="2891"/>
                </a:lnTo>
                <a:lnTo>
                  <a:pt x="4735" y="2885"/>
                </a:lnTo>
                <a:lnTo>
                  <a:pt x="4734" y="2879"/>
                </a:lnTo>
                <a:lnTo>
                  <a:pt x="4736" y="2879"/>
                </a:lnTo>
                <a:lnTo>
                  <a:pt x="4739" y="2878"/>
                </a:lnTo>
                <a:lnTo>
                  <a:pt x="4739" y="2884"/>
                </a:lnTo>
                <a:lnTo>
                  <a:pt x="4740" y="2890"/>
                </a:lnTo>
                <a:close/>
                <a:moveTo>
                  <a:pt x="4055" y="3421"/>
                </a:moveTo>
                <a:lnTo>
                  <a:pt x="4056" y="3415"/>
                </a:lnTo>
                <a:lnTo>
                  <a:pt x="4056" y="3410"/>
                </a:lnTo>
                <a:lnTo>
                  <a:pt x="4058" y="3410"/>
                </a:lnTo>
                <a:lnTo>
                  <a:pt x="4060" y="3410"/>
                </a:lnTo>
                <a:lnTo>
                  <a:pt x="4060" y="3416"/>
                </a:lnTo>
                <a:lnTo>
                  <a:pt x="4059" y="3421"/>
                </a:lnTo>
                <a:lnTo>
                  <a:pt x="4057" y="3421"/>
                </a:lnTo>
                <a:lnTo>
                  <a:pt x="4055" y="3421"/>
                </a:lnTo>
                <a:close/>
                <a:moveTo>
                  <a:pt x="4993" y="2481"/>
                </a:moveTo>
                <a:lnTo>
                  <a:pt x="4993" y="2477"/>
                </a:lnTo>
                <a:lnTo>
                  <a:pt x="4993" y="2473"/>
                </a:lnTo>
                <a:lnTo>
                  <a:pt x="4996" y="2473"/>
                </a:lnTo>
                <a:lnTo>
                  <a:pt x="4998" y="2474"/>
                </a:lnTo>
                <a:lnTo>
                  <a:pt x="4998" y="2477"/>
                </a:lnTo>
                <a:lnTo>
                  <a:pt x="4998" y="2481"/>
                </a:lnTo>
                <a:lnTo>
                  <a:pt x="4995" y="2481"/>
                </a:lnTo>
                <a:lnTo>
                  <a:pt x="4993" y="2481"/>
                </a:lnTo>
                <a:close/>
                <a:moveTo>
                  <a:pt x="3684" y="4061"/>
                </a:moveTo>
                <a:lnTo>
                  <a:pt x="3684" y="4064"/>
                </a:lnTo>
                <a:lnTo>
                  <a:pt x="3685" y="4068"/>
                </a:lnTo>
                <a:lnTo>
                  <a:pt x="3682" y="4068"/>
                </a:lnTo>
                <a:lnTo>
                  <a:pt x="3680" y="4068"/>
                </a:lnTo>
                <a:lnTo>
                  <a:pt x="3680" y="4064"/>
                </a:lnTo>
                <a:lnTo>
                  <a:pt x="3680" y="4061"/>
                </a:lnTo>
                <a:lnTo>
                  <a:pt x="3682" y="4061"/>
                </a:lnTo>
                <a:lnTo>
                  <a:pt x="3684" y="4061"/>
                </a:lnTo>
                <a:close/>
                <a:moveTo>
                  <a:pt x="4413" y="2119"/>
                </a:moveTo>
                <a:lnTo>
                  <a:pt x="4413" y="2116"/>
                </a:lnTo>
                <a:lnTo>
                  <a:pt x="4413" y="2113"/>
                </a:lnTo>
                <a:lnTo>
                  <a:pt x="4417" y="2113"/>
                </a:lnTo>
                <a:lnTo>
                  <a:pt x="4420" y="2113"/>
                </a:lnTo>
                <a:lnTo>
                  <a:pt x="4419" y="2116"/>
                </a:lnTo>
                <a:lnTo>
                  <a:pt x="4419" y="2119"/>
                </a:lnTo>
                <a:lnTo>
                  <a:pt x="4417" y="2119"/>
                </a:lnTo>
                <a:lnTo>
                  <a:pt x="4413" y="2119"/>
                </a:lnTo>
                <a:close/>
                <a:moveTo>
                  <a:pt x="4693" y="2832"/>
                </a:moveTo>
                <a:lnTo>
                  <a:pt x="4694" y="2835"/>
                </a:lnTo>
                <a:lnTo>
                  <a:pt x="4695" y="2840"/>
                </a:lnTo>
                <a:lnTo>
                  <a:pt x="4691" y="2840"/>
                </a:lnTo>
                <a:lnTo>
                  <a:pt x="4688" y="2840"/>
                </a:lnTo>
                <a:lnTo>
                  <a:pt x="4687" y="2837"/>
                </a:lnTo>
                <a:lnTo>
                  <a:pt x="4687" y="2834"/>
                </a:lnTo>
                <a:lnTo>
                  <a:pt x="4690" y="2831"/>
                </a:lnTo>
                <a:lnTo>
                  <a:pt x="4693" y="2832"/>
                </a:lnTo>
                <a:close/>
                <a:moveTo>
                  <a:pt x="3929" y="3465"/>
                </a:moveTo>
                <a:lnTo>
                  <a:pt x="3931" y="3468"/>
                </a:lnTo>
                <a:lnTo>
                  <a:pt x="3933" y="3472"/>
                </a:lnTo>
                <a:lnTo>
                  <a:pt x="3930" y="3473"/>
                </a:lnTo>
                <a:lnTo>
                  <a:pt x="3926" y="3473"/>
                </a:lnTo>
                <a:lnTo>
                  <a:pt x="3925" y="3470"/>
                </a:lnTo>
                <a:lnTo>
                  <a:pt x="3923" y="3467"/>
                </a:lnTo>
                <a:lnTo>
                  <a:pt x="3927" y="3465"/>
                </a:lnTo>
                <a:lnTo>
                  <a:pt x="3929" y="3465"/>
                </a:lnTo>
                <a:close/>
                <a:moveTo>
                  <a:pt x="3596" y="4060"/>
                </a:moveTo>
                <a:lnTo>
                  <a:pt x="3599" y="4064"/>
                </a:lnTo>
                <a:lnTo>
                  <a:pt x="3602" y="4068"/>
                </a:lnTo>
                <a:lnTo>
                  <a:pt x="3600" y="4069"/>
                </a:lnTo>
                <a:lnTo>
                  <a:pt x="3599" y="4071"/>
                </a:lnTo>
                <a:lnTo>
                  <a:pt x="3596" y="4066"/>
                </a:lnTo>
                <a:lnTo>
                  <a:pt x="3592" y="4062"/>
                </a:lnTo>
                <a:lnTo>
                  <a:pt x="3594" y="4061"/>
                </a:lnTo>
                <a:lnTo>
                  <a:pt x="3596" y="4060"/>
                </a:lnTo>
                <a:close/>
                <a:moveTo>
                  <a:pt x="4588" y="1796"/>
                </a:moveTo>
                <a:lnTo>
                  <a:pt x="4581" y="1796"/>
                </a:lnTo>
                <a:lnTo>
                  <a:pt x="4575" y="1796"/>
                </a:lnTo>
                <a:lnTo>
                  <a:pt x="4575" y="1794"/>
                </a:lnTo>
                <a:lnTo>
                  <a:pt x="4575" y="1792"/>
                </a:lnTo>
                <a:lnTo>
                  <a:pt x="4581" y="1792"/>
                </a:lnTo>
                <a:lnTo>
                  <a:pt x="4588" y="1792"/>
                </a:lnTo>
                <a:lnTo>
                  <a:pt x="4588" y="1794"/>
                </a:lnTo>
                <a:lnTo>
                  <a:pt x="4588" y="1796"/>
                </a:lnTo>
                <a:close/>
                <a:moveTo>
                  <a:pt x="4283" y="2129"/>
                </a:moveTo>
                <a:lnTo>
                  <a:pt x="4281" y="2130"/>
                </a:lnTo>
                <a:lnTo>
                  <a:pt x="4279" y="2130"/>
                </a:lnTo>
                <a:lnTo>
                  <a:pt x="4277" y="2126"/>
                </a:lnTo>
                <a:lnTo>
                  <a:pt x="4274" y="2120"/>
                </a:lnTo>
                <a:lnTo>
                  <a:pt x="4277" y="2119"/>
                </a:lnTo>
                <a:lnTo>
                  <a:pt x="4278" y="2118"/>
                </a:lnTo>
                <a:lnTo>
                  <a:pt x="4281" y="2123"/>
                </a:lnTo>
                <a:lnTo>
                  <a:pt x="4283" y="2129"/>
                </a:lnTo>
                <a:close/>
                <a:moveTo>
                  <a:pt x="4311" y="2084"/>
                </a:moveTo>
                <a:lnTo>
                  <a:pt x="4308" y="2085"/>
                </a:lnTo>
                <a:lnTo>
                  <a:pt x="4305" y="2087"/>
                </a:lnTo>
                <a:lnTo>
                  <a:pt x="4304" y="2083"/>
                </a:lnTo>
                <a:lnTo>
                  <a:pt x="4303" y="2081"/>
                </a:lnTo>
                <a:lnTo>
                  <a:pt x="4306" y="2080"/>
                </a:lnTo>
                <a:lnTo>
                  <a:pt x="4309" y="2080"/>
                </a:lnTo>
                <a:lnTo>
                  <a:pt x="4310" y="2082"/>
                </a:lnTo>
                <a:lnTo>
                  <a:pt x="4311" y="2084"/>
                </a:lnTo>
                <a:close/>
                <a:moveTo>
                  <a:pt x="4047" y="3337"/>
                </a:moveTo>
                <a:lnTo>
                  <a:pt x="4049" y="3331"/>
                </a:lnTo>
                <a:lnTo>
                  <a:pt x="4051" y="3326"/>
                </a:lnTo>
                <a:lnTo>
                  <a:pt x="4053" y="3326"/>
                </a:lnTo>
                <a:lnTo>
                  <a:pt x="4055" y="3327"/>
                </a:lnTo>
                <a:lnTo>
                  <a:pt x="4053" y="3333"/>
                </a:lnTo>
                <a:lnTo>
                  <a:pt x="4051" y="3338"/>
                </a:lnTo>
                <a:lnTo>
                  <a:pt x="4049" y="3337"/>
                </a:lnTo>
                <a:lnTo>
                  <a:pt x="4047" y="3337"/>
                </a:lnTo>
                <a:close/>
                <a:moveTo>
                  <a:pt x="4301" y="1876"/>
                </a:moveTo>
                <a:lnTo>
                  <a:pt x="4304" y="1875"/>
                </a:lnTo>
                <a:lnTo>
                  <a:pt x="4306" y="1876"/>
                </a:lnTo>
                <a:lnTo>
                  <a:pt x="4307" y="1880"/>
                </a:lnTo>
                <a:lnTo>
                  <a:pt x="4306" y="1883"/>
                </a:lnTo>
                <a:lnTo>
                  <a:pt x="4303" y="1884"/>
                </a:lnTo>
                <a:lnTo>
                  <a:pt x="4298" y="1886"/>
                </a:lnTo>
                <a:lnTo>
                  <a:pt x="4299" y="1880"/>
                </a:lnTo>
                <a:lnTo>
                  <a:pt x="4301" y="1876"/>
                </a:lnTo>
                <a:close/>
                <a:moveTo>
                  <a:pt x="5082" y="2463"/>
                </a:moveTo>
                <a:lnTo>
                  <a:pt x="5083" y="2462"/>
                </a:lnTo>
                <a:lnTo>
                  <a:pt x="5085" y="2460"/>
                </a:lnTo>
                <a:lnTo>
                  <a:pt x="5089" y="2465"/>
                </a:lnTo>
                <a:lnTo>
                  <a:pt x="5093" y="2471"/>
                </a:lnTo>
                <a:lnTo>
                  <a:pt x="5092" y="2472"/>
                </a:lnTo>
                <a:lnTo>
                  <a:pt x="5090" y="2473"/>
                </a:lnTo>
                <a:lnTo>
                  <a:pt x="5086" y="2468"/>
                </a:lnTo>
                <a:lnTo>
                  <a:pt x="5082" y="2463"/>
                </a:lnTo>
                <a:close/>
                <a:moveTo>
                  <a:pt x="3918" y="3766"/>
                </a:moveTo>
                <a:lnTo>
                  <a:pt x="3917" y="3769"/>
                </a:lnTo>
                <a:lnTo>
                  <a:pt x="3916" y="3771"/>
                </a:lnTo>
                <a:lnTo>
                  <a:pt x="3910" y="3769"/>
                </a:lnTo>
                <a:lnTo>
                  <a:pt x="3904" y="3766"/>
                </a:lnTo>
                <a:lnTo>
                  <a:pt x="3905" y="3764"/>
                </a:lnTo>
                <a:lnTo>
                  <a:pt x="3906" y="3761"/>
                </a:lnTo>
                <a:lnTo>
                  <a:pt x="3912" y="3764"/>
                </a:lnTo>
                <a:lnTo>
                  <a:pt x="3918" y="3766"/>
                </a:lnTo>
                <a:close/>
                <a:moveTo>
                  <a:pt x="3679" y="3707"/>
                </a:moveTo>
                <a:lnTo>
                  <a:pt x="3681" y="3706"/>
                </a:lnTo>
                <a:lnTo>
                  <a:pt x="3684" y="3704"/>
                </a:lnTo>
                <a:lnTo>
                  <a:pt x="3689" y="3712"/>
                </a:lnTo>
                <a:lnTo>
                  <a:pt x="3694" y="3719"/>
                </a:lnTo>
                <a:lnTo>
                  <a:pt x="3692" y="3720"/>
                </a:lnTo>
                <a:lnTo>
                  <a:pt x="3691" y="3721"/>
                </a:lnTo>
                <a:lnTo>
                  <a:pt x="3685" y="3714"/>
                </a:lnTo>
                <a:lnTo>
                  <a:pt x="3679" y="3707"/>
                </a:lnTo>
                <a:close/>
                <a:moveTo>
                  <a:pt x="3454" y="3993"/>
                </a:moveTo>
                <a:lnTo>
                  <a:pt x="3454" y="3990"/>
                </a:lnTo>
                <a:lnTo>
                  <a:pt x="3455" y="3988"/>
                </a:lnTo>
                <a:lnTo>
                  <a:pt x="3460" y="3989"/>
                </a:lnTo>
                <a:lnTo>
                  <a:pt x="3466" y="3991"/>
                </a:lnTo>
                <a:lnTo>
                  <a:pt x="3466" y="3993"/>
                </a:lnTo>
                <a:lnTo>
                  <a:pt x="3465" y="3995"/>
                </a:lnTo>
                <a:lnTo>
                  <a:pt x="3459" y="3994"/>
                </a:lnTo>
                <a:lnTo>
                  <a:pt x="3454" y="3993"/>
                </a:lnTo>
                <a:close/>
                <a:moveTo>
                  <a:pt x="3492" y="3969"/>
                </a:moveTo>
                <a:lnTo>
                  <a:pt x="3485" y="3966"/>
                </a:lnTo>
                <a:lnTo>
                  <a:pt x="3477" y="3964"/>
                </a:lnTo>
                <a:lnTo>
                  <a:pt x="3485" y="3962"/>
                </a:lnTo>
                <a:lnTo>
                  <a:pt x="3488" y="3962"/>
                </a:lnTo>
                <a:lnTo>
                  <a:pt x="3490" y="3964"/>
                </a:lnTo>
                <a:lnTo>
                  <a:pt x="3492" y="3969"/>
                </a:lnTo>
                <a:close/>
                <a:moveTo>
                  <a:pt x="3995" y="3476"/>
                </a:moveTo>
                <a:lnTo>
                  <a:pt x="4008" y="3468"/>
                </a:lnTo>
                <a:lnTo>
                  <a:pt x="4020" y="3458"/>
                </a:lnTo>
                <a:lnTo>
                  <a:pt x="4020" y="3458"/>
                </a:lnTo>
                <a:lnTo>
                  <a:pt x="4020" y="3458"/>
                </a:lnTo>
                <a:lnTo>
                  <a:pt x="4013" y="3469"/>
                </a:lnTo>
                <a:lnTo>
                  <a:pt x="4008" y="3474"/>
                </a:lnTo>
                <a:lnTo>
                  <a:pt x="4003" y="3476"/>
                </a:lnTo>
                <a:lnTo>
                  <a:pt x="3995" y="3476"/>
                </a:lnTo>
                <a:close/>
                <a:moveTo>
                  <a:pt x="3352" y="3863"/>
                </a:moveTo>
                <a:lnTo>
                  <a:pt x="3347" y="3863"/>
                </a:lnTo>
                <a:lnTo>
                  <a:pt x="3344" y="3862"/>
                </a:lnTo>
                <a:lnTo>
                  <a:pt x="3341" y="3858"/>
                </a:lnTo>
                <a:lnTo>
                  <a:pt x="3339" y="3849"/>
                </a:lnTo>
                <a:lnTo>
                  <a:pt x="3347" y="3853"/>
                </a:lnTo>
                <a:lnTo>
                  <a:pt x="3350" y="3856"/>
                </a:lnTo>
                <a:lnTo>
                  <a:pt x="3351" y="3859"/>
                </a:lnTo>
                <a:lnTo>
                  <a:pt x="3352" y="3863"/>
                </a:lnTo>
                <a:close/>
                <a:moveTo>
                  <a:pt x="4483" y="1770"/>
                </a:moveTo>
                <a:lnTo>
                  <a:pt x="4483" y="1772"/>
                </a:lnTo>
                <a:lnTo>
                  <a:pt x="4483" y="1772"/>
                </a:lnTo>
                <a:lnTo>
                  <a:pt x="4483" y="1772"/>
                </a:lnTo>
                <a:lnTo>
                  <a:pt x="4483" y="1772"/>
                </a:lnTo>
                <a:lnTo>
                  <a:pt x="4487" y="1759"/>
                </a:lnTo>
                <a:lnTo>
                  <a:pt x="4491" y="1746"/>
                </a:lnTo>
                <a:lnTo>
                  <a:pt x="4500" y="1760"/>
                </a:lnTo>
                <a:lnTo>
                  <a:pt x="4508" y="1776"/>
                </a:lnTo>
                <a:lnTo>
                  <a:pt x="4494" y="1773"/>
                </a:lnTo>
                <a:lnTo>
                  <a:pt x="4483" y="1772"/>
                </a:lnTo>
                <a:lnTo>
                  <a:pt x="4483" y="1772"/>
                </a:lnTo>
                <a:lnTo>
                  <a:pt x="4483" y="1772"/>
                </a:lnTo>
                <a:lnTo>
                  <a:pt x="4483" y="1772"/>
                </a:lnTo>
                <a:lnTo>
                  <a:pt x="4483" y="1770"/>
                </a:lnTo>
                <a:lnTo>
                  <a:pt x="4478" y="1768"/>
                </a:lnTo>
                <a:lnTo>
                  <a:pt x="4472" y="1766"/>
                </a:lnTo>
                <a:lnTo>
                  <a:pt x="4469" y="1764"/>
                </a:lnTo>
                <a:lnTo>
                  <a:pt x="4468" y="1762"/>
                </a:lnTo>
                <a:lnTo>
                  <a:pt x="4468" y="1758"/>
                </a:lnTo>
                <a:lnTo>
                  <a:pt x="4469" y="1753"/>
                </a:lnTo>
                <a:lnTo>
                  <a:pt x="4472" y="1754"/>
                </a:lnTo>
                <a:lnTo>
                  <a:pt x="4475" y="1755"/>
                </a:lnTo>
                <a:lnTo>
                  <a:pt x="4477" y="1757"/>
                </a:lnTo>
                <a:lnTo>
                  <a:pt x="4479" y="1759"/>
                </a:lnTo>
                <a:lnTo>
                  <a:pt x="4481" y="1765"/>
                </a:lnTo>
                <a:lnTo>
                  <a:pt x="4483" y="1770"/>
                </a:lnTo>
                <a:lnTo>
                  <a:pt x="4483" y="1770"/>
                </a:lnTo>
                <a:lnTo>
                  <a:pt x="4483" y="1770"/>
                </a:lnTo>
                <a:close/>
                <a:moveTo>
                  <a:pt x="4204" y="1917"/>
                </a:moveTo>
                <a:lnTo>
                  <a:pt x="4208" y="1916"/>
                </a:lnTo>
                <a:lnTo>
                  <a:pt x="4212" y="1918"/>
                </a:lnTo>
                <a:lnTo>
                  <a:pt x="4213" y="1920"/>
                </a:lnTo>
                <a:lnTo>
                  <a:pt x="4212" y="1924"/>
                </a:lnTo>
                <a:lnTo>
                  <a:pt x="4208" y="1925"/>
                </a:lnTo>
                <a:lnTo>
                  <a:pt x="4202" y="1927"/>
                </a:lnTo>
                <a:lnTo>
                  <a:pt x="4203" y="1920"/>
                </a:lnTo>
                <a:lnTo>
                  <a:pt x="4204" y="1917"/>
                </a:lnTo>
                <a:close/>
                <a:moveTo>
                  <a:pt x="3825" y="3505"/>
                </a:moveTo>
                <a:lnTo>
                  <a:pt x="3825" y="3499"/>
                </a:lnTo>
                <a:lnTo>
                  <a:pt x="3825" y="3493"/>
                </a:lnTo>
                <a:lnTo>
                  <a:pt x="3828" y="3493"/>
                </a:lnTo>
                <a:lnTo>
                  <a:pt x="3831" y="3493"/>
                </a:lnTo>
                <a:lnTo>
                  <a:pt x="3833" y="3498"/>
                </a:lnTo>
                <a:lnTo>
                  <a:pt x="3833" y="3505"/>
                </a:lnTo>
                <a:lnTo>
                  <a:pt x="3828" y="3505"/>
                </a:lnTo>
                <a:lnTo>
                  <a:pt x="3825" y="3505"/>
                </a:lnTo>
                <a:close/>
                <a:moveTo>
                  <a:pt x="3555" y="4177"/>
                </a:moveTo>
                <a:lnTo>
                  <a:pt x="3552" y="4175"/>
                </a:lnTo>
                <a:lnTo>
                  <a:pt x="3550" y="4172"/>
                </a:lnTo>
                <a:lnTo>
                  <a:pt x="3548" y="4170"/>
                </a:lnTo>
                <a:lnTo>
                  <a:pt x="3548" y="4166"/>
                </a:lnTo>
                <a:lnTo>
                  <a:pt x="3549" y="4161"/>
                </a:lnTo>
                <a:lnTo>
                  <a:pt x="3552" y="4155"/>
                </a:lnTo>
                <a:lnTo>
                  <a:pt x="3552" y="4155"/>
                </a:lnTo>
                <a:lnTo>
                  <a:pt x="3551" y="4155"/>
                </a:lnTo>
                <a:lnTo>
                  <a:pt x="3551" y="4154"/>
                </a:lnTo>
                <a:lnTo>
                  <a:pt x="3551" y="4154"/>
                </a:lnTo>
                <a:lnTo>
                  <a:pt x="3540" y="4147"/>
                </a:lnTo>
                <a:lnTo>
                  <a:pt x="3528" y="4139"/>
                </a:lnTo>
                <a:lnTo>
                  <a:pt x="3523" y="4136"/>
                </a:lnTo>
                <a:lnTo>
                  <a:pt x="3516" y="4134"/>
                </a:lnTo>
                <a:lnTo>
                  <a:pt x="3510" y="4133"/>
                </a:lnTo>
                <a:lnTo>
                  <a:pt x="3502" y="4134"/>
                </a:lnTo>
                <a:lnTo>
                  <a:pt x="3498" y="4133"/>
                </a:lnTo>
                <a:lnTo>
                  <a:pt x="3493" y="4129"/>
                </a:lnTo>
                <a:lnTo>
                  <a:pt x="3480" y="4121"/>
                </a:lnTo>
                <a:lnTo>
                  <a:pt x="3468" y="4113"/>
                </a:lnTo>
                <a:lnTo>
                  <a:pt x="3465" y="4111"/>
                </a:lnTo>
                <a:lnTo>
                  <a:pt x="3463" y="4109"/>
                </a:lnTo>
                <a:lnTo>
                  <a:pt x="3462" y="4107"/>
                </a:lnTo>
                <a:lnTo>
                  <a:pt x="3462" y="4105"/>
                </a:lnTo>
                <a:lnTo>
                  <a:pt x="3463" y="4102"/>
                </a:lnTo>
                <a:lnTo>
                  <a:pt x="3467" y="4098"/>
                </a:lnTo>
                <a:lnTo>
                  <a:pt x="3476" y="4102"/>
                </a:lnTo>
                <a:lnTo>
                  <a:pt x="3486" y="4105"/>
                </a:lnTo>
                <a:lnTo>
                  <a:pt x="3495" y="4108"/>
                </a:lnTo>
                <a:lnTo>
                  <a:pt x="3504" y="4110"/>
                </a:lnTo>
                <a:lnTo>
                  <a:pt x="3513" y="4112"/>
                </a:lnTo>
                <a:lnTo>
                  <a:pt x="3520" y="4115"/>
                </a:lnTo>
                <a:lnTo>
                  <a:pt x="3527" y="4119"/>
                </a:lnTo>
                <a:lnTo>
                  <a:pt x="3535" y="4123"/>
                </a:lnTo>
                <a:lnTo>
                  <a:pt x="3540" y="4129"/>
                </a:lnTo>
                <a:lnTo>
                  <a:pt x="3544" y="4137"/>
                </a:lnTo>
                <a:lnTo>
                  <a:pt x="3548" y="4145"/>
                </a:lnTo>
                <a:lnTo>
                  <a:pt x="3551" y="4154"/>
                </a:lnTo>
                <a:lnTo>
                  <a:pt x="3552" y="4154"/>
                </a:lnTo>
                <a:lnTo>
                  <a:pt x="3552" y="4155"/>
                </a:lnTo>
                <a:lnTo>
                  <a:pt x="3552" y="4155"/>
                </a:lnTo>
                <a:lnTo>
                  <a:pt x="3552" y="4155"/>
                </a:lnTo>
                <a:lnTo>
                  <a:pt x="3556" y="4160"/>
                </a:lnTo>
                <a:lnTo>
                  <a:pt x="3558" y="4165"/>
                </a:lnTo>
                <a:lnTo>
                  <a:pt x="3558" y="4167"/>
                </a:lnTo>
                <a:lnTo>
                  <a:pt x="3558" y="4171"/>
                </a:lnTo>
                <a:lnTo>
                  <a:pt x="3557" y="4174"/>
                </a:lnTo>
                <a:lnTo>
                  <a:pt x="3555" y="4177"/>
                </a:lnTo>
                <a:close/>
                <a:moveTo>
                  <a:pt x="4579" y="1761"/>
                </a:moveTo>
                <a:lnTo>
                  <a:pt x="4588" y="1767"/>
                </a:lnTo>
                <a:lnTo>
                  <a:pt x="4596" y="1773"/>
                </a:lnTo>
                <a:lnTo>
                  <a:pt x="4589" y="1773"/>
                </a:lnTo>
                <a:lnTo>
                  <a:pt x="4585" y="1770"/>
                </a:lnTo>
                <a:lnTo>
                  <a:pt x="4582" y="1767"/>
                </a:lnTo>
                <a:lnTo>
                  <a:pt x="4579" y="1761"/>
                </a:lnTo>
                <a:close/>
                <a:moveTo>
                  <a:pt x="4295" y="2096"/>
                </a:moveTo>
                <a:lnTo>
                  <a:pt x="4296" y="2102"/>
                </a:lnTo>
                <a:lnTo>
                  <a:pt x="4296" y="2107"/>
                </a:lnTo>
                <a:lnTo>
                  <a:pt x="4293" y="2109"/>
                </a:lnTo>
                <a:lnTo>
                  <a:pt x="4286" y="2111"/>
                </a:lnTo>
                <a:lnTo>
                  <a:pt x="4287" y="2103"/>
                </a:lnTo>
                <a:lnTo>
                  <a:pt x="4288" y="2097"/>
                </a:lnTo>
                <a:lnTo>
                  <a:pt x="4292" y="2096"/>
                </a:lnTo>
                <a:lnTo>
                  <a:pt x="4295" y="2096"/>
                </a:lnTo>
                <a:close/>
                <a:moveTo>
                  <a:pt x="3571" y="3924"/>
                </a:moveTo>
                <a:lnTo>
                  <a:pt x="3574" y="3930"/>
                </a:lnTo>
                <a:lnTo>
                  <a:pt x="3578" y="3938"/>
                </a:lnTo>
                <a:lnTo>
                  <a:pt x="3574" y="3940"/>
                </a:lnTo>
                <a:lnTo>
                  <a:pt x="3571" y="3941"/>
                </a:lnTo>
                <a:lnTo>
                  <a:pt x="3567" y="3935"/>
                </a:lnTo>
                <a:lnTo>
                  <a:pt x="3563" y="3928"/>
                </a:lnTo>
                <a:lnTo>
                  <a:pt x="3567" y="3926"/>
                </a:lnTo>
                <a:lnTo>
                  <a:pt x="3571" y="3924"/>
                </a:lnTo>
                <a:close/>
                <a:moveTo>
                  <a:pt x="3667" y="3915"/>
                </a:moveTo>
                <a:lnTo>
                  <a:pt x="3663" y="3907"/>
                </a:lnTo>
                <a:lnTo>
                  <a:pt x="3657" y="3898"/>
                </a:lnTo>
                <a:lnTo>
                  <a:pt x="3662" y="3898"/>
                </a:lnTo>
                <a:lnTo>
                  <a:pt x="3666" y="3898"/>
                </a:lnTo>
                <a:lnTo>
                  <a:pt x="3670" y="3899"/>
                </a:lnTo>
                <a:lnTo>
                  <a:pt x="3672" y="3901"/>
                </a:lnTo>
                <a:lnTo>
                  <a:pt x="3673" y="3903"/>
                </a:lnTo>
                <a:lnTo>
                  <a:pt x="3674" y="3905"/>
                </a:lnTo>
                <a:lnTo>
                  <a:pt x="3674" y="3908"/>
                </a:lnTo>
                <a:lnTo>
                  <a:pt x="3673" y="3911"/>
                </a:lnTo>
                <a:lnTo>
                  <a:pt x="3672" y="3912"/>
                </a:lnTo>
                <a:lnTo>
                  <a:pt x="3667" y="3915"/>
                </a:lnTo>
                <a:close/>
                <a:moveTo>
                  <a:pt x="3945" y="3487"/>
                </a:moveTo>
                <a:lnTo>
                  <a:pt x="3951" y="3480"/>
                </a:lnTo>
                <a:lnTo>
                  <a:pt x="3955" y="3474"/>
                </a:lnTo>
                <a:lnTo>
                  <a:pt x="3956" y="3481"/>
                </a:lnTo>
                <a:lnTo>
                  <a:pt x="3956" y="3485"/>
                </a:lnTo>
                <a:lnTo>
                  <a:pt x="3953" y="3486"/>
                </a:lnTo>
                <a:lnTo>
                  <a:pt x="3945" y="3487"/>
                </a:lnTo>
                <a:close/>
                <a:moveTo>
                  <a:pt x="3512" y="3998"/>
                </a:moveTo>
                <a:lnTo>
                  <a:pt x="3516" y="3989"/>
                </a:lnTo>
                <a:lnTo>
                  <a:pt x="3522" y="3977"/>
                </a:lnTo>
                <a:lnTo>
                  <a:pt x="3523" y="3982"/>
                </a:lnTo>
                <a:lnTo>
                  <a:pt x="3524" y="3986"/>
                </a:lnTo>
                <a:lnTo>
                  <a:pt x="3524" y="3990"/>
                </a:lnTo>
                <a:lnTo>
                  <a:pt x="3523" y="3992"/>
                </a:lnTo>
                <a:lnTo>
                  <a:pt x="3521" y="3995"/>
                </a:lnTo>
                <a:lnTo>
                  <a:pt x="3519" y="3996"/>
                </a:lnTo>
                <a:lnTo>
                  <a:pt x="3516" y="3997"/>
                </a:lnTo>
                <a:lnTo>
                  <a:pt x="3512" y="3998"/>
                </a:lnTo>
                <a:close/>
                <a:moveTo>
                  <a:pt x="3978" y="3517"/>
                </a:moveTo>
                <a:lnTo>
                  <a:pt x="3988" y="3523"/>
                </a:lnTo>
                <a:lnTo>
                  <a:pt x="3997" y="3529"/>
                </a:lnTo>
                <a:lnTo>
                  <a:pt x="3988" y="3530"/>
                </a:lnTo>
                <a:lnTo>
                  <a:pt x="3983" y="3529"/>
                </a:lnTo>
                <a:lnTo>
                  <a:pt x="3981" y="3525"/>
                </a:lnTo>
                <a:lnTo>
                  <a:pt x="3978" y="3517"/>
                </a:lnTo>
                <a:close/>
                <a:moveTo>
                  <a:pt x="3598" y="4132"/>
                </a:moveTo>
                <a:lnTo>
                  <a:pt x="3598" y="4134"/>
                </a:lnTo>
                <a:lnTo>
                  <a:pt x="3596" y="4136"/>
                </a:lnTo>
                <a:lnTo>
                  <a:pt x="3594" y="4137"/>
                </a:lnTo>
                <a:lnTo>
                  <a:pt x="3592" y="4138"/>
                </a:lnTo>
                <a:lnTo>
                  <a:pt x="3587" y="4137"/>
                </a:lnTo>
                <a:lnTo>
                  <a:pt x="3584" y="4134"/>
                </a:lnTo>
                <a:lnTo>
                  <a:pt x="3583" y="4132"/>
                </a:lnTo>
                <a:lnTo>
                  <a:pt x="3583" y="4129"/>
                </a:lnTo>
                <a:lnTo>
                  <a:pt x="3583" y="4127"/>
                </a:lnTo>
                <a:lnTo>
                  <a:pt x="3584" y="4124"/>
                </a:lnTo>
                <a:lnTo>
                  <a:pt x="3589" y="4123"/>
                </a:lnTo>
                <a:lnTo>
                  <a:pt x="3593" y="4123"/>
                </a:lnTo>
                <a:lnTo>
                  <a:pt x="3595" y="4125"/>
                </a:lnTo>
                <a:lnTo>
                  <a:pt x="3596" y="4126"/>
                </a:lnTo>
                <a:lnTo>
                  <a:pt x="3597" y="4128"/>
                </a:lnTo>
                <a:lnTo>
                  <a:pt x="3598" y="4132"/>
                </a:lnTo>
                <a:close/>
                <a:moveTo>
                  <a:pt x="3832" y="3739"/>
                </a:moveTo>
                <a:lnTo>
                  <a:pt x="3824" y="3739"/>
                </a:lnTo>
                <a:lnTo>
                  <a:pt x="3817" y="3738"/>
                </a:lnTo>
                <a:lnTo>
                  <a:pt x="3814" y="3736"/>
                </a:lnTo>
                <a:lnTo>
                  <a:pt x="3812" y="3734"/>
                </a:lnTo>
                <a:lnTo>
                  <a:pt x="3810" y="3731"/>
                </a:lnTo>
                <a:lnTo>
                  <a:pt x="3807" y="3728"/>
                </a:lnTo>
                <a:lnTo>
                  <a:pt x="3814" y="3728"/>
                </a:lnTo>
                <a:lnTo>
                  <a:pt x="3821" y="3729"/>
                </a:lnTo>
                <a:lnTo>
                  <a:pt x="3824" y="3730"/>
                </a:lnTo>
                <a:lnTo>
                  <a:pt x="3827" y="3731"/>
                </a:lnTo>
                <a:lnTo>
                  <a:pt x="3829" y="3734"/>
                </a:lnTo>
                <a:lnTo>
                  <a:pt x="3832" y="3739"/>
                </a:lnTo>
                <a:close/>
                <a:moveTo>
                  <a:pt x="3614" y="3662"/>
                </a:moveTo>
                <a:lnTo>
                  <a:pt x="3627" y="3662"/>
                </a:lnTo>
                <a:lnTo>
                  <a:pt x="3642" y="3663"/>
                </a:lnTo>
                <a:lnTo>
                  <a:pt x="3637" y="3667"/>
                </a:lnTo>
                <a:lnTo>
                  <a:pt x="3633" y="3671"/>
                </a:lnTo>
                <a:lnTo>
                  <a:pt x="3630" y="3673"/>
                </a:lnTo>
                <a:lnTo>
                  <a:pt x="3627" y="3673"/>
                </a:lnTo>
                <a:lnTo>
                  <a:pt x="3625" y="3672"/>
                </a:lnTo>
                <a:lnTo>
                  <a:pt x="3621" y="3670"/>
                </a:lnTo>
                <a:lnTo>
                  <a:pt x="3618" y="3667"/>
                </a:lnTo>
                <a:lnTo>
                  <a:pt x="3614" y="3662"/>
                </a:lnTo>
                <a:close/>
                <a:moveTo>
                  <a:pt x="3634" y="3916"/>
                </a:moveTo>
                <a:lnTo>
                  <a:pt x="3642" y="3928"/>
                </a:lnTo>
                <a:lnTo>
                  <a:pt x="3650" y="3939"/>
                </a:lnTo>
                <a:lnTo>
                  <a:pt x="3644" y="3937"/>
                </a:lnTo>
                <a:lnTo>
                  <a:pt x="3639" y="3935"/>
                </a:lnTo>
                <a:lnTo>
                  <a:pt x="3636" y="3932"/>
                </a:lnTo>
                <a:lnTo>
                  <a:pt x="3634" y="3930"/>
                </a:lnTo>
                <a:lnTo>
                  <a:pt x="3633" y="3928"/>
                </a:lnTo>
                <a:lnTo>
                  <a:pt x="3632" y="3925"/>
                </a:lnTo>
                <a:lnTo>
                  <a:pt x="3633" y="3921"/>
                </a:lnTo>
                <a:lnTo>
                  <a:pt x="3634" y="3916"/>
                </a:lnTo>
                <a:close/>
                <a:moveTo>
                  <a:pt x="4236" y="2022"/>
                </a:moveTo>
                <a:lnTo>
                  <a:pt x="4244" y="2029"/>
                </a:lnTo>
                <a:lnTo>
                  <a:pt x="4253" y="2034"/>
                </a:lnTo>
                <a:lnTo>
                  <a:pt x="4246" y="2036"/>
                </a:lnTo>
                <a:lnTo>
                  <a:pt x="4240" y="2037"/>
                </a:lnTo>
                <a:lnTo>
                  <a:pt x="4237" y="2037"/>
                </a:lnTo>
                <a:lnTo>
                  <a:pt x="4235" y="2036"/>
                </a:lnTo>
                <a:lnTo>
                  <a:pt x="4234" y="2035"/>
                </a:lnTo>
                <a:lnTo>
                  <a:pt x="4234" y="2032"/>
                </a:lnTo>
                <a:lnTo>
                  <a:pt x="4234" y="2028"/>
                </a:lnTo>
                <a:lnTo>
                  <a:pt x="4236" y="2022"/>
                </a:lnTo>
                <a:close/>
                <a:moveTo>
                  <a:pt x="3676" y="3786"/>
                </a:moveTo>
                <a:lnTo>
                  <a:pt x="3678" y="3785"/>
                </a:lnTo>
                <a:lnTo>
                  <a:pt x="3681" y="3785"/>
                </a:lnTo>
                <a:lnTo>
                  <a:pt x="3685" y="3792"/>
                </a:lnTo>
                <a:lnTo>
                  <a:pt x="3688" y="3798"/>
                </a:lnTo>
                <a:lnTo>
                  <a:pt x="3690" y="3802"/>
                </a:lnTo>
                <a:lnTo>
                  <a:pt x="3690" y="3805"/>
                </a:lnTo>
                <a:lnTo>
                  <a:pt x="3689" y="3808"/>
                </a:lnTo>
                <a:lnTo>
                  <a:pt x="3688" y="3810"/>
                </a:lnTo>
                <a:lnTo>
                  <a:pt x="3685" y="3813"/>
                </a:lnTo>
                <a:lnTo>
                  <a:pt x="3681" y="3817"/>
                </a:lnTo>
                <a:lnTo>
                  <a:pt x="3679" y="3808"/>
                </a:lnTo>
                <a:lnTo>
                  <a:pt x="3678" y="3800"/>
                </a:lnTo>
                <a:lnTo>
                  <a:pt x="3677" y="3793"/>
                </a:lnTo>
                <a:lnTo>
                  <a:pt x="3676" y="3786"/>
                </a:lnTo>
                <a:close/>
                <a:moveTo>
                  <a:pt x="4763" y="1803"/>
                </a:moveTo>
                <a:lnTo>
                  <a:pt x="4773" y="1794"/>
                </a:lnTo>
                <a:lnTo>
                  <a:pt x="4785" y="1784"/>
                </a:lnTo>
                <a:lnTo>
                  <a:pt x="4789" y="1794"/>
                </a:lnTo>
                <a:lnTo>
                  <a:pt x="4791" y="1800"/>
                </a:lnTo>
                <a:lnTo>
                  <a:pt x="4787" y="1804"/>
                </a:lnTo>
                <a:lnTo>
                  <a:pt x="4785" y="1806"/>
                </a:lnTo>
                <a:lnTo>
                  <a:pt x="4782" y="1808"/>
                </a:lnTo>
                <a:lnTo>
                  <a:pt x="4778" y="1808"/>
                </a:lnTo>
                <a:lnTo>
                  <a:pt x="4775" y="1808"/>
                </a:lnTo>
                <a:lnTo>
                  <a:pt x="4771" y="1807"/>
                </a:lnTo>
                <a:lnTo>
                  <a:pt x="4767" y="1805"/>
                </a:lnTo>
                <a:lnTo>
                  <a:pt x="4763" y="1803"/>
                </a:lnTo>
                <a:close/>
                <a:moveTo>
                  <a:pt x="3644" y="3801"/>
                </a:moveTo>
                <a:lnTo>
                  <a:pt x="3647" y="3811"/>
                </a:lnTo>
                <a:lnTo>
                  <a:pt x="3650" y="3821"/>
                </a:lnTo>
                <a:lnTo>
                  <a:pt x="3652" y="3830"/>
                </a:lnTo>
                <a:lnTo>
                  <a:pt x="3656" y="3841"/>
                </a:lnTo>
                <a:lnTo>
                  <a:pt x="3641" y="3834"/>
                </a:lnTo>
                <a:lnTo>
                  <a:pt x="3630" y="3828"/>
                </a:lnTo>
                <a:lnTo>
                  <a:pt x="3636" y="3815"/>
                </a:lnTo>
                <a:lnTo>
                  <a:pt x="3644" y="3801"/>
                </a:lnTo>
                <a:close/>
                <a:moveTo>
                  <a:pt x="4419" y="1776"/>
                </a:moveTo>
                <a:lnTo>
                  <a:pt x="4427" y="1781"/>
                </a:lnTo>
                <a:lnTo>
                  <a:pt x="4436" y="1786"/>
                </a:lnTo>
                <a:lnTo>
                  <a:pt x="4441" y="1788"/>
                </a:lnTo>
                <a:lnTo>
                  <a:pt x="4444" y="1792"/>
                </a:lnTo>
                <a:lnTo>
                  <a:pt x="4447" y="1797"/>
                </a:lnTo>
                <a:lnTo>
                  <a:pt x="4449" y="1803"/>
                </a:lnTo>
                <a:lnTo>
                  <a:pt x="4442" y="1801"/>
                </a:lnTo>
                <a:lnTo>
                  <a:pt x="4437" y="1799"/>
                </a:lnTo>
                <a:lnTo>
                  <a:pt x="4433" y="1797"/>
                </a:lnTo>
                <a:lnTo>
                  <a:pt x="4430" y="1794"/>
                </a:lnTo>
                <a:lnTo>
                  <a:pt x="4427" y="1792"/>
                </a:lnTo>
                <a:lnTo>
                  <a:pt x="4424" y="1788"/>
                </a:lnTo>
                <a:lnTo>
                  <a:pt x="4422" y="1783"/>
                </a:lnTo>
                <a:lnTo>
                  <a:pt x="4419" y="1776"/>
                </a:lnTo>
                <a:close/>
                <a:moveTo>
                  <a:pt x="3487" y="4240"/>
                </a:moveTo>
                <a:lnTo>
                  <a:pt x="3486" y="4247"/>
                </a:lnTo>
                <a:lnTo>
                  <a:pt x="3486" y="4254"/>
                </a:lnTo>
                <a:lnTo>
                  <a:pt x="3484" y="4259"/>
                </a:lnTo>
                <a:lnTo>
                  <a:pt x="3480" y="4264"/>
                </a:lnTo>
                <a:lnTo>
                  <a:pt x="3476" y="4268"/>
                </a:lnTo>
                <a:lnTo>
                  <a:pt x="3472" y="4271"/>
                </a:lnTo>
                <a:lnTo>
                  <a:pt x="3466" y="4274"/>
                </a:lnTo>
                <a:lnTo>
                  <a:pt x="3460" y="4277"/>
                </a:lnTo>
                <a:lnTo>
                  <a:pt x="3461" y="4271"/>
                </a:lnTo>
                <a:lnTo>
                  <a:pt x="3462" y="4265"/>
                </a:lnTo>
                <a:lnTo>
                  <a:pt x="3464" y="4260"/>
                </a:lnTo>
                <a:lnTo>
                  <a:pt x="3467" y="4255"/>
                </a:lnTo>
                <a:lnTo>
                  <a:pt x="3471" y="4251"/>
                </a:lnTo>
                <a:lnTo>
                  <a:pt x="3475" y="4246"/>
                </a:lnTo>
                <a:lnTo>
                  <a:pt x="3480" y="4243"/>
                </a:lnTo>
                <a:lnTo>
                  <a:pt x="3487" y="4240"/>
                </a:lnTo>
                <a:close/>
                <a:moveTo>
                  <a:pt x="3848" y="3694"/>
                </a:moveTo>
                <a:lnTo>
                  <a:pt x="3851" y="3692"/>
                </a:lnTo>
                <a:lnTo>
                  <a:pt x="3854" y="3690"/>
                </a:lnTo>
                <a:lnTo>
                  <a:pt x="3859" y="3689"/>
                </a:lnTo>
                <a:lnTo>
                  <a:pt x="3862" y="3689"/>
                </a:lnTo>
                <a:lnTo>
                  <a:pt x="3866" y="3690"/>
                </a:lnTo>
                <a:lnTo>
                  <a:pt x="3870" y="3691"/>
                </a:lnTo>
                <a:lnTo>
                  <a:pt x="3875" y="3693"/>
                </a:lnTo>
                <a:lnTo>
                  <a:pt x="3879" y="3695"/>
                </a:lnTo>
                <a:lnTo>
                  <a:pt x="3871" y="3702"/>
                </a:lnTo>
                <a:lnTo>
                  <a:pt x="3863" y="3707"/>
                </a:lnTo>
                <a:lnTo>
                  <a:pt x="3855" y="3712"/>
                </a:lnTo>
                <a:lnTo>
                  <a:pt x="3848" y="3717"/>
                </a:lnTo>
                <a:lnTo>
                  <a:pt x="3845" y="3713"/>
                </a:lnTo>
                <a:lnTo>
                  <a:pt x="3844" y="3710"/>
                </a:lnTo>
                <a:lnTo>
                  <a:pt x="3843" y="3707"/>
                </a:lnTo>
                <a:lnTo>
                  <a:pt x="3842" y="3704"/>
                </a:lnTo>
                <a:lnTo>
                  <a:pt x="3843" y="3702"/>
                </a:lnTo>
                <a:lnTo>
                  <a:pt x="3844" y="3699"/>
                </a:lnTo>
                <a:lnTo>
                  <a:pt x="3846" y="3696"/>
                </a:lnTo>
                <a:lnTo>
                  <a:pt x="3848" y="3694"/>
                </a:lnTo>
                <a:close/>
                <a:moveTo>
                  <a:pt x="3776" y="3808"/>
                </a:moveTo>
                <a:lnTo>
                  <a:pt x="3789" y="3818"/>
                </a:lnTo>
                <a:lnTo>
                  <a:pt x="3802" y="3827"/>
                </a:lnTo>
                <a:lnTo>
                  <a:pt x="3788" y="3834"/>
                </a:lnTo>
                <a:lnTo>
                  <a:pt x="3776" y="3841"/>
                </a:lnTo>
                <a:lnTo>
                  <a:pt x="3773" y="3837"/>
                </a:lnTo>
                <a:lnTo>
                  <a:pt x="3771" y="3834"/>
                </a:lnTo>
                <a:lnTo>
                  <a:pt x="3770" y="3830"/>
                </a:lnTo>
                <a:lnTo>
                  <a:pt x="3770" y="3826"/>
                </a:lnTo>
                <a:lnTo>
                  <a:pt x="3770" y="3822"/>
                </a:lnTo>
                <a:lnTo>
                  <a:pt x="3771" y="3818"/>
                </a:lnTo>
                <a:lnTo>
                  <a:pt x="3773" y="3813"/>
                </a:lnTo>
                <a:lnTo>
                  <a:pt x="3776" y="3808"/>
                </a:lnTo>
                <a:close/>
                <a:moveTo>
                  <a:pt x="4195" y="2024"/>
                </a:moveTo>
                <a:lnTo>
                  <a:pt x="4196" y="2013"/>
                </a:lnTo>
                <a:lnTo>
                  <a:pt x="4196" y="2002"/>
                </a:lnTo>
                <a:lnTo>
                  <a:pt x="4196" y="1993"/>
                </a:lnTo>
                <a:lnTo>
                  <a:pt x="4197" y="1982"/>
                </a:lnTo>
                <a:lnTo>
                  <a:pt x="4211" y="1994"/>
                </a:lnTo>
                <a:lnTo>
                  <a:pt x="4225" y="2004"/>
                </a:lnTo>
                <a:lnTo>
                  <a:pt x="4210" y="2014"/>
                </a:lnTo>
                <a:lnTo>
                  <a:pt x="4195" y="2024"/>
                </a:lnTo>
                <a:close/>
                <a:moveTo>
                  <a:pt x="3405" y="3997"/>
                </a:moveTo>
                <a:lnTo>
                  <a:pt x="3393" y="4000"/>
                </a:lnTo>
                <a:lnTo>
                  <a:pt x="3379" y="4002"/>
                </a:lnTo>
                <a:lnTo>
                  <a:pt x="3379" y="3995"/>
                </a:lnTo>
                <a:lnTo>
                  <a:pt x="3379" y="3987"/>
                </a:lnTo>
                <a:lnTo>
                  <a:pt x="3380" y="3980"/>
                </a:lnTo>
                <a:lnTo>
                  <a:pt x="3380" y="3971"/>
                </a:lnTo>
                <a:lnTo>
                  <a:pt x="3369" y="3980"/>
                </a:lnTo>
                <a:lnTo>
                  <a:pt x="3356" y="3986"/>
                </a:lnTo>
                <a:lnTo>
                  <a:pt x="3357" y="3979"/>
                </a:lnTo>
                <a:lnTo>
                  <a:pt x="3358" y="3971"/>
                </a:lnTo>
                <a:lnTo>
                  <a:pt x="3361" y="3966"/>
                </a:lnTo>
                <a:lnTo>
                  <a:pt x="3364" y="3961"/>
                </a:lnTo>
                <a:lnTo>
                  <a:pt x="3371" y="3952"/>
                </a:lnTo>
                <a:lnTo>
                  <a:pt x="3377" y="3943"/>
                </a:lnTo>
                <a:lnTo>
                  <a:pt x="3377" y="3940"/>
                </a:lnTo>
                <a:lnTo>
                  <a:pt x="3377" y="3937"/>
                </a:lnTo>
                <a:lnTo>
                  <a:pt x="3379" y="3936"/>
                </a:lnTo>
                <a:lnTo>
                  <a:pt x="3383" y="3935"/>
                </a:lnTo>
                <a:lnTo>
                  <a:pt x="3394" y="3930"/>
                </a:lnTo>
                <a:lnTo>
                  <a:pt x="3404" y="3926"/>
                </a:lnTo>
                <a:lnTo>
                  <a:pt x="3402" y="3939"/>
                </a:lnTo>
                <a:lnTo>
                  <a:pt x="3398" y="3950"/>
                </a:lnTo>
                <a:lnTo>
                  <a:pt x="3392" y="3959"/>
                </a:lnTo>
                <a:lnTo>
                  <a:pt x="3384" y="3967"/>
                </a:lnTo>
                <a:lnTo>
                  <a:pt x="3393" y="3972"/>
                </a:lnTo>
                <a:lnTo>
                  <a:pt x="3399" y="3979"/>
                </a:lnTo>
                <a:lnTo>
                  <a:pt x="3402" y="3983"/>
                </a:lnTo>
                <a:lnTo>
                  <a:pt x="3404" y="3987"/>
                </a:lnTo>
                <a:lnTo>
                  <a:pt x="3405" y="3992"/>
                </a:lnTo>
                <a:lnTo>
                  <a:pt x="3405" y="3997"/>
                </a:lnTo>
                <a:close/>
                <a:moveTo>
                  <a:pt x="3875" y="3579"/>
                </a:moveTo>
                <a:lnTo>
                  <a:pt x="3868" y="3583"/>
                </a:lnTo>
                <a:lnTo>
                  <a:pt x="3862" y="3584"/>
                </a:lnTo>
                <a:lnTo>
                  <a:pt x="3855" y="3571"/>
                </a:lnTo>
                <a:lnTo>
                  <a:pt x="3850" y="3561"/>
                </a:lnTo>
                <a:lnTo>
                  <a:pt x="3849" y="3554"/>
                </a:lnTo>
                <a:lnTo>
                  <a:pt x="3850" y="3544"/>
                </a:lnTo>
                <a:lnTo>
                  <a:pt x="3866" y="3554"/>
                </a:lnTo>
                <a:lnTo>
                  <a:pt x="3877" y="3563"/>
                </a:lnTo>
                <a:lnTo>
                  <a:pt x="3879" y="3565"/>
                </a:lnTo>
                <a:lnTo>
                  <a:pt x="3880" y="3567"/>
                </a:lnTo>
                <a:lnTo>
                  <a:pt x="3881" y="3569"/>
                </a:lnTo>
                <a:lnTo>
                  <a:pt x="3881" y="3571"/>
                </a:lnTo>
                <a:lnTo>
                  <a:pt x="3880" y="3573"/>
                </a:lnTo>
                <a:lnTo>
                  <a:pt x="3879" y="3576"/>
                </a:lnTo>
                <a:lnTo>
                  <a:pt x="3877" y="3577"/>
                </a:lnTo>
                <a:lnTo>
                  <a:pt x="3875" y="3579"/>
                </a:lnTo>
                <a:close/>
                <a:moveTo>
                  <a:pt x="3640" y="3981"/>
                </a:moveTo>
                <a:lnTo>
                  <a:pt x="3649" y="3988"/>
                </a:lnTo>
                <a:lnTo>
                  <a:pt x="3657" y="3997"/>
                </a:lnTo>
                <a:lnTo>
                  <a:pt x="3667" y="4005"/>
                </a:lnTo>
                <a:lnTo>
                  <a:pt x="3677" y="4016"/>
                </a:lnTo>
                <a:lnTo>
                  <a:pt x="3663" y="4018"/>
                </a:lnTo>
                <a:lnTo>
                  <a:pt x="3655" y="4019"/>
                </a:lnTo>
                <a:lnTo>
                  <a:pt x="3649" y="4010"/>
                </a:lnTo>
                <a:lnTo>
                  <a:pt x="3643" y="4001"/>
                </a:lnTo>
                <a:lnTo>
                  <a:pt x="3637" y="3992"/>
                </a:lnTo>
                <a:lnTo>
                  <a:pt x="3630" y="3983"/>
                </a:lnTo>
                <a:lnTo>
                  <a:pt x="3636" y="3981"/>
                </a:lnTo>
                <a:lnTo>
                  <a:pt x="3640" y="3981"/>
                </a:lnTo>
                <a:close/>
                <a:moveTo>
                  <a:pt x="3964" y="3328"/>
                </a:moveTo>
                <a:lnTo>
                  <a:pt x="3961" y="3321"/>
                </a:lnTo>
                <a:lnTo>
                  <a:pt x="3958" y="3314"/>
                </a:lnTo>
                <a:lnTo>
                  <a:pt x="3967" y="3311"/>
                </a:lnTo>
                <a:lnTo>
                  <a:pt x="3977" y="3310"/>
                </a:lnTo>
                <a:lnTo>
                  <a:pt x="3986" y="3311"/>
                </a:lnTo>
                <a:lnTo>
                  <a:pt x="3994" y="3314"/>
                </a:lnTo>
                <a:lnTo>
                  <a:pt x="4003" y="3318"/>
                </a:lnTo>
                <a:lnTo>
                  <a:pt x="4009" y="3324"/>
                </a:lnTo>
                <a:lnTo>
                  <a:pt x="4012" y="3328"/>
                </a:lnTo>
                <a:lnTo>
                  <a:pt x="4014" y="3332"/>
                </a:lnTo>
                <a:lnTo>
                  <a:pt x="4016" y="3336"/>
                </a:lnTo>
                <a:lnTo>
                  <a:pt x="4017" y="3341"/>
                </a:lnTo>
                <a:lnTo>
                  <a:pt x="4010" y="3335"/>
                </a:lnTo>
                <a:lnTo>
                  <a:pt x="4004" y="3329"/>
                </a:lnTo>
                <a:lnTo>
                  <a:pt x="3999" y="3325"/>
                </a:lnTo>
                <a:lnTo>
                  <a:pt x="3992" y="3322"/>
                </a:lnTo>
                <a:lnTo>
                  <a:pt x="3985" y="3322"/>
                </a:lnTo>
                <a:lnTo>
                  <a:pt x="3979" y="3323"/>
                </a:lnTo>
                <a:lnTo>
                  <a:pt x="3971" y="3326"/>
                </a:lnTo>
                <a:lnTo>
                  <a:pt x="3964" y="3328"/>
                </a:lnTo>
                <a:close/>
                <a:moveTo>
                  <a:pt x="4423" y="2015"/>
                </a:moveTo>
                <a:lnTo>
                  <a:pt x="4429" y="2017"/>
                </a:lnTo>
                <a:lnTo>
                  <a:pt x="4434" y="2020"/>
                </a:lnTo>
                <a:lnTo>
                  <a:pt x="4436" y="2023"/>
                </a:lnTo>
                <a:lnTo>
                  <a:pt x="4437" y="2025"/>
                </a:lnTo>
                <a:lnTo>
                  <a:pt x="4438" y="2028"/>
                </a:lnTo>
                <a:lnTo>
                  <a:pt x="4438" y="2032"/>
                </a:lnTo>
                <a:lnTo>
                  <a:pt x="4437" y="2035"/>
                </a:lnTo>
                <a:lnTo>
                  <a:pt x="4435" y="2038"/>
                </a:lnTo>
                <a:lnTo>
                  <a:pt x="4433" y="2039"/>
                </a:lnTo>
                <a:lnTo>
                  <a:pt x="4430" y="2040"/>
                </a:lnTo>
                <a:lnTo>
                  <a:pt x="4425" y="2039"/>
                </a:lnTo>
                <a:lnTo>
                  <a:pt x="4419" y="2038"/>
                </a:lnTo>
                <a:lnTo>
                  <a:pt x="4408" y="2034"/>
                </a:lnTo>
                <a:lnTo>
                  <a:pt x="4396" y="2030"/>
                </a:lnTo>
                <a:lnTo>
                  <a:pt x="4399" y="2025"/>
                </a:lnTo>
                <a:lnTo>
                  <a:pt x="4402" y="2021"/>
                </a:lnTo>
                <a:lnTo>
                  <a:pt x="4405" y="2018"/>
                </a:lnTo>
                <a:lnTo>
                  <a:pt x="4409" y="2016"/>
                </a:lnTo>
                <a:lnTo>
                  <a:pt x="4412" y="2015"/>
                </a:lnTo>
                <a:lnTo>
                  <a:pt x="4415" y="2014"/>
                </a:lnTo>
                <a:lnTo>
                  <a:pt x="4420" y="2014"/>
                </a:lnTo>
                <a:lnTo>
                  <a:pt x="4423" y="2015"/>
                </a:lnTo>
                <a:close/>
                <a:moveTo>
                  <a:pt x="3566" y="3908"/>
                </a:moveTo>
                <a:lnTo>
                  <a:pt x="3559" y="3898"/>
                </a:lnTo>
                <a:lnTo>
                  <a:pt x="3552" y="3887"/>
                </a:lnTo>
                <a:lnTo>
                  <a:pt x="3545" y="3878"/>
                </a:lnTo>
                <a:lnTo>
                  <a:pt x="3539" y="3869"/>
                </a:lnTo>
                <a:lnTo>
                  <a:pt x="3544" y="3868"/>
                </a:lnTo>
                <a:lnTo>
                  <a:pt x="3548" y="3867"/>
                </a:lnTo>
                <a:lnTo>
                  <a:pt x="3552" y="3868"/>
                </a:lnTo>
                <a:lnTo>
                  <a:pt x="3556" y="3871"/>
                </a:lnTo>
                <a:lnTo>
                  <a:pt x="3567" y="3883"/>
                </a:lnTo>
                <a:lnTo>
                  <a:pt x="3588" y="3908"/>
                </a:lnTo>
                <a:lnTo>
                  <a:pt x="3577" y="3908"/>
                </a:lnTo>
                <a:lnTo>
                  <a:pt x="3566" y="3908"/>
                </a:lnTo>
                <a:close/>
                <a:moveTo>
                  <a:pt x="4328" y="3255"/>
                </a:moveTo>
                <a:lnTo>
                  <a:pt x="4322" y="3257"/>
                </a:lnTo>
                <a:lnTo>
                  <a:pt x="4318" y="3260"/>
                </a:lnTo>
                <a:lnTo>
                  <a:pt x="4315" y="3264"/>
                </a:lnTo>
                <a:lnTo>
                  <a:pt x="4311" y="3269"/>
                </a:lnTo>
                <a:lnTo>
                  <a:pt x="4308" y="3274"/>
                </a:lnTo>
                <a:lnTo>
                  <a:pt x="4304" y="3277"/>
                </a:lnTo>
                <a:lnTo>
                  <a:pt x="4302" y="3278"/>
                </a:lnTo>
                <a:lnTo>
                  <a:pt x="4299" y="3278"/>
                </a:lnTo>
                <a:lnTo>
                  <a:pt x="4296" y="3279"/>
                </a:lnTo>
                <a:lnTo>
                  <a:pt x="4293" y="3278"/>
                </a:lnTo>
                <a:lnTo>
                  <a:pt x="4290" y="3277"/>
                </a:lnTo>
                <a:lnTo>
                  <a:pt x="4286" y="3275"/>
                </a:lnTo>
                <a:lnTo>
                  <a:pt x="4283" y="3273"/>
                </a:lnTo>
                <a:lnTo>
                  <a:pt x="4279" y="3269"/>
                </a:lnTo>
                <a:lnTo>
                  <a:pt x="4275" y="3264"/>
                </a:lnTo>
                <a:lnTo>
                  <a:pt x="4272" y="3258"/>
                </a:lnTo>
                <a:lnTo>
                  <a:pt x="4269" y="3252"/>
                </a:lnTo>
                <a:lnTo>
                  <a:pt x="4266" y="3245"/>
                </a:lnTo>
                <a:lnTo>
                  <a:pt x="4270" y="3249"/>
                </a:lnTo>
                <a:lnTo>
                  <a:pt x="4274" y="3252"/>
                </a:lnTo>
                <a:lnTo>
                  <a:pt x="4278" y="3254"/>
                </a:lnTo>
                <a:lnTo>
                  <a:pt x="4282" y="3256"/>
                </a:lnTo>
                <a:lnTo>
                  <a:pt x="4290" y="3258"/>
                </a:lnTo>
                <a:lnTo>
                  <a:pt x="4297" y="3257"/>
                </a:lnTo>
                <a:lnTo>
                  <a:pt x="4305" y="3256"/>
                </a:lnTo>
                <a:lnTo>
                  <a:pt x="4312" y="3255"/>
                </a:lnTo>
                <a:lnTo>
                  <a:pt x="4320" y="3254"/>
                </a:lnTo>
                <a:lnTo>
                  <a:pt x="4328" y="3255"/>
                </a:lnTo>
                <a:close/>
                <a:moveTo>
                  <a:pt x="3442" y="4247"/>
                </a:moveTo>
                <a:lnTo>
                  <a:pt x="3446" y="4253"/>
                </a:lnTo>
                <a:lnTo>
                  <a:pt x="3448" y="4258"/>
                </a:lnTo>
                <a:lnTo>
                  <a:pt x="3448" y="4260"/>
                </a:lnTo>
                <a:lnTo>
                  <a:pt x="3447" y="4263"/>
                </a:lnTo>
                <a:lnTo>
                  <a:pt x="3445" y="4265"/>
                </a:lnTo>
                <a:lnTo>
                  <a:pt x="3443" y="4267"/>
                </a:lnTo>
                <a:lnTo>
                  <a:pt x="3440" y="4269"/>
                </a:lnTo>
                <a:lnTo>
                  <a:pt x="3437" y="4270"/>
                </a:lnTo>
                <a:lnTo>
                  <a:pt x="3433" y="4270"/>
                </a:lnTo>
                <a:lnTo>
                  <a:pt x="3430" y="4270"/>
                </a:lnTo>
                <a:lnTo>
                  <a:pt x="3428" y="4269"/>
                </a:lnTo>
                <a:lnTo>
                  <a:pt x="3425" y="4267"/>
                </a:lnTo>
                <a:lnTo>
                  <a:pt x="3423" y="4264"/>
                </a:lnTo>
                <a:lnTo>
                  <a:pt x="3422" y="4261"/>
                </a:lnTo>
                <a:lnTo>
                  <a:pt x="3419" y="4255"/>
                </a:lnTo>
                <a:lnTo>
                  <a:pt x="3416" y="4246"/>
                </a:lnTo>
                <a:lnTo>
                  <a:pt x="3412" y="4239"/>
                </a:lnTo>
                <a:lnTo>
                  <a:pt x="3409" y="4230"/>
                </a:lnTo>
                <a:lnTo>
                  <a:pt x="3415" y="4230"/>
                </a:lnTo>
                <a:lnTo>
                  <a:pt x="3420" y="4232"/>
                </a:lnTo>
                <a:lnTo>
                  <a:pt x="3425" y="4233"/>
                </a:lnTo>
                <a:lnTo>
                  <a:pt x="3429" y="4236"/>
                </a:lnTo>
                <a:lnTo>
                  <a:pt x="3437" y="4241"/>
                </a:lnTo>
                <a:lnTo>
                  <a:pt x="3442" y="4247"/>
                </a:lnTo>
                <a:close/>
                <a:moveTo>
                  <a:pt x="3600" y="3809"/>
                </a:moveTo>
                <a:lnTo>
                  <a:pt x="3601" y="3815"/>
                </a:lnTo>
                <a:lnTo>
                  <a:pt x="3603" y="3819"/>
                </a:lnTo>
                <a:lnTo>
                  <a:pt x="3609" y="3820"/>
                </a:lnTo>
                <a:lnTo>
                  <a:pt x="3613" y="3823"/>
                </a:lnTo>
                <a:lnTo>
                  <a:pt x="3616" y="3826"/>
                </a:lnTo>
                <a:lnTo>
                  <a:pt x="3619" y="3830"/>
                </a:lnTo>
                <a:lnTo>
                  <a:pt x="3624" y="3839"/>
                </a:lnTo>
                <a:lnTo>
                  <a:pt x="3630" y="3846"/>
                </a:lnTo>
                <a:lnTo>
                  <a:pt x="3625" y="3846"/>
                </a:lnTo>
                <a:lnTo>
                  <a:pt x="3618" y="3843"/>
                </a:lnTo>
                <a:lnTo>
                  <a:pt x="3612" y="3839"/>
                </a:lnTo>
                <a:lnTo>
                  <a:pt x="3606" y="3833"/>
                </a:lnTo>
                <a:lnTo>
                  <a:pt x="3600" y="3825"/>
                </a:lnTo>
                <a:lnTo>
                  <a:pt x="3592" y="3814"/>
                </a:lnTo>
                <a:lnTo>
                  <a:pt x="3584" y="3802"/>
                </a:lnTo>
                <a:lnTo>
                  <a:pt x="3574" y="3788"/>
                </a:lnTo>
                <a:lnTo>
                  <a:pt x="3584" y="3791"/>
                </a:lnTo>
                <a:lnTo>
                  <a:pt x="3592" y="3794"/>
                </a:lnTo>
                <a:lnTo>
                  <a:pt x="3595" y="3797"/>
                </a:lnTo>
                <a:lnTo>
                  <a:pt x="3597" y="3800"/>
                </a:lnTo>
                <a:lnTo>
                  <a:pt x="3599" y="3804"/>
                </a:lnTo>
                <a:lnTo>
                  <a:pt x="3600" y="3809"/>
                </a:lnTo>
                <a:close/>
                <a:moveTo>
                  <a:pt x="3555" y="4086"/>
                </a:moveTo>
                <a:lnTo>
                  <a:pt x="3546" y="4083"/>
                </a:lnTo>
                <a:lnTo>
                  <a:pt x="3538" y="4079"/>
                </a:lnTo>
                <a:lnTo>
                  <a:pt x="3535" y="4083"/>
                </a:lnTo>
                <a:lnTo>
                  <a:pt x="3532" y="4089"/>
                </a:lnTo>
                <a:lnTo>
                  <a:pt x="3522" y="4075"/>
                </a:lnTo>
                <a:lnTo>
                  <a:pt x="3513" y="4061"/>
                </a:lnTo>
                <a:lnTo>
                  <a:pt x="3526" y="4061"/>
                </a:lnTo>
                <a:lnTo>
                  <a:pt x="3538" y="4060"/>
                </a:lnTo>
                <a:lnTo>
                  <a:pt x="3543" y="4058"/>
                </a:lnTo>
                <a:lnTo>
                  <a:pt x="3548" y="4057"/>
                </a:lnTo>
                <a:lnTo>
                  <a:pt x="3552" y="4057"/>
                </a:lnTo>
                <a:lnTo>
                  <a:pt x="3556" y="4057"/>
                </a:lnTo>
                <a:lnTo>
                  <a:pt x="3559" y="4059"/>
                </a:lnTo>
                <a:lnTo>
                  <a:pt x="3562" y="4061"/>
                </a:lnTo>
                <a:lnTo>
                  <a:pt x="3565" y="4064"/>
                </a:lnTo>
                <a:lnTo>
                  <a:pt x="3568" y="4068"/>
                </a:lnTo>
                <a:lnTo>
                  <a:pt x="3569" y="4072"/>
                </a:lnTo>
                <a:lnTo>
                  <a:pt x="3569" y="4075"/>
                </a:lnTo>
                <a:lnTo>
                  <a:pt x="3569" y="4079"/>
                </a:lnTo>
                <a:lnTo>
                  <a:pt x="3568" y="4082"/>
                </a:lnTo>
                <a:lnTo>
                  <a:pt x="3565" y="4084"/>
                </a:lnTo>
                <a:lnTo>
                  <a:pt x="3562" y="4085"/>
                </a:lnTo>
                <a:lnTo>
                  <a:pt x="3558" y="4086"/>
                </a:lnTo>
                <a:lnTo>
                  <a:pt x="3555" y="4086"/>
                </a:lnTo>
                <a:close/>
                <a:moveTo>
                  <a:pt x="4214" y="1971"/>
                </a:moveTo>
                <a:lnTo>
                  <a:pt x="4212" y="1972"/>
                </a:lnTo>
                <a:lnTo>
                  <a:pt x="4209" y="1972"/>
                </a:lnTo>
                <a:lnTo>
                  <a:pt x="4206" y="1972"/>
                </a:lnTo>
                <a:lnTo>
                  <a:pt x="4203" y="1971"/>
                </a:lnTo>
                <a:lnTo>
                  <a:pt x="4190" y="1965"/>
                </a:lnTo>
                <a:lnTo>
                  <a:pt x="4177" y="1959"/>
                </a:lnTo>
                <a:lnTo>
                  <a:pt x="4170" y="1953"/>
                </a:lnTo>
                <a:lnTo>
                  <a:pt x="4164" y="1947"/>
                </a:lnTo>
                <a:lnTo>
                  <a:pt x="4162" y="1944"/>
                </a:lnTo>
                <a:lnTo>
                  <a:pt x="4160" y="1939"/>
                </a:lnTo>
                <a:lnTo>
                  <a:pt x="4159" y="1935"/>
                </a:lnTo>
                <a:lnTo>
                  <a:pt x="4158" y="1928"/>
                </a:lnTo>
                <a:lnTo>
                  <a:pt x="4168" y="1927"/>
                </a:lnTo>
                <a:lnTo>
                  <a:pt x="4177" y="1927"/>
                </a:lnTo>
                <a:lnTo>
                  <a:pt x="4186" y="1930"/>
                </a:lnTo>
                <a:lnTo>
                  <a:pt x="4194" y="1933"/>
                </a:lnTo>
                <a:lnTo>
                  <a:pt x="4201" y="1938"/>
                </a:lnTo>
                <a:lnTo>
                  <a:pt x="4207" y="1943"/>
                </a:lnTo>
                <a:lnTo>
                  <a:pt x="4212" y="1951"/>
                </a:lnTo>
                <a:lnTo>
                  <a:pt x="4216" y="1959"/>
                </a:lnTo>
                <a:lnTo>
                  <a:pt x="4216" y="1962"/>
                </a:lnTo>
                <a:lnTo>
                  <a:pt x="4216" y="1965"/>
                </a:lnTo>
                <a:lnTo>
                  <a:pt x="4215" y="1969"/>
                </a:lnTo>
                <a:lnTo>
                  <a:pt x="4214" y="1971"/>
                </a:lnTo>
                <a:close/>
                <a:moveTo>
                  <a:pt x="3433" y="4207"/>
                </a:moveTo>
                <a:lnTo>
                  <a:pt x="3425" y="4203"/>
                </a:lnTo>
                <a:lnTo>
                  <a:pt x="3418" y="4200"/>
                </a:lnTo>
                <a:lnTo>
                  <a:pt x="3413" y="4198"/>
                </a:lnTo>
                <a:lnTo>
                  <a:pt x="3408" y="4198"/>
                </a:lnTo>
                <a:lnTo>
                  <a:pt x="3404" y="4199"/>
                </a:lnTo>
                <a:lnTo>
                  <a:pt x="3399" y="4201"/>
                </a:lnTo>
                <a:lnTo>
                  <a:pt x="3394" y="4205"/>
                </a:lnTo>
                <a:lnTo>
                  <a:pt x="3386" y="4211"/>
                </a:lnTo>
                <a:lnTo>
                  <a:pt x="3382" y="4202"/>
                </a:lnTo>
                <a:lnTo>
                  <a:pt x="3378" y="4192"/>
                </a:lnTo>
                <a:lnTo>
                  <a:pt x="3392" y="4189"/>
                </a:lnTo>
                <a:lnTo>
                  <a:pt x="3403" y="4188"/>
                </a:lnTo>
                <a:lnTo>
                  <a:pt x="3414" y="4189"/>
                </a:lnTo>
                <a:lnTo>
                  <a:pt x="3425" y="4192"/>
                </a:lnTo>
                <a:lnTo>
                  <a:pt x="3434" y="4195"/>
                </a:lnTo>
                <a:lnTo>
                  <a:pt x="3445" y="4200"/>
                </a:lnTo>
                <a:lnTo>
                  <a:pt x="3453" y="4206"/>
                </a:lnTo>
                <a:lnTo>
                  <a:pt x="3462" y="4214"/>
                </a:lnTo>
                <a:lnTo>
                  <a:pt x="3466" y="4221"/>
                </a:lnTo>
                <a:lnTo>
                  <a:pt x="3470" y="4229"/>
                </a:lnTo>
                <a:lnTo>
                  <a:pt x="3461" y="4235"/>
                </a:lnTo>
                <a:lnTo>
                  <a:pt x="3453" y="4239"/>
                </a:lnTo>
                <a:lnTo>
                  <a:pt x="3442" y="4231"/>
                </a:lnTo>
                <a:lnTo>
                  <a:pt x="3431" y="4224"/>
                </a:lnTo>
                <a:lnTo>
                  <a:pt x="3432" y="4216"/>
                </a:lnTo>
                <a:lnTo>
                  <a:pt x="3433" y="4207"/>
                </a:lnTo>
                <a:close/>
                <a:moveTo>
                  <a:pt x="3740" y="3787"/>
                </a:moveTo>
                <a:lnTo>
                  <a:pt x="3744" y="3798"/>
                </a:lnTo>
                <a:lnTo>
                  <a:pt x="3748" y="3807"/>
                </a:lnTo>
                <a:lnTo>
                  <a:pt x="3751" y="3815"/>
                </a:lnTo>
                <a:lnTo>
                  <a:pt x="3754" y="3824"/>
                </a:lnTo>
                <a:lnTo>
                  <a:pt x="3750" y="3838"/>
                </a:lnTo>
                <a:lnTo>
                  <a:pt x="3747" y="3851"/>
                </a:lnTo>
                <a:lnTo>
                  <a:pt x="3743" y="3850"/>
                </a:lnTo>
                <a:lnTo>
                  <a:pt x="3739" y="3847"/>
                </a:lnTo>
                <a:lnTo>
                  <a:pt x="3736" y="3845"/>
                </a:lnTo>
                <a:lnTo>
                  <a:pt x="3733" y="3842"/>
                </a:lnTo>
                <a:lnTo>
                  <a:pt x="3731" y="3838"/>
                </a:lnTo>
                <a:lnTo>
                  <a:pt x="3729" y="3835"/>
                </a:lnTo>
                <a:lnTo>
                  <a:pt x="3728" y="3831"/>
                </a:lnTo>
                <a:lnTo>
                  <a:pt x="3728" y="3827"/>
                </a:lnTo>
                <a:lnTo>
                  <a:pt x="3727" y="3822"/>
                </a:lnTo>
                <a:lnTo>
                  <a:pt x="3725" y="3818"/>
                </a:lnTo>
                <a:lnTo>
                  <a:pt x="3724" y="3813"/>
                </a:lnTo>
                <a:lnTo>
                  <a:pt x="3722" y="3810"/>
                </a:lnTo>
                <a:lnTo>
                  <a:pt x="3719" y="3807"/>
                </a:lnTo>
                <a:lnTo>
                  <a:pt x="3715" y="3805"/>
                </a:lnTo>
                <a:lnTo>
                  <a:pt x="3712" y="3804"/>
                </a:lnTo>
                <a:lnTo>
                  <a:pt x="3708" y="3803"/>
                </a:lnTo>
                <a:lnTo>
                  <a:pt x="3706" y="3790"/>
                </a:lnTo>
                <a:lnTo>
                  <a:pt x="3704" y="3774"/>
                </a:lnTo>
                <a:lnTo>
                  <a:pt x="3713" y="3784"/>
                </a:lnTo>
                <a:lnTo>
                  <a:pt x="3720" y="3791"/>
                </a:lnTo>
                <a:lnTo>
                  <a:pt x="3732" y="3789"/>
                </a:lnTo>
                <a:lnTo>
                  <a:pt x="3740" y="3787"/>
                </a:lnTo>
                <a:close/>
                <a:moveTo>
                  <a:pt x="3500" y="4152"/>
                </a:moveTo>
                <a:lnTo>
                  <a:pt x="3506" y="4152"/>
                </a:lnTo>
                <a:lnTo>
                  <a:pt x="3510" y="4153"/>
                </a:lnTo>
                <a:lnTo>
                  <a:pt x="3514" y="4156"/>
                </a:lnTo>
                <a:lnTo>
                  <a:pt x="3517" y="4159"/>
                </a:lnTo>
                <a:lnTo>
                  <a:pt x="3522" y="4167"/>
                </a:lnTo>
                <a:lnTo>
                  <a:pt x="3528" y="4176"/>
                </a:lnTo>
                <a:lnTo>
                  <a:pt x="3524" y="4185"/>
                </a:lnTo>
                <a:lnTo>
                  <a:pt x="3519" y="4198"/>
                </a:lnTo>
                <a:lnTo>
                  <a:pt x="3509" y="4185"/>
                </a:lnTo>
                <a:lnTo>
                  <a:pt x="3501" y="4173"/>
                </a:lnTo>
                <a:lnTo>
                  <a:pt x="3497" y="4176"/>
                </a:lnTo>
                <a:lnTo>
                  <a:pt x="3495" y="4178"/>
                </a:lnTo>
                <a:lnTo>
                  <a:pt x="3493" y="4181"/>
                </a:lnTo>
                <a:lnTo>
                  <a:pt x="3492" y="4183"/>
                </a:lnTo>
                <a:lnTo>
                  <a:pt x="3492" y="4186"/>
                </a:lnTo>
                <a:lnTo>
                  <a:pt x="3493" y="4188"/>
                </a:lnTo>
                <a:lnTo>
                  <a:pt x="3495" y="4191"/>
                </a:lnTo>
                <a:lnTo>
                  <a:pt x="3498" y="4194"/>
                </a:lnTo>
                <a:lnTo>
                  <a:pt x="3503" y="4198"/>
                </a:lnTo>
                <a:lnTo>
                  <a:pt x="3506" y="4203"/>
                </a:lnTo>
                <a:lnTo>
                  <a:pt x="3506" y="4205"/>
                </a:lnTo>
                <a:lnTo>
                  <a:pt x="3506" y="4208"/>
                </a:lnTo>
                <a:lnTo>
                  <a:pt x="3505" y="4213"/>
                </a:lnTo>
                <a:lnTo>
                  <a:pt x="3504" y="4216"/>
                </a:lnTo>
                <a:lnTo>
                  <a:pt x="3494" y="4210"/>
                </a:lnTo>
                <a:lnTo>
                  <a:pt x="3484" y="4202"/>
                </a:lnTo>
                <a:lnTo>
                  <a:pt x="3474" y="4196"/>
                </a:lnTo>
                <a:lnTo>
                  <a:pt x="3465" y="4191"/>
                </a:lnTo>
                <a:lnTo>
                  <a:pt x="3473" y="4182"/>
                </a:lnTo>
                <a:lnTo>
                  <a:pt x="3483" y="4172"/>
                </a:lnTo>
                <a:lnTo>
                  <a:pt x="3491" y="4162"/>
                </a:lnTo>
                <a:lnTo>
                  <a:pt x="3500" y="4152"/>
                </a:lnTo>
                <a:close/>
                <a:moveTo>
                  <a:pt x="3759" y="3618"/>
                </a:moveTo>
                <a:lnTo>
                  <a:pt x="3757" y="3620"/>
                </a:lnTo>
                <a:lnTo>
                  <a:pt x="3756" y="3624"/>
                </a:lnTo>
                <a:lnTo>
                  <a:pt x="3755" y="3628"/>
                </a:lnTo>
                <a:lnTo>
                  <a:pt x="3754" y="3632"/>
                </a:lnTo>
                <a:lnTo>
                  <a:pt x="3753" y="3640"/>
                </a:lnTo>
                <a:lnTo>
                  <a:pt x="3753" y="3648"/>
                </a:lnTo>
                <a:lnTo>
                  <a:pt x="3735" y="3648"/>
                </a:lnTo>
                <a:lnTo>
                  <a:pt x="3722" y="3646"/>
                </a:lnTo>
                <a:lnTo>
                  <a:pt x="3718" y="3646"/>
                </a:lnTo>
                <a:lnTo>
                  <a:pt x="3713" y="3644"/>
                </a:lnTo>
                <a:lnTo>
                  <a:pt x="3710" y="3643"/>
                </a:lnTo>
                <a:lnTo>
                  <a:pt x="3708" y="3641"/>
                </a:lnTo>
                <a:lnTo>
                  <a:pt x="3707" y="3639"/>
                </a:lnTo>
                <a:lnTo>
                  <a:pt x="3706" y="3636"/>
                </a:lnTo>
                <a:lnTo>
                  <a:pt x="3706" y="3632"/>
                </a:lnTo>
                <a:lnTo>
                  <a:pt x="3706" y="3628"/>
                </a:lnTo>
                <a:lnTo>
                  <a:pt x="3706" y="3617"/>
                </a:lnTo>
                <a:lnTo>
                  <a:pt x="3707" y="3605"/>
                </a:lnTo>
                <a:lnTo>
                  <a:pt x="3719" y="3604"/>
                </a:lnTo>
                <a:lnTo>
                  <a:pt x="3729" y="3605"/>
                </a:lnTo>
                <a:lnTo>
                  <a:pt x="3734" y="3606"/>
                </a:lnTo>
                <a:lnTo>
                  <a:pt x="3739" y="3607"/>
                </a:lnTo>
                <a:lnTo>
                  <a:pt x="3743" y="3606"/>
                </a:lnTo>
                <a:lnTo>
                  <a:pt x="3747" y="3605"/>
                </a:lnTo>
                <a:lnTo>
                  <a:pt x="3751" y="3603"/>
                </a:lnTo>
                <a:lnTo>
                  <a:pt x="3754" y="3600"/>
                </a:lnTo>
                <a:lnTo>
                  <a:pt x="3757" y="3597"/>
                </a:lnTo>
                <a:lnTo>
                  <a:pt x="3759" y="3592"/>
                </a:lnTo>
                <a:lnTo>
                  <a:pt x="3766" y="3590"/>
                </a:lnTo>
                <a:lnTo>
                  <a:pt x="3776" y="3588"/>
                </a:lnTo>
                <a:lnTo>
                  <a:pt x="3774" y="3598"/>
                </a:lnTo>
                <a:lnTo>
                  <a:pt x="3773" y="3607"/>
                </a:lnTo>
                <a:lnTo>
                  <a:pt x="3772" y="3611"/>
                </a:lnTo>
                <a:lnTo>
                  <a:pt x="3769" y="3614"/>
                </a:lnTo>
                <a:lnTo>
                  <a:pt x="3766" y="3616"/>
                </a:lnTo>
                <a:lnTo>
                  <a:pt x="3759" y="3618"/>
                </a:lnTo>
                <a:close/>
                <a:moveTo>
                  <a:pt x="4606" y="1801"/>
                </a:moveTo>
                <a:lnTo>
                  <a:pt x="4608" y="1797"/>
                </a:lnTo>
                <a:lnTo>
                  <a:pt x="4610" y="1795"/>
                </a:lnTo>
                <a:lnTo>
                  <a:pt x="4613" y="1793"/>
                </a:lnTo>
                <a:lnTo>
                  <a:pt x="4616" y="1791"/>
                </a:lnTo>
                <a:lnTo>
                  <a:pt x="4620" y="1791"/>
                </a:lnTo>
                <a:lnTo>
                  <a:pt x="4623" y="1792"/>
                </a:lnTo>
                <a:lnTo>
                  <a:pt x="4625" y="1793"/>
                </a:lnTo>
                <a:lnTo>
                  <a:pt x="4627" y="1796"/>
                </a:lnTo>
                <a:lnTo>
                  <a:pt x="4629" y="1800"/>
                </a:lnTo>
                <a:lnTo>
                  <a:pt x="4631" y="1804"/>
                </a:lnTo>
                <a:lnTo>
                  <a:pt x="4634" y="1807"/>
                </a:lnTo>
                <a:lnTo>
                  <a:pt x="4638" y="1809"/>
                </a:lnTo>
                <a:lnTo>
                  <a:pt x="4645" y="1814"/>
                </a:lnTo>
                <a:lnTo>
                  <a:pt x="4652" y="1819"/>
                </a:lnTo>
                <a:lnTo>
                  <a:pt x="4660" y="1826"/>
                </a:lnTo>
                <a:lnTo>
                  <a:pt x="4669" y="1833"/>
                </a:lnTo>
                <a:lnTo>
                  <a:pt x="4672" y="1838"/>
                </a:lnTo>
                <a:lnTo>
                  <a:pt x="4675" y="1842"/>
                </a:lnTo>
                <a:lnTo>
                  <a:pt x="4676" y="1848"/>
                </a:lnTo>
                <a:lnTo>
                  <a:pt x="4675" y="1855"/>
                </a:lnTo>
                <a:lnTo>
                  <a:pt x="4662" y="1856"/>
                </a:lnTo>
                <a:lnTo>
                  <a:pt x="4648" y="1855"/>
                </a:lnTo>
                <a:lnTo>
                  <a:pt x="4645" y="1855"/>
                </a:lnTo>
                <a:lnTo>
                  <a:pt x="4641" y="1855"/>
                </a:lnTo>
                <a:lnTo>
                  <a:pt x="4637" y="1855"/>
                </a:lnTo>
                <a:lnTo>
                  <a:pt x="4635" y="1854"/>
                </a:lnTo>
                <a:lnTo>
                  <a:pt x="4630" y="1848"/>
                </a:lnTo>
                <a:lnTo>
                  <a:pt x="4625" y="1844"/>
                </a:lnTo>
                <a:lnTo>
                  <a:pt x="4620" y="1843"/>
                </a:lnTo>
                <a:lnTo>
                  <a:pt x="4615" y="1842"/>
                </a:lnTo>
                <a:lnTo>
                  <a:pt x="4605" y="1843"/>
                </a:lnTo>
                <a:lnTo>
                  <a:pt x="4593" y="1846"/>
                </a:lnTo>
                <a:lnTo>
                  <a:pt x="4582" y="1848"/>
                </a:lnTo>
                <a:lnTo>
                  <a:pt x="4568" y="1849"/>
                </a:lnTo>
                <a:lnTo>
                  <a:pt x="4572" y="1841"/>
                </a:lnTo>
                <a:lnTo>
                  <a:pt x="4575" y="1834"/>
                </a:lnTo>
                <a:lnTo>
                  <a:pt x="4575" y="1831"/>
                </a:lnTo>
                <a:lnTo>
                  <a:pt x="4574" y="1828"/>
                </a:lnTo>
                <a:lnTo>
                  <a:pt x="4571" y="1825"/>
                </a:lnTo>
                <a:lnTo>
                  <a:pt x="4567" y="1823"/>
                </a:lnTo>
                <a:lnTo>
                  <a:pt x="4576" y="1824"/>
                </a:lnTo>
                <a:lnTo>
                  <a:pt x="4584" y="1824"/>
                </a:lnTo>
                <a:lnTo>
                  <a:pt x="4589" y="1823"/>
                </a:lnTo>
                <a:lnTo>
                  <a:pt x="4593" y="1822"/>
                </a:lnTo>
                <a:lnTo>
                  <a:pt x="4596" y="1819"/>
                </a:lnTo>
                <a:lnTo>
                  <a:pt x="4599" y="1815"/>
                </a:lnTo>
                <a:lnTo>
                  <a:pt x="4602" y="1809"/>
                </a:lnTo>
                <a:lnTo>
                  <a:pt x="4606" y="1801"/>
                </a:lnTo>
                <a:close/>
                <a:moveTo>
                  <a:pt x="3714" y="3907"/>
                </a:moveTo>
                <a:lnTo>
                  <a:pt x="3713" y="3893"/>
                </a:lnTo>
                <a:lnTo>
                  <a:pt x="3712" y="3879"/>
                </a:lnTo>
                <a:lnTo>
                  <a:pt x="3711" y="3867"/>
                </a:lnTo>
                <a:lnTo>
                  <a:pt x="3710" y="3853"/>
                </a:lnTo>
                <a:lnTo>
                  <a:pt x="3719" y="3860"/>
                </a:lnTo>
                <a:lnTo>
                  <a:pt x="3726" y="3866"/>
                </a:lnTo>
                <a:lnTo>
                  <a:pt x="3734" y="3872"/>
                </a:lnTo>
                <a:lnTo>
                  <a:pt x="3742" y="3879"/>
                </a:lnTo>
                <a:lnTo>
                  <a:pt x="3735" y="3890"/>
                </a:lnTo>
                <a:lnTo>
                  <a:pt x="3730" y="3900"/>
                </a:lnTo>
                <a:lnTo>
                  <a:pt x="3728" y="3908"/>
                </a:lnTo>
                <a:lnTo>
                  <a:pt x="3727" y="3914"/>
                </a:lnTo>
                <a:lnTo>
                  <a:pt x="3728" y="3916"/>
                </a:lnTo>
                <a:lnTo>
                  <a:pt x="3729" y="3918"/>
                </a:lnTo>
                <a:lnTo>
                  <a:pt x="3731" y="3920"/>
                </a:lnTo>
                <a:lnTo>
                  <a:pt x="3733" y="3922"/>
                </a:lnTo>
                <a:lnTo>
                  <a:pt x="3739" y="3924"/>
                </a:lnTo>
                <a:lnTo>
                  <a:pt x="3747" y="3927"/>
                </a:lnTo>
                <a:lnTo>
                  <a:pt x="3748" y="3916"/>
                </a:lnTo>
                <a:lnTo>
                  <a:pt x="3749" y="3906"/>
                </a:lnTo>
                <a:lnTo>
                  <a:pt x="3763" y="3906"/>
                </a:lnTo>
                <a:lnTo>
                  <a:pt x="3771" y="3907"/>
                </a:lnTo>
                <a:lnTo>
                  <a:pt x="3774" y="3909"/>
                </a:lnTo>
                <a:lnTo>
                  <a:pt x="3777" y="3912"/>
                </a:lnTo>
                <a:lnTo>
                  <a:pt x="3780" y="3915"/>
                </a:lnTo>
                <a:lnTo>
                  <a:pt x="3785" y="3920"/>
                </a:lnTo>
                <a:lnTo>
                  <a:pt x="3779" y="3931"/>
                </a:lnTo>
                <a:lnTo>
                  <a:pt x="3773" y="3942"/>
                </a:lnTo>
                <a:lnTo>
                  <a:pt x="3769" y="3947"/>
                </a:lnTo>
                <a:lnTo>
                  <a:pt x="3765" y="3951"/>
                </a:lnTo>
                <a:lnTo>
                  <a:pt x="3759" y="3955"/>
                </a:lnTo>
                <a:lnTo>
                  <a:pt x="3755" y="3957"/>
                </a:lnTo>
                <a:lnTo>
                  <a:pt x="3749" y="3957"/>
                </a:lnTo>
                <a:lnTo>
                  <a:pt x="3744" y="3957"/>
                </a:lnTo>
                <a:lnTo>
                  <a:pt x="3739" y="3955"/>
                </a:lnTo>
                <a:lnTo>
                  <a:pt x="3735" y="3952"/>
                </a:lnTo>
                <a:lnTo>
                  <a:pt x="3731" y="3949"/>
                </a:lnTo>
                <a:lnTo>
                  <a:pt x="3727" y="3944"/>
                </a:lnTo>
                <a:lnTo>
                  <a:pt x="3724" y="3940"/>
                </a:lnTo>
                <a:lnTo>
                  <a:pt x="3721" y="3933"/>
                </a:lnTo>
                <a:lnTo>
                  <a:pt x="3720" y="3930"/>
                </a:lnTo>
                <a:lnTo>
                  <a:pt x="3717" y="3927"/>
                </a:lnTo>
                <a:lnTo>
                  <a:pt x="3708" y="3928"/>
                </a:lnTo>
                <a:lnTo>
                  <a:pt x="3699" y="3929"/>
                </a:lnTo>
                <a:lnTo>
                  <a:pt x="3695" y="3922"/>
                </a:lnTo>
                <a:lnTo>
                  <a:pt x="3691" y="3916"/>
                </a:lnTo>
                <a:lnTo>
                  <a:pt x="3690" y="3913"/>
                </a:lnTo>
                <a:lnTo>
                  <a:pt x="3690" y="3909"/>
                </a:lnTo>
                <a:lnTo>
                  <a:pt x="3691" y="3905"/>
                </a:lnTo>
                <a:lnTo>
                  <a:pt x="3693" y="3902"/>
                </a:lnTo>
                <a:lnTo>
                  <a:pt x="3696" y="3898"/>
                </a:lnTo>
                <a:lnTo>
                  <a:pt x="3699" y="3897"/>
                </a:lnTo>
                <a:lnTo>
                  <a:pt x="3702" y="3898"/>
                </a:lnTo>
                <a:lnTo>
                  <a:pt x="3705" y="3899"/>
                </a:lnTo>
                <a:lnTo>
                  <a:pt x="3709" y="3904"/>
                </a:lnTo>
                <a:lnTo>
                  <a:pt x="3714" y="3907"/>
                </a:lnTo>
                <a:close/>
                <a:moveTo>
                  <a:pt x="3966" y="3409"/>
                </a:moveTo>
                <a:lnTo>
                  <a:pt x="3978" y="3411"/>
                </a:lnTo>
                <a:lnTo>
                  <a:pt x="3989" y="3412"/>
                </a:lnTo>
                <a:lnTo>
                  <a:pt x="4001" y="3414"/>
                </a:lnTo>
                <a:lnTo>
                  <a:pt x="4013" y="3416"/>
                </a:lnTo>
                <a:lnTo>
                  <a:pt x="4009" y="3412"/>
                </a:lnTo>
                <a:lnTo>
                  <a:pt x="4005" y="3409"/>
                </a:lnTo>
                <a:lnTo>
                  <a:pt x="4001" y="3407"/>
                </a:lnTo>
                <a:lnTo>
                  <a:pt x="3997" y="3405"/>
                </a:lnTo>
                <a:lnTo>
                  <a:pt x="3992" y="3403"/>
                </a:lnTo>
                <a:lnTo>
                  <a:pt x="3988" y="3400"/>
                </a:lnTo>
                <a:lnTo>
                  <a:pt x="3985" y="3397"/>
                </a:lnTo>
                <a:lnTo>
                  <a:pt x="3984" y="3392"/>
                </a:lnTo>
                <a:lnTo>
                  <a:pt x="3992" y="3394"/>
                </a:lnTo>
                <a:lnTo>
                  <a:pt x="4001" y="3396"/>
                </a:lnTo>
                <a:lnTo>
                  <a:pt x="4009" y="3399"/>
                </a:lnTo>
                <a:lnTo>
                  <a:pt x="4016" y="3402"/>
                </a:lnTo>
                <a:lnTo>
                  <a:pt x="4022" y="3406"/>
                </a:lnTo>
                <a:lnTo>
                  <a:pt x="4029" y="3410"/>
                </a:lnTo>
                <a:lnTo>
                  <a:pt x="4034" y="3415"/>
                </a:lnTo>
                <a:lnTo>
                  <a:pt x="4039" y="3420"/>
                </a:lnTo>
                <a:lnTo>
                  <a:pt x="4045" y="3427"/>
                </a:lnTo>
                <a:lnTo>
                  <a:pt x="4049" y="3432"/>
                </a:lnTo>
                <a:lnTo>
                  <a:pt x="4053" y="3439"/>
                </a:lnTo>
                <a:lnTo>
                  <a:pt x="4056" y="3445"/>
                </a:lnTo>
                <a:lnTo>
                  <a:pt x="4058" y="3452"/>
                </a:lnTo>
                <a:lnTo>
                  <a:pt x="4060" y="3460"/>
                </a:lnTo>
                <a:lnTo>
                  <a:pt x="4061" y="3468"/>
                </a:lnTo>
                <a:lnTo>
                  <a:pt x="4062" y="3476"/>
                </a:lnTo>
                <a:lnTo>
                  <a:pt x="4052" y="3472"/>
                </a:lnTo>
                <a:lnTo>
                  <a:pt x="4041" y="3468"/>
                </a:lnTo>
                <a:lnTo>
                  <a:pt x="4030" y="3463"/>
                </a:lnTo>
                <a:lnTo>
                  <a:pt x="4020" y="3458"/>
                </a:lnTo>
                <a:lnTo>
                  <a:pt x="4020" y="3458"/>
                </a:lnTo>
                <a:lnTo>
                  <a:pt x="4016" y="3455"/>
                </a:lnTo>
                <a:lnTo>
                  <a:pt x="4013" y="3453"/>
                </a:lnTo>
                <a:lnTo>
                  <a:pt x="4010" y="3451"/>
                </a:lnTo>
                <a:lnTo>
                  <a:pt x="4007" y="3450"/>
                </a:lnTo>
                <a:lnTo>
                  <a:pt x="4001" y="3451"/>
                </a:lnTo>
                <a:lnTo>
                  <a:pt x="3995" y="3454"/>
                </a:lnTo>
                <a:lnTo>
                  <a:pt x="3990" y="3457"/>
                </a:lnTo>
                <a:lnTo>
                  <a:pt x="3984" y="3461"/>
                </a:lnTo>
                <a:lnTo>
                  <a:pt x="3979" y="3465"/>
                </a:lnTo>
                <a:lnTo>
                  <a:pt x="3974" y="3466"/>
                </a:lnTo>
                <a:lnTo>
                  <a:pt x="3962" y="3450"/>
                </a:lnTo>
                <a:lnTo>
                  <a:pt x="3951" y="3435"/>
                </a:lnTo>
                <a:lnTo>
                  <a:pt x="3958" y="3431"/>
                </a:lnTo>
                <a:lnTo>
                  <a:pt x="3964" y="3425"/>
                </a:lnTo>
                <a:lnTo>
                  <a:pt x="3966" y="3421"/>
                </a:lnTo>
                <a:lnTo>
                  <a:pt x="3967" y="3418"/>
                </a:lnTo>
                <a:lnTo>
                  <a:pt x="3967" y="3414"/>
                </a:lnTo>
                <a:lnTo>
                  <a:pt x="3966" y="3409"/>
                </a:lnTo>
                <a:close/>
                <a:moveTo>
                  <a:pt x="4373" y="1954"/>
                </a:moveTo>
                <a:lnTo>
                  <a:pt x="4367" y="1946"/>
                </a:lnTo>
                <a:lnTo>
                  <a:pt x="4361" y="1938"/>
                </a:lnTo>
                <a:lnTo>
                  <a:pt x="4356" y="1928"/>
                </a:lnTo>
                <a:lnTo>
                  <a:pt x="4350" y="1920"/>
                </a:lnTo>
                <a:lnTo>
                  <a:pt x="4347" y="1926"/>
                </a:lnTo>
                <a:lnTo>
                  <a:pt x="4344" y="1932"/>
                </a:lnTo>
                <a:lnTo>
                  <a:pt x="4340" y="1936"/>
                </a:lnTo>
                <a:lnTo>
                  <a:pt x="4336" y="1938"/>
                </a:lnTo>
                <a:lnTo>
                  <a:pt x="4327" y="1942"/>
                </a:lnTo>
                <a:lnTo>
                  <a:pt x="4316" y="1944"/>
                </a:lnTo>
                <a:lnTo>
                  <a:pt x="4309" y="1945"/>
                </a:lnTo>
                <a:lnTo>
                  <a:pt x="4303" y="1947"/>
                </a:lnTo>
                <a:lnTo>
                  <a:pt x="4300" y="1949"/>
                </a:lnTo>
                <a:lnTo>
                  <a:pt x="4297" y="1951"/>
                </a:lnTo>
                <a:lnTo>
                  <a:pt x="4295" y="1953"/>
                </a:lnTo>
                <a:lnTo>
                  <a:pt x="4293" y="1957"/>
                </a:lnTo>
                <a:lnTo>
                  <a:pt x="4293" y="1957"/>
                </a:lnTo>
                <a:lnTo>
                  <a:pt x="4293" y="1957"/>
                </a:lnTo>
                <a:lnTo>
                  <a:pt x="4293" y="1956"/>
                </a:lnTo>
                <a:lnTo>
                  <a:pt x="4293" y="1956"/>
                </a:lnTo>
                <a:lnTo>
                  <a:pt x="4292" y="1949"/>
                </a:lnTo>
                <a:lnTo>
                  <a:pt x="4292" y="1943"/>
                </a:lnTo>
                <a:lnTo>
                  <a:pt x="4293" y="1938"/>
                </a:lnTo>
                <a:lnTo>
                  <a:pt x="4294" y="1935"/>
                </a:lnTo>
                <a:lnTo>
                  <a:pt x="4296" y="1932"/>
                </a:lnTo>
                <a:lnTo>
                  <a:pt x="4299" y="1928"/>
                </a:lnTo>
                <a:lnTo>
                  <a:pt x="4304" y="1925"/>
                </a:lnTo>
                <a:lnTo>
                  <a:pt x="4310" y="1921"/>
                </a:lnTo>
                <a:lnTo>
                  <a:pt x="4307" y="1919"/>
                </a:lnTo>
                <a:lnTo>
                  <a:pt x="4304" y="1917"/>
                </a:lnTo>
                <a:lnTo>
                  <a:pt x="4301" y="1915"/>
                </a:lnTo>
                <a:lnTo>
                  <a:pt x="4298" y="1914"/>
                </a:lnTo>
                <a:lnTo>
                  <a:pt x="4295" y="1914"/>
                </a:lnTo>
                <a:lnTo>
                  <a:pt x="4292" y="1915"/>
                </a:lnTo>
                <a:lnTo>
                  <a:pt x="4289" y="1917"/>
                </a:lnTo>
                <a:lnTo>
                  <a:pt x="4287" y="1919"/>
                </a:lnTo>
                <a:lnTo>
                  <a:pt x="4282" y="1925"/>
                </a:lnTo>
                <a:lnTo>
                  <a:pt x="4280" y="1933"/>
                </a:lnTo>
                <a:lnTo>
                  <a:pt x="4280" y="1936"/>
                </a:lnTo>
                <a:lnTo>
                  <a:pt x="4280" y="1940"/>
                </a:lnTo>
                <a:lnTo>
                  <a:pt x="4282" y="1944"/>
                </a:lnTo>
                <a:lnTo>
                  <a:pt x="4285" y="1947"/>
                </a:lnTo>
                <a:lnTo>
                  <a:pt x="4289" y="1952"/>
                </a:lnTo>
                <a:lnTo>
                  <a:pt x="4293" y="1956"/>
                </a:lnTo>
                <a:lnTo>
                  <a:pt x="4293" y="1957"/>
                </a:lnTo>
                <a:lnTo>
                  <a:pt x="4293" y="1957"/>
                </a:lnTo>
                <a:lnTo>
                  <a:pt x="4293" y="1957"/>
                </a:lnTo>
                <a:lnTo>
                  <a:pt x="4293" y="1957"/>
                </a:lnTo>
                <a:lnTo>
                  <a:pt x="4304" y="1958"/>
                </a:lnTo>
                <a:lnTo>
                  <a:pt x="4314" y="1960"/>
                </a:lnTo>
                <a:lnTo>
                  <a:pt x="4326" y="1962"/>
                </a:lnTo>
                <a:lnTo>
                  <a:pt x="4337" y="1964"/>
                </a:lnTo>
                <a:lnTo>
                  <a:pt x="4337" y="1967"/>
                </a:lnTo>
                <a:lnTo>
                  <a:pt x="4337" y="1971"/>
                </a:lnTo>
                <a:lnTo>
                  <a:pt x="4329" y="1974"/>
                </a:lnTo>
                <a:lnTo>
                  <a:pt x="4320" y="1977"/>
                </a:lnTo>
                <a:lnTo>
                  <a:pt x="4314" y="1977"/>
                </a:lnTo>
                <a:lnTo>
                  <a:pt x="4309" y="1977"/>
                </a:lnTo>
                <a:lnTo>
                  <a:pt x="4304" y="1976"/>
                </a:lnTo>
                <a:lnTo>
                  <a:pt x="4300" y="1975"/>
                </a:lnTo>
                <a:lnTo>
                  <a:pt x="4292" y="1971"/>
                </a:lnTo>
                <a:lnTo>
                  <a:pt x="4285" y="1965"/>
                </a:lnTo>
                <a:lnTo>
                  <a:pt x="4271" y="1952"/>
                </a:lnTo>
                <a:lnTo>
                  <a:pt x="4258" y="1937"/>
                </a:lnTo>
                <a:lnTo>
                  <a:pt x="4260" y="1930"/>
                </a:lnTo>
                <a:lnTo>
                  <a:pt x="4262" y="1921"/>
                </a:lnTo>
                <a:lnTo>
                  <a:pt x="4263" y="1913"/>
                </a:lnTo>
                <a:lnTo>
                  <a:pt x="4263" y="1905"/>
                </a:lnTo>
                <a:lnTo>
                  <a:pt x="4262" y="1898"/>
                </a:lnTo>
                <a:lnTo>
                  <a:pt x="4258" y="1891"/>
                </a:lnTo>
                <a:lnTo>
                  <a:pt x="4254" y="1882"/>
                </a:lnTo>
                <a:lnTo>
                  <a:pt x="4249" y="1873"/>
                </a:lnTo>
                <a:lnTo>
                  <a:pt x="4256" y="1877"/>
                </a:lnTo>
                <a:lnTo>
                  <a:pt x="4261" y="1880"/>
                </a:lnTo>
                <a:lnTo>
                  <a:pt x="4275" y="1887"/>
                </a:lnTo>
                <a:lnTo>
                  <a:pt x="4290" y="1895"/>
                </a:lnTo>
                <a:lnTo>
                  <a:pt x="4304" y="1902"/>
                </a:lnTo>
                <a:lnTo>
                  <a:pt x="4318" y="1908"/>
                </a:lnTo>
                <a:lnTo>
                  <a:pt x="4321" y="1910"/>
                </a:lnTo>
                <a:lnTo>
                  <a:pt x="4325" y="1911"/>
                </a:lnTo>
                <a:lnTo>
                  <a:pt x="4328" y="1911"/>
                </a:lnTo>
                <a:lnTo>
                  <a:pt x="4330" y="1910"/>
                </a:lnTo>
                <a:lnTo>
                  <a:pt x="4333" y="1909"/>
                </a:lnTo>
                <a:lnTo>
                  <a:pt x="4335" y="1907"/>
                </a:lnTo>
                <a:lnTo>
                  <a:pt x="4336" y="1904"/>
                </a:lnTo>
                <a:lnTo>
                  <a:pt x="4337" y="1899"/>
                </a:lnTo>
                <a:lnTo>
                  <a:pt x="4327" y="1895"/>
                </a:lnTo>
                <a:lnTo>
                  <a:pt x="4314" y="1888"/>
                </a:lnTo>
                <a:lnTo>
                  <a:pt x="4324" y="1886"/>
                </a:lnTo>
                <a:lnTo>
                  <a:pt x="4332" y="1885"/>
                </a:lnTo>
                <a:lnTo>
                  <a:pt x="4340" y="1885"/>
                </a:lnTo>
                <a:lnTo>
                  <a:pt x="4347" y="1886"/>
                </a:lnTo>
                <a:lnTo>
                  <a:pt x="4353" y="1888"/>
                </a:lnTo>
                <a:lnTo>
                  <a:pt x="4358" y="1892"/>
                </a:lnTo>
                <a:lnTo>
                  <a:pt x="4363" y="1895"/>
                </a:lnTo>
                <a:lnTo>
                  <a:pt x="4367" y="1899"/>
                </a:lnTo>
                <a:lnTo>
                  <a:pt x="4371" y="1904"/>
                </a:lnTo>
                <a:lnTo>
                  <a:pt x="4373" y="1910"/>
                </a:lnTo>
                <a:lnTo>
                  <a:pt x="4375" y="1916"/>
                </a:lnTo>
                <a:lnTo>
                  <a:pt x="4376" y="1922"/>
                </a:lnTo>
                <a:lnTo>
                  <a:pt x="4376" y="1931"/>
                </a:lnTo>
                <a:lnTo>
                  <a:pt x="4376" y="1938"/>
                </a:lnTo>
                <a:lnTo>
                  <a:pt x="4375" y="1946"/>
                </a:lnTo>
                <a:lnTo>
                  <a:pt x="4373" y="1954"/>
                </a:lnTo>
                <a:close/>
                <a:moveTo>
                  <a:pt x="1618" y="4102"/>
                </a:moveTo>
                <a:lnTo>
                  <a:pt x="1621" y="4105"/>
                </a:lnTo>
                <a:lnTo>
                  <a:pt x="1624" y="4108"/>
                </a:lnTo>
                <a:lnTo>
                  <a:pt x="1627" y="4111"/>
                </a:lnTo>
                <a:lnTo>
                  <a:pt x="1628" y="4115"/>
                </a:lnTo>
                <a:lnTo>
                  <a:pt x="1629" y="4118"/>
                </a:lnTo>
                <a:lnTo>
                  <a:pt x="1628" y="4122"/>
                </a:lnTo>
                <a:lnTo>
                  <a:pt x="1627" y="4125"/>
                </a:lnTo>
                <a:lnTo>
                  <a:pt x="1625" y="4128"/>
                </a:lnTo>
                <a:lnTo>
                  <a:pt x="1620" y="4132"/>
                </a:lnTo>
                <a:lnTo>
                  <a:pt x="1613" y="4134"/>
                </a:lnTo>
                <a:lnTo>
                  <a:pt x="1606" y="4135"/>
                </a:lnTo>
                <a:lnTo>
                  <a:pt x="1600" y="4137"/>
                </a:lnTo>
                <a:lnTo>
                  <a:pt x="1595" y="4132"/>
                </a:lnTo>
                <a:lnTo>
                  <a:pt x="1592" y="4127"/>
                </a:lnTo>
                <a:lnTo>
                  <a:pt x="1589" y="4122"/>
                </a:lnTo>
                <a:lnTo>
                  <a:pt x="1587" y="4118"/>
                </a:lnTo>
                <a:lnTo>
                  <a:pt x="1586" y="4115"/>
                </a:lnTo>
                <a:lnTo>
                  <a:pt x="1586" y="4111"/>
                </a:lnTo>
                <a:lnTo>
                  <a:pt x="1587" y="4108"/>
                </a:lnTo>
                <a:lnTo>
                  <a:pt x="1589" y="4106"/>
                </a:lnTo>
                <a:lnTo>
                  <a:pt x="1595" y="4103"/>
                </a:lnTo>
                <a:lnTo>
                  <a:pt x="1602" y="4101"/>
                </a:lnTo>
                <a:lnTo>
                  <a:pt x="1610" y="4101"/>
                </a:lnTo>
                <a:lnTo>
                  <a:pt x="1618" y="4102"/>
                </a:lnTo>
                <a:close/>
                <a:moveTo>
                  <a:pt x="1515" y="3981"/>
                </a:moveTo>
                <a:lnTo>
                  <a:pt x="1516" y="3990"/>
                </a:lnTo>
                <a:lnTo>
                  <a:pt x="1516" y="3998"/>
                </a:lnTo>
                <a:lnTo>
                  <a:pt x="1515" y="4001"/>
                </a:lnTo>
                <a:lnTo>
                  <a:pt x="1514" y="4004"/>
                </a:lnTo>
                <a:lnTo>
                  <a:pt x="1513" y="4007"/>
                </a:lnTo>
                <a:lnTo>
                  <a:pt x="1511" y="4009"/>
                </a:lnTo>
                <a:lnTo>
                  <a:pt x="1509" y="4011"/>
                </a:lnTo>
                <a:lnTo>
                  <a:pt x="1506" y="4013"/>
                </a:lnTo>
                <a:lnTo>
                  <a:pt x="1503" y="4014"/>
                </a:lnTo>
                <a:lnTo>
                  <a:pt x="1500" y="4014"/>
                </a:lnTo>
                <a:lnTo>
                  <a:pt x="1496" y="4014"/>
                </a:lnTo>
                <a:lnTo>
                  <a:pt x="1492" y="4013"/>
                </a:lnTo>
                <a:lnTo>
                  <a:pt x="1488" y="4010"/>
                </a:lnTo>
                <a:lnTo>
                  <a:pt x="1484" y="4008"/>
                </a:lnTo>
                <a:lnTo>
                  <a:pt x="1480" y="4006"/>
                </a:lnTo>
                <a:lnTo>
                  <a:pt x="1478" y="4004"/>
                </a:lnTo>
                <a:lnTo>
                  <a:pt x="1476" y="4001"/>
                </a:lnTo>
                <a:lnTo>
                  <a:pt x="1474" y="3999"/>
                </a:lnTo>
                <a:lnTo>
                  <a:pt x="1474" y="3993"/>
                </a:lnTo>
                <a:lnTo>
                  <a:pt x="1475" y="3988"/>
                </a:lnTo>
                <a:lnTo>
                  <a:pt x="1477" y="3983"/>
                </a:lnTo>
                <a:lnTo>
                  <a:pt x="1481" y="3977"/>
                </a:lnTo>
                <a:lnTo>
                  <a:pt x="1485" y="3972"/>
                </a:lnTo>
                <a:lnTo>
                  <a:pt x="1490" y="3967"/>
                </a:lnTo>
                <a:lnTo>
                  <a:pt x="1502" y="3975"/>
                </a:lnTo>
                <a:lnTo>
                  <a:pt x="1515" y="3981"/>
                </a:lnTo>
                <a:close/>
                <a:moveTo>
                  <a:pt x="1404" y="4113"/>
                </a:moveTo>
                <a:lnTo>
                  <a:pt x="1409" y="4117"/>
                </a:lnTo>
                <a:lnTo>
                  <a:pt x="1413" y="4121"/>
                </a:lnTo>
                <a:lnTo>
                  <a:pt x="1414" y="4125"/>
                </a:lnTo>
                <a:lnTo>
                  <a:pt x="1414" y="4129"/>
                </a:lnTo>
                <a:lnTo>
                  <a:pt x="1412" y="4138"/>
                </a:lnTo>
                <a:lnTo>
                  <a:pt x="1409" y="4145"/>
                </a:lnTo>
                <a:lnTo>
                  <a:pt x="1403" y="4152"/>
                </a:lnTo>
                <a:lnTo>
                  <a:pt x="1397" y="4156"/>
                </a:lnTo>
                <a:lnTo>
                  <a:pt x="1393" y="4157"/>
                </a:lnTo>
                <a:lnTo>
                  <a:pt x="1388" y="4157"/>
                </a:lnTo>
                <a:lnTo>
                  <a:pt x="1384" y="4155"/>
                </a:lnTo>
                <a:lnTo>
                  <a:pt x="1378" y="4151"/>
                </a:lnTo>
                <a:lnTo>
                  <a:pt x="1376" y="4149"/>
                </a:lnTo>
                <a:lnTo>
                  <a:pt x="1374" y="4146"/>
                </a:lnTo>
                <a:lnTo>
                  <a:pt x="1374" y="4143"/>
                </a:lnTo>
                <a:lnTo>
                  <a:pt x="1373" y="4139"/>
                </a:lnTo>
                <a:lnTo>
                  <a:pt x="1373" y="4132"/>
                </a:lnTo>
                <a:lnTo>
                  <a:pt x="1375" y="4125"/>
                </a:lnTo>
                <a:lnTo>
                  <a:pt x="1377" y="4121"/>
                </a:lnTo>
                <a:lnTo>
                  <a:pt x="1379" y="4118"/>
                </a:lnTo>
                <a:lnTo>
                  <a:pt x="1382" y="4115"/>
                </a:lnTo>
                <a:lnTo>
                  <a:pt x="1385" y="4112"/>
                </a:lnTo>
                <a:lnTo>
                  <a:pt x="1389" y="4110"/>
                </a:lnTo>
                <a:lnTo>
                  <a:pt x="1393" y="4110"/>
                </a:lnTo>
                <a:lnTo>
                  <a:pt x="1398" y="4111"/>
                </a:lnTo>
                <a:lnTo>
                  <a:pt x="1404" y="4113"/>
                </a:lnTo>
                <a:close/>
                <a:moveTo>
                  <a:pt x="232" y="3759"/>
                </a:moveTo>
                <a:lnTo>
                  <a:pt x="231" y="3764"/>
                </a:lnTo>
                <a:lnTo>
                  <a:pt x="228" y="3768"/>
                </a:lnTo>
                <a:lnTo>
                  <a:pt x="225" y="3771"/>
                </a:lnTo>
                <a:lnTo>
                  <a:pt x="222" y="3773"/>
                </a:lnTo>
                <a:lnTo>
                  <a:pt x="217" y="3774"/>
                </a:lnTo>
                <a:lnTo>
                  <a:pt x="210" y="3773"/>
                </a:lnTo>
                <a:lnTo>
                  <a:pt x="204" y="3771"/>
                </a:lnTo>
                <a:lnTo>
                  <a:pt x="197" y="3767"/>
                </a:lnTo>
                <a:lnTo>
                  <a:pt x="186" y="3760"/>
                </a:lnTo>
                <a:lnTo>
                  <a:pt x="175" y="3753"/>
                </a:lnTo>
                <a:lnTo>
                  <a:pt x="170" y="3749"/>
                </a:lnTo>
                <a:lnTo>
                  <a:pt x="167" y="3744"/>
                </a:lnTo>
                <a:lnTo>
                  <a:pt x="166" y="3742"/>
                </a:lnTo>
                <a:lnTo>
                  <a:pt x="164" y="3739"/>
                </a:lnTo>
                <a:lnTo>
                  <a:pt x="164" y="3735"/>
                </a:lnTo>
                <a:lnTo>
                  <a:pt x="166" y="3732"/>
                </a:lnTo>
                <a:lnTo>
                  <a:pt x="167" y="3729"/>
                </a:lnTo>
                <a:lnTo>
                  <a:pt x="168" y="3727"/>
                </a:lnTo>
                <a:lnTo>
                  <a:pt x="169" y="3726"/>
                </a:lnTo>
                <a:lnTo>
                  <a:pt x="171" y="3725"/>
                </a:lnTo>
                <a:lnTo>
                  <a:pt x="175" y="3724"/>
                </a:lnTo>
                <a:lnTo>
                  <a:pt x="179" y="3725"/>
                </a:lnTo>
                <a:lnTo>
                  <a:pt x="188" y="3730"/>
                </a:lnTo>
                <a:lnTo>
                  <a:pt x="198" y="3738"/>
                </a:lnTo>
                <a:lnTo>
                  <a:pt x="209" y="3739"/>
                </a:lnTo>
                <a:lnTo>
                  <a:pt x="221" y="3740"/>
                </a:lnTo>
                <a:lnTo>
                  <a:pt x="226" y="3742"/>
                </a:lnTo>
                <a:lnTo>
                  <a:pt x="229" y="3746"/>
                </a:lnTo>
                <a:lnTo>
                  <a:pt x="231" y="3748"/>
                </a:lnTo>
                <a:lnTo>
                  <a:pt x="232" y="3751"/>
                </a:lnTo>
                <a:lnTo>
                  <a:pt x="232" y="3755"/>
                </a:lnTo>
                <a:lnTo>
                  <a:pt x="232" y="3759"/>
                </a:lnTo>
                <a:close/>
                <a:moveTo>
                  <a:pt x="239" y="3997"/>
                </a:moveTo>
                <a:lnTo>
                  <a:pt x="243" y="3998"/>
                </a:lnTo>
                <a:lnTo>
                  <a:pt x="247" y="4000"/>
                </a:lnTo>
                <a:lnTo>
                  <a:pt x="250" y="4003"/>
                </a:lnTo>
                <a:lnTo>
                  <a:pt x="252" y="4005"/>
                </a:lnTo>
                <a:lnTo>
                  <a:pt x="253" y="4008"/>
                </a:lnTo>
                <a:lnTo>
                  <a:pt x="254" y="4013"/>
                </a:lnTo>
                <a:lnTo>
                  <a:pt x="253" y="4016"/>
                </a:lnTo>
                <a:lnTo>
                  <a:pt x="252" y="4020"/>
                </a:lnTo>
                <a:lnTo>
                  <a:pt x="249" y="4023"/>
                </a:lnTo>
                <a:lnTo>
                  <a:pt x="247" y="4025"/>
                </a:lnTo>
                <a:lnTo>
                  <a:pt x="244" y="4027"/>
                </a:lnTo>
                <a:lnTo>
                  <a:pt x="241" y="4028"/>
                </a:lnTo>
                <a:lnTo>
                  <a:pt x="237" y="4028"/>
                </a:lnTo>
                <a:lnTo>
                  <a:pt x="233" y="4028"/>
                </a:lnTo>
                <a:lnTo>
                  <a:pt x="229" y="4027"/>
                </a:lnTo>
                <a:lnTo>
                  <a:pt x="225" y="4025"/>
                </a:lnTo>
                <a:lnTo>
                  <a:pt x="221" y="4023"/>
                </a:lnTo>
                <a:lnTo>
                  <a:pt x="217" y="4020"/>
                </a:lnTo>
                <a:lnTo>
                  <a:pt x="214" y="4018"/>
                </a:lnTo>
                <a:lnTo>
                  <a:pt x="211" y="4015"/>
                </a:lnTo>
                <a:lnTo>
                  <a:pt x="210" y="4010"/>
                </a:lnTo>
                <a:lnTo>
                  <a:pt x="209" y="4007"/>
                </a:lnTo>
                <a:lnTo>
                  <a:pt x="210" y="4004"/>
                </a:lnTo>
                <a:lnTo>
                  <a:pt x="213" y="4001"/>
                </a:lnTo>
                <a:lnTo>
                  <a:pt x="218" y="3998"/>
                </a:lnTo>
                <a:lnTo>
                  <a:pt x="225" y="3996"/>
                </a:lnTo>
                <a:lnTo>
                  <a:pt x="232" y="3996"/>
                </a:lnTo>
                <a:lnTo>
                  <a:pt x="239" y="3997"/>
                </a:lnTo>
                <a:close/>
                <a:moveTo>
                  <a:pt x="176" y="4065"/>
                </a:moveTo>
                <a:lnTo>
                  <a:pt x="179" y="4066"/>
                </a:lnTo>
                <a:lnTo>
                  <a:pt x="182" y="4068"/>
                </a:lnTo>
                <a:lnTo>
                  <a:pt x="184" y="4070"/>
                </a:lnTo>
                <a:lnTo>
                  <a:pt x="185" y="4071"/>
                </a:lnTo>
                <a:lnTo>
                  <a:pt x="187" y="4076"/>
                </a:lnTo>
                <a:lnTo>
                  <a:pt x="186" y="4081"/>
                </a:lnTo>
                <a:lnTo>
                  <a:pt x="183" y="4092"/>
                </a:lnTo>
                <a:lnTo>
                  <a:pt x="179" y="4102"/>
                </a:lnTo>
                <a:lnTo>
                  <a:pt x="179" y="4102"/>
                </a:lnTo>
                <a:lnTo>
                  <a:pt x="179" y="4102"/>
                </a:lnTo>
                <a:lnTo>
                  <a:pt x="178" y="4112"/>
                </a:lnTo>
                <a:lnTo>
                  <a:pt x="177" y="4121"/>
                </a:lnTo>
                <a:lnTo>
                  <a:pt x="174" y="4131"/>
                </a:lnTo>
                <a:lnTo>
                  <a:pt x="170" y="4138"/>
                </a:lnTo>
                <a:lnTo>
                  <a:pt x="166" y="4145"/>
                </a:lnTo>
                <a:lnTo>
                  <a:pt x="159" y="4152"/>
                </a:lnTo>
                <a:lnTo>
                  <a:pt x="153" y="4158"/>
                </a:lnTo>
                <a:lnTo>
                  <a:pt x="147" y="4164"/>
                </a:lnTo>
                <a:lnTo>
                  <a:pt x="133" y="4178"/>
                </a:lnTo>
                <a:lnTo>
                  <a:pt x="117" y="4191"/>
                </a:lnTo>
                <a:lnTo>
                  <a:pt x="110" y="4198"/>
                </a:lnTo>
                <a:lnTo>
                  <a:pt x="103" y="4206"/>
                </a:lnTo>
                <a:lnTo>
                  <a:pt x="97" y="4216"/>
                </a:lnTo>
                <a:lnTo>
                  <a:pt x="92" y="4226"/>
                </a:lnTo>
                <a:lnTo>
                  <a:pt x="91" y="4219"/>
                </a:lnTo>
                <a:lnTo>
                  <a:pt x="90" y="4213"/>
                </a:lnTo>
                <a:lnTo>
                  <a:pt x="90" y="4206"/>
                </a:lnTo>
                <a:lnTo>
                  <a:pt x="91" y="4201"/>
                </a:lnTo>
                <a:lnTo>
                  <a:pt x="93" y="4191"/>
                </a:lnTo>
                <a:lnTo>
                  <a:pt x="97" y="4183"/>
                </a:lnTo>
                <a:lnTo>
                  <a:pt x="102" y="4175"/>
                </a:lnTo>
                <a:lnTo>
                  <a:pt x="108" y="4168"/>
                </a:lnTo>
                <a:lnTo>
                  <a:pt x="114" y="4162"/>
                </a:lnTo>
                <a:lnTo>
                  <a:pt x="122" y="4157"/>
                </a:lnTo>
                <a:lnTo>
                  <a:pt x="129" y="4152"/>
                </a:lnTo>
                <a:lnTo>
                  <a:pt x="136" y="4147"/>
                </a:lnTo>
                <a:lnTo>
                  <a:pt x="142" y="4142"/>
                </a:lnTo>
                <a:lnTo>
                  <a:pt x="147" y="4137"/>
                </a:lnTo>
                <a:lnTo>
                  <a:pt x="151" y="4131"/>
                </a:lnTo>
                <a:lnTo>
                  <a:pt x="153" y="4123"/>
                </a:lnTo>
                <a:lnTo>
                  <a:pt x="154" y="4119"/>
                </a:lnTo>
                <a:lnTo>
                  <a:pt x="154" y="4115"/>
                </a:lnTo>
                <a:lnTo>
                  <a:pt x="154" y="4110"/>
                </a:lnTo>
                <a:lnTo>
                  <a:pt x="153" y="4106"/>
                </a:lnTo>
                <a:lnTo>
                  <a:pt x="152" y="4090"/>
                </a:lnTo>
                <a:lnTo>
                  <a:pt x="153" y="4076"/>
                </a:lnTo>
                <a:lnTo>
                  <a:pt x="154" y="4073"/>
                </a:lnTo>
                <a:lnTo>
                  <a:pt x="155" y="4070"/>
                </a:lnTo>
                <a:lnTo>
                  <a:pt x="156" y="4068"/>
                </a:lnTo>
                <a:lnTo>
                  <a:pt x="159" y="4066"/>
                </a:lnTo>
                <a:lnTo>
                  <a:pt x="161" y="4065"/>
                </a:lnTo>
                <a:lnTo>
                  <a:pt x="166" y="4064"/>
                </a:lnTo>
                <a:lnTo>
                  <a:pt x="170" y="4064"/>
                </a:lnTo>
                <a:lnTo>
                  <a:pt x="176" y="4065"/>
                </a:lnTo>
                <a:close/>
                <a:moveTo>
                  <a:pt x="286" y="3673"/>
                </a:moveTo>
                <a:lnTo>
                  <a:pt x="284" y="3679"/>
                </a:lnTo>
                <a:lnTo>
                  <a:pt x="281" y="3684"/>
                </a:lnTo>
                <a:lnTo>
                  <a:pt x="278" y="3688"/>
                </a:lnTo>
                <a:lnTo>
                  <a:pt x="274" y="3692"/>
                </a:lnTo>
                <a:lnTo>
                  <a:pt x="270" y="3694"/>
                </a:lnTo>
                <a:lnTo>
                  <a:pt x="266" y="3697"/>
                </a:lnTo>
                <a:lnTo>
                  <a:pt x="261" y="3699"/>
                </a:lnTo>
                <a:lnTo>
                  <a:pt x="255" y="3700"/>
                </a:lnTo>
                <a:lnTo>
                  <a:pt x="245" y="3701"/>
                </a:lnTo>
                <a:lnTo>
                  <a:pt x="233" y="3700"/>
                </a:lnTo>
                <a:lnTo>
                  <a:pt x="221" y="3697"/>
                </a:lnTo>
                <a:lnTo>
                  <a:pt x="208" y="3693"/>
                </a:lnTo>
                <a:lnTo>
                  <a:pt x="202" y="3692"/>
                </a:lnTo>
                <a:lnTo>
                  <a:pt x="198" y="3690"/>
                </a:lnTo>
                <a:lnTo>
                  <a:pt x="195" y="3688"/>
                </a:lnTo>
                <a:lnTo>
                  <a:pt x="193" y="3686"/>
                </a:lnTo>
                <a:lnTo>
                  <a:pt x="191" y="3683"/>
                </a:lnTo>
                <a:lnTo>
                  <a:pt x="190" y="3681"/>
                </a:lnTo>
                <a:lnTo>
                  <a:pt x="190" y="3679"/>
                </a:lnTo>
                <a:lnTo>
                  <a:pt x="190" y="3677"/>
                </a:lnTo>
                <a:lnTo>
                  <a:pt x="194" y="3668"/>
                </a:lnTo>
                <a:lnTo>
                  <a:pt x="198" y="3660"/>
                </a:lnTo>
                <a:lnTo>
                  <a:pt x="201" y="3651"/>
                </a:lnTo>
                <a:lnTo>
                  <a:pt x="204" y="3647"/>
                </a:lnTo>
                <a:lnTo>
                  <a:pt x="205" y="3645"/>
                </a:lnTo>
                <a:lnTo>
                  <a:pt x="207" y="3644"/>
                </a:lnTo>
                <a:lnTo>
                  <a:pt x="208" y="3644"/>
                </a:lnTo>
                <a:lnTo>
                  <a:pt x="210" y="3644"/>
                </a:lnTo>
                <a:lnTo>
                  <a:pt x="214" y="3646"/>
                </a:lnTo>
                <a:lnTo>
                  <a:pt x="218" y="3649"/>
                </a:lnTo>
                <a:lnTo>
                  <a:pt x="221" y="3652"/>
                </a:lnTo>
                <a:lnTo>
                  <a:pt x="225" y="3657"/>
                </a:lnTo>
                <a:lnTo>
                  <a:pt x="233" y="3667"/>
                </a:lnTo>
                <a:lnTo>
                  <a:pt x="240" y="3674"/>
                </a:lnTo>
                <a:lnTo>
                  <a:pt x="244" y="3675"/>
                </a:lnTo>
                <a:lnTo>
                  <a:pt x="247" y="3675"/>
                </a:lnTo>
                <a:lnTo>
                  <a:pt x="250" y="3673"/>
                </a:lnTo>
                <a:lnTo>
                  <a:pt x="254" y="3669"/>
                </a:lnTo>
                <a:lnTo>
                  <a:pt x="260" y="3666"/>
                </a:lnTo>
                <a:lnTo>
                  <a:pt x="268" y="3665"/>
                </a:lnTo>
                <a:lnTo>
                  <a:pt x="271" y="3649"/>
                </a:lnTo>
                <a:lnTo>
                  <a:pt x="273" y="3635"/>
                </a:lnTo>
                <a:lnTo>
                  <a:pt x="276" y="3620"/>
                </a:lnTo>
                <a:lnTo>
                  <a:pt x="278" y="3605"/>
                </a:lnTo>
                <a:lnTo>
                  <a:pt x="269" y="3602"/>
                </a:lnTo>
                <a:lnTo>
                  <a:pt x="260" y="3600"/>
                </a:lnTo>
                <a:lnTo>
                  <a:pt x="254" y="3599"/>
                </a:lnTo>
                <a:lnTo>
                  <a:pt x="252" y="3596"/>
                </a:lnTo>
                <a:lnTo>
                  <a:pt x="251" y="3594"/>
                </a:lnTo>
                <a:lnTo>
                  <a:pt x="250" y="3592"/>
                </a:lnTo>
                <a:lnTo>
                  <a:pt x="250" y="3589"/>
                </a:lnTo>
                <a:lnTo>
                  <a:pt x="251" y="3585"/>
                </a:lnTo>
                <a:lnTo>
                  <a:pt x="253" y="3579"/>
                </a:lnTo>
                <a:lnTo>
                  <a:pt x="255" y="3574"/>
                </a:lnTo>
                <a:lnTo>
                  <a:pt x="257" y="3570"/>
                </a:lnTo>
                <a:lnTo>
                  <a:pt x="262" y="3566"/>
                </a:lnTo>
                <a:lnTo>
                  <a:pt x="266" y="3563"/>
                </a:lnTo>
                <a:lnTo>
                  <a:pt x="270" y="3561"/>
                </a:lnTo>
                <a:lnTo>
                  <a:pt x="276" y="3560"/>
                </a:lnTo>
                <a:lnTo>
                  <a:pt x="282" y="3561"/>
                </a:lnTo>
                <a:lnTo>
                  <a:pt x="287" y="3563"/>
                </a:lnTo>
                <a:lnTo>
                  <a:pt x="291" y="3565"/>
                </a:lnTo>
                <a:lnTo>
                  <a:pt x="294" y="3567"/>
                </a:lnTo>
                <a:lnTo>
                  <a:pt x="296" y="3569"/>
                </a:lnTo>
                <a:lnTo>
                  <a:pt x="297" y="3575"/>
                </a:lnTo>
                <a:lnTo>
                  <a:pt x="297" y="3582"/>
                </a:lnTo>
                <a:lnTo>
                  <a:pt x="297" y="3588"/>
                </a:lnTo>
                <a:lnTo>
                  <a:pt x="296" y="3594"/>
                </a:lnTo>
                <a:lnTo>
                  <a:pt x="296" y="3597"/>
                </a:lnTo>
                <a:lnTo>
                  <a:pt x="297" y="3600"/>
                </a:lnTo>
                <a:lnTo>
                  <a:pt x="298" y="3603"/>
                </a:lnTo>
                <a:lnTo>
                  <a:pt x="301" y="3605"/>
                </a:lnTo>
                <a:lnTo>
                  <a:pt x="305" y="3611"/>
                </a:lnTo>
                <a:lnTo>
                  <a:pt x="308" y="3617"/>
                </a:lnTo>
                <a:lnTo>
                  <a:pt x="309" y="3623"/>
                </a:lnTo>
                <a:lnTo>
                  <a:pt x="309" y="3627"/>
                </a:lnTo>
                <a:lnTo>
                  <a:pt x="309" y="3631"/>
                </a:lnTo>
                <a:lnTo>
                  <a:pt x="307" y="3635"/>
                </a:lnTo>
                <a:lnTo>
                  <a:pt x="304" y="3639"/>
                </a:lnTo>
                <a:lnTo>
                  <a:pt x="301" y="3642"/>
                </a:lnTo>
                <a:lnTo>
                  <a:pt x="295" y="3649"/>
                </a:lnTo>
                <a:lnTo>
                  <a:pt x="290" y="3656"/>
                </a:lnTo>
                <a:lnTo>
                  <a:pt x="288" y="3661"/>
                </a:lnTo>
                <a:lnTo>
                  <a:pt x="287" y="3665"/>
                </a:lnTo>
                <a:lnTo>
                  <a:pt x="286" y="3669"/>
                </a:lnTo>
                <a:lnTo>
                  <a:pt x="286" y="3673"/>
                </a:lnTo>
                <a:close/>
                <a:moveTo>
                  <a:pt x="826" y="3191"/>
                </a:moveTo>
                <a:lnTo>
                  <a:pt x="823" y="3185"/>
                </a:lnTo>
                <a:lnTo>
                  <a:pt x="820" y="3180"/>
                </a:lnTo>
                <a:lnTo>
                  <a:pt x="817" y="3174"/>
                </a:lnTo>
                <a:lnTo>
                  <a:pt x="815" y="3169"/>
                </a:lnTo>
                <a:lnTo>
                  <a:pt x="815" y="3164"/>
                </a:lnTo>
                <a:lnTo>
                  <a:pt x="816" y="3159"/>
                </a:lnTo>
                <a:lnTo>
                  <a:pt x="817" y="3154"/>
                </a:lnTo>
                <a:lnTo>
                  <a:pt x="820" y="3150"/>
                </a:lnTo>
                <a:lnTo>
                  <a:pt x="823" y="3145"/>
                </a:lnTo>
                <a:lnTo>
                  <a:pt x="826" y="3142"/>
                </a:lnTo>
                <a:lnTo>
                  <a:pt x="830" y="3140"/>
                </a:lnTo>
                <a:lnTo>
                  <a:pt x="834" y="3139"/>
                </a:lnTo>
                <a:lnTo>
                  <a:pt x="838" y="3139"/>
                </a:lnTo>
                <a:lnTo>
                  <a:pt x="842" y="3141"/>
                </a:lnTo>
                <a:lnTo>
                  <a:pt x="846" y="3144"/>
                </a:lnTo>
                <a:lnTo>
                  <a:pt x="851" y="3150"/>
                </a:lnTo>
                <a:lnTo>
                  <a:pt x="854" y="3155"/>
                </a:lnTo>
                <a:lnTo>
                  <a:pt x="857" y="3160"/>
                </a:lnTo>
                <a:lnTo>
                  <a:pt x="858" y="3166"/>
                </a:lnTo>
                <a:lnTo>
                  <a:pt x="859" y="3171"/>
                </a:lnTo>
                <a:lnTo>
                  <a:pt x="859" y="3176"/>
                </a:lnTo>
                <a:lnTo>
                  <a:pt x="858" y="3181"/>
                </a:lnTo>
                <a:lnTo>
                  <a:pt x="856" y="3185"/>
                </a:lnTo>
                <a:lnTo>
                  <a:pt x="853" y="3191"/>
                </a:lnTo>
                <a:lnTo>
                  <a:pt x="851" y="3194"/>
                </a:lnTo>
                <a:lnTo>
                  <a:pt x="848" y="3196"/>
                </a:lnTo>
                <a:lnTo>
                  <a:pt x="845" y="3197"/>
                </a:lnTo>
                <a:lnTo>
                  <a:pt x="842" y="3197"/>
                </a:lnTo>
                <a:lnTo>
                  <a:pt x="838" y="3197"/>
                </a:lnTo>
                <a:lnTo>
                  <a:pt x="834" y="3195"/>
                </a:lnTo>
                <a:lnTo>
                  <a:pt x="830" y="3194"/>
                </a:lnTo>
                <a:lnTo>
                  <a:pt x="826" y="3191"/>
                </a:lnTo>
                <a:close/>
                <a:moveTo>
                  <a:pt x="596" y="3687"/>
                </a:moveTo>
                <a:lnTo>
                  <a:pt x="594" y="3689"/>
                </a:lnTo>
                <a:lnTo>
                  <a:pt x="590" y="3690"/>
                </a:lnTo>
                <a:lnTo>
                  <a:pt x="584" y="3691"/>
                </a:lnTo>
                <a:lnTo>
                  <a:pt x="580" y="3692"/>
                </a:lnTo>
                <a:lnTo>
                  <a:pt x="581" y="3687"/>
                </a:lnTo>
                <a:lnTo>
                  <a:pt x="580" y="3681"/>
                </a:lnTo>
                <a:lnTo>
                  <a:pt x="579" y="3677"/>
                </a:lnTo>
                <a:lnTo>
                  <a:pt x="577" y="3672"/>
                </a:lnTo>
                <a:lnTo>
                  <a:pt x="569" y="3664"/>
                </a:lnTo>
                <a:lnTo>
                  <a:pt x="560" y="3656"/>
                </a:lnTo>
                <a:lnTo>
                  <a:pt x="551" y="3649"/>
                </a:lnTo>
                <a:lnTo>
                  <a:pt x="543" y="3642"/>
                </a:lnTo>
                <a:lnTo>
                  <a:pt x="540" y="3638"/>
                </a:lnTo>
                <a:lnTo>
                  <a:pt x="537" y="3633"/>
                </a:lnTo>
                <a:lnTo>
                  <a:pt x="536" y="3629"/>
                </a:lnTo>
                <a:lnTo>
                  <a:pt x="536" y="3624"/>
                </a:lnTo>
                <a:lnTo>
                  <a:pt x="537" y="3620"/>
                </a:lnTo>
                <a:lnTo>
                  <a:pt x="540" y="3616"/>
                </a:lnTo>
                <a:lnTo>
                  <a:pt x="543" y="3615"/>
                </a:lnTo>
                <a:lnTo>
                  <a:pt x="546" y="3615"/>
                </a:lnTo>
                <a:lnTo>
                  <a:pt x="555" y="3618"/>
                </a:lnTo>
                <a:lnTo>
                  <a:pt x="564" y="3623"/>
                </a:lnTo>
                <a:lnTo>
                  <a:pt x="565" y="3627"/>
                </a:lnTo>
                <a:lnTo>
                  <a:pt x="567" y="3631"/>
                </a:lnTo>
                <a:lnTo>
                  <a:pt x="570" y="3634"/>
                </a:lnTo>
                <a:lnTo>
                  <a:pt x="573" y="3638"/>
                </a:lnTo>
                <a:lnTo>
                  <a:pt x="581" y="3645"/>
                </a:lnTo>
                <a:lnTo>
                  <a:pt x="589" y="3652"/>
                </a:lnTo>
                <a:lnTo>
                  <a:pt x="593" y="3656"/>
                </a:lnTo>
                <a:lnTo>
                  <a:pt x="596" y="3661"/>
                </a:lnTo>
                <a:lnTo>
                  <a:pt x="598" y="3664"/>
                </a:lnTo>
                <a:lnTo>
                  <a:pt x="600" y="3668"/>
                </a:lnTo>
                <a:lnTo>
                  <a:pt x="601" y="3673"/>
                </a:lnTo>
                <a:lnTo>
                  <a:pt x="600" y="3677"/>
                </a:lnTo>
                <a:lnTo>
                  <a:pt x="599" y="3682"/>
                </a:lnTo>
                <a:lnTo>
                  <a:pt x="596" y="3687"/>
                </a:lnTo>
                <a:close/>
                <a:moveTo>
                  <a:pt x="4380" y="1085"/>
                </a:moveTo>
                <a:lnTo>
                  <a:pt x="4380" y="1085"/>
                </a:lnTo>
                <a:lnTo>
                  <a:pt x="4381" y="1084"/>
                </a:lnTo>
                <a:lnTo>
                  <a:pt x="4380" y="1084"/>
                </a:lnTo>
                <a:lnTo>
                  <a:pt x="4379" y="1084"/>
                </a:lnTo>
                <a:lnTo>
                  <a:pt x="4380" y="1085"/>
                </a:lnTo>
                <a:lnTo>
                  <a:pt x="4380" y="1085"/>
                </a:lnTo>
                <a:close/>
                <a:moveTo>
                  <a:pt x="4380" y="1085"/>
                </a:moveTo>
                <a:lnTo>
                  <a:pt x="4380" y="1085"/>
                </a:lnTo>
                <a:lnTo>
                  <a:pt x="4380" y="1085"/>
                </a:lnTo>
                <a:lnTo>
                  <a:pt x="4380" y="1085"/>
                </a:lnTo>
                <a:lnTo>
                  <a:pt x="4379" y="1085"/>
                </a:lnTo>
                <a:lnTo>
                  <a:pt x="4380" y="1085"/>
                </a:lnTo>
                <a:lnTo>
                  <a:pt x="4380" y="1085"/>
                </a:lnTo>
                <a:close/>
                <a:moveTo>
                  <a:pt x="332" y="3940"/>
                </a:moveTo>
                <a:lnTo>
                  <a:pt x="337" y="3942"/>
                </a:lnTo>
                <a:lnTo>
                  <a:pt x="341" y="3945"/>
                </a:lnTo>
                <a:lnTo>
                  <a:pt x="343" y="3949"/>
                </a:lnTo>
                <a:lnTo>
                  <a:pt x="344" y="3953"/>
                </a:lnTo>
                <a:lnTo>
                  <a:pt x="345" y="3961"/>
                </a:lnTo>
                <a:lnTo>
                  <a:pt x="345" y="3969"/>
                </a:lnTo>
                <a:lnTo>
                  <a:pt x="350" y="3971"/>
                </a:lnTo>
                <a:lnTo>
                  <a:pt x="355" y="3972"/>
                </a:lnTo>
                <a:lnTo>
                  <a:pt x="356" y="3971"/>
                </a:lnTo>
                <a:lnTo>
                  <a:pt x="356" y="3969"/>
                </a:lnTo>
                <a:lnTo>
                  <a:pt x="358" y="3956"/>
                </a:lnTo>
                <a:lnTo>
                  <a:pt x="362" y="3944"/>
                </a:lnTo>
                <a:lnTo>
                  <a:pt x="366" y="3931"/>
                </a:lnTo>
                <a:lnTo>
                  <a:pt x="371" y="3920"/>
                </a:lnTo>
                <a:lnTo>
                  <a:pt x="367" y="3922"/>
                </a:lnTo>
                <a:lnTo>
                  <a:pt x="362" y="3923"/>
                </a:lnTo>
                <a:lnTo>
                  <a:pt x="358" y="3924"/>
                </a:lnTo>
                <a:lnTo>
                  <a:pt x="353" y="3923"/>
                </a:lnTo>
                <a:lnTo>
                  <a:pt x="347" y="3922"/>
                </a:lnTo>
                <a:lnTo>
                  <a:pt x="341" y="3920"/>
                </a:lnTo>
                <a:lnTo>
                  <a:pt x="336" y="3917"/>
                </a:lnTo>
                <a:lnTo>
                  <a:pt x="330" y="3912"/>
                </a:lnTo>
                <a:lnTo>
                  <a:pt x="332" y="3919"/>
                </a:lnTo>
                <a:lnTo>
                  <a:pt x="333" y="3926"/>
                </a:lnTo>
                <a:lnTo>
                  <a:pt x="333" y="3932"/>
                </a:lnTo>
                <a:lnTo>
                  <a:pt x="332" y="3940"/>
                </a:lnTo>
                <a:close/>
                <a:moveTo>
                  <a:pt x="3485" y="3892"/>
                </a:moveTo>
                <a:lnTo>
                  <a:pt x="3478" y="3899"/>
                </a:lnTo>
                <a:lnTo>
                  <a:pt x="3472" y="3905"/>
                </a:lnTo>
                <a:lnTo>
                  <a:pt x="3474" y="3905"/>
                </a:lnTo>
                <a:lnTo>
                  <a:pt x="3477" y="3905"/>
                </a:lnTo>
                <a:lnTo>
                  <a:pt x="3479" y="3914"/>
                </a:lnTo>
                <a:lnTo>
                  <a:pt x="3483" y="3922"/>
                </a:lnTo>
                <a:lnTo>
                  <a:pt x="3487" y="3918"/>
                </a:lnTo>
                <a:lnTo>
                  <a:pt x="3489" y="3914"/>
                </a:lnTo>
                <a:lnTo>
                  <a:pt x="3490" y="3910"/>
                </a:lnTo>
                <a:lnTo>
                  <a:pt x="3490" y="3906"/>
                </a:lnTo>
                <a:lnTo>
                  <a:pt x="3488" y="3900"/>
                </a:lnTo>
                <a:lnTo>
                  <a:pt x="3485" y="3892"/>
                </a:lnTo>
                <a:close/>
                <a:moveTo>
                  <a:pt x="3629" y="4117"/>
                </a:moveTo>
                <a:lnTo>
                  <a:pt x="3629" y="4114"/>
                </a:lnTo>
                <a:lnTo>
                  <a:pt x="3627" y="4111"/>
                </a:lnTo>
                <a:lnTo>
                  <a:pt x="3625" y="4111"/>
                </a:lnTo>
                <a:lnTo>
                  <a:pt x="3623" y="4111"/>
                </a:lnTo>
                <a:lnTo>
                  <a:pt x="3621" y="4114"/>
                </a:lnTo>
                <a:lnTo>
                  <a:pt x="3621" y="4121"/>
                </a:lnTo>
                <a:lnTo>
                  <a:pt x="3627" y="4119"/>
                </a:lnTo>
                <a:lnTo>
                  <a:pt x="3629" y="4117"/>
                </a:lnTo>
                <a:close/>
                <a:moveTo>
                  <a:pt x="5596" y="3096"/>
                </a:moveTo>
                <a:lnTo>
                  <a:pt x="5594" y="3101"/>
                </a:lnTo>
                <a:lnTo>
                  <a:pt x="5592" y="3104"/>
                </a:lnTo>
                <a:lnTo>
                  <a:pt x="5590" y="3107"/>
                </a:lnTo>
                <a:lnTo>
                  <a:pt x="5587" y="3111"/>
                </a:lnTo>
                <a:lnTo>
                  <a:pt x="5583" y="3112"/>
                </a:lnTo>
                <a:lnTo>
                  <a:pt x="5580" y="3114"/>
                </a:lnTo>
                <a:lnTo>
                  <a:pt x="5577" y="3114"/>
                </a:lnTo>
                <a:lnTo>
                  <a:pt x="5574" y="3114"/>
                </a:lnTo>
                <a:lnTo>
                  <a:pt x="5568" y="3113"/>
                </a:lnTo>
                <a:lnTo>
                  <a:pt x="5562" y="3111"/>
                </a:lnTo>
                <a:lnTo>
                  <a:pt x="5558" y="3109"/>
                </a:lnTo>
                <a:lnTo>
                  <a:pt x="5556" y="3104"/>
                </a:lnTo>
                <a:lnTo>
                  <a:pt x="5554" y="3106"/>
                </a:lnTo>
                <a:lnTo>
                  <a:pt x="5552" y="3107"/>
                </a:lnTo>
                <a:lnTo>
                  <a:pt x="5551" y="3111"/>
                </a:lnTo>
                <a:lnTo>
                  <a:pt x="5551" y="3113"/>
                </a:lnTo>
                <a:lnTo>
                  <a:pt x="5552" y="3119"/>
                </a:lnTo>
                <a:lnTo>
                  <a:pt x="5555" y="3125"/>
                </a:lnTo>
                <a:lnTo>
                  <a:pt x="5563" y="3138"/>
                </a:lnTo>
                <a:lnTo>
                  <a:pt x="5572" y="3150"/>
                </a:lnTo>
                <a:lnTo>
                  <a:pt x="5574" y="3145"/>
                </a:lnTo>
                <a:lnTo>
                  <a:pt x="5575" y="3142"/>
                </a:lnTo>
                <a:lnTo>
                  <a:pt x="5575" y="3138"/>
                </a:lnTo>
                <a:lnTo>
                  <a:pt x="5575" y="3135"/>
                </a:lnTo>
                <a:lnTo>
                  <a:pt x="5574" y="3128"/>
                </a:lnTo>
                <a:lnTo>
                  <a:pt x="5573" y="3122"/>
                </a:lnTo>
                <a:lnTo>
                  <a:pt x="5576" y="3120"/>
                </a:lnTo>
                <a:lnTo>
                  <a:pt x="5580" y="3118"/>
                </a:lnTo>
                <a:lnTo>
                  <a:pt x="5583" y="3117"/>
                </a:lnTo>
                <a:lnTo>
                  <a:pt x="5588" y="3117"/>
                </a:lnTo>
                <a:lnTo>
                  <a:pt x="5592" y="3118"/>
                </a:lnTo>
                <a:lnTo>
                  <a:pt x="5596" y="3119"/>
                </a:lnTo>
                <a:lnTo>
                  <a:pt x="5600" y="3122"/>
                </a:lnTo>
                <a:lnTo>
                  <a:pt x="5605" y="3125"/>
                </a:lnTo>
                <a:lnTo>
                  <a:pt x="5607" y="3121"/>
                </a:lnTo>
                <a:lnTo>
                  <a:pt x="5608" y="3119"/>
                </a:lnTo>
                <a:lnTo>
                  <a:pt x="5611" y="3117"/>
                </a:lnTo>
                <a:lnTo>
                  <a:pt x="5613" y="3116"/>
                </a:lnTo>
                <a:lnTo>
                  <a:pt x="5615" y="3115"/>
                </a:lnTo>
                <a:lnTo>
                  <a:pt x="5617" y="3114"/>
                </a:lnTo>
                <a:lnTo>
                  <a:pt x="5620" y="3112"/>
                </a:lnTo>
                <a:lnTo>
                  <a:pt x="5621" y="3107"/>
                </a:lnTo>
                <a:lnTo>
                  <a:pt x="5618" y="3104"/>
                </a:lnTo>
                <a:lnTo>
                  <a:pt x="5615" y="3103"/>
                </a:lnTo>
                <a:lnTo>
                  <a:pt x="5611" y="3102"/>
                </a:lnTo>
                <a:lnTo>
                  <a:pt x="5608" y="3102"/>
                </a:lnTo>
                <a:lnTo>
                  <a:pt x="5605" y="3102"/>
                </a:lnTo>
                <a:lnTo>
                  <a:pt x="5602" y="3101"/>
                </a:lnTo>
                <a:lnTo>
                  <a:pt x="5599" y="3099"/>
                </a:lnTo>
                <a:lnTo>
                  <a:pt x="5596" y="3096"/>
                </a:lnTo>
                <a:close/>
                <a:moveTo>
                  <a:pt x="5419" y="2659"/>
                </a:moveTo>
                <a:lnTo>
                  <a:pt x="5415" y="2665"/>
                </a:lnTo>
                <a:lnTo>
                  <a:pt x="5409" y="2672"/>
                </a:lnTo>
                <a:lnTo>
                  <a:pt x="5403" y="2679"/>
                </a:lnTo>
                <a:lnTo>
                  <a:pt x="5394" y="2684"/>
                </a:lnTo>
                <a:lnTo>
                  <a:pt x="5390" y="2685"/>
                </a:lnTo>
                <a:lnTo>
                  <a:pt x="5385" y="2686"/>
                </a:lnTo>
                <a:lnTo>
                  <a:pt x="5380" y="2686"/>
                </a:lnTo>
                <a:lnTo>
                  <a:pt x="5375" y="2685"/>
                </a:lnTo>
                <a:lnTo>
                  <a:pt x="5369" y="2683"/>
                </a:lnTo>
                <a:lnTo>
                  <a:pt x="5363" y="2681"/>
                </a:lnTo>
                <a:lnTo>
                  <a:pt x="5357" y="2677"/>
                </a:lnTo>
                <a:lnTo>
                  <a:pt x="5349" y="2670"/>
                </a:lnTo>
                <a:lnTo>
                  <a:pt x="5349" y="2679"/>
                </a:lnTo>
                <a:lnTo>
                  <a:pt x="5350" y="2686"/>
                </a:lnTo>
                <a:lnTo>
                  <a:pt x="5352" y="2693"/>
                </a:lnTo>
                <a:lnTo>
                  <a:pt x="5353" y="2701"/>
                </a:lnTo>
                <a:lnTo>
                  <a:pt x="5354" y="2708"/>
                </a:lnTo>
                <a:lnTo>
                  <a:pt x="5354" y="2717"/>
                </a:lnTo>
                <a:lnTo>
                  <a:pt x="5353" y="2724"/>
                </a:lnTo>
                <a:lnTo>
                  <a:pt x="5349" y="2733"/>
                </a:lnTo>
                <a:lnTo>
                  <a:pt x="5361" y="2738"/>
                </a:lnTo>
                <a:lnTo>
                  <a:pt x="5372" y="2741"/>
                </a:lnTo>
                <a:lnTo>
                  <a:pt x="5372" y="2733"/>
                </a:lnTo>
                <a:lnTo>
                  <a:pt x="5372" y="2725"/>
                </a:lnTo>
                <a:lnTo>
                  <a:pt x="5371" y="2716"/>
                </a:lnTo>
                <a:lnTo>
                  <a:pt x="5371" y="2707"/>
                </a:lnTo>
                <a:lnTo>
                  <a:pt x="5376" y="2704"/>
                </a:lnTo>
                <a:lnTo>
                  <a:pt x="5380" y="2701"/>
                </a:lnTo>
                <a:lnTo>
                  <a:pt x="5385" y="2699"/>
                </a:lnTo>
                <a:lnTo>
                  <a:pt x="5390" y="2698"/>
                </a:lnTo>
                <a:lnTo>
                  <a:pt x="5395" y="2698"/>
                </a:lnTo>
                <a:lnTo>
                  <a:pt x="5401" y="2699"/>
                </a:lnTo>
                <a:lnTo>
                  <a:pt x="5406" y="2701"/>
                </a:lnTo>
                <a:lnTo>
                  <a:pt x="5412" y="2705"/>
                </a:lnTo>
                <a:lnTo>
                  <a:pt x="5413" y="2698"/>
                </a:lnTo>
                <a:lnTo>
                  <a:pt x="5415" y="2692"/>
                </a:lnTo>
                <a:lnTo>
                  <a:pt x="5416" y="2687"/>
                </a:lnTo>
                <a:lnTo>
                  <a:pt x="5419" y="2683"/>
                </a:lnTo>
                <a:lnTo>
                  <a:pt x="5422" y="2679"/>
                </a:lnTo>
                <a:lnTo>
                  <a:pt x="5425" y="2675"/>
                </a:lnTo>
                <a:lnTo>
                  <a:pt x="5430" y="2672"/>
                </a:lnTo>
                <a:lnTo>
                  <a:pt x="5435" y="2669"/>
                </a:lnTo>
                <a:lnTo>
                  <a:pt x="5432" y="2666"/>
                </a:lnTo>
                <a:lnTo>
                  <a:pt x="5429" y="2664"/>
                </a:lnTo>
                <a:lnTo>
                  <a:pt x="5426" y="2664"/>
                </a:lnTo>
                <a:lnTo>
                  <a:pt x="5423" y="2664"/>
                </a:lnTo>
                <a:lnTo>
                  <a:pt x="5420" y="2664"/>
                </a:lnTo>
                <a:lnTo>
                  <a:pt x="5419" y="2663"/>
                </a:lnTo>
                <a:lnTo>
                  <a:pt x="5418" y="2662"/>
                </a:lnTo>
                <a:lnTo>
                  <a:pt x="5419" y="2659"/>
                </a:lnTo>
                <a:close/>
                <a:moveTo>
                  <a:pt x="5335" y="2360"/>
                </a:moveTo>
                <a:lnTo>
                  <a:pt x="5334" y="2367"/>
                </a:lnTo>
                <a:lnTo>
                  <a:pt x="5333" y="2373"/>
                </a:lnTo>
                <a:lnTo>
                  <a:pt x="5332" y="2378"/>
                </a:lnTo>
                <a:lnTo>
                  <a:pt x="5329" y="2382"/>
                </a:lnTo>
                <a:lnTo>
                  <a:pt x="5326" y="2385"/>
                </a:lnTo>
                <a:lnTo>
                  <a:pt x="5322" y="2386"/>
                </a:lnTo>
                <a:lnTo>
                  <a:pt x="5316" y="2386"/>
                </a:lnTo>
                <a:lnTo>
                  <a:pt x="5309" y="2383"/>
                </a:lnTo>
                <a:lnTo>
                  <a:pt x="5310" y="2390"/>
                </a:lnTo>
                <a:lnTo>
                  <a:pt x="5313" y="2396"/>
                </a:lnTo>
                <a:lnTo>
                  <a:pt x="5316" y="2404"/>
                </a:lnTo>
                <a:lnTo>
                  <a:pt x="5320" y="2410"/>
                </a:lnTo>
                <a:lnTo>
                  <a:pt x="5324" y="2416"/>
                </a:lnTo>
                <a:lnTo>
                  <a:pt x="5329" y="2422"/>
                </a:lnTo>
                <a:lnTo>
                  <a:pt x="5335" y="2427"/>
                </a:lnTo>
                <a:lnTo>
                  <a:pt x="5340" y="2431"/>
                </a:lnTo>
                <a:lnTo>
                  <a:pt x="5346" y="2435"/>
                </a:lnTo>
                <a:lnTo>
                  <a:pt x="5353" y="2437"/>
                </a:lnTo>
                <a:lnTo>
                  <a:pt x="5360" y="2439"/>
                </a:lnTo>
                <a:lnTo>
                  <a:pt x="5366" y="2439"/>
                </a:lnTo>
                <a:lnTo>
                  <a:pt x="5371" y="2438"/>
                </a:lnTo>
                <a:lnTo>
                  <a:pt x="5377" y="2436"/>
                </a:lnTo>
                <a:lnTo>
                  <a:pt x="5382" y="2433"/>
                </a:lnTo>
                <a:lnTo>
                  <a:pt x="5387" y="2428"/>
                </a:lnTo>
                <a:lnTo>
                  <a:pt x="5390" y="2423"/>
                </a:lnTo>
                <a:lnTo>
                  <a:pt x="5391" y="2418"/>
                </a:lnTo>
                <a:lnTo>
                  <a:pt x="5392" y="2413"/>
                </a:lnTo>
                <a:lnTo>
                  <a:pt x="5391" y="2407"/>
                </a:lnTo>
                <a:lnTo>
                  <a:pt x="5390" y="2401"/>
                </a:lnTo>
                <a:lnTo>
                  <a:pt x="5388" y="2394"/>
                </a:lnTo>
                <a:lnTo>
                  <a:pt x="5385" y="2388"/>
                </a:lnTo>
                <a:lnTo>
                  <a:pt x="5381" y="2383"/>
                </a:lnTo>
                <a:lnTo>
                  <a:pt x="5377" y="2378"/>
                </a:lnTo>
                <a:lnTo>
                  <a:pt x="5372" y="2373"/>
                </a:lnTo>
                <a:lnTo>
                  <a:pt x="5367" y="2369"/>
                </a:lnTo>
                <a:lnTo>
                  <a:pt x="5361" y="2365"/>
                </a:lnTo>
                <a:lnTo>
                  <a:pt x="5355" y="2363"/>
                </a:lnTo>
                <a:lnTo>
                  <a:pt x="5348" y="2360"/>
                </a:lnTo>
                <a:lnTo>
                  <a:pt x="5341" y="2359"/>
                </a:lnTo>
                <a:lnTo>
                  <a:pt x="5335" y="2360"/>
                </a:lnTo>
                <a:close/>
                <a:moveTo>
                  <a:pt x="5202" y="2496"/>
                </a:moveTo>
                <a:lnTo>
                  <a:pt x="5198" y="2497"/>
                </a:lnTo>
                <a:lnTo>
                  <a:pt x="5195" y="2499"/>
                </a:lnTo>
                <a:lnTo>
                  <a:pt x="5194" y="2502"/>
                </a:lnTo>
                <a:lnTo>
                  <a:pt x="5193" y="2504"/>
                </a:lnTo>
                <a:lnTo>
                  <a:pt x="5192" y="2507"/>
                </a:lnTo>
                <a:lnTo>
                  <a:pt x="5191" y="2509"/>
                </a:lnTo>
                <a:lnTo>
                  <a:pt x="5189" y="2511"/>
                </a:lnTo>
                <a:lnTo>
                  <a:pt x="5186" y="2513"/>
                </a:lnTo>
                <a:lnTo>
                  <a:pt x="5185" y="2514"/>
                </a:lnTo>
                <a:lnTo>
                  <a:pt x="5186" y="2515"/>
                </a:lnTo>
                <a:lnTo>
                  <a:pt x="5186" y="2516"/>
                </a:lnTo>
                <a:lnTo>
                  <a:pt x="5187" y="2516"/>
                </a:lnTo>
                <a:lnTo>
                  <a:pt x="5190" y="2516"/>
                </a:lnTo>
                <a:lnTo>
                  <a:pt x="5194" y="2515"/>
                </a:lnTo>
                <a:lnTo>
                  <a:pt x="5198" y="2513"/>
                </a:lnTo>
                <a:lnTo>
                  <a:pt x="5202" y="2513"/>
                </a:lnTo>
                <a:lnTo>
                  <a:pt x="5204" y="2513"/>
                </a:lnTo>
                <a:lnTo>
                  <a:pt x="5207" y="2514"/>
                </a:lnTo>
                <a:lnTo>
                  <a:pt x="5208" y="2515"/>
                </a:lnTo>
                <a:lnTo>
                  <a:pt x="5210" y="2517"/>
                </a:lnTo>
                <a:lnTo>
                  <a:pt x="5213" y="2514"/>
                </a:lnTo>
                <a:lnTo>
                  <a:pt x="5214" y="2511"/>
                </a:lnTo>
                <a:lnTo>
                  <a:pt x="5214" y="2508"/>
                </a:lnTo>
                <a:lnTo>
                  <a:pt x="5212" y="2505"/>
                </a:lnTo>
                <a:lnTo>
                  <a:pt x="5207" y="2500"/>
                </a:lnTo>
                <a:lnTo>
                  <a:pt x="5202" y="2496"/>
                </a:lnTo>
                <a:close/>
                <a:moveTo>
                  <a:pt x="5124" y="3539"/>
                </a:moveTo>
                <a:lnTo>
                  <a:pt x="5120" y="3538"/>
                </a:lnTo>
                <a:lnTo>
                  <a:pt x="5115" y="3538"/>
                </a:lnTo>
                <a:lnTo>
                  <a:pt x="5116" y="3544"/>
                </a:lnTo>
                <a:lnTo>
                  <a:pt x="5118" y="3548"/>
                </a:lnTo>
                <a:lnTo>
                  <a:pt x="5119" y="3552"/>
                </a:lnTo>
                <a:lnTo>
                  <a:pt x="5118" y="3556"/>
                </a:lnTo>
                <a:lnTo>
                  <a:pt x="5115" y="3564"/>
                </a:lnTo>
                <a:lnTo>
                  <a:pt x="5111" y="3572"/>
                </a:lnTo>
                <a:lnTo>
                  <a:pt x="5119" y="3565"/>
                </a:lnTo>
                <a:lnTo>
                  <a:pt x="5124" y="3558"/>
                </a:lnTo>
                <a:lnTo>
                  <a:pt x="5126" y="3554"/>
                </a:lnTo>
                <a:lnTo>
                  <a:pt x="5126" y="3549"/>
                </a:lnTo>
                <a:lnTo>
                  <a:pt x="5126" y="3545"/>
                </a:lnTo>
                <a:lnTo>
                  <a:pt x="5124" y="3539"/>
                </a:lnTo>
                <a:close/>
                <a:moveTo>
                  <a:pt x="5091" y="3450"/>
                </a:moveTo>
                <a:lnTo>
                  <a:pt x="5090" y="3454"/>
                </a:lnTo>
                <a:lnTo>
                  <a:pt x="5089" y="3458"/>
                </a:lnTo>
                <a:lnTo>
                  <a:pt x="5090" y="3457"/>
                </a:lnTo>
                <a:lnTo>
                  <a:pt x="5092" y="3455"/>
                </a:lnTo>
                <a:lnTo>
                  <a:pt x="5091" y="3453"/>
                </a:lnTo>
                <a:lnTo>
                  <a:pt x="5091" y="3450"/>
                </a:lnTo>
                <a:close/>
                <a:moveTo>
                  <a:pt x="4978" y="3669"/>
                </a:moveTo>
                <a:lnTo>
                  <a:pt x="4978" y="3670"/>
                </a:lnTo>
                <a:lnTo>
                  <a:pt x="4976" y="3671"/>
                </a:lnTo>
                <a:lnTo>
                  <a:pt x="4973" y="3672"/>
                </a:lnTo>
                <a:lnTo>
                  <a:pt x="4970" y="3673"/>
                </a:lnTo>
                <a:lnTo>
                  <a:pt x="4967" y="3673"/>
                </a:lnTo>
                <a:lnTo>
                  <a:pt x="4963" y="3672"/>
                </a:lnTo>
                <a:lnTo>
                  <a:pt x="4956" y="3668"/>
                </a:lnTo>
                <a:lnTo>
                  <a:pt x="4948" y="3664"/>
                </a:lnTo>
                <a:lnTo>
                  <a:pt x="4946" y="3663"/>
                </a:lnTo>
                <a:lnTo>
                  <a:pt x="4945" y="3663"/>
                </a:lnTo>
                <a:lnTo>
                  <a:pt x="4947" y="3668"/>
                </a:lnTo>
                <a:lnTo>
                  <a:pt x="4949" y="3673"/>
                </a:lnTo>
                <a:lnTo>
                  <a:pt x="4949" y="3677"/>
                </a:lnTo>
                <a:lnTo>
                  <a:pt x="4949" y="3681"/>
                </a:lnTo>
                <a:lnTo>
                  <a:pt x="4946" y="3688"/>
                </a:lnTo>
                <a:lnTo>
                  <a:pt x="4941" y="3695"/>
                </a:lnTo>
                <a:lnTo>
                  <a:pt x="4948" y="3694"/>
                </a:lnTo>
                <a:lnTo>
                  <a:pt x="4956" y="3694"/>
                </a:lnTo>
                <a:lnTo>
                  <a:pt x="4963" y="3694"/>
                </a:lnTo>
                <a:lnTo>
                  <a:pt x="4971" y="3695"/>
                </a:lnTo>
                <a:lnTo>
                  <a:pt x="4972" y="3693"/>
                </a:lnTo>
                <a:lnTo>
                  <a:pt x="4974" y="3692"/>
                </a:lnTo>
                <a:lnTo>
                  <a:pt x="4980" y="3690"/>
                </a:lnTo>
                <a:lnTo>
                  <a:pt x="4985" y="3688"/>
                </a:lnTo>
                <a:lnTo>
                  <a:pt x="4990" y="3685"/>
                </a:lnTo>
                <a:lnTo>
                  <a:pt x="4994" y="3682"/>
                </a:lnTo>
                <a:lnTo>
                  <a:pt x="5002" y="3675"/>
                </a:lnTo>
                <a:lnTo>
                  <a:pt x="5009" y="3666"/>
                </a:lnTo>
                <a:lnTo>
                  <a:pt x="5001" y="3668"/>
                </a:lnTo>
                <a:lnTo>
                  <a:pt x="4993" y="3669"/>
                </a:lnTo>
                <a:lnTo>
                  <a:pt x="4985" y="3669"/>
                </a:lnTo>
                <a:lnTo>
                  <a:pt x="4978" y="3669"/>
                </a:lnTo>
                <a:close/>
                <a:moveTo>
                  <a:pt x="4940" y="2710"/>
                </a:moveTo>
                <a:lnTo>
                  <a:pt x="4941" y="2711"/>
                </a:lnTo>
                <a:lnTo>
                  <a:pt x="4943" y="2712"/>
                </a:lnTo>
                <a:lnTo>
                  <a:pt x="4946" y="2710"/>
                </a:lnTo>
                <a:lnTo>
                  <a:pt x="4948" y="2710"/>
                </a:lnTo>
                <a:lnTo>
                  <a:pt x="4951" y="2711"/>
                </a:lnTo>
                <a:lnTo>
                  <a:pt x="4955" y="2714"/>
                </a:lnTo>
                <a:lnTo>
                  <a:pt x="4960" y="2712"/>
                </a:lnTo>
                <a:lnTo>
                  <a:pt x="4965" y="2708"/>
                </a:lnTo>
                <a:lnTo>
                  <a:pt x="4969" y="2703"/>
                </a:lnTo>
                <a:lnTo>
                  <a:pt x="4973" y="2697"/>
                </a:lnTo>
                <a:lnTo>
                  <a:pt x="4978" y="2692"/>
                </a:lnTo>
                <a:lnTo>
                  <a:pt x="4982" y="2687"/>
                </a:lnTo>
                <a:lnTo>
                  <a:pt x="4984" y="2685"/>
                </a:lnTo>
                <a:lnTo>
                  <a:pt x="4986" y="2684"/>
                </a:lnTo>
                <a:lnTo>
                  <a:pt x="4989" y="2683"/>
                </a:lnTo>
                <a:lnTo>
                  <a:pt x="4992" y="2683"/>
                </a:lnTo>
                <a:lnTo>
                  <a:pt x="4983" y="2682"/>
                </a:lnTo>
                <a:lnTo>
                  <a:pt x="4974" y="2683"/>
                </a:lnTo>
                <a:lnTo>
                  <a:pt x="4968" y="2685"/>
                </a:lnTo>
                <a:lnTo>
                  <a:pt x="4963" y="2688"/>
                </a:lnTo>
                <a:lnTo>
                  <a:pt x="4953" y="2697"/>
                </a:lnTo>
                <a:lnTo>
                  <a:pt x="4940" y="2710"/>
                </a:lnTo>
                <a:close/>
                <a:moveTo>
                  <a:pt x="4913" y="2712"/>
                </a:moveTo>
                <a:lnTo>
                  <a:pt x="4913" y="2713"/>
                </a:lnTo>
                <a:lnTo>
                  <a:pt x="4912" y="2714"/>
                </a:lnTo>
                <a:lnTo>
                  <a:pt x="4908" y="2719"/>
                </a:lnTo>
                <a:lnTo>
                  <a:pt x="4906" y="2723"/>
                </a:lnTo>
                <a:lnTo>
                  <a:pt x="4909" y="2724"/>
                </a:lnTo>
                <a:lnTo>
                  <a:pt x="4913" y="2724"/>
                </a:lnTo>
                <a:lnTo>
                  <a:pt x="4916" y="2723"/>
                </a:lnTo>
                <a:lnTo>
                  <a:pt x="4920" y="2721"/>
                </a:lnTo>
                <a:lnTo>
                  <a:pt x="4923" y="2719"/>
                </a:lnTo>
                <a:lnTo>
                  <a:pt x="4926" y="2718"/>
                </a:lnTo>
                <a:lnTo>
                  <a:pt x="4931" y="2718"/>
                </a:lnTo>
                <a:lnTo>
                  <a:pt x="4935" y="2719"/>
                </a:lnTo>
                <a:lnTo>
                  <a:pt x="4934" y="2714"/>
                </a:lnTo>
                <a:lnTo>
                  <a:pt x="4933" y="2711"/>
                </a:lnTo>
                <a:lnTo>
                  <a:pt x="4929" y="2710"/>
                </a:lnTo>
                <a:lnTo>
                  <a:pt x="4927" y="2709"/>
                </a:lnTo>
                <a:lnTo>
                  <a:pt x="4924" y="2709"/>
                </a:lnTo>
                <a:lnTo>
                  <a:pt x="4920" y="2709"/>
                </a:lnTo>
                <a:lnTo>
                  <a:pt x="4917" y="2711"/>
                </a:lnTo>
                <a:lnTo>
                  <a:pt x="4913" y="2712"/>
                </a:lnTo>
                <a:close/>
                <a:moveTo>
                  <a:pt x="4916" y="2746"/>
                </a:moveTo>
                <a:lnTo>
                  <a:pt x="4917" y="2743"/>
                </a:lnTo>
                <a:lnTo>
                  <a:pt x="4917" y="2741"/>
                </a:lnTo>
                <a:lnTo>
                  <a:pt x="4916" y="2740"/>
                </a:lnTo>
                <a:lnTo>
                  <a:pt x="4914" y="2739"/>
                </a:lnTo>
                <a:lnTo>
                  <a:pt x="4910" y="2737"/>
                </a:lnTo>
                <a:lnTo>
                  <a:pt x="4905" y="2737"/>
                </a:lnTo>
                <a:lnTo>
                  <a:pt x="4907" y="2741"/>
                </a:lnTo>
                <a:lnTo>
                  <a:pt x="4910" y="2745"/>
                </a:lnTo>
                <a:lnTo>
                  <a:pt x="4913" y="2745"/>
                </a:lnTo>
                <a:lnTo>
                  <a:pt x="4916" y="2746"/>
                </a:lnTo>
                <a:close/>
                <a:moveTo>
                  <a:pt x="4901" y="2600"/>
                </a:moveTo>
                <a:lnTo>
                  <a:pt x="4898" y="2600"/>
                </a:lnTo>
                <a:lnTo>
                  <a:pt x="4895" y="2600"/>
                </a:lnTo>
                <a:lnTo>
                  <a:pt x="4895" y="2604"/>
                </a:lnTo>
                <a:lnTo>
                  <a:pt x="4896" y="2606"/>
                </a:lnTo>
                <a:lnTo>
                  <a:pt x="4899" y="2607"/>
                </a:lnTo>
                <a:lnTo>
                  <a:pt x="4903" y="2607"/>
                </a:lnTo>
                <a:lnTo>
                  <a:pt x="4902" y="2603"/>
                </a:lnTo>
                <a:lnTo>
                  <a:pt x="4901" y="2600"/>
                </a:lnTo>
                <a:close/>
                <a:moveTo>
                  <a:pt x="4874" y="3655"/>
                </a:moveTo>
                <a:lnTo>
                  <a:pt x="4887" y="3646"/>
                </a:lnTo>
                <a:lnTo>
                  <a:pt x="4897" y="3638"/>
                </a:lnTo>
                <a:lnTo>
                  <a:pt x="4887" y="3632"/>
                </a:lnTo>
                <a:lnTo>
                  <a:pt x="4877" y="3625"/>
                </a:lnTo>
                <a:lnTo>
                  <a:pt x="4875" y="3632"/>
                </a:lnTo>
                <a:lnTo>
                  <a:pt x="4874" y="3640"/>
                </a:lnTo>
                <a:lnTo>
                  <a:pt x="4873" y="3647"/>
                </a:lnTo>
                <a:lnTo>
                  <a:pt x="4874" y="3655"/>
                </a:lnTo>
                <a:close/>
                <a:moveTo>
                  <a:pt x="4838" y="2809"/>
                </a:moveTo>
                <a:lnTo>
                  <a:pt x="4843" y="2808"/>
                </a:lnTo>
                <a:lnTo>
                  <a:pt x="4847" y="2806"/>
                </a:lnTo>
                <a:lnTo>
                  <a:pt x="4851" y="2804"/>
                </a:lnTo>
                <a:lnTo>
                  <a:pt x="4854" y="2801"/>
                </a:lnTo>
                <a:lnTo>
                  <a:pt x="4848" y="2797"/>
                </a:lnTo>
                <a:lnTo>
                  <a:pt x="4842" y="2790"/>
                </a:lnTo>
                <a:lnTo>
                  <a:pt x="4839" y="2801"/>
                </a:lnTo>
                <a:lnTo>
                  <a:pt x="4838" y="2809"/>
                </a:lnTo>
                <a:close/>
                <a:moveTo>
                  <a:pt x="4842" y="2716"/>
                </a:moveTo>
                <a:lnTo>
                  <a:pt x="4838" y="2713"/>
                </a:lnTo>
                <a:lnTo>
                  <a:pt x="4827" y="2712"/>
                </a:lnTo>
                <a:lnTo>
                  <a:pt x="4835" y="2725"/>
                </a:lnTo>
                <a:lnTo>
                  <a:pt x="4841" y="2736"/>
                </a:lnTo>
                <a:lnTo>
                  <a:pt x="4842" y="2741"/>
                </a:lnTo>
                <a:lnTo>
                  <a:pt x="4843" y="2746"/>
                </a:lnTo>
                <a:lnTo>
                  <a:pt x="4842" y="2750"/>
                </a:lnTo>
                <a:lnTo>
                  <a:pt x="4841" y="2752"/>
                </a:lnTo>
                <a:lnTo>
                  <a:pt x="4835" y="2757"/>
                </a:lnTo>
                <a:lnTo>
                  <a:pt x="4833" y="2759"/>
                </a:lnTo>
                <a:lnTo>
                  <a:pt x="4833" y="2762"/>
                </a:lnTo>
                <a:lnTo>
                  <a:pt x="4834" y="2764"/>
                </a:lnTo>
                <a:lnTo>
                  <a:pt x="4839" y="2767"/>
                </a:lnTo>
                <a:lnTo>
                  <a:pt x="4842" y="2771"/>
                </a:lnTo>
                <a:lnTo>
                  <a:pt x="4852" y="2767"/>
                </a:lnTo>
                <a:lnTo>
                  <a:pt x="4861" y="2763"/>
                </a:lnTo>
                <a:lnTo>
                  <a:pt x="4862" y="2763"/>
                </a:lnTo>
                <a:lnTo>
                  <a:pt x="4864" y="2762"/>
                </a:lnTo>
                <a:lnTo>
                  <a:pt x="4865" y="2753"/>
                </a:lnTo>
                <a:lnTo>
                  <a:pt x="4866" y="2745"/>
                </a:lnTo>
                <a:lnTo>
                  <a:pt x="4858" y="2739"/>
                </a:lnTo>
                <a:lnTo>
                  <a:pt x="4852" y="2732"/>
                </a:lnTo>
                <a:lnTo>
                  <a:pt x="4846" y="2725"/>
                </a:lnTo>
                <a:lnTo>
                  <a:pt x="4842" y="2716"/>
                </a:lnTo>
                <a:close/>
                <a:moveTo>
                  <a:pt x="4861" y="2700"/>
                </a:moveTo>
                <a:lnTo>
                  <a:pt x="4859" y="2699"/>
                </a:lnTo>
                <a:lnTo>
                  <a:pt x="4857" y="2700"/>
                </a:lnTo>
                <a:lnTo>
                  <a:pt x="4858" y="2703"/>
                </a:lnTo>
                <a:lnTo>
                  <a:pt x="4859" y="2706"/>
                </a:lnTo>
                <a:lnTo>
                  <a:pt x="4861" y="2705"/>
                </a:lnTo>
                <a:lnTo>
                  <a:pt x="4863" y="2704"/>
                </a:lnTo>
                <a:lnTo>
                  <a:pt x="4862" y="2702"/>
                </a:lnTo>
                <a:lnTo>
                  <a:pt x="4861" y="2700"/>
                </a:lnTo>
                <a:close/>
                <a:moveTo>
                  <a:pt x="4821" y="2684"/>
                </a:moveTo>
                <a:lnTo>
                  <a:pt x="4820" y="2688"/>
                </a:lnTo>
                <a:lnTo>
                  <a:pt x="4820" y="2692"/>
                </a:lnTo>
                <a:lnTo>
                  <a:pt x="4820" y="2695"/>
                </a:lnTo>
                <a:lnTo>
                  <a:pt x="4821" y="2697"/>
                </a:lnTo>
                <a:lnTo>
                  <a:pt x="4822" y="2698"/>
                </a:lnTo>
                <a:lnTo>
                  <a:pt x="4825" y="2699"/>
                </a:lnTo>
                <a:lnTo>
                  <a:pt x="4828" y="2700"/>
                </a:lnTo>
                <a:lnTo>
                  <a:pt x="4833" y="2700"/>
                </a:lnTo>
                <a:lnTo>
                  <a:pt x="4827" y="2692"/>
                </a:lnTo>
                <a:lnTo>
                  <a:pt x="4821" y="2684"/>
                </a:lnTo>
                <a:close/>
                <a:moveTo>
                  <a:pt x="4785" y="2802"/>
                </a:moveTo>
                <a:lnTo>
                  <a:pt x="4794" y="2813"/>
                </a:lnTo>
                <a:lnTo>
                  <a:pt x="4802" y="2826"/>
                </a:lnTo>
                <a:lnTo>
                  <a:pt x="4806" y="2816"/>
                </a:lnTo>
                <a:lnTo>
                  <a:pt x="4810" y="2805"/>
                </a:lnTo>
                <a:lnTo>
                  <a:pt x="4820" y="2814"/>
                </a:lnTo>
                <a:lnTo>
                  <a:pt x="4826" y="2820"/>
                </a:lnTo>
                <a:lnTo>
                  <a:pt x="4820" y="2838"/>
                </a:lnTo>
                <a:lnTo>
                  <a:pt x="4816" y="2850"/>
                </a:lnTo>
                <a:lnTo>
                  <a:pt x="4817" y="2852"/>
                </a:lnTo>
                <a:lnTo>
                  <a:pt x="4819" y="2854"/>
                </a:lnTo>
                <a:lnTo>
                  <a:pt x="4824" y="2845"/>
                </a:lnTo>
                <a:lnTo>
                  <a:pt x="4829" y="2836"/>
                </a:lnTo>
                <a:lnTo>
                  <a:pt x="4831" y="2830"/>
                </a:lnTo>
                <a:lnTo>
                  <a:pt x="4832" y="2824"/>
                </a:lnTo>
                <a:lnTo>
                  <a:pt x="4832" y="2818"/>
                </a:lnTo>
                <a:lnTo>
                  <a:pt x="4830" y="2810"/>
                </a:lnTo>
                <a:lnTo>
                  <a:pt x="4832" y="2810"/>
                </a:lnTo>
                <a:lnTo>
                  <a:pt x="4835" y="2809"/>
                </a:lnTo>
                <a:lnTo>
                  <a:pt x="4831" y="2808"/>
                </a:lnTo>
                <a:lnTo>
                  <a:pt x="4828" y="2807"/>
                </a:lnTo>
                <a:lnTo>
                  <a:pt x="4826" y="2806"/>
                </a:lnTo>
                <a:lnTo>
                  <a:pt x="4825" y="2804"/>
                </a:lnTo>
                <a:lnTo>
                  <a:pt x="4824" y="2800"/>
                </a:lnTo>
                <a:lnTo>
                  <a:pt x="4825" y="2796"/>
                </a:lnTo>
                <a:lnTo>
                  <a:pt x="4826" y="2791"/>
                </a:lnTo>
                <a:lnTo>
                  <a:pt x="4828" y="2787"/>
                </a:lnTo>
                <a:lnTo>
                  <a:pt x="4829" y="2783"/>
                </a:lnTo>
                <a:lnTo>
                  <a:pt x="4829" y="2780"/>
                </a:lnTo>
                <a:lnTo>
                  <a:pt x="4824" y="2778"/>
                </a:lnTo>
                <a:lnTo>
                  <a:pt x="4820" y="2777"/>
                </a:lnTo>
                <a:lnTo>
                  <a:pt x="4817" y="2777"/>
                </a:lnTo>
                <a:lnTo>
                  <a:pt x="4814" y="2777"/>
                </a:lnTo>
                <a:lnTo>
                  <a:pt x="4808" y="2778"/>
                </a:lnTo>
                <a:lnTo>
                  <a:pt x="4803" y="2781"/>
                </a:lnTo>
                <a:lnTo>
                  <a:pt x="4794" y="2790"/>
                </a:lnTo>
                <a:lnTo>
                  <a:pt x="4785" y="2802"/>
                </a:lnTo>
                <a:close/>
                <a:moveTo>
                  <a:pt x="4810" y="2137"/>
                </a:moveTo>
                <a:lnTo>
                  <a:pt x="4805" y="2140"/>
                </a:lnTo>
                <a:lnTo>
                  <a:pt x="4803" y="2143"/>
                </a:lnTo>
                <a:lnTo>
                  <a:pt x="4802" y="2146"/>
                </a:lnTo>
                <a:lnTo>
                  <a:pt x="4802" y="2153"/>
                </a:lnTo>
                <a:lnTo>
                  <a:pt x="4807" y="2149"/>
                </a:lnTo>
                <a:lnTo>
                  <a:pt x="4810" y="2146"/>
                </a:lnTo>
                <a:lnTo>
                  <a:pt x="4810" y="2143"/>
                </a:lnTo>
                <a:lnTo>
                  <a:pt x="4810" y="2137"/>
                </a:lnTo>
                <a:close/>
                <a:moveTo>
                  <a:pt x="4802" y="2211"/>
                </a:moveTo>
                <a:lnTo>
                  <a:pt x="4803" y="2205"/>
                </a:lnTo>
                <a:lnTo>
                  <a:pt x="4803" y="2199"/>
                </a:lnTo>
                <a:lnTo>
                  <a:pt x="4802" y="2194"/>
                </a:lnTo>
                <a:lnTo>
                  <a:pt x="4800" y="2189"/>
                </a:lnTo>
                <a:lnTo>
                  <a:pt x="4796" y="2181"/>
                </a:lnTo>
                <a:lnTo>
                  <a:pt x="4792" y="2173"/>
                </a:lnTo>
                <a:lnTo>
                  <a:pt x="4789" y="2178"/>
                </a:lnTo>
                <a:lnTo>
                  <a:pt x="4789" y="2183"/>
                </a:lnTo>
                <a:lnTo>
                  <a:pt x="4789" y="2188"/>
                </a:lnTo>
                <a:lnTo>
                  <a:pt x="4791" y="2192"/>
                </a:lnTo>
                <a:lnTo>
                  <a:pt x="4793" y="2196"/>
                </a:lnTo>
                <a:lnTo>
                  <a:pt x="4795" y="2201"/>
                </a:lnTo>
                <a:lnTo>
                  <a:pt x="4798" y="2206"/>
                </a:lnTo>
                <a:lnTo>
                  <a:pt x="4802" y="2211"/>
                </a:lnTo>
                <a:close/>
                <a:moveTo>
                  <a:pt x="4760" y="1958"/>
                </a:moveTo>
                <a:lnTo>
                  <a:pt x="4753" y="1955"/>
                </a:lnTo>
                <a:lnTo>
                  <a:pt x="4745" y="1951"/>
                </a:lnTo>
                <a:lnTo>
                  <a:pt x="4737" y="1947"/>
                </a:lnTo>
                <a:lnTo>
                  <a:pt x="4728" y="1943"/>
                </a:lnTo>
                <a:lnTo>
                  <a:pt x="4726" y="1956"/>
                </a:lnTo>
                <a:lnTo>
                  <a:pt x="4724" y="1970"/>
                </a:lnTo>
                <a:lnTo>
                  <a:pt x="4713" y="1967"/>
                </a:lnTo>
                <a:lnTo>
                  <a:pt x="4703" y="1964"/>
                </a:lnTo>
                <a:lnTo>
                  <a:pt x="4702" y="1966"/>
                </a:lnTo>
                <a:lnTo>
                  <a:pt x="4701" y="1969"/>
                </a:lnTo>
                <a:lnTo>
                  <a:pt x="4705" y="1974"/>
                </a:lnTo>
                <a:lnTo>
                  <a:pt x="4709" y="1978"/>
                </a:lnTo>
                <a:lnTo>
                  <a:pt x="4715" y="1979"/>
                </a:lnTo>
                <a:lnTo>
                  <a:pt x="4720" y="1981"/>
                </a:lnTo>
                <a:lnTo>
                  <a:pt x="4725" y="1983"/>
                </a:lnTo>
                <a:lnTo>
                  <a:pt x="4730" y="1986"/>
                </a:lnTo>
                <a:lnTo>
                  <a:pt x="4734" y="1989"/>
                </a:lnTo>
                <a:lnTo>
                  <a:pt x="4737" y="1993"/>
                </a:lnTo>
                <a:lnTo>
                  <a:pt x="4740" y="1998"/>
                </a:lnTo>
                <a:lnTo>
                  <a:pt x="4744" y="2003"/>
                </a:lnTo>
                <a:lnTo>
                  <a:pt x="4746" y="2008"/>
                </a:lnTo>
                <a:lnTo>
                  <a:pt x="4749" y="2010"/>
                </a:lnTo>
                <a:lnTo>
                  <a:pt x="4755" y="2011"/>
                </a:lnTo>
                <a:lnTo>
                  <a:pt x="4765" y="2012"/>
                </a:lnTo>
                <a:lnTo>
                  <a:pt x="4761" y="2005"/>
                </a:lnTo>
                <a:lnTo>
                  <a:pt x="4756" y="1999"/>
                </a:lnTo>
                <a:lnTo>
                  <a:pt x="4753" y="1993"/>
                </a:lnTo>
                <a:lnTo>
                  <a:pt x="4751" y="1987"/>
                </a:lnTo>
                <a:lnTo>
                  <a:pt x="4752" y="1980"/>
                </a:lnTo>
                <a:lnTo>
                  <a:pt x="4754" y="1973"/>
                </a:lnTo>
                <a:lnTo>
                  <a:pt x="4757" y="1965"/>
                </a:lnTo>
                <a:lnTo>
                  <a:pt x="4760" y="1958"/>
                </a:lnTo>
                <a:close/>
                <a:moveTo>
                  <a:pt x="4675" y="2004"/>
                </a:moveTo>
                <a:lnTo>
                  <a:pt x="4677" y="2009"/>
                </a:lnTo>
                <a:lnTo>
                  <a:pt x="4679" y="2013"/>
                </a:lnTo>
                <a:lnTo>
                  <a:pt x="4681" y="2012"/>
                </a:lnTo>
                <a:lnTo>
                  <a:pt x="4682" y="2010"/>
                </a:lnTo>
                <a:lnTo>
                  <a:pt x="4680" y="2006"/>
                </a:lnTo>
                <a:lnTo>
                  <a:pt x="4677" y="2003"/>
                </a:lnTo>
                <a:lnTo>
                  <a:pt x="4676" y="2004"/>
                </a:lnTo>
                <a:lnTo>
                  <a:pt x="4675" y="2004"/>
                </a:lnTo>
                <a:close/>
                <a:moveTo>
                  <a:pt x="4664" y="1959"/>
                </a:moveTo>
                <a:lnTo>
                  <a:pt x="4667" y="1967"/>
                </a:lnTo>
                <a:lnTo>
                  <a:pt x="4669" y="1974"/>
                </a:lnTo>
                <a:lnTo>
                  <a:pt x="4671" y="1978"/>
                </a:lnTo>
                <a:lnTo>
                  <a:pt x="4674" y="1980"/>
                </a:lnTo>
                <a:lnTo>
                  <a:pt x="4676" y="1981"/>
                </a:lnTo>
                <a:lnTo>
                  <a:pt x="4680" y="1980"/>
                </a:lnTo>
                <a:lnTo>
                  <a:pt x="4685" y="1978"/>
                </a:lnTo>
                <a:lnTo>
                  <a:pt x="4691" y="1975"/>
                </a:lnTo>
                <a:lnTo>
                  <a:pt x="4678" y="1966"/>
                </a:lnTo>
                <a:lnTo>
                  <a:pt x="4664" y="1959"/>
                </a:lnTo>
                <a:close/>
                <a:moveTo>
                  <a:pt x="4672" y="1891"/>
                </a:moveTo>
                <a:lnTo>
                  <a:pt x="4667" y="1894"/>
                </a:lnTo>
                <a:lnTo>
                  <a:pt x="4662" y="1897"/>
                </a:lnTo>
                <a:lnTo>
                  <a:pt x="4662" y="1899"/>
                </a:lnTo>
                <a:lnTo>
                  <a:pt x="4663" y="1901"/>
                </a:lnTo>
                <a:lnTo>
                  <a:pt x="4668" y="1902"/>
                </a:lnTo>
                <a:lnTo>
                  <a:pt x="4673" y="1902"/>
                </a:lnTo>
                <a:lnTo>
                  <a:pt x="4672" y="1896"/>
                </a:lnTo>
                <a:lnTo>
                  <a:pt x="4672" y="1891"/>
                </a:lnTo>
                <a:close/>
                <a:moveTo>
                  <a:pt x="4576" y="2224"/>
                </a:moveTo>
                <a:lnTo>
                  <a:pt x="4577" y="2224"/>
                </a:lnTo>
                <a:lnTo>
                  <a:pt x="4577" y="2224"/>
                </a:lnTo>
                <a:lnTo>
                  <a:pt x="4566" y="2228"/>
                </a:lnTo>
                <a:lnTo>
                  <a:pt x="4555" y="2231"/>
                </a:lnTo>
                <a:lnTo>
                  <a:pt x="4550" y="2233"/>
                </a:lnTo>
                <a:lnTo>
                  <a:pt x="4545" y="2236"/>
                </a:lnTo>
                <a:lnTo>
                  <a:pt x="4541" y="2239"/>
                </a:lnTo>
                <a:lnTo>
                  <a:pt x="4538" y="2244"/>
                </a:lnTo>
                <a:lnTo>
                  <a:pt x="4535" y="2248"/>
                </a:lnTo>
                <a:lnTo>
                  <a:pt x="4534" y="2253"/>
                </a:lnTo>
                <a:lnTo>
                  <a:pt x="4533" y="2258"/>
                </a:lnTo>
                <a:lnTo>
                  <a:pt x="4534" y="2263"/>
                </a:lnTo>
                <a:lnTo>
                  <a:pt x="4535" y="2267"/>
                </a:lnTo>
                <a:lnTo>
                  <a:pt x="4538" y="2271"/>
                </a:lnTo>
                <a:lnTo>
                  <a:pt x="4542" y="2275"/>
                </a:lnTo>
                <a:lnTo>
                  <a:pt x="4545" y="2277"/>
                </a:lnTo>
                <a:lnTo>
                  <a:pt x="4550" y="2279"/>
                </a:lnTo>
                <a:lnTo>
                  <a:pt x="4555" y="2279"/>
                </a:lnTo>
                <a:lnTo>
                  <a:pt x="4559" y="2279"/>
                </a:lnTo>
                <a:lnTo>
                  <a:pt x="4561" y="2277"/>
                </a:lnTo>
                <a:lnTo>
                  <a:pt x="4562" y="2274"/>
                </a:lnTo>
                <a:lnTo>
                  <a:pt x="4564" y="2270"/>
                </a:lnTo>
                <a:lnTo>
                  <a:pt x="4565" y="2268"/>
                </a:lnTo>
                <a:lnTo>
                  <a:pt x="4569" y="2266"/>
                </a:lnTo>
                <a:lnTo>
                  <a:pt x="4573" y="2264"/>
                </a:lnTo>
                <a:lnTo>
                  <a:pt x="4577" y="2263"/>
                </a:lnTo>
                <a:lnTo>
                  <a:pt x="4583" y="2262"/>
                </a:lnTo>
                <a:lnTo>
                  <a:pt x="4589" y="2260"/>
                </a:lnTo>
                <a:lnTo>
                  <a:pt x="4592" y="2259"/>
                </a:lnTo>
                <a:lnTo>
                  <a:pt x="4594" y="2257"/>
                </a:lnTo>
                <a:lnTo>
                  <a:pt x="4595" y="2254"/>
                </a:lnTo>
                <a:lnTo>
                  <a:pt x="4596" y="2251"/>
                </a:lnTo>
                <a:lnTo>
                  <a:pt x="4596" y="2244"/>
                </a:lnTo>
                <a:lnTo>
                  <a:pt x="4594" y="2238"/>
                </a:lnTo>
                <a:lnTo>
                  <a:pt x="4590" y="2233"/>
                </a:lnTo>
                <a:lnTo>
                  <a:pt x="4585" y="2229"/>
                </a:lnTo>
                <a:lnTo>
                  <a:pt x="4581" y="2227"/>
                </a:lnTo>
                <a:lnTo>
                  <a:pt x="4577" y="2224"/>
                </a:lnTo>
                <a:lnTo>
                  <a:pt x="4577" y="2224"/>
                </a:lnTo>
                <a:lnTo>
                  <a:pt x="4577" y="2224"/>
                </a:lnTo>
                <a:lnTo>
                  <a:pt x="4577" y="2224"/>
                </a:lnTo>
                <a:lnTo>
                  <a:pt x="4577" y="2224"/>
                </a:lnTo>
                <a:lnTo>
                  <a:pt x="4581" y="2221"/>
                </a:lnTo>
                <a:lnTo>
                  <a:pt x="4584" y="2219"/>
                </a:lnTo>
                <a:lnTo>
                  <a:pt x="4584" y="2217"/>
                </a:lnTo>
                <a:lnTo>
                  <a:pt x="4584" y="2215"/>
                </a:lnTo>
                <a:lnTo>
                  <a:pt x="4584" y="2213"/>
                </a:lnTo>
                <a:lnTo>
                  <a:pt x="4582" y="2211"/>
                </a:lnTo>
                <a:lnTo>
                  <a:pt x="4577" y="2208"/>
                </a:lnTo>
                <a:lnTo>
                  <a:pt x="4565" y="2205"/>
                </a:lnTo>
                <a:lnTo>
                  <a:pt x="4572" y="2216"/>
                </a:lnTo>
                <a:lnTo>
                  <a:pt x="4577" y="2224"/>
                </a:lnTo>
                <a:lnTo>
                  <a:pt x="4577" y="2224"/>
                </a:lnTo>
                <a:lnTo>
                  <a:pt x="4576" y="2224"/>
                </a:lnTo>
                <a:close/>
                <a:moveTo>
                  <a:pt x="4544" y="2146"/>
                </a:moveTo>
                <a:lnTo>
                  <a:pt x="4545" y="2147"/>
                </a:lnTo>
                <a:lnTo>
                  <a:pt x="4548" y="2147"/>
                </a:lnTo>
                <a:lnTo>
                  <a:pt x="4548" y="2145"/>
                </a:lnTo>
                <a:lnTo>
                  <a:pt x="4548" y="2143"/>
                </a:lnTo>
                <a:lnTo>
                  <a:pt x="4546" y="2142"/>
                </a:lnTo>
                <a:lnTo>
                  <a:pt x="4543" y="2142"/>
                </a:lnTo>
                <a:lnTo>
                  <a:pt x="4543" y="2145"/>
                </a:lnTo>
                <a:lnTo>
                  <a:pt x="4544" y="2146"/>
                </a:lnTo>
                <a:close/>
                <a:moveTo>
                  <a:pt x="4509" y="2079"/>
                </a:moveTo>
                <a:lnTo>
                  <a:pt x="4521" y="2078"/>
                </a:lnTo>
                <a:lnTo>
                  <a:pt x="4532" y="2079"/>
                </a:lnTo>
                <a:lnTo>
                  <a:pt x="4537" y="2080"/>
                </a:lnTo>
                <a:lnTo>
                  <a:pt x="4542" y="2079"/>
                </a:lnTo>
                <a:lnTo>
                  <a:pt x="4547" y="2077"/>
                </a:lnTo>
                <a:lnTo>
                  <a:pt x="4552" y="2074"/>
                </a:lnTo>
                <a:lnTo>
                  <a:pt x="4544" y="2070"/>
                </a:lnTo>
                <a:lnTo>
                  <a:pt x="4538" y="2068"/>
                </a:lnTo>
                <a:lnTo>
                  <a:pt x="4533" y="2066"/>
                </a:lnTo>
                <a:lnTo>
                  <a:pt x="4528" y="2066"/>
                </a:lnTo>
                <a:lnTo>
                  <a:pt x="4524" y="2067"/>
                </a:lnTo>
                <a:lnTo>
                  <a:pt x="4520" y="2069"/>
                </a:lnTo>
                <a:lnTo>
                  <a:pt x="4515" y="2073"/>
                </a:lnTo>
                <a:lnTo>
                  <a:pt x="4509" y="2079"/>
                </a:lnTo>
                <a:close/>
                <a:moveTo>
                  <a:pt x="4448" y="3065"/>
                </a:moveTo>
                <a:lnTo>
                  <a:pt x="4450" y="3068"/>
                </a:lnTo>
                <a:lnTo>
                  <a:pt x="4452" y="3072"/>
                </a:lnTo>
                <a:lnTo>
                  <a:pt x="4455" y="3074"/>
                </a:lnTo>
                <a:lnTo>
                  <a:pt x="4458" y="3076"/>
                </a:lnTo>
                <a:lnTo>
                  <a:pt x="4466" y="3078"/>
                </a:lnTo>
                <a:lnTo>
                  <a:pt x="4475" y="3081"/>
                </a:lnTo>
                <a:lnTo>
                  <a:pt x="4472" y="3076"/>
                </a:lnTo>
                <a:lnTo>
                  <a:pt x="4469" y="3072"/>
                </a:lnTo>
                <a:lnTo>
                  <a:pt x="4466" y="3070"/>
                </a:lnTo>
                <a:lnTo>
                  <a:pt x="4461" y="3067"/>
                </a:lnTo>
                <a:lnTo>
                  <a:pt x="4454" y="3065"/>
                </a:lnTo>
                <a:lnTo>
                  <a:pt x="4448" y="3065"/>
                </a:lnTo>
                <a:close/>
                <a:moveTo>
                  <a:pt x="4467" y="2851"/>
                </a:moveTo>
                <a:lnTo>
                  <a:pt x="4466" y="2861"/>
                </a:lnTo>
                <a:lnTo>
                  <a:pt x="4465" y="2873"/>
                </a:lnTo>
                <a:lnTo>
                  <a:pt x="4469" y="2870"/>
                </a:lnTo>
                <a:lnTo>
                  <a:pt x="4472" y="2869"/>
                </a:lnTo>
                <a:lnTo>
                  <a:pt x="4474" y="2864"/>
                </a:lnTo>
                <a:lnTo>
                  <a:pt x="4474" y="2860"/>
                </a:lnTo>
                <a:lnTo>
                  <a:pt x="4474" y="2858"/>
                </a:lnTo>
                <a:lnTo>
                  <a:pt x="4472" y="2855"/>
                </a:lnTo>
                <a:lnTo>
                  <a:pt x="4470" y="2853"/>
                </a:lnTo>
                <a:lnTo>
                  <a:pt x="4467" y="2851"/>
                </a:lnTo>
                <a:close/>
                <a:moveTo>
                  <a:pt x="4639" y="2177"/>
                </a:moveTo>
                <a:lnTo>
                  <a:pt x="4634" y="2173"/>
                </a:lnTo>
                <a:lnTo>
                  <a:pt x="4628" y="2170"/>
                </a:lnTo>
                <a:lnTo>
                  <a:pt x="4627" y="2172"/>
                </a:lnTo>
                <a:lnTo>
                  <a:pt x="4626" y="2175"/>
                </a:lnTo>
                <a:lnTo>
                  <a:pt x="4631" y="2178"/>
                </a:lnTo>
                <a:lnTo>
                  <a:pt x="4637" y="2180"/>
                </a:lnTo>
                <a:lnTo>
                  <a:pt x="4638" y="2179"/>
                </a:lnTo>
                <a:lnTo>
                  <a:pt x="4639" y="2177"/>
                </a:lnTo>
                <a:close/>
                <a:moveTo>
                  <a:pt x="4636" y="2215"/>
                </a:moveTo>
                <a:lnTo>
                  <a:pt x="4637" y="2219"/>
                </a:lnTo>
                <a:lnTo>
                  <a:pt x="4638" y="2222"/>
                </a:lnTo>
                <a:lnTo>
                  <a:pt x="4641" y="2222"/>
                </a:lnTo>
                <a:lnTo>
                  <a:pt x="4644" y="2222"/>
                </a:lnTo>
                <a:lnTo>
                  <a:pt x="4644" y="2218"/>
                </a:lnTo>
                <a:lnTo>
                  <a:pt x="4643" y="2216"/>
                </a:lnTo>
                <a:lnTo>
                  <a:pt x="4640" y="2215"/>
                </a:lnTo>
                <a:lnTo>
                  <a:pt x="4636" y="2215"/>
                </a:lnTo>
                <a:close/>
                <a:moveTo>
                  <a:pt x="4636" y="2912"/>
                </a:moveTo>
                <a:lnTo>
                  <a:pt x="4639" y="2919"/>
                </a:lnTo>
                <a:lnTo>
                  <a:pt x="4644" y="2925"/>
                </a:lnTo>
                <a:lnTo>
                  <a:pt x="4647" y="2928"/>
                </a:lnTo>
                <a:lnTo>
                  <a:pt x="4651" y="2929"/>
                </a:lnTo>
                <a:lnTo>
                  <a:pt x="4656" y="2931"/>
                </a:lnTo>
                <a:lnTo>
                  <a:pt x="4661" y="2931"/>
                </a:lnTo>
                <a:lnTo>
                  <a:pt x="4660" y="2925"/>
                </a:lnTo>
                <a:lnTo>
                  <a:pt x="4658" y="2921"/>
                </a:lnTo>
                <a:lnTo>
                  <a:pt x="4655" y="2918"/>
                </a:lnTo>
                <a:lnTo>
                  <a:pt x="4652" y="2916"/>
                </a:lnTo>
                <a:lnTo>
                  <a:pt x="4643" y="2913"/>
                </a:lnTo>
                <a:lnTo>
                  <a:pt x="4636" y="2912"/>
                </a:lnTo>
                <a:close/>
                <a:moveTo>
                  <a:pt x="4596" y="2737"/>
                </a:moveTo>
                <a:lnTo>
                  <a:pt x="4602" y="2739"/>
                </a:lnTo>
                <a:lnTo>
                  <a:pt x="4609" y="2741"/>
                </a:lnTo>
                <a:lnTo>
                  <a:pt x="4614" y="2742"/>
                </a:lnTo>
                <a:lnTo>
                  <a:pt x="4619" y="2742"/>
                </a:lnTo>
                <a:lnTo>
                  <a:pt x="4624" y="2741"/>
                </a:lnTo>
                <a:lnTo>
                  <a:pt x="4629" y="2740"/>
                </a:lnTo>
                <a:lnTo>
                  <a:pt x="4634" y="2737"/>
                </a:lnTo>
                <a:lnTo>
                  <a:pt x="4639" y="2734"/>
                </a:lnTo>
                <a:lnTo>
                  <a:pt x="4631" y="2726"/>
                </a:lnTo>
                <a:lnTo>
                  <a:pt x="4624" y="2718"/>
                </a:lnTo>
                <a:lnTo>
                  <a:pt x="4611" y="2727"/>
                </a:lnTo>
                <a:lnTo>
                  <a:pt x="4596" y="2737"/>
                </a:lnTo>
                <a:close/>
                <a:moveTo>
                  <a:pt x="4560" y="2827"/>
                </a:moveTo>
                <a:lnTo>
                  <a:pt x="4564" y="2834"/>
                </a:lnTo>
                <a:lnTo>
                  <a:pt x="4568" y="2840"/>
                </a:lnTo>
                <a:lnTo>
                  <a:pt x="4570" y="2839"/>
                </a:lnTo>
                <a:lnTo>
                  <a:pt x="4572" y="2838"/>
                </a:lnTo>
                <a:lnTo>
                  <a:pt x="4569" y="2831"/>
                </a:lnTo>
                <a:lnTo>
                  <a:pt x="4566" y="2824"/>
                </a:lnTo>
                <a:lnTo>
                  <a:pt x="4563" y="2825"/>
                </a:lnTo>
                <a:lnTo>
                  <a:pt x="4560" y="2827"/>
                </a:lnTo>
                <a:close/>
                <a:moveTo>
                  <a:pt x="4502" y="2785"/>
                </a:moveTo>
                <a:lnTo>
                  <a:pt x="4500" y="2781"/>
                </a:lnTo>
                <a:lnTo>
                  <a:pt x="4498" y="2777"/>
                </a:lnTo>
                <a:lnTo>
                  <a:pt x="4495" y="2777"/>
                </a:lnTo>
                <a:lnTo>
                  <a:pt x="4492" y="2778"/>
                </a:lnTo>
                <a:lnTo>
                  <a:pt x="4491" y="2782"/>
                </a:lnTo>
                <a:lnTo>
                  <a:pt x="4491" y="2789"/>
                </a:lnTo>
                <a:lnTo>
                  <a:pt x="4497" y="2787"/>
                </a:lnTo>
                <a:lnTo>
                  <a:pt x="4502" y="2785"/>
                </a:lnTo>
                <a:close/>
                <a:moveTo>
                  <a:pt x="4505" y="2695"/>
                </a:moveTo>
                <a:lnTo>
                  <a:pt x="4506" y="2692"/>
                </a:lnTo>
                <a:lnTo>
                  <a:pt x="4505" y="2689"/>
                </a:lnTo>
                <a:lnTo>
                  <a:pt x="4503" y="2688"/>
                </a:lnTo>
                <a:lnTo>
                  <a:pt x="4501" y="2688"/>
                </a:lnTo>
                <a:lnTo>
                  <a:pt x="4499" y="2691"/>
                </a:lnTo>
                <a:lnTo>
                  <a:pt x="4498" y="2695"/>
                </a:lnTo>
                <a:lnTo>
                  <a:pt x="4502" y="2695"/>
                </a:lnTo>
                <a:lnTo>
                  <a:pt x="4505" y="2695"/>
                </a:lnTo>
                <a:close/>
                <a:moveTo>
                  <a:pt x="4501" y="2919"/>
                </a:moveTo>
                <a:lnTo>
                  <a:pt x="4498" y="2918"/>
                </a:lnTo>
                <a:lnTo>
                  <a:pt x="4494" y="2918"/>
                </a:lnTo>
                <a:lnTo>
                  <a:pt x="4494" y="2922"/>
                </a:lnTo>
                <a:lnTo>
                  <a:pt x="4494" y="2924"/>
                </a:lnTo>
                <a:lnTo>
                  <a:pt x="4498" y="2925"/>
                </a:lnTo>
                <a:lnTo>
                  <a:pt x="4504" y="2927"/>
                </a:lnTo>
                <a:lnTo>
                  <a:pt x="4502" y="2922"/>
                </a:lnTo>
                <a:lnTo>
                  <a:pt x="4501" y="2919"/>
                </a:lnTo>
                <a:close/>
                <a:moveTo>
                  <a:pt x="4491" y="2360"/>
                </a:moveTo>
                <a:lnTo>
                  <a:pt x="4496" y="2362"/>
                </a:lnTo>
                <a:lnTo>
                  <a:pt x="4503" y="2362"/>
                </a:lnTo>
                <a:lnTo>
                  <a:pt x="4502" y="2355"/>
                </a:lnTo>
                <a:lnTo>
                  <a:pt x="4500" y="2352"/>
                </a:lnTo>
                <a:lnTo>
                  <a:pt x="4495" y="2351"/>
                </a:lnTo>
                <a:lnTo>
                  <a:pt x="4490" y="2352"/>
                </a:lnTo>
                <a:lnTo>
                  <a:pt x="4490" y="2357"/>
                </a:lnTo>
                <a:lnTo>
                  <a:pt x="4491" y="2360"/>
                </a:lnTo>
                <a:close/>
                <a:moveTo>
                  <a:pt x="4577" y="2301"/>
                </a:moveTo>
                <a:lnTo>
                  <a:pt x="4565" y="2310"/>
                </a:lnTo>
                <a:lnTo>
                  <a:pt x="4552" y="2320"/>
                </a:lnTo>
                <a:lnTo>
                  <a:pt x="4547" y="2319"/>
                </a:lnTo>
                <a:lnTo>
                  <a:pt x="4542" y="2318"/>
                </a:lnTo>
                <a:lnTo>
                  <a:pt x="4540" y="2316"/>
                </a:lnTo>
                <a:lnTo>
                  <a:pt x="4538" y="2314"/>
                </a:lnTo>
                <a:lnTo>
                  <a:pt x="4536" y="2311"/>
                </a:lnTo>
                <a:lnTo>
                  <a:pt x="4535" y="2306"/>
                </a:lnTo>
                <a:lnTo>
                  <a:pt x="4533" y="2301"/>
                </a:lnTo>
                <a:lnTo>
                  <a:pt x="4531" y="2297"/>
                </a:lnTo>
                <a:lnTo>
                  <a:pt x="4528" y="2294"/>
                </a:lnTo>
                <a:lnTo>
                  <a:pt x="4524" y="2292"/>
                </a:lnTo>
                <a:lnTo>
                  <a:pt x="4520" y="2292"/>
                </a:lnTo>
                <a:lnTo>
                  <a:pt x="4516" y="2292"/>
                </a:lnTo>
                <a:lnTo>
                  <a:pt x="4511" y="2294"/>
                </a:lnTo>
                <a:lnTo>
                  <a:pt x="4505" y="2296"/>
                </a:lnTo>
                <a:lnTo>
                  <a:pt x="4501" y="2299"/>
                </a:lnTo>
                <a:lnTo>
                  <a:pt x="4499" y="2302"/>
                </a:lnTo>
                <a:lnTo>
                  <a:pt x="4497" y="2305"/>
                </a:lnTo>
                <a:lnTo>
                  <a:pt x="4496" y="2308"/>
                </a:lnTo>
                <a:lnTo>
                  <a:pt x="4496" y="2311"/>
                </a:lnTo>
                <a:lnTo>
                  <a:pt x="4497" y="2314"/>
                </a:lnTo>
                <a:lnTo>
                  <a:pt x="4499" y="2317"/>
                </a:lnTo>
                <a:lnTo>
                  <a:pt x="4503" y="2320"/>
                </a:lnTo>
                <a:lnTo>
                  <a:pt x="4508" y="2326"/>
                </a:lnTo>
                <a:lnTo>
                  <a:pt x="4513" y="2332"/>
                </a:lnTo>
                <a:lnTo>
                  <a:pt x="4516" y="2338"/>
                </a:lnTo>
                <a:lnTo>
                  <a:pt x="4517" y="2346"/>
                </a:lnTo>
                <a:lnTo>
                  <a:pt x="4519" y="2353"/>
                </a:lnTo>
                <a:lnTo>
                  <a:pt x="4522" y="2362"/>
                </a:lnTo>
                <a:lnTo>
                  <a:pt x="4523" y="2366"/>
                </a:lnTo>
                <a:lnTo>
                  <a:pt x="4525" y="2369"/>
                </a:lnTo>
                <a:lnTo>
                  <a:pt x="4527" y="2371"/>
                </a:lnTo>
                <a:lnTo>
                  <a:pt x="4529" y="2372"/>
                </a:lnTo>
                <a:lnTo>
                  <a:pt x="4537" y="2372"/>
                </a:lnTo>
                <a:lnTo>
                  <a:pt x="4546" y="2371"/>
                </a:lnTo>
                <a:lnTo>
                  <a:pt x="4550" y="2369"/>
                </a:lnTo>
                <a:lnTo>
                  <a:pt x="4554" y="2368"/>
                </a:lnTo>
                <a:lnTo>
                  <a:pt x="4559" y="2366"/>
                </a:lnTo>
                <a:lnTo>
                  <a:pt x="4562" y="2363"/>
                </a:lnTo>
                <a:lnTo>
                  <a:pt x="4573" y="2349"/>
                </a:lnTo>
                <a:lnTo>
                  <a:pt x="4584" y="2335"/>
                </a:lnTo>
                <a:lnTo>
                  <a:pt x="4594" y="2320"/>
                </a:lnTo>
                <a:lnTo>
                  <a:pt x="4605" y="2306"/>
                </a:lnTo>
                <a:lnTo>
                  <a:pt x="4592" y="2291"/>
                </a:lnTo>
                <a:lnTo>
                  <a:pt x="4582" y="2277"/>
                </a:lnTo>
                <a:lnTo>
                  <a:pt x="4578" y="2280"/>
                </a:lnTo>
                <a:lnTo>
                  <a:pt x="4576" y="2284"/>
                </a:lnTo>
                <a:lnTo>
                  <a:pt x="4576" y="2286"/>
                </a:lnTo>
                <a:lnTo>
                  <a:pt x="4576" y="2289"/>
                </a:lnTo>
                <a:lnTo>
                  <a:pt x="4577" y="2295"/>
                </a:lnTo>
                <a:lnTo>
                  <a:pt x="4577" y="2301"/>
                </a:lnTo>
                <a:close/>
                <a:moveTo>
                  <a:pt x="4662" y="2209"/>
                </a:moveTo>
                <a:lnTo>
                  <a:pt x="4661" y="2205"/>
                </a:lnTo>
                <a:lnTo>
                  <a:pt x="4660" y="2201"/>
                </a:lnTo>
                <a:lnTo>
                  <a:pt x="4657" y="2200"/>
                </a:lnTo>
                <a:lnTo>
                  <a:pt x="4652" y="2200"/>
                </a:lnTo>
                <a:lnTo>
                  <a:pt x="4654" y="2205"/>
                </a:lnTo>
                <a:lnTo>
                  <a:pt x="4655" y="2208"/>
                </a:lnTo>
                <a:lnTo>
                  <a:pt x="4658" y="2209"/>
                </a:lnTo>
                <a:lnTo>
                  <a:pt x="4662" y="2209"/>
                </a:lnTo>
                <a:close/>
                <a:moveTo>
                  <a:pt x="4680" y="2769"/>
                </a:moveTo>
                <a:lnTo>
                  <a:pt x="4690" y="2775"/>
                </a:lnTo>
                <a:lnTo>
                  <a:pt x="4702" y="2781"/>
                </a:lnTo>
                <a:lnTo>
                  <a:pt x="4704" y="2775"/>
                </a:lnTo>
                <a:lnTo>
                  <a:pt x="4704" y="2770"/>
                </a:lnTo>
                <a:lnTo>
                  <a:pt x="4703" y="2766"/>
                </a:lnTo>
                <a:lnTo>
                  <a:pt x="4702" y="2762"/>
                </a:lnTo>
                <a:lnTo>
                  <a:pt x="4699" y="2759"/>
                </a:lnTo>
                <a:lnTo>
                  <a:pt x="4695" y="2757"/>
                </a:lnTo>
                <a:lnTo>
                  <a:pt x="4692" y="2755"/>
                </a:lnTo>
                <a:lnTo>
                  <a:pt x="4687" y="2753"/>
                </a:lnTo>
                <a:lnTo>
                  <a:pt x="4685" y="2753"/>
                </a:lnTo>
                <a:lnTo>
                  <a:pt x="4682" y="2755"/>
                </a:lnTo>
                <a:lnTo>
                  <a:pt x="4679" y="2756"/>
                </a:lnTo>
                <a:lnTo>
                  <a:pt x="4677" y="2758"/>
                </a:lnTo>
                <a:lnTo>
                  <a:pt x="4677" y="2761"/>
                </a:lnTo>
                <a:lnTo>
                  <a:pt x="4677" y="2764"/>
                </a:lnTo>
                <a:lnTo>
                  <a:pt x="4679" y="2767"/>
                </a:lnTo>
                <a:lnTo>
                  <a:pt x="4680" y="2769"/>
                </a:lnTo>
                <a:close/>
                <a:moveTo>
                  <a:pt x="4702" y="2173"/>
                </a:moveTo>
                <a:lnTo>
                  <a:pt x="4704" y="2169"/>
                </a:lnTo>
                <a:lnTo>
                  <a:pt x="4705" y="2164"/>
                </a:lnTo>
                <a:lnTo>
                  <a:pt x="4705" y="2160"/>
                </a:lnTo>
                <a:lnTo>
                  <a:pt x="4703" y="2156"/>
                </a:lnTo>
                <a:lnTo>
                  <a:pt x="4702" y="2152"/>
                </a:lnTo>
                <a:lnTo>
                  <a:pt x="4699" y="2148"/>
                </a:lnTo>
                <a:lnTo>
                  <a:pt x="4694" y="2145"/>
                </a:lnTo>
                <a:lnTo>
                  <a:pt x="4690" y="2141"/>
                </a:lnTo>
                <a:lnTo>
                  <a:pt x="4689" y="2153"/>
                </a:lnTo>
                <a:lnTo>
                  <a:pt x="4689" y="2164"/>
                </a:lnTo>
                <a:lnTo>
                  <a:pt x="4680" y="2166"/>
                </a:lnTo>
                <a:lnTo>
                  <a:pt x="4670" y="2168"/>
                </a:lnTo>
                <a:lnTo>
                  <a:pt x="4671" y="2173"/>
                </a:lnTo>
                <a:lnTo>
                  <a:pt x="4672" y="2175"/>
                </a:lnTo>
                <a:lnTo>
                  <a:pt x="4680" y="2179"/>
                </a:lnTo>
                <a:lnTo>
                  <a:pt x="4688" y="2180"/>
                </a:lnTo>
                <a:lnTo>
                  <a:pt x="4691" y="2180"/>
                </a:lnTo>
                <a:lnTo>
                  <a:pt x="4695" y="2179"/>
                </a:lnTo>
                <a:lnTo>
                  <a:pt x="4699" y="2177"/>
                </a:lnTo>
                <a:lnTo>
                  <a:pt x="4702" y="2173"/>
                </a:lnTo>
                <a:close/>
                <a:moveTo>
                  <a:pt x="4732" y="2128"/>
                </a:moveTo>
                <a:lnTo>
                  <a:pt x="4729" y="2128"/>
                </a:lnTo>
                <a:lnTo>
                  <a:pt x="4726" y="2129"/>
                </a:lnTo>
                <a:lnTo>
                  <a:pt x="4726" y="2132"/>
                </a:lnTo>
                <a:lnTo>
                  <a:pt x="4726" y="2136"/>
                </a:lnTo>
                <a:lnTo>
                  <a:pt x="4730" y="2135"/>
                </a:lnTo>
                <a:lnTo>
                  <a:pt x="4732" y="2134"/>
                </a:lnTo>
                <a:lnTo>
                  <a:pt x="4733" y="2131"/>
                </a:lnTo>
                <a:lnTo>
                  <a:pt x="4732" y="2128"/>
                </a:lnTo>
                <a:close/>
                <a:moveTo>
                  <a:pt x="4714" y="2156"/>
                </a:moveTo>
                <a:lnTo>
                  <a:pt x="4716" y="2162"/>
                </a:lnTo>
                <a:lnTo>
                  <a:pt x="4718" y="2169"/>
                </a:lnTo>
                <a:lnTo>
                  <a:pt x="4721" y="2173"/>
                </a:lnTo>
                <a:lnTo>
                  <a:pt x="4725" y="2176"/>
                </a:lnTo>
                <a:lnTo>
                  <a:pt x="4731" y="2179"/>
                </a:lnTo>
                <a:lnTo>
                  <a:pt x="4738" y="2181"/>
                </a:lnTo>
                <a:lnTo>
                  <a:pt x="4750" y="2183"/>
                </a:lnTo>
                <a:lnTo>
                  <a:pt x="4763" y="2185"/>
                </a:lnTo>
                <a:lnTo>
                  <a:pt x="4756" y="2176"/>
                </a:lnTo>
                <a:lnTo>
                  <a:pt x="4749" y="2167"/>
                </a:lnTo>
                <a:lnTo>
                  <a:pt x="4759" y="2159"/>
                </a:lnTo>
                <a:lnTo>
                  <a:pt x="4768" y="2152"/>
                </a:lnTo>
                <a:lnTo>
                  <a:pt x="4765" y="2150"/>
                </a:lnTo>
                <a:lnTo>
                  <a:pt x="4762" y="2150"/>
                </a:lnTo>
                <a:lnTo>
                  <a:pt x="4750" y="2151"/>
                </a:lnTo>
                <a:lnTo>
                  <a:pt x="4738" y="2152"/>
                </a:lnTo>
                <a:lnTo>
                  <a:pt x="4726" y="2154"/>
                </a:lnTo>
                <a:lnTo>
                  <a:pt x="4714" y="2156"/>
                </a:lnTo>
                <a:close/>
                <a:moveTo>
                  <a:pt x="4712" y="3944"/>
                </a:moveTo>
                <a:lnTo>
                  <a:pt x="4717" y="3941"/>
                </a:lnTo>
                <a:lnTo>
                  <a:pt x="4722" y="3938"/>
                </a:lnTo>
                <a:lnTo>
                  <a:pt x="4718" y="3933"/>
                </a:lnTo>
                <a:lnTo>
                  <a:pt x="4713" y="3930"/>
                </a:lnTo>
                <a:lnTo>
                  <a:pt x="4713" y="3937"/>
                </a:lnTo>
                <a:lnTo>
                  <a:pt x="4712" y="3944"/>
                </a:lnTo>
                <a:close/>
                <a:moveTo>
                  <a:pt x="4718" y="3424"/>
                </a:moveTo>
                <a:lnTo>
                  <a:pt x="4714" y="3430"/>
                </a:lnTo>
                <a:lnTo>
                  <a:pt x="4711" y="3435"/>
                </a:lnTo>
                <a:lnTo>
                  <a:pt x="4710" y="3441"/>
                </a:lnTo>
                <a:lnTo>
                  <a:pt x="4709" y="3446"/>
                </a:lnTo>
                <a:lnTo>
                  <a:pt x="4712" y="3447"/>
                </a:lnTo>
                <a:lnTo>
                  <a:pt x="4714" y="3447"/>
                </a:lnTo>
                <a:lnTo>
                  <a:pt x="4716" y="3447"/>
                </a:lnTo>
                <a:lnTo>
                  <a:pt x="4718" y="3446"/>
                </a:lnTo>
                <a:lnTo>
                  <a:pt x="4722" y="3444"/>
                </a:lnTo>
                <a:lnTo>
                  <a:pt x="4725" y="3440"/>
                </a:lnTo>
                <a:lnTo>
                  <a:pt x="4726" y="3435"/>
                </a:lnTo>
                <a:lnTo>
                  <a:pt x="4726" y="3431"/>
                </a:lnTo>
                <a:lnTo>
                  <a:pt x="4725" y="3429"/>
                </a:lnTo>
                <a:lnTo>
                  <a:pt x="4723" y="3427"/>
                </a:lnTo>
                <a:lnTo>
                  <a:pt x="4721" y="3425"/>
                </a:lnTo>
                <a:lnTo>
                  <a:pt x="4718" y="3424"/>
                </a:lnTo>
                <a:close/>
                <a:moveTo>
                  <a:pt x="4192" y="3575"/>
                </a:moveTo>
                <a:lnTo>
                  <a:pt x="4200" y="3574"/>
                </a:lnTo>
                <a:lnTo>
                  <a:pt x="4208" y="3574"/>
                </a:lnTo>
                <a:lnTo>
                  <a:pt x="4209" y="3572"/>
                </a:lnTo>
                <a:lnTo>
                  <a:pt x="4210" y="3569"/>
                </a:lnTo>
                <a:lnTo>
                  <a:pt x="4209" y="3567"/>
                </a:lnTo>
                <a:lnTo>
                  <a:pt x="4208" y="3564"/>
                </a:lnTo>
                <a:lnTo>
                  <a:pt x="4204" y="3560"/>
                </a:lnTo>
                <a:lnTo>
                  <a:pt x="4198" y="3556"/>
                </a:lnTo>
                <a:lnTo>
                  <a:pt x="4198" y="3561"/>
                </a:lnTo>
                <a:lnTo>
                  <a:pt x="4197" y="3565"/>
                </a:lnTo>
                <a:lnTo>
                  <a:pt x="4195" y="3570"/>
                </a:lnTo>
                <a:lnTo>
                  <a:pt x="4192" y="3575"/>
                </a:lnTo>
                <a:close/>
                <a:moveTo>
                  <a:pt x="4518" y="3085"/>
                </a:moveTo>
                <a:lnTo>
                  <a:pt x="4521" y="3096"/>
                </a:lnTo>
                <a:lnTo>
                  <a:pt x="4526" y="3109"/>
                </a:lnTo>
                <a:lnTo>
                  <a:pt x="4535" y="3101"/>
                </a:lnTo>
                <a:lnTo>
                  <a:pt x="4545" y="3094"/>
                </a:lnTo>
                <a:lnTo>
                  <a:pt x="4556" y="3088"/>
                </a:lnTo>
                <a:lnTo>
                  <a:pt x="4570" y="3083"/>
                </a:lnTo>
                <a:lnTo>
                  <a:pt x="4575" y="3072"/>
                </a:lnTo>
                <a:lnTo>
                  <a:pt x="4582" y="3060"/>
                </a:lnTo>
                <a:lnTo>
                  <a:pt x="4589" y="3050"/>
                </a:lnTo>
                <a:lnTo>
                  <a:pt x="4597" y="3040"/>
                </a:lnTo>
                <a:lnTo>
                  <a:pt x="4593" y="3037"/>
                </a:lnTo>
                <a:lnTo>
                  <a:pt x="4591" y="3033"/>
                </a:lnTo>
                <a:lnTo>
                  <a:pt x="4591" y="3028"/>
                </a:lnTo>
                <a:lnTo>
                  <a:pt x="4591" y="3023"/>
                </a:lnTo>
                <a:lnTo>
                  <a:pt x="4598" y="3026"/>
                </a:lnTo>
                <a:lnTo>
                  <a:pt x="4606" y="3032"/>
                </a:lnTo>
                <a:lnTo>
                  <a:pt x="4629" y="3009"/>
                </a:lnTo>
                <a:lnTo>
                  <a:pt x="4656" y="2985"/>
                </a:lnTo>
                <a:lnTo>
                  <a:pt x="4668" y="2973"/>
                </a:lnTo>
                <a:lnTo>
                  <a:pt x="4681" y="2959"/>
                </a:lnTo>
                <a:lnTo>
                  <a:pt x="4693" y="2943"/>
                </a:lnTo>
                <a:lnTo>
                  <a:pt x="4705" y="2927"/>
                </a:lnTo>
                <a:lnTo>
                  <a:pt x="4709" y="2930"/>
                </a:lnTo>
                <a:lnTo>
                  <a:pt x="4712" y="2933"/>
                </a:lnTo>
                <a:lnTo>
                  <a:pt x="4712" y="2935"/>
                </a:lnTo>
                <a:lnTo>
                  <a:pt x="4714" y="2936"/>
                </a:lnTo>
                <a:lnTo>
                  <a:pt x="4715" y="2936"/>
                </a:lnTo>
                <a:lnTo>
                  <a:pt x="4717" y="2934"/>
                </a:lnTo>
                <a:lnTo>
                  <a:pt x="4717" y="2928"/>
                </a:lnTo>
                <a:lnTo>
                  <a:pt x="4719" y="2921"/>
                </a:lnTo>
                <a:lnTo>
                  <a:pt x="4721" y="2913"/>
                </a:lnTo>
                <a:lnTo>
                  <a:pt x="4724" y="2905"/>
                </a:lnTo>
                <a:lnTo>
                  <a:pt x="4726" y="2901"/>
                </a:lnTo>
                <a:lnTo>
                  <a:pt x="4728" y="2898"/>
                </a:lnTo>
                <a:lnTo>
                  <a:pt x="4730" y="2896"/>
                </a:lnTo>
                <a:lnTo>
                  <a:pt x="4733" y="2894"/>
                </a:lnTo>
                <a:lnTo>
                  <a:pt x="4736" y="2893"/>
                </a:lnTo>
                <a:lnTo>
                  <a:pt x="4740" y="2892"/>
                </a:lnTo>
                <a:lnTo>
                  <a:pt x="4745" y="2892"/>
                </a:lnTo>
                <a:lnTo>
                  <a:pt x="4749" y="2893"/>
                </a:lnTo>
                <a:lnTo>
                  <a:pt x="4751" y="2895"/>
                </a:lnTo>
                <a:lnTo>
                  <a:pt x="4752" y="2896"/>
                </a:lnTo>
                <a:lnTo>
                  <a:pt x="4752" y="2898"/>
                </a:lnTo>
                <a:lnTo>
                  <a:pt x="4752" y="2899"/>
                </a:lnTo>
                <a:lnTo>
                  <a:pt x="4750" y="2901"/>
                </a:lnTo>
                <a:lnTo>
                  <a:pt x="4746" y="2902"/>
                </a:lnTo>
                <a:lnTo>
                  <a:pt x="4742" y="2904"/>
                </a:lnTo>
                <a:lnTo>
                  <a:pt x="4739" y="2906"/>
                </a:lnTo>
                <a:lnTo>
                  <a:pt x="4739" y="2907"/>
                </a:lnTo>
                <a:lnTo>
                  <a:pt x="4739" y="2908"/>
                </a:lnTo>
                <a:lnTo>
                  <a:pt x="4740" y="2909"/>
                </a:lnTo>
                <a:lnTo>
                  <a:pt x="4742" y="2912"/>
                </a:lnTo>
                <a:lnTo>
                  <a:pt x="4750" y="2907"/>
                </a:lnTo>
                <a:lnTo>
                  <a:pt x="4758" y="2905"/>
                </a:lnTo>
                <a:lnTo>
                  <a:pt x="4766" y="2904"/>
                </a:lnTo>
                <a:lnTo>
                  <a:pt x="4774" y="2905"/>
                </a:lnTo>
                <a:lnTo>
                  <a:pt x="4781" y="2907"/>
                </a:lnTo>
                <a:lnTo>
                  <a:pt x="4787" y="2910"/>
                </a:lnTo>
                <a:lnTo>
                  <a:pt x="4793" y="2914"/>
                </a:lnTo>
                <a:lnTo>
                  <a:pt x="4796" y="2918"/>
                </a:lnTo>
                <a:lnTo>
                  <a:pt x="4795" y="2914"/>
                </a:lnTo>
                <a:lnTo>
                  <a:pt x="4794" y="2910"/>
                </a:lnTo>
                <a:lnTo>
                  <a:pt x="4792" y="2906"/>
                </a:lnTo>
                <a:lnTo>
                  <a:pt x="4791" y="2903"/>
                </a:lnTo>
                <a:lnTo>
                  <a:pt x="4788" y="2899"/>
                </a:lnTo>
                <a:lnTo>
                  <a:pt x="4788" y="2896"/>
                </a:lnTo>
                <a:lnTo>
                  <a:pt x="4789" y="2892"/>
                </a:lnTo>
                <a:lnTo>
                  <a:pt x="4793" y="2887"/>
                </a:lnTo>
                <a:lnTo>
                  <a:pt x="4798" y="2889"/>
                </a:lnTo>
                <a:lnTo>
                  <a:pt x="4804" y="2889"/>
                </a:lnTo>
                <a:lnTo>
                  <a:pt x="4809" y="2888"/>
                </a:lnTo>
                <a:lnTo>
                  <a:pt x="4814" y="2885"/>
                </a:lnTo>
                <a:lnTo>
                  <a:pt x="4808" y="2881"/>
                </a:lnTo>
                <a:lnTo>
                  <a:pt x="4802" y="2877"/>
                </a:lnTo>
                <a:lnTo>
                  <a:pt x="4797" y="2871"/>
                </a:lnTo>
                <a:lnTo>
                  <a:pt x="4792" y="2866"/>
                </a:lnTo>
                <a:lnTo>
                  <a:pt x="4787" y="2860"/>
                </a:lnTo>
                <a:lnTo>
                  <a:pt x="4783" y="2854"/>
                </a:lnTo>
                <a:lnTo>
                  <a:pt x="4781" y="2846"/>
                </a:lnTo>
                <a:lnTo>
                  <a:pt x="4779" y="2838"/>
                </a:lnTo>
                <a:lnTo>
                  <a:pt x="4777" y="2837"/>
                </a:lnTo>
                <a:lnTo>
                  <a:pt x="4773" y="2835"/>
                </a:lnTo>
                <a:lnTo>
                  <a:pt x="4768" y="2846"/>
                </a:lnTo>
                <a:lnTo>
                  <a:pt x="4762" y="2860"/>
                </a:lnTo>
                <a:lnTo>
                  <a:pt x="4748" y="2861"/>
                </a:lnTo>
                <a:lnTo>
                  <a:pt x="4732" y="2861"/>
                </a:lnTo>
                <a:lnTo>
                  <a:pt x="4730" y="2856"/>
                </a:lnTo>
                <a:lnTo>
                  <a:pt x="4728" y="2848"/>
                </a:lnTo>
                <a:lnTo>
                  <a:pt x="4742" y="2848"/>
                </a:lnTo>
                <a:lnTo>
                  <a:pt x="4755" y="2848"/>
                </a:lnTo>
                <a:lnTo>
                  <a:pt x="4754" y="2838"/>
                </a:lnTo>
                <a:lnTo>
                  <a:pt x="4754" y="2828"/>
                </a:lnTo>
                <a:lnTo>
                  <a:pt x="4753" y="2819"/>
                </a:lnTo>
                <a:lnTo>
                  <a:pt x="4753" y="2811"/>
                </a:lnTo>
                <a:lnTo>
                  <a:pt x="4746" y="2809"/>
                </a:lnTo>
                <a:lnTo>
                  <a:pt x="4739" y="2809"/>
                </a:lnTo>
                <a:lnTo>
                  <a:pt x="4734" y="2810"/>
                </a:lnTo>
                <a:lnTo>
                  <a:pt x="4729" y="2813"/>
                </a:lnTo>
                <a:lnTo>
                  <a:pt x="4721" y="2820"/>
                </a:lnTo>
                <a:lnTo>
                  <a:pt x="4713" y="2829"/>
                </a:lnTo>
                <a:lnTo>
                  <a:pt x="4704" y="2826"/>
                </a:lnTo>
                <a:lnTo>
                  <a:pt x="4693" y="2822"/>
                </a:lnTo>
                <a:lnTo>
                  <a:pt x="4683" y="2818"/>
                </a:lnTo>
                <a:lnTo>
                  <a:pt x="4673" y="2814"/>
                </a:lnTo>
                <a:lnTo>
                  <a:pt x="4673" y="2828"/>
                </a:lnTo>
                <a:lnTo>
                  <a:pt x="4673" y="2842"/>
                </a:lnTo>
                <a:lnTo>
                  <a:pt x="4674" y="2855"/>
                </a:lnTo>
                <a:lnTo>
                  <a:pt x="4674" y="2867"/>
                </a:lnTo>
                <a:lnTo>
                  <a:pt x="4666" y="2866"/>
                </a:lnTo>
                <a:lnTo>
                  <a:pt x="4658" y="2866"/>
                </a:lnTo>
                <a:lnTo>
                  <a:pt x="4651" y="2865"/>
                </a:lnTo>
                <a:lnTo>
                  <a:pt x="4641" y="2864"/>
                </a:lnTo>
                <a:lnTo>
                  <a:pt x="4653" y="2876"/>
                </a:lnTo>
                <a:lnTo>
                  <a:pt x="4663" y="2885"/>
                </a:lnTo>
                <a:lnTo>
                  <a:pt x="4655" y="2894"/>
                </a:lnTo>
                <a:lnTo>
                  <a:pt x="4646" y="2902"/>
                </a:lnTo>
                <a:lnTo>
                  <a:pt x="4656" y="2908"/>
                </a:lnTo>
                <a:lnTo>
                  <a:pt x="4664" y="2914"/>
                </a:lnTo>
                <a:lnTo>
                  <a:pt x="4670" y="2919"/>
                </a:lnTo>
                <a:lnTo>
                  <a:pt x="4677" y="2925"/>
                </a:lnTo>
                <a:lnTo>
                  <a:pt x="4674" y="2931"/>
                </a:lnTo>
                <a:lnTo>
                  <a:pt x="4672" y="2935"/>
                </a:lnTo>
                <a:lnTo>
                  <a:pt x="4663" y="2942"/>
                </a:lnTo>
                <a:lnTo>
                  <a:pt x="4656" y="2949"/>
                </a:lnTo>
                <a:lnTo>
                  <a:pt x="4652" y="2954"/>
                </a:lnTo>
                <a:lnTo>
                  <a:pt x="4648" y="2959"/>
                </a:lnTo>
                <a:lnTo>
                  <a:pt x="4645" y="2963"/>
                </a:lnTo>
                <a:lnTo>
                  <a:pt x="4642" y="2969"/>
                </a:lnTo>
                <a:lnTo>
                  <a:pt x="4640" y="2972"/>
                </a:lnTo>
                <a:lnTo>
                  <a:pt x="4638" y="2974"/>
                </a:lnTo>
                <a:lnTo>
                  <a:pt x="4635" y="2975"/>
                </a:lnTo>
                <a:lnTo>
                  <a:pt x="4632" y="2976"/>
                </a:lnTo>
                <a:lnTo>
                  <a:pt x="4629" y="2975"/>
                </a:lnTo>
                <a:lnTo>
                  <a:pt x="4626" y="2974"/>
                </a:lnTo>
                <a:lnTo>
                  <a:pt x="4623" y="2972"/>
                </a:lnTo>
                <a:lnTo>
                  <a:pt x="4621" y="2969"/>
                </a:lnTo>
                <a:lnTo>
                  <a:pt x="4620" y="2965"/>
                </a:lnTo>
                <a:lnTo>
                  <a:pt x="4621" y="2962"/>
                </a:lnTo>
                <a:lnTo>
                  <a:pt x="4623" y="2959"/>
                </a:lnTo>
                <a:lnTo>
                  <a:pt x="4625" y="2956"/>
                </a:lnTo>
                <a:lnTo>
                  <a:pt x="4626" y="2952"/>
                </a:lnTo>
                <a:lnTo>
                  <a:pt x="4627" y="2949"/>
                </a:lnTo>
                <a:lnTo>
                  <a:pt x="4625" y="2946"/>
                </a:lnTo>
                <a:lnTo>
                  <a:pt x="4622" y="2943"/>
                </a:lnTo>
                <a:lnTo>
                  <a:pt x="4618" y="2943"/>
                </a:lnTo>
                <a:lnTo>
                  <a:pt x="4614" y="2945"/>
                </a:lnTo>
                <a:lnTo>
                  <a:pt x="4609" y="2948"/>
                </a:lnTo>
                <a:lnTo>
                  <a:pt x="4604" y="2950"/>
                </a:lnTo>
                <a:lnTo>
                  <a:pt x="4599" y="2948"/>
                </a:lnTo>
                <a:lnTo>
                  <a:pt x="4597" y="2945"/>
                </a:lnTo>
                <a:lnTo>
                  <a:pt x="4594" y="2941"/>
                </a:lnTo>
                <a:lnTo>
                  <a:pt x="4592" y="2937"/>
                </a:lnTo>
                <a:lnTo>
                  <a:pt x="4590" y="2933"/>
                </a:lnTo>
                <a:lnTo>
                  <a:pt x="4587" y="2930"/>
                </a:lnTo>
                <a:lnTo>
                  <a:pt x="4583" y="2928"/>
                </a:lnTo>
                <a:lnTo>
                  <a:pt x="4578" y="2927"/>
                </a:lnTo>
                <a:lnTo>
                  <a:pt x="4576" y="2935"/>
                </a:lnTo>
                <a:lnTo>
                  <a:pt x="4575" y="2943"/>
                </a:lnTo>
                <a:lnTo>
                  <a:pt x="4576" y="2950"/>
                </a:lnTo>
                <a:lnTo>
                  <a:pt x="4577" y="2959"/>
                </a:lnTo>
                <a:lnTo>
                  <a:pt x="4580" y="2966"/>
                </a:lnTo>
                <a:lnTo>
                  <a:pt x="4584" y="2974"/>
                </a:lnTo>
                <a:lnTo>
                  <a:pt x="4588" y="2981"/>
                </a:lnTo>
                <a:lnTo>
                  <a:pt x="4592" y="2989"/>
                </a:lnTo>
                <a:lnTo>
                  <a:pt x="4588" y="2988"/>
                </a:lnTo>
                <a:lnTo>
                  <a:pt x="4585" y="2986"/>
                </a:lnTo>
                <a:lnTo>
                  <a:pt x="4582" y="2985"/>
                </a:lnTo>
                <a:lnTo>
                  <a:pt x="4579" y="2982"/>
                </a:lnTo>
                <a:lnTo>
                  <a:pt x="4575" y="2978"/>
                </a:lnTo>
                <a:lnTo>
                  <a:pt x="4573" y="2972"/>
                </a:lnTo>
                <a:lnTo>
                  <a:pt x="4570" y="2967"/>
                </a:lnTo>
                <a:lnTo>
                  <a:pt x="4567" y="2961"/>
                </a:lnTo>
                <a:lnTo>
                  <a:pt x="4563" y="2956"/>
                </a:lnTo>
                <a:lnTo>
                  <a:pt x="4558" y="2950"/>
                </a:lnTo>
                <a:lnTo>
                  <a:pt x="4548" y="2955"/>
                </a:lnTo>
                <a:lnTo>
                  <a:pt x="4538" y="2960"/>
                </a:lnTo>
                <a:lnTo>
                  <a:pt x="4527" y="2964"/>
                </a:lnTo>
                <a:lnTo>
                  <a:pt x="4516" y="2969"/>
                </a:lnTo>
                <a:lnTo>
                  <a:pt x="4506" y="2965"/>
                </a:lnTo>
                <a:lnTo>
                  <a:pt x="4497" y="2961"/>
                </a:lnTo>
                <a:lnTo>
                  <a:pt x="4492" y="2960"/>
                </a:lnTo>
                <a:lnTo>
                  <a:pt x="4487" y="2959"/>
                </a:lnTo>
                <a:lnTo>
                  <a:pt x="4481" y="2959"/>
                </a:lnTo>
                <a:lnTo>
                  <a:pt x="4476" y="2959"/>
                </a:lnTo>
                <a:lnTo>
                  <a:pt x="4471" y="2969"/>
                </a:lnTo>
                <a:lnTo>
                  <a:pt x="4468" y="2978"/>
                </a:lnTo>
                <a:lnTo>
                  <a:pt x="4467" y="2986"/>
                </a:lnTo>
                <a:lnTo>
                  <a:pt x="4468" y="2994"/>
                </a:lnTo>
                <a:lnTo>
                  <a:pt x="4470" y="3001"/>
                </a:lnTo>
                <a:lnTo>
                  <a:pt x="4475" y="3009"/>
                </a:lnTo>
                <a:lnTo>
                  <a:pt x="4481" y="3017"/>
                </a:lnTo>
                <a:lnTo>
                  <a:pt x="4490" y="3026"/>
                </a:lnTo>
                <a:lnTo>
                  <a:pt x="4497" y="3034"/>
                </a:lnTo>
                <a:lnTo>
                  <a:pt x="4503" y="3040"/>
                </a:lnTo>
                <a:lnTo>
                  <a:pt x="4511" y="3044"/>
                </a:lnTo>
                <a:lnTo>
                  <a:pt x="4517" y="3046"/>
                </a:lnTo>
                <a:lnTo>
                  <a:pt x="4523" y="3047"/>
                </a:lnTo>
                <a:lnTo>
                  <a:pt x="4530" y="3047"/>
                </a:lnTo>
                <a:lnTo>
                  <a:pt x="4538" y="3045"/>
                </a:lnTo>
                <a:lnTo>
                  <a:pt x="4546" y="3042"/>
                </a:lnTo>
                <a:lnTo>
                  <a:pt x="4551" y="3050"/>
                </a:lnTo>
                <a:lnTo>
                  <a:pt x="4558" y="3058"/>
                </a:lnTo>
                <a:lnTo>
                  <a:pt x="4563" y="3066"/>
                </a:lnTo>
                <a:lnTo>
                  <a:pt x="4569" y="3075"/>
                </a:lnTo>
                <a:lnTo>
                  <a:pt x="4555" y="3078"/>
                </a:lnTo>
                <a:lnTo>
                  <a:pt x="4542" y="3080"/>
                </a:lnTo>
                <a:lnTo>
                  <a:pt x="4530" y="3083"/>
                </a:lnTo>
                <a:lnTo>
                  <a:pt x="4518" y="3085"/>
                </a:lnTo>
                <a:close/>
                <a:moveTo>
                  <a:pt x="4407" y="2860"/>
                </a:moveTo>
                <a:lnTo>
                  <a:pt x="4419" y="2865"/>
                </a:lnTo>
                <a:lnTo>
                  <a:pt x="4428" y="2870"/>
                </a:lnTo>
                <a:lnTo>
                  <a:pt x="4436" y="2875"/>
                </a:lnTo>
                <a:lnTo>
                  <a:pt x="4444" y="2879"/>
                </a:lnTo>
                <a:lnTo>
                  <a:pt x="4442" y="2873"/>
                </a:lnTo>
                <a:lnTo>
                  <a:pt x="4440" y="2866"/>
                </a:lnTo>
                <a:lnTo>
                  <a:pt x="4437" y="2863"/>
                </a:lnTo>
                <a:lnTo>
                  <a:pt x="4434" y="2860"/>
                </a:lnTo>
                <a:lnTo>
                  <a:pt x="4430" y="2859"/>
                </a:lnTo>
                <a:lnTo>
                  <a:pt x="4425" y="2858"/>
                </a:lnTo>
                <a:lnTo>
                  <a:pt x="4417" y="2859"/>
                </a:lnTo>
                <a:lnTo>
                  <a:pt x="4407" y="2860"/>
                </a:lnTo>
                <a:close/>
                <a:moveTo>
                  <a:pt x="4487" y="2234"/>
                </a:moveTo>
                <a:lnTo>
                  <a:pt x="4494" y="2240"/>
                </a:lnTo>
                <a:lnTo>
                  <a:pt x="4501" y="2248"/>
                </a:lnTo>
                <a:lnTo>
                  <a:pt x="4496" y="2249"/>
                </a:lnTo>
                <a:lnTo>
                  <a:pt x="4490" y="2249"/>
                </a:lnTo>
                <a:lnTo>
                  <a:pt x="4485" y="2248"/>
                </a:lnTo>
                <a:lnTo>
                  <a:pt x="4481" y="2246"/>
                </a:lnTo>
                <a:lnTo>
                  <a:pt x="4473" y="2241"/>
                </a:lnTo>
                <a:lnTo>
                  <a:pt x="4465" y="2234"/>
                </a:lnTo>
                <a:lnTo>
                  <a:pt x="4458" y="2242"/>
                </a:lnTo>
                <a:lnTo>
                  <a:pt x="4452" y="2250"/>
                </a:lnTo>
                <a:lnTo>
                  <a:pt x="4446" y="2258"/>
                </a:lnTo>
                <a:lnTo>
                  <a:pt x="4439" y="2266"/>
                </a:lnTo>
                <a:lnTo>
                  <a:pt x="4434" y="2264"/>
                </a:lnTo>
                <a:lnTo>
                  <a:pt x="4429" y="2263"/>
                </a:lnTo>
                <a:lnTo>
                  <a:pt x="4424" y="2263"/>
                </a:lnTo>
                <a:lnTo>
                  <a:pt x="4420" y="2264"/>
                </a:lnTo>
                <a:lnTo>
                  <a:pt x="4415" y="2266"/>
                </a:lnTo>
                <a:lnTo>
                  <a:pt x="4411" y="2269"/>
                </a:lnTo>
                <a:lnTo>
                  <a:pt x="4408" y="2273"/>
                </a:lnTo>
                <a:lnTo>
                  <a:pt x="4404" y="2278"/>
                </a:lnTo>
                <a:lnTo>
                  <a:pt x="4393" y="2274"/>
                </a:lnTo>
                <a:lnTo>
                  <a:pt x="4383" y="2270"/>
                </a:lnTo>
                <a:lnTo>
                  <a:pt x="4383" y="2270"/>
                </a:lnTo>
                <a:lnTo>
                  <a:pt x="4383" y="2271"/>
                </a:lnTo>
                <a:lnTo>
                  <a:pt x="4389" y="2281"/>
                </a:lnTo>
                <a:lnTo>
                  <a:pt x="4396" y="2291"/>
                </a:lnTo>
                <a:lnTo>
                  <a:pt x="4398" y="2295"/>
                </a:lnTo>
                <a:lnTo>
                  <a:pt x="4402" y="2297"/>
                </a:lnTo>
                <a:lnTo>
                  <a:pt x="4406" y="2300"/>
                </a:lnTo>
                <a:lnTo>
                  <a:pt x="4408" y="2303"/>
                </a:lnTo>
                <a:lnTo>
                  <a:pt x="4410" y="2306"/>
                </a:lnTo>
                <a:lnTo>
                  <a:pt x="4411" y="2309"/>
                </a:lnTo>
                <a:lnTo>
                  <a:pt x="4412" y="2309"/>
                </a:lnTo>
                <a:lnTo>
                  <a:pt x="4414" y="2309"/>
                </a:lnTo>
                <a:lnTo>
                  <a:pt x="4422" y="2307"/>
                </a:lnTo>
                <a:lnTo>
                  <a:pt x="4429" y="2307"/>
                </a:lnTo>
                <a:lnTo>
                  <a:pt x="4437" y="2307"/>
                </a:lnTo>
                <a:lnTo>
                  <a:pt x="4447" y="2307"/>
                </a:lnTo>
                <a:lnTo>
                  <a:pt x="4448" y="2297"/>
                </a:lnTo>
                <a:lnTo>
                  <a:pt x="4450" y="2284"/>
                </a:lnTo>
                <a:lnTo>
                  <a:pt x="4454" y="2281"/>
                </a:lnTo>
                <a:lnTo>
                  <a:pt x="4458" y="2280"/>
                </a:lnTo>
                <a:lnTo>
                  <a:pt x="4461" y="2280"/>
                </a:lnTo>
                <a:lnTo>
                  <a:pt x="4465" y="2281"/>
                </a:lnTo>
                <a:lnTo>
                  <a:pt x="4472" y="2286"/>
                </a:lnTo>
                <a:lnTo>
                  <a:pt x="4478" y="2291"/>
                </a:lnTo>
                <a:lnTo>
                  <a:pt x="4484" y="2284"/>
                </a:lnTo>
                <a:lnTo>
                  <a:pt x="4492" y="2275"/>
                </a:lnTo>
                <a:lnTo>
                  <a:pt x="4489" y="2268"/>
                </a:lnTo>
                <a:lnTo>
                  <a:pt x="4485" y="2258"/>
                </a:lnTo>
                <a:lnTo>
                  <a:pt x="4494" y="2260"/>
                </a:lnTo>
                <a:lnTo>
                  <a:pt x="4502" y="2262"/>
                </a:lnTo>
                <a:lnTo>
                  <a:pt x="4511" y="2264"/>
                </a:lnTo>
                <a:lnTo>
                  <a:pt x="4520" y="2266"/>
                </a:lnTo>
                <a:lnTo>
                  <a:pt x="4523" y="2257"/>
                </a:lnTo>
                <a:lnTo>
                  <a:pt x="4526" y="2249"/>
                </a:lnTo>
                <a:lnTo>
                  <a:pt x="4530" y="2239"/>
                </a:lnTo>
                <a:lnTo>
                  <a:pt x="4533" y="2230"/>
                </a:lnTo>
                <a:lnTo>
                  <a:pt x="4527" y="2221"/>
                </a:lnTo>
                <a:lnTo>
                  <a:pt x="4521" y="2215"/>
                </a:lnTo>
                <a:lnTo>
                  <a:pt x="4519" y="2213"/>
                </a:lnTo>
                <a:lnTo>
                  <a:pt x="4517" y="2211"/>
                </a:lnTo>
                <a:lnTo>
                  <a:pt x="4514" y="2211"/>
                </a:lnTo>
                <a:lnTo>
                  <a:pt x="4512" y="2210"/>
                </a:lnTo>
                <a:lnTo>
                  <a:pt x="4507" y="2212"/>
                </a:lnTo>
                <a:lnTo>
                  <a:pt x="4501" y="2217"/>
                </a:lnTo>
                <a:lnTo>
                  <a:pt x="4495" y="2224"/>
                </a:lnTo>
                <a:lnTo>
                  <a:pt x="4487" y="2234"/>
                </a:lnTo>
                <a:close/>
                <a:moveTo>
                  <a:pt x="4480" y="2151"/>
                </a:moveTo>
                <a:lnTo>
                  <a:pt x="4482" y="2158"/>
                </a:lnTo>
                <a:lnTo>
                  <a:pt x="4484" y="2162"/>
                </a:lnTo>
                <a:lnTo>
                  <a:pt x="4487" y="2164"/>
                </a:lnTo>
                <a:lnTo>
                  <a:pt x="4494" y="2166"/>
                </a:lnTo>
                <a:lnTo>
                  <a:pt x="4487" y="2158"/>
                </a:lnTo>
                <a:lnTo>
                  <a:pt x="4480" y="2151"/>
                </a:lnTo>
                <a:close/>
                <a:moveTo>
                  <a:pt x="4479" y="2080"/>
                </a:moveTo>
                <a:lnTo>
                  <a:pt x="4484" y="2096"/>
                </a:lnTo>
                <a:lnTo>
                  <a:pt x="4488" y="2109"/>
                </a:lnTo>
                <a:lnTo>
                  <a:pt x="4490" y="2109"/>
                </a:lnTo>
                <a:lnTo>
                  <a:pt x="4491" y="2109"/>
                </a:lnTo>
                <a:lnTo>
                  <a:pt x="4495" y="2095"/>
                </a:lnTo>
                <a:lnTo>
                  <a:pt x="4499" y="2079"/>
                </a:lnTo>
                <a:lnTo>
                  <a:pt x="4490" y="2080"/>
                </a:lnTo>
                <a:lnTo>
                  <a:pt x="4479" y="2080"/>
                </a:lnTo>
                <a:close/>
                <a:moveTo>
                  <a:pt x="4401" y="2251"/>
                </a:moveTo>
                <a:lnTo>
                  <a:pt x="4399" y="2250"/>
                </a:lnTo>
                <a:lnTo>
                  <a:pt x="4397" y="2250"/>
                </a:lnTo>
                <a:lnTo>
                  <a:pt x="4398" y="2252"/>
                </a:lnTo>
                <a:lnTo>
                  <a:pt x="4398" y="2254"/>
                </a:lnTo>
                <a:lnTo>
                  <a:pt x="4400" y="2253"/>
                </a:lnTo>
                <a:lnTo>
                  <a:pt x="4402" y="2253"/>
                </a:lnTo>
                <a:lnTo>
                  <a:pt x="4402" y="2252"/>
                </a:lnTo>
                <a:lnTo>
                  <a:pt x="4401" y="2251"/>
                </a:lnTo>
                <a:close/>
                <a:moveTo>
                  <a:pt x="4373" y="2877"/>
                </a:moveTo>
                <a:lnTo>
                  <a:pt x="4372" y="2879"/>
                </a:lnTo>
                <a:lnTo>
                  <a:pt x="4369" y="2882"/>
                </a:lnTo>
                <a:lnTo>
                  <a:pt x="4376" y="2886"/>
                </a:lnTo>
                <a:lnTo>
                  <a:pt x="4382" y="2891"/>
                </a:lnTo>
                <a:lnTo>
                  <a:pt x="4384" y="2888"/>
                </a:lnTo>
                <a:lnTo>
                  <a:pt x="4386" y="2885"/>
                </a:lnTo>
                <a:lnTo>
                  <a:pt x="4380" y="2881"/>
                </a:lnTo>
                <a:lnTo>
                  <a:pt x="4373" y="2877"/>
                </a:lnTo>
                <a:close/>
                <a:moveTo>
                  <a:pt x="4352" y="2952"/>
                </a:moveTo>
                <a:lnTo>
                  <a:pt x="4354" y="2946"/>
                </a:lnTo>
                <a:lnTo>
                  <a:pt x="4355" y="2941"/>
                </a:lnTo>
                <a:lnTo>
                  <a:pt x="4357" y="2936"/>
                </a:lnTo>
                <a:lnTo>
                  <a:pt x="4359" y="2927"/>
                </a:lnTo>
                <a:lnTo>
                  <a:pt x="4355" y="2929"/>
                </a:lnTo>
                <a:lnTo>
                  <a:pt x="4352" y="2932"/>
                </a:lnTo>
                <a:lnTo>
                  <a:pt x="4350" y="2935"/>
                </a:lnTo>
                <a:lnTo>
                  <a:pt x="4348" y="2938"/>
                </a:lnTo>
                <a:lnTo>
                  <a:pt x="4348" y="2941"/>
                </a:lnTo>
                <a:lnTo>
                  <a:pt x="4348" y="2944"/>
                </a:lnTo>
                <a:lnTo>
                  <a:pt x="4350" y="2947"/>
                </a:lnTo>
                <a:lnTo>
                  <a:pt x="4352" y="2952"/>
                </a:lnTo>
                <a:close/>
                <a:moveTo>
                  <a:pt x="4365" y="2820"/>
                </a:moveTo>
                <a:lnTo>
                  <a:pt x="4360" y="2829"/>
                </a:lnTo>
                <a:lnTo>
                  <a:pt x="4356" y="2839"/>
                </a:lnTo>
                <a:lnTo>
                  <a:pt x="4352" y="2846"/>
                </a:lnTo>
                <a:lnTo>
                  <a:pt x="4348" y="2854"/>
                </a:lnTo>
                <a:lnTo>
                  <a:pt x="4353" y="2857"/>
                </a:lnTo>
                <a:lnTo>
                  <a:pt x="4357" y="2858"/>
                </a:lnTo>
                <a:lnTo>
                  <a:pt x="4361" y="2857"/>
                </a:lnTo>
                <a:lnTo>
                  <a:pt x="4364" y="2854"/>
                </a:lnTo>
                <a:lnTo>
                  <a:pt x="4367" y="2852"/>
                </a:lnTo>
                <a:lnTo>
                  <a:pt x="4371" y="2849"/>
                </a:lnTo>
                <a:lnTo>
                  <a:pt x="4375" y="2847"/>
                </a:lnTo>
                <a:lnTo>
                  <a:pt x="4380" y="2847"/>
                </a:lnTo>
                <a:lnTo>
                  <a:pt x="4373" y="2834"/>
                </a:lnTo>
                <a:lnTo>
                  <a:pt x="4365" y="2820"/>
                </a:lnTo>
                <a:close/>
                <a:moveTo>
                  <a:pt x="4364" y="2347"/>
                </a:moveTo>
                <a:lnTo>
                  <a:pt x="4357" y="2353"/>
                </a:lnTo>
                <a:lnTo>
                  <a:pt x="4352" y="2359"/>
                </a:lnTo>
                <a:lnTo>
                  <a:pt x="4357" y="2353"/>
                </a:lnTo>
                <a:lnTo>
                  <a:pt x="4364" y="2347"/>
                </a:lnTo>
                <a:lnTo>
                  <a:pt x="4364" y="2347"/>
                </a:lnTo>
                <a:lnTo>
                  <a:pt x="4364" y="2347"/>
                </a:lnTo>
                <a:close/>
                <a:moveTo>
                  <a:pt x="4351" y="2784"/>
                </a:moveTo>
                <a:lnTo>
                  <a:pt x="4350" y="2786"/>
                </a:lnTo>
                <a:lnTo>
                  <a:pt x="4349" y="2787"/>
                </a:lnTo>
                <a:lnTo>
                  <a:pt x="4351" y="2788"/>
                </a:lnTo>
                <a:lnTo>
                  <a:pt x="4353" y="2788"/>
                </a:lnTo>
                <a:lnTo>
                  <a:pt x="4353" y="2786"/>
                </a:lnTo>
                <a:lnTo>
                  <a:pt x="4353" y="2784"/>
                </a:lnTo>
                <a:lnTo>
                  <a:pt x="4352" y="2784"/>
                </a:lnTo>
                <a:lnTo>
                  <a:pt x="4351" y="2784"/>
                </a:lnTo>
                <a:close/>
                <a:moveTo>
                  <a:pt x="4317" y="2817"/>
                </a:moveTo>
                <a:lnTo>
                  <a:pt x="4317" y="2818"/>
                </a:lnTo>
                <a:lnTo>
                  <a:pt x="4316" y="2818"/>
                </a:lnTo>
                <a:lnTo>
                  <a:pt x="4317" y="2821"/>
                </a:lnTo>
                <a:lnTo>
                  <a:pt x="4317" y="2823"/>
                </a:lnTo>
                <a:lnTo>
                  <a:pt x="4326" y="2822"/>
                </a:lnTo>
                <a:lnTo>
                  <a:pt x="4334" y="2821"/>
                </a:lnTo>
                <a:lnTo>
                  <a:pt x="4342" y="2819"/>
                </a:lnTo>
                <a:lnTo>
                  <a:pt x="4352" y="2818"/>
                </a:lnTo>
                <a:lnTo>
                  <a:pt x="4346" y="2814"/>
                </a:lnTo>
                <a:lnTo>
                  <a:pt x="4342" y="2811"/>
                </a:lnTo>
                <a:lnTo>
                  <a:pt x="4337" y="2810"/>
                </a:lnTo>
                <a:lnTo>
                  <a:pt x="4333" y="2810"/>
                </a:lnTo>
                <a:lnTo>
                  <a:pt x="4326" y="2813"/>
                </a:lnTo>
                <a:lnTo>
                  <a:pt x="4317" y="2817"/>
                </a:lnTo>
                <a:close/>
                <a:moveTo>
                  <a:pt x="4330" y="2797"/>
                </a:moveTo>
                <a:lnTo>
                  <a:pt x="4333" y="2796"/>
                </a:lnTo>
                <a:lnTo>
                  <a:pt x="4337" y="2792"/>
                </a:lnTo>
                <a:lnTo>
                  <a:pt x="4335" y="2791"/>
                </a:lnTo>
                <a:lnTo>
                  <a:pt x="4334" y="2790"/>
                </a:lnTo>
                <a:lnTo>
                  <a:pt x="4332" y="2793"/>
                </a:lnTo>
                <a:lnTo>
                  <a:pt x="4330" y="2797"/>
                </a:lnTo>
                <a:close/>
                <a:moveTo>
                  <a:pt x="4301" y="2179"/>
                </a:moveTo>
                <a:lnTo>
                  <a:pt x="4301" y="2179"/>
                </a:lnTo>
                <a:lnTo>
                  <a:pt x="4301" y="2179"/>
                </a:lnTo>
                <a:lnTo>
                  <a:pt x="4301" y="2183"/>
                </a:lnTo>
                <a:lnTo>
                  <a:pt x="4300" y="2186"/>
                </a:lnTo>
                <a:lnTo>
                  <a:pt x="4306" y="2187"/>
                </a:lnTo>
                <a:lnTo>
                  <a:pt x="4312" y="2190"/>
                </a:lnTo>
                <a:lnTo>
                  <a:pt x="4312" y="2189"/>
                </a:lnTo>
                <a:lnTo>
                  <a:pt x="4312" y="2188"/>
                </a:lnTo>
                <a:lnTo>
                  <a:pt x="4314" y="2183"/>
                </a:lnTo>
                <a:lnTo>
                  <a:pt x="4316" y="2178"/>
                </a:lnTo>
                <a:lnTo>
                  <a:pt x="4312" y="2179"/>
                </a:lnTo>
                <a:lnTo>
                  <a:pt x="4309" y="2179"/>
                </a:lnTo>
                <a:lnTo>
                  <a:pt x="4305" y="2179"/>
                </a:lnTo>
                <a:lnTo>
                  <a:pt x="4301" y="2179"/>
                </a:lnTo>
                <a:close/>
                <a:moveTo>
                  <a:pt x="4302" y="3082"/>
                </a:moveTo>
                <a:lnTo>
                  <a:pt x="4305" y="3083"/>
                </a:lnTo>
                <a:lnTo>
                  <a:pt x="4307" y="3083"/>
                </a:lnTo>
                <a:lnTo>
                  <a:pt x="4307" y="3080"/>
                </a:lnTo>
                <a:lnTo>
                  <a:pt x="4308" y="3077"/>
                </a:lnTo>
                <a:lnTo>
                  <a:pt x="4305" y="3077"/>
                </a:lnTo>
                <a:lnTo>
                  <a:pt x="4303" y="3078"/>
                </a:lnTo>
                <a:lnTo>
                  <a:pt x="4303" y="3080"/>
                </a:lnTo>
                <a:lnTo>
                  <a:pt x="4302" y="3082"/>
                </a:lnTo>
                <a:close/>
                <a:moveTo>
                  <a:pt x="4294" y="2873"/>
                </a:moveTo>
                <a:lnTo>
                  <a:pt x="4303" y="2881"/>
                </a:lnTo>
                <a:lnTo>
                  <a:pt x="4311" y="2888"/>
                </a:lnTo>
                <a:lnTo>
                  <a:pt x="4311" y="2888"/>
                </a:lnTo>
                <a:lnTo>
                  <a:pt x="4311" y="2888"/>
                </a:lnTo>
                <a:lnTo>
                  <a:pt x="4311" y="2888"/>
                </a:lnTo>
                <a:lnTo>
                  <a:pt x="4296" y="2888"/>
                </a:lnTo>
                <a:lnTo>
                  <a:pt x="4281" y="2889"/>
                </a:lnTo>
                <a:lnTo>
                  <a:pt x="4279" y="2894"/>
                </a:lnTo>
                <a:lnTo>
                  <a:pt x="4278" y="2898"/>
                </a:lnTo>
                <a:lnTo>
                  <a:pt x="4278" y="2902"/>
                </a:lnTo>
                <a:lnTo>
                  <a:pt x="4279" y="2906"/>
                </a:lnTo>
                <a:lnTo>
                  <a:pt x="4280" y="2910"/>
                </a:lnTo>
                <a:lnTo>
                  <a:pt x="4282" y="2914"/>
                </a:lnTo>
                <a:lnTo>
                  <a:pt x="4286" y="2918"/>
                </a:lnTo>
                <a:lnTo>
                  <a:pt x="4290" y="2921"/>
                </a:lnTo>
                <a:lnTo>
                  <a:pt x="4299" y="2915"/>
                </a:lnTo>
                <a:lnTo>
                  <a:pt x="4307" y="2908"/>
                </a:lnTo>
                <a:lnTo>
                  <a:pt x="4310" y="2904"/>
                </a:lnTo>
                <a:lnTo>
                  <a:pt x="4312" y="2900"/>
                </a:lnTo>
                <a:lnTo>
                  <a:pt x="4312" y="2894"/>
                </a:lnTo>
                <a:lnTo>
                  <a:pt x="4311" y="2888"/>
                </a:lnTo>
                <a:lnTo>
                  <a:pt x="4311" y="2888"/>
                </a:lnTo>
                <a:lnTo>
                  <a:pt x="4312" y="2888"/>
                </a:lnTo>
                <a:lnTo>
                  <a:pt x="4312" y="2888"/>
                </a:lnTo>
                <a:lnTo>
                  <a:pt x="4311" y="2888"/>
                </a:lnTo>
                <a:lnTo>
                  <a:pt x="4314" y="2886"/>
                </a:lnTo>
                <a:lnTo>
                  <a:pt x="4317" y="2885"/>
                </a:lnTo>
                <a:lnTo>
                  <a:pt x="4310" y="2874"/>
                </a:lnTo>
                <a:lnTo>
                  <a:pt x="4302" y="2863"/>
                </a:lnTo>
                <a:lnTo>
                  <a:pt x="4298" y="2868"/>
                </a:lnTo>
                <a:lnTo>
                  <a:pt x="4294" y="2873"/>
                </a:lnTo>
                <a:close/>
                <a:moveTo>
                  <a:pt x="4288" y="3070"/>
                </a:moveTo>
                <a:lnTo>
                  <a:pt x="4289" y="3058"/>
                </a:lnTo>
                <a:lnTo>
                  <a:pt x="4291" y="3047"/>
                </a:lnTo>
                <a:lnTo>
                  <a:pt x="4296" y="3047"/>
                </a:lnTo>
                <a:lnTo>
                  <a:pt x="4302" y="3047"/>
                </a:lnTo>
                <a:lnTo>
                  <a:pt x="4302" y="3044"/>
                </a:lnTo>
                <a:lnTo>
                  <a:pt x="4302" y="3042"/>
                </a:lnTo>
                <a:lnTo>
                  <a:pt x="4300" y="3039"/>
                </a:lnTo>
                <a:lnTo>
                  <a:pt x="4298" y="3036"/>
                </a:lnTo>
                <a:lnTo>
                  <a:pt x="4294" y="3035"/>
                </a:lnTo>
                <a:lnTo>
                  <a:pt x="4291" y="3033"/>
                </a:lnTo>
                <a:lnTo>
                  <a:pt x="4287" y="3032"/>
                </a:lnTo>
                <a:lnTo>
                  <a:pt x="4284" y="3030"/>
                </a:lnTo>
                <a:lnTo>
                  <a:pt x="4281" y="3025"/>
                </a:lnTo>
                <a:lnTo>
                  <a:pt x="4280" y="3021"/>
                </a:lnTo>
                <a:lnTo>
                  <a:pt x="4279" y="3018"/>
                </a:lnTo>
                <a:lnTo>
                  <a:pt x="4277" y="3015"/>
                </a:lnTo>
                <a:lnTo>
                  <a:pt x="4273" y="3012"/>
                </a:lnTo>
                <a:lnTo>
                  <a:pt x="4270" y="3009"/>
                </a:lnTo>
                <a:lnTo>
                  <a:pt x="4264" y="3004"/>
                </a:lnTo>
                <a:lnTo>
                  <a:pt x="4257" y="3000"/>
                </a:lnTo>
                <a:lnTo>
                  <a:pt x="4250" y="2996"/>
                </a:lnTo>
                <a:lnTo>
                  <a:pt x="4243" y="2992"/>
                </a:lnTo>
                <a:lnTo>
                  <a:pt x="4235" y="2988"/>
                </a:lnTo>
                <a:lnTo>
                  <a:pt x="4226" y="2984"/>
                </a:lnTo>
                <a:lnTo>
                  <a:pt x="4225" y="2989"/>
                </a:lnTo>
                <a:lnTo>
                  <a:pt x="4225" y="2995"/>
                </a:lnTo>
                <a:lnTo>
                  <a:pt x="4225" y="2999"/>
                </a:lnTo>
                <a:lnTo>
                  <a:pt x="4226" y="3003"/>
                </a:lnTo>
                <a:lnTo>
                  <a:pt x="4231" y="3009"/>
                </a:lnTo>
                <a:lnTo>
                  <a:pt x="4236" y="3013"/>
                </a:lnTo>
                <a:lnTo>
                  <a:pt x="4242" y="3017"/>
                </a:lnTo>
                <a:lnTo>
                  <a:pt x="4248" y="3020"/>
                </a:lnTo>
                <a:lnTo>
                  <a:pt x="4254" y="3025"/>
                </a:lnTo>
                <a:lnTo>
                  <a:pt x="4258" y="3032"/>
                </a:lnTo>
                <a:lnTo>
                  <a:pt x="4258" y="3037"/>
                </a:lnTo>
                <a:lnTo>
                  <a:pt x="4259" y="3043"/>
                </a:lnTo>
                <a:lnTo>
                  <a:pt x="4260" y="3048"/>
                </a:lnTo>
                <a:lnTo>
                  <a:pt x="4263" y="3054"/>
                </a:lnTo>
                <a:lnTo>
                  <a:pt x="4266" y="3058"/>
                </a:lnTo>
                <a:lnTo>
                  <a:pt x="4271" y="3063"/>
                </a:lnTo>
                <a:lnTo>
                  <a:pt x="4279" y="3066"/>
                </a:lnTo>
                <a:lnTo>
                  <a:pt x="4288" y="3070"/>
                </a:lnTo>
                <a:close/>
                <a:moveTo>
                  <a:pt x="4204" y="2992"/>
                </a:moveTo>
                <a:lnTo>
                  <a:pt x="4202" y="2992"/>
                </a:lnTo>
                <a:lnTo>
                  <a:pt x="4200" y="2993"/>
                </a:lnTo>
                <a:lnTo>
                  <a:pt x="4201" y="2998"/>
                </a:lnTo>
                <a:lnTo>
                  <a:pt x="4202" y="3003"/>
                </a:lnTo>
                <a:lnTo>
                  <a:pt x="4205" y="3002"/>
                </a:lnTo>
                <a:lnTo>
                  <a:pt x="4208" y="3002"/>
                </a:lnTo>
                <a:lnTo>
                  <a:pt x="4206" y="2997"/>
                </a:lnTo>
                <a:lnTo>
                  <a:pt x="4204" y="2992"/>
                </a:lnTo>
                <a:close/>
                <a:moveTo>
                  <a:pt x="4172" y="3133"/>
                </a:moveTo>
                <a:lnTo>
                  <a:pt x="4170" y="3134"/>
                </a:lnTo>
                <a:lnTo>
                  <a:pt x="4167" y="3135"/>
                </a:lnTo>
                <a:lnTo>
                  <a:pt x="4167" y="3149"/>
                </a:lnTo>
                <a:lnTo>
                  <a:pt x="4169" y="3161"/>
                </a:lnTo>
                <a:lnTo>
                  <a:pt x="4174" y="3166"/>
                </a:lnTo>
                <a:lnTo>
                  <a:pt x="4181" y="3171"/>
                </a:lnTo>
                <a:lnTo>
                  <a:pt x="4184" y="3167"/>
                </a:lnTo>
                <a:lnTo>
                  <a:pt x="4187" y="3162"/>
                </a:lnTo>
                <a:lnTo>
                  <a:pt x="4188" y="3158"/>
                </a:lnTo>
                <a:lnTo>
                  <a:pt x="4189" y="3155"/>
                </a:lnTo>
                <a:lnTo>
                  <a:pt x="4181" y="3143"/>
                </a:lnTo>
                <a:lnTo>
                  <a:pt x="4172" y="3133"/>
                </a:lnTo>
                <a:close/>
                <a:moveTo>
                  <a:pt x="4153" y="3202"/>
                </a:moveTo>
                <a:lnTo>
                  <a:pt x="4157" y="3201"/>
                </a:lnTo>
                <a:lnTo>
                  <a:pt x="4160" y="3200"/>
                </a:lnTo>
                <a:lnTo>
                  <a:pt x="4160" y="3197"/>
                </a:lnTo>
                <a:lnTo>
                  <a:pt x="4159" y="3194"/>
                </a:lnTo>
                <a:lnTo>
                  <a:pt x="4156" y="3193"/>
                </a:lnTo>
                <a:lnTo>
                  <a:pt x="4153" y="3195"/>
                </a:lnTo>
                <a:lnTo>
                  <a:pt x="4152" y="3198"/>
                </a:lnTo>
                <a:lnTo>
                  <a:pt x="4153" y="3202"/>
                </a:lnTo>
                <a:close/>
                <a:moveTo>
                  <a:pt x="4158" y="3058"/>
                </a:moveTo>
                <a:lnTo>
                  <a:pt x="4158" y="3061"/>
                </a:lnTo>
                <a:lnTo>
                  <a:pt x="4157" y="3064"/>
                </a:lnTo>
                <a:lnTo>
                  <a:pt x="4156" y="3067"/>
                </a:lnTo>
                <a:lnTo>
                  <a:pt x="4155" y="3070"/>
                </a:lnTo>
                <a:lnTo>
                  <a:pt x="4151" y="3075"/>
                </a:lnTo>
                <a:lnTo>
                  <a:pt x="4147" y="3079"/>
                </a:lnTo>
                <a:lnTo>
                  <a:pt x="4143" y="3084"/>
                </a:lnTo>
                <a:lnTo>
                  <a:pt x="4140" y="3088"/>
                </a:lnTo>
                <a:lnTo>
                  <a:pt x="4139" y="3091"/>
                </a:lnTo>
                <a:lnTo>
                  <a:pt x="4138" y="3094"/>
                </a:lnTo>
                <a:lnTo>
                  <a:pt x="4138" y="3097"/>
                </a:lnTo>
                <a:lnTo>
                  <a:pt x="4139" y="3100"/>
                </a:lnTo>
                <a:lnTo>
                  <a:pt x="4142" y="3102"/>
                </a:lnTo>
                <a:lnTo>
                  <a:pt x="4144" y="3103"/>
                </a:lnTo>
                <a:lnTo>
                  <a:pt x="4154" y="3104"/>
                </a:lnTo>
                <a:lnTo>
                  <a:pt x="4163" y="3105"/>
                </a:lnTo>
                <a:lnTo>
                  <a:pt x="4168" y="3104"/>
                </a:lnTo>
                <a:lnTo>
                  <a:pt x="4172" y="3102"/>
                </a:lnTo>
                <a:lnTo>
                  <a:pt x="4175" y="3100"/>
                </a:lnTo>
                <a:lnTo>
                  <a:pt x="4178" y="3096"/>
                </a:lnTo>
                <a:lnTo>
                  <a:pt x="4180" y="3091"/>
                </a:lnTo>
                <a:lnTo>
                  <a:pt x="4180" y="3085"/>
                </a:lnTo>
                <a:lnTo>
                  <a:pt x="4178" y="3081"/>
                </a:lnTo>
                <a:lnTo>
                  <a:pt x="4175" y="3076"/>
                </a:lnTo>
                <a:lnTo>
                  <a:pt x="4166" y="3067"/>
                </a:lnTo>
                <a:lnTo>
                  <a:pt x="4158" y="3058"/>
                </a:lnTo>
                <a:close/>
                <a:moveTo>
                  <a:pt x="4138" y="2118"/>
                </a:moveTo>
                <a:lnTo>
                  <a:pt x="4138" y="2115"/>
                </a:lnTo>
                <a:lnTo>
                  <a:pt x="4137" y="2114"/>
                </a:lnTo>
                <a:lnTo>
                  <a:pt x="4135" y="2114"/>
                </a:lnTo>
                <a:lnTo>
                  <a:pt x="4137" y="2116"/>
                </a:lnTo>
                <a:lnTo>
                  <a:pt x="4138" y="2118"/>
                </a:lnTo>
                <a:lnTo>
                  <a:pt x="4139" y="2118"/>
                </a:lnTo>
                <a:lnTo>
                  <a:pt x="4139" y="2118"/>
                </a:lnTo>
                <a:lnTo>
                  <a:pt x="4139" y="2118"/>
                </a:lnTo>
                <a:lnTo>
                  <a:pt x="4139" y="2118"/>
                </a:lnTo>
                <a:lnTo>
                  <a:pt x="4139" y="2118"/>
                </a:lnTo>
                <a:lnTo>
                  <a:pt x="4138" y="2118"/>
                </a:lnTo>
                <a:close/>
                <a:moveTo>
                  <a:pt x="4133" y="3217"/>
                </a:moveTo>
                <a:lnTo>
                  <a:pt x="4130" y="3216"/>
                </a:lnTo>
                <a:lnTo>
                  <a:pt x="4126" y="3214"/>
                </a:lnTo>
                <a:lnTo>
                  <a:pt x="4127" y="3219"/>
                </a:lnTo>
                <a:lnTo>
                  <a:pt x="4128" y="3222"/>
                </a:lnTo>
                <a:lnTo>
                  <a:pt x="4130" y="3222"/>
                </a:lnTo>
                <a:lnTo>
                  <a:pt x="4133" y="3221"/>
                </a:lnTo>
                <a:lnTo>
                  <a:pt x="4133" y="3219"/>
                </a:lnTo>
                <a:lnTo>
                  <a:pt x="4133" y="3217"/>
                </a:lnTo>
                <a:close/>
                <a:moveTo>
                  <a:pt x="4124" y="3125"/>
                </a:moveTo>
                <a:lnTo>
                  <a:pt x="4122" y="3126"/>
                </a:lnTo>
                <a:lnTo>
                  <a:pt x="4120" y="3127"/>
                </a:lnTo>
                <a:lnTo>
                  <a:pt x="4123" y="3131"/>
                </a:lnTo>
                <a:lnTo>
                  <a:pt x="4126" y="3136"/>
                </a:lnTo>
                <a:lnTo>
                  <a:pt x="4128" y="3134"/>
                </a:lnTo>
                <a:lnTo>
                  <a:pt x="4130" y="3132"/>
                </a:lnTo>
                <a:lnTo>
                  <a:pt x="4127" y="3128"/>
                </a:lnTo>
                <a:lnTo>
                  <a:pt x="4124" y="3125"/>
                </a:lnTo>
                <a:close/>
                <a:moveTo>
                  <a:pt x="4076" y="3169"/>
                </a:moveTo>
                <a:lnTo>
                  <a:pt x="4075" y="3178"/>
                </a:lnTo>
                <a:lnTo>
                  <a:pt x="4074" y="3186"/>
                </a:lnTo>
                <a:lnTo>
                  <a:pt x="4076" y="3189"/>
                </a:lnTo>
                <a:lnTo>
                  <a:pt x="4079" y="3190"/>
                </a:lnTo>
                <a:lnTo>
                  <a:pt x="4090" y="3182"/>
                </a:lnTo>
                <a:lnTo>
                  <a:pt x="4103" y="3172"/>
                </a:lnTo>
                <a:lnTo>
                  <a:pt x="4088" y="3170"/>
                </a:lnTo>
                <a:lnTo>
                  <a:pt x="4076" y="3169"/>
                </a:lnTo>
                <a:close/>
                <a:moveTo>
                  <a:pt x="4028" y="2026"/>
                </a:moveTo>
                <a:lnTo>
                  <a:pt x="4026" y="2026"/>
                </a:lnTo>
                <a:lnTo>
                  <a:pt x="4024" y="2026"/>
                </a:lnTo>
                <a:lnTo>
                  <a:pt x="4023" y="2029"/>
                </a:lnTo>
                <a:lnTo>
                  <a:pt x="4023" y="2033"/>
                </a:lnTo>
                <a:lnTo>
                  <a:pt x="4027" y="2033"/>
                </a:lnTo>
                <a:lnTo>
                  <a:pt x="4031" y="2033"/>
                </a:lnTo>
                <a:lnTo>
                  <a:pt x="4030" y="2029"/>
                </a:lnTo>
                <a:lnTo>
                  <a:pt x="4028" y="2026"/>
                </a:lnTo>
                <a:close/>
                <a:moveTo>
                  <a:pt x="3993" y="2040"/>
                </a:moveTo>
                <a:lnTo>
                  <a:pt x="3993" y="2042"/>
                </a:lnTo>
                <a:lnTo>
                  <a:pt x="3994" y="2044"/>
                </a:lnTo>
                <a:lnTo>
                  <a:pt x="3994" y="2041"/>
                </a:lnTo>
                <a:lnTo>
                  <a:pt x="3995" y="2038"/>
                </a:lnTo>
                <a:lnTo>
                  <a:pt x="3994" y="2039"/>
                </a:lnTo>
                <a:lnTo>
                  <a:pt x="3993" y="2040"/>
                </a:lnTo>
                <a:close/>
                <a:moveTo>
                  <a:pt x="3811" y="3457"/>
                </a:moveTo>
                <a:lnTo>
                  <a:pt x="3817" y="3456"/>
                </a:lnTo>
                <a:lnTo>
                  <a:pt x="3821" y="3455"/>
                </a:lnTo>
                <a:lnTo>
                  <a:pt x="3824" y="3454"/>
                </a:lnTo>
                <a:lnTo>
                  <a:pt x="3826" y="3452"/>
                </a:lnTo>
                <a:lnTo>
                  <a:pt x="3827" y="3450"/>
                </a:lnTo>
                <a:lnTo>
                  <a:pt x="3827" y="3446"/>
                </a:lnTo>
                <a:lnTo>
                  <a:pt x="3826" y="3442"/>
                </a:lnTo>
                <a:lnTo>
                  <a:pt x="3825" y="3436"/>
                </a:lnTo>
                <a:lnTo>
                  <a:pt x="3821" y="3440"/>
                </a:lnTo>
                <a:lnTo>
                  <a:pt x="3818" y="3444"/>
                </a:lnTo>
                <a:lnTo>
                  <a:pt x="3815" y="3451"/>
                </a:lnTo>
                <a:lnTo>
                  <a:pt x="3811" y="3457"/>
                </a:lnTo>
                <a:close/>
                <a:moveTo>
                  <a:pt x="3489" y="3703"/>
                </a:moveTo>
                <a:lnTo>
                  <a:pt x="3493" y="3687"/>
                </a:lnTo>
                <a:lnTo>
                  <a:pt x="3497" y="3673"/>
                </a:lnTo>
                <a:lnTo>
                  <a:pt x="3494" y="3673"/>
                </a:lnTo>
                <a:lnTo>
                  <a:pt x="3491" y="3673"/>
                </a:lnTo>
                <a:lnTo>
                  <a:pt x="3489" y="3672"/>
                </a:lnTo>
                <a:lnTo>
                  <a:pt x="3486" y="3670"/>
                </a:lnTo>
                <a:lnTo>
                  <a:pt x="3485" y="3672"/>
                </a:lnTo>
                <a:lnTo>
                  <a:pt x="3485" y="3673"/>
                </a:lnTo>
                <a:lnTo>
                  <a:pt x="3485" y="3673"/>
                </a:lnTo>
                <a:lnTo>
                  <a:pt x="3483" y="3682"/>
                </a:lnTo>
                <a:lnTo>
                  <a:pt x="3480" y="3690"/>
                </a:lnTo>
                <a:lnTo>
                  <a:pt x="3484" y="3693"/>
                </a:lnTo>
                <a:lnTo>
                  <a:pt x="3486" y="3695"/>
                </a:lnTo>
                <a:lnTo>
                  <a:pt x="3487" y="3699"/>
                </a:lnTo>
                <a:lnTo>
                  <a:pt x="3489" y="3703"/>
                </a:lnTo>
                <a:close/>
                <a:moveTo>
                  <a:pt x="3505" y="3650"/>
                </a:moveTo>
                <a:lnTo>
                  <a:pt x="3500" y="3655"/>
                </a:lnTo>
                <a:lnTo>
                  <a:pt x="3494" y="3660"/>
                </a:lnTo>
                <a:lnTo>
                  <a:pt x="3499" y="3660"/>
                </a:lnTo>
                <a:lnTo>
                  <a:pt x="3503" y="3661"/>
                </a:lnTo>
                <a:lnTo>
                  <a:pt x="3504" y="3660"/>
                </a:lnTo>
                <a:lnTo>
                  <a:pt x="3504" y="3660"/>
                </a:lnTo>
                <a:lnTo>
                  <a:pt x="3504" y="3654"/>
                </a:lnTo>
                <a:lnTo>
                  <a:pt x="3505" y="3650"/>
                </a:lnTo>
                <a:close/>
                <a:moveTo>
                  <a:pt x="3566" y="1509"/>
                </a:moveTo>
                <a:lnTo>
                  <a:pt x="3569" y="1509"/>
                </a:lnTo>
                <a:lnTo>
                  <a:pt x="3573" y="1510"/>
                </a:lnTo>
                <a:lnTo>
                  <a:pt x="3573" y="1510"/>
                </a:lnTo>
                <a:lnTo>
                  <a:pt x="3574" y="1510"/>
                </a:lnTo>
                <a:lnTo>
                  <a:pt x="3570" y="1509"/>
                </a:lnTo>
                <a:lnTo>
                  <a:pt x="3566" y="1509"/>
                </a:lnTo>
                <a:close/>
                <a:moveTo>
                  <a:pt x="3473" y="3659"/>
                </a:moveTo>
                <a:lnTo>
                  <a:pt x="3474" y="3653"/>
                </a:lnTo>
                <a:lnTo>
                  <a:pt x="3474" y="3649"/>
                </a:lnTo>
                <a:lnTo>
                  <a:pt x="3466" y="3656"/>
                </a:lnTo>
                <a:lnTo>
                  <a:pt x="3457" y="3664"/>
                </a:lnTo>
                <a:lnTo>
                  <a:pt x="3464" y="3662"/>
                </a:lnTo>
                <a:lnTo>
                  <a:pt x="3473" y="3661"/>
                </a:lnTo>
                <a:lnTo>
                  <a:pt x="3473" y="3661"/>
                </a:lnTo>
                <a:lnTo>
                  <a:pt x="3473" y="3660"/>
                </a:lnTo>
                <a:lnTo>
                  <a:pt x="3473" y="3660"/>
                </a:lnTo>
                <a:lnTo>
                  <a:pt x="3473" y="3659"/>
                </a:lnTo>
                <a:lnTo>
                  <a:pt x="3473" y="3659"/>
                </a:lnTo>
                <a:lnTo>
                  <a:pt x="3473" y="3659"/>
                </a:lnTo>
                <a:lnTo>
                  <a:pt x="3473" y="3659"/>
                </a:lnTo>
                <a:close/>
                <a:moveTo>
                  <a:pt x="3495" y="1573"/>
                </a:moveTo>
                <a:lnTo>
                  <a:pt x="3466" y="1567"/>
                </a:lnTo>
                <a:lnTo>
                  <a:pt x="3446" y="1564"/>
                </a:lnTo>
                <a:lnTo>
                  <a:pt x="3438" y="1563"/>
                </a:lnTo>
                <a:lnTo>
                  <a:pt x="3431" y="1563"/>
                </a:lnTo>
                <a:lnTo>
                  <a:pt x="3426" y="1564"/>
                </a:lnTo>
                <a:lnTo>
                  <a:pt x="3423" y="1565"/>
                </a:lnTo>
                <a:lnTo>
                  <a:pt x="3421" y="1568"/>
                </a:lnTo>
                <a:lnTo>
                  <a:pt x="3420" y="1571"/>
                </a:lnTo>
                <a:lnTo>
                  <a:pt x="3420" y="1576"/>
                </a:lnTo>
                <a:lnTo>
                  <a:pt x="3421" y="1582"/>
                </a:lnTo>
                <a:lnTo>
                  <a:pt x="3427" y="1595"/>
                </a:lnTo>
                <a:lnTo>
                  <a:pt x="3437" y="1615"/>
                </a:lnTo>
                <a:lnTo>
                  <a:pt x="3442" y="1611"/>
                </a:lnTo>
                <a:lnTo>
                  <a:pt x="3447" y="1609"/>
                </a:lnTo>
                <a:lnTo>
                  <a:pt x="3452" y="1607"/>
                </a:lnTo>
                <a:lnTo>
                  <a:pt x="3458" y="1607"/>
                </a:lnTo>
                <a:lnTo>
                  <a:pt x="3470" y="1608"/>
                </a:lnTo>
                <a:lnTo>
                  <a:pt x="3484" y="1610"/>
                </a:lnTo>
                <a:lnTo>
                  <a:pt x="3489" y="1611"/>
                </a:lnTo>
                <a:lnTo>
                  <a:pt x="3494" y="1613"/>
                </a:lnTo>
                <a:lnTo>
                  <a:pt x="3498" y="1605"/>
                </a:lnTo>
                <a:lnTo>
                  <a:pt x="3503" y="1597"/>
                </a:lnTo>
                <a:lnTo>
                  <a:pt x="3499" y="1585"/>
                </a:lnTo>
                <a:lnTo>
                  <a:pt x="3494" y="1573"/>
                </a:lnTo>
                <a:lnTo>
                  <a:pt x="3495" y="1573"/>
                </a:lnTo>
                <a:lnTo>
                  <a:pt x="3495" y="1573"/>
                </a:lnTo>
                <a:close/>
                <a:moveTo>
                  <a:pt x="3414" y="3830"/>
                </a:moveTo>
                <a:lnTo>
                  <a:pt x="3414" y="3830"/>
                </a:lnTo>
                <a:lnTo>
                  <a:pt x="3414" y="3831"/>
                </a:lnTo>
                <a:lnTo>
                  <a:pt x="3414" y="3830"/>
                </a:lnTo>
                <a:lnTo>
                  <a:pt x="3415" y="3830"/>
                </a:lnTo>
                <a:lnTo>
                  <a:pt x="3414" y="3830"/>
                </a:lnTo>
                <a:lnTo>
                  <a:pt x="3414" y="3830"/>
                </a:lnTo>
                <a:lnTo>
                  <a:pt x="3414" y="3830"/>
                </a:lnTo>
                <a:lnTo>
                  <a:pt x="3414" y="3830"/>
                </a:lnTo>
                <a:close/>
                <a:moveTo>
                  <a:pt x="3406" y="3702"/>
                </a:moveTo>
                <a:lnTo>
                  <a:pt x="3415" y="3705"/>
                </a:lnTo>
                <a:lnTo>
                  <a:pt x="3424" y="3707"/>
                </a:lnTo>
                <a:lnTo>
                  <a:pt x="3428" y="3708"/>
                </a:lnTo>
                <a:lnTo>
                  <a:pt x="3432" y="3711"/>
                </a:lnTo>
                <a:lnTo>
                  <a:pt x="3437" y="3714"/>
                </a:lnTo>
                <a:lnTo>
                  <a:pt x="3439" y="3718"/>
                </a:lnTo>
                <a:lnTo>
                  <a:pt x="3439" y="3719"/>
                </a:lnTo>
                <a:lnTo>
                  <a:pt x="3439" y="3720"/>
                </a:lnTo>
                <a:lnTo>
                  <a:pt x="3442" y="3714"/>
                </a:lnTo>
                <a:lnTo>
                  <a:pt x="3444" y="3708"/>
                </a:lnTo>
                <a:lnTo>
                  <a:pt x="3444" y="3708"/>
                </a:lnTo>
                <a:lnTo>
                  <a:pt x="3443" y="3707"/>
                </a:lnTo>
                <a:lnTo>
                  <a:pt x="3444" y="3707"/>
                </a:lnTo>
                <a:lnTo>
                  <a:pt x="3441" y="3696"/>
                </a:lnTo>
                <a:lnTo>
                  <a:pt x="3440" y="3687"/>
                </a:lnTo>
                <a:lnTo>
                  <a:pt x="3441" y="3683"/>
                </a:lnTo>
                <a:lnTo>
                  <a:pt x="3441" y="3679"/>
                </a:lnTo>
                <a:lnTo>
                  <a:pt x="3442" y="3676"/>
                </a:lnTo>
                <a:lnTo>
                  <a:pt x="3444" y="3673"/>
                </a:lnTo>
                <a:lnTo>
                  <a:pt x="3439" y="3677"/>
                </a:lnTo>
                <a:lnTo>
                  <a:pt x="3433" y="3682"/>
                </a:lnTo>
                <a:lnTo>
                  <a:pt x="3428" y="3687"/>
                </a:lnTo>
                <a:lnTo>
                  <a:pt x="3424" y="3693"/>
                </a:lnTo>
                <a:lnTo>
                  <a:pt x="3420" y="3696"/>
                </a:lnTo>
                <a:lnTo>
                  <a:pt x="3416" y="3700"/>
                </a:lnTo>
                <a:lnTo>
                  <a:pt x="3412" y="3702"/>
                </a:lnTo>
                <a:lnTo>
                  <a:pt x="3406" y="3702"/>
                </a:lnTo>
                <a:close/>
                <a:moveTo>
                  <a:pt x="3134" y="4225"/>
                </a:moveTo>
                <a:lnTo>
                  <a:pt x="3134" y="4225"/>
                </a:lnTo>
                <a:lnTo>
                  <a:pt x="3134" y="4225"/>
                </a:lnTo>
                <a:lnTo>
                  <a:pt x="3134" y="4224"/>
                </a:lnTo>
                <a:lnTo>
                  <a:pt x="3134" y="4224"/>
                </a:lnTo>
                <a:lnTo>
                  <a:pt x="3134" y="4224"/>
                </a:lnTo>
                <a:lnTo>
                  <a:pt x="3134" y="4225"/>
                </a:lnTo>
                <a:close/>
                <a:moveTo>
                  <a:pt x="3137" y="4144"/>
                </a:moveTo>
                <a:lnTo>
                  <a:pt x="3136" y="4148"/>
                </a:lnTo>
                <a:lnTo>
                  <a:pt x="3133" y="4151"/>
                </a:lnTo>
                <a:lnTo>
                  <a:pt x="3136" y="4151"/>
                </a:lnTo>
                <a:lnTo>
                  <a:pt x="3137" y="4150"/>
                </a:lnTo>
                <a:lnTo>
                  <a:pt x="3138" y="4148"/>
                </a:lnTo>
                <a:lnTo>
                  <a:pt x="3137" y="4144"/>
                </a:lnTo>
                <a:close/>
                <a:moveTo>
                  <a:pt x="3285" y="1857"/>
                </a:moveTo>
                <a:lnTo>
                  <a:pt x="3284" y="1858"/>
                </a:lnTo>
                <a:lnTo>
                  <a:pt x="3283" y="1858"/>
                </a:lnTo>
                <a:lnTo>
                  <a:pt x="3284" y="1858"/>
                </a:lnTo>
                <a:lnTo>
                  <a:pt x="3285" y="1857"/>
                </a:lnTo>
                <a:lnTo>
                  <a:pt x="3285" y="1857"/>
                </a:lnTo>
                <a:lnTo>
                  <a:pt x="3285" y="1857"/>
                </a:lnTo>
                <a:lnTo>
                  <a:pt x="3285" y="1857"/>
                </a:lnTo>
                <a:lnTo>
                  <a:pt x="3285" y="1857"/>
                </a:lnTo>
                <a:close/>
                <a:moveTo>
                  <a:pt x="3238" y="1885"/>
                </a:moveTo>
                <a:lnTo>
                  <a:pt x="3244" y="1884"/>
                </a:lnTo>
                <a:lnTo>
                  <a:pt x="3251" y="1881"/>
                </a:lnTo>
                <a:lnTo>
                  <a:pt x="3256" y="1877"/>
                </a:lnTo>
                <a:lnTo>
                  <a:pt x="3260" y="1873"/>
                </a:lnTo>
                <a:lnTo>
                  <a:pt x="3265" y="1868"/>
                </a:lnTo>
                <a:lnTo>
                  <a:pt x="3269" y="1864"/>
                </a:lnTo>
                <a:lnTo>
                  <a:pt x="3274" y="1861"/>
                </a:lnTo>
                <a:lnTo>
                  <a:pt x="3280" y="1858"/>
                </a:lnTo>
                <a:lnTo>
                  <a:pt x="3271" y="1858"/>
                </a:lnTo>
                <a:lnTo>
                  <a:pt x="3264" y="1859"/>
                </a:lnTo>
                <a:lnTo>
                  <a:pt x="3258" y="1861"/>
                </a:lnTo>
                <a:lnTo>
                  <a:pt x="3253" y="1865"/>
                </a:lnTo>
                <a:lnTo>
                  <a:pt x="3244" y="1874"/>
                </a:lnTo>
                <a:lnTo>
                  <a:pt x="3238" y="1885"/>
                </a:lnTo>
                <a:close/>
                <a:moveTo>
                  <a:pt x="3029" y="2188"/>
                </a:moveTo>
                <a:lnTo>
                  <a:pt x="3029" y="2188"/>
                </a:lnTo>
                <a:lnTo>
                  <a:pt x="3028" y="2188"/>
                </a:lnTo>
                <a:lnTo>
                  <a:pt x="3029" y="2188"/>
                </a:lnTo>
                <a:lnTo>
                  <a:pt x="3029" y="2188"/>
                </a:lnTo>
                <a:lnTo>
                  <a:pt x="3029" y="2188"/>
                </a:lnTo>
                <a:lnTo>
                  <a:pt x="3029" y="2188"/>
                </a:lnTo>
                <a:lnTo>
                  <a:pt x="3029" y="2188"/>
                </a:lnTo>
                <a:lnTo>
                  <a:pt x="3029" y="2188"/>
                </a:lnTo>
                <a:close/>
                <a:moveTo>
                  <a:pt x="2993" y="2187"/>
                </a:moveTo>
                <a:lnTo>
                  <a:pt x="2992" y="2187"/>
                </a:lnTo>
                <a:lnTo>
                  <a:pt x="2991" y="2187"/>
                </a:lnTo>
                <a:lnTo>
                  <a:pt x="2992" y="2187"/>
                </a:lnTo>
                <a:lnTo>
                  <a:pt x="2992" y="2187"/>
                </a:lnTo>
                <a:lnTo>
                  <a:pt x="2993" y="2187"/>
                </a:lnTo>
                <a:lnTo>
                  <a:pt x="2993" y="2187"/>
                </a:lnTo>
                <a:close/>
                <a:moveTo>
                  <a:pt x="2991" y="4192"/>
                </a:moveTo>
                <a:lnTo>
                  <a:pt x="2991" y="4193"/>
                </a:lnTo>
                <a:lnTo>
                  <a:pt x="2991" y="4194"/>
                </a:lnTo>
                <a:lnTo>
                  <a:pt x="2992" y="4192"/>
                </a:lnTo>
                <a:lnTo>
                  <a:pt x="2993" y="4191"/>
                </a:lnTo>
                <a:lnTo>
                  <a:pt x="2992" y="4192"/>
                </a:lnTo>
                <a:lnTo>
                  <a:pt x="2991" y="4192"/>
                </a:lnTo>
                <a:close/>
                <a:moveTo>
                  <a:pt x="2967" y="4224"/>
                </a:moveTo>
                <a:lnTo>
                  <a:pt x="2974" y="4216"/>
                </a:lnTo>
                <a:lnTo>
                  <a:pt x="2980" y="4207"/>
                </a:lnTo>
                <a:lnTo>
                  <a:pt x="2974" y="4212"/>
                </a:lnTo>
                <a:lnTo>
                  <a:pt x="2966" y="4215"/>
                </a:lnTo>
                <a:lnTo>
                  <a:pt x="2966" y="4216"/>
                </a:lnTo>
                <a:lnTo>
                  <a:pt x="2967" y="4216"/>
                </a:lnTo>
                <a:lnTo>
                  <a:pt x="2967" y="4220"/>
                </a:lnTo>
                <a:lnTo>
                  <a:pt x="2967" y="4224"/>
                </a:lnTo>
                <a:close/>
                <a:moveTo>
                  <a:pt x="2941" y="4237"/>
                </a:moveTo>
                <a:lnTo>
                  <a:pt x="2949" y="4233"/>
                </a:lnTo>
                <a:lnTo>
                  <a:pt x="2958" y="4229"/>
                </a:lnTo>
                <a:lnTo>
                  <a:pt x="2960" y="4230"/>
                </a:lnTo>
                <a:lnTo>
                  <a:pt x="2962" y="4230"/>
                </a:lnTo>
                <a:lnTo>
                  <a:pt x="2962" y="4230"/>
                </a:lnTo>
                <a:lnTo>
                  <a:pt x="2962" y="4230"/>
                </a:lnTo>
                <a:lnTo>
                  <a:pt x="2960" y="4227"/>
                </a:lnTo>
                <a:lnTo>
                  <a:pt x="2958" y="4224"/>
                </a:lnTo>
                <a:lnTo>
                  <a:pt x="2954" y="4227"/>
                </a:lnTo>
                <a:lnTo>
                  <a:pt x="2950" y="4230"/>
                </a:lnTo>
                <a:lnTo>
                  <a:pt x="2948" y="4230"/>
                </a:lnTo>
                <a:lnTo>
                  <a:pt x="2945" y="4231"/>
                </a:lnTo>
                <a:lnTo>
                  <a:pt x="2943" y="4234"/>
                </a:lnTo>
                <a:lnTo>
                  <a:pt x="2941" y="4237"/>
                </a:lnTo>
                <a:close/>
                <a:moveTo>
                  <a:pt x="2882" y="1370"/>
                </a:moveTo>
                <a:lnTo>
                  <a:pt x="2883" y="1373"/>
                </a:lnTo>
                <a:lnTo>
                  <a:pt x="2884" y="1375"/>
                </a:lnTo>
                <a:lnTo>
                  <a:pt x="2884" y="1375"/>
                </a:lnTo>
                <a:lnTo>
                  <a:pt x="2884" y="1375"/>
                </a:lnTo>
                <a:lnTo>
                  <a:pt x="2884" y="1375"/>
                </a:lnTo>
                <a:lnTo>
                  <a:pt x="2885" y="1375"/>
                </a:lnTo>
                <a:lnTo>
                  <a:pt x="2885" y="1375"/>
                </a:lnTo>
                <a:lnTo>
                  <a:pt x="2885" y="1375"/>
                </a:lnTo>
                <a:lnTo>
                  <a:pt x="2885" y="1375"/>
                </a:lnTo>
                <a:lnTo>
                  <a:pt x="2885" y="1375"/>
                </a:lnTo>
                <a:lnTo>
                  <a:pt x="2884" y="1375"/>
                </a:lnTo>
                <a:lnTo>
                  <a:pt x="2885" y="1372"/>
                </a:lnTo>
                <a:lnTo>
                  <a:pt x="2886" y="1370"/>
                </a:lnTo>
                <a:lnTo>
                  <a:pt x="2884" y="1370"/>
                </a:lnTo>
                <a:lnTo>
                  <a:pt x="2882" y="1370"/>
                </a:lnTo>
                <a:close/>
                <a:moveTo>
                  <a:pt x="2772" y="3174"/>
                </a:moveTo>
                <a:lnTo>
                  <a:pt x="2763" y="3175"/>
                </a:lnTo>
                <a:lnTo>
                  <a:pt x="2756" y="3176"/>
                </a:lnTo>
                <a:lnTo>
                  <a:pt x="2756" y="3182"/>
                </a:lnTo>
                <a:lnTo>
                  <a:pt x="2758" y="3189"/>
                </a:lnTo>
                <a:lnTo>
                  <a:pt x="2763" y="3182"/>
                </a:lnTo>
                <a:lnTo>
                  <a:pt x="2769" y="3176"/>
                </a:lnTo>
                <a:lnTo>
                  <a:pt x="2771" y="3175"/>
                </a:lnTo>
                <a:lnTo>
                  <a:pt x="2772" y="3174"/>
                </a:lnTo>
                <a:close/>
                <a:moveTo>
                  <a:pt x="2588" y="3267"/>
                </a:moveTo>
                <a:lnTo>
                  <a:pt x="2588" y="3266"/>
                </a:lnTo>
                <a:lnTo>
                  <a:pt x="2588" y="3266"/>
                </a:lnTo>
                <a:lnTo>
                  <a:pt x="2585" y="3261"/>
                </a:lnTo>
                <a:lnTo>
                  <a:pt x="2582" y="3258"/>
                </a:lnTo>
                <a:lnTo>
                  <a:pt x="2583" y="3261"/>
                </a:lnTo>
                <a:lnTo>
                  <a:pt x="2584" y="3263"/>
                </a:lnTo>
                <a:lnTo>
                  <a:pt x="2586" y="3266"/>
                </a:lnTo>
                <a:lnTo>
                  <a:pt x="2588" y="3267"/>
                </a:lnTo>
                <a:close/>
                <a:moveTo>
                  <a:pt x="2518" y="2169"/>
                </a:moveTo>
                <a:lnTo>
                  <a:pt x="2518" y="2169"/>
                </a:lnTo>
                <a:lnTo>
                  <a:pt x="2518" y="2169"/>
                </a:lnTo>
                <a:lnTo>
                  <a:pt x="2518" y="2169"/>
                </a:lnTo>
                <a:lnTo>
                  <a:pt x="2518" y="2170"/>
                </a:lnTo>
                <a:lnTo>
                  <a:pt x="2518" y="2169"/>
                </a:lnTo>
                <a:lnTo>
                  <a:pt x="2518" y="2169"/>
                </a:lnTo>
                <a:close/>
                <a:moveTo>
                  <a:pt x="2261" y="1839"/>
                </a:moveTo>
                <a:lnTo>
                  <a:pt x="2267" y="1841"/>
                </a:lnTo>
                <a:lnTo>
                  <a:pt x="2275" y="1843"/>
                </a:lnTo>
                <a:lnTo>
                  <a:pt x="2275" y="1843"/>
                </a:lnTo>
                <a:lnTo>
                  <a:pt x="2276" y="1842"/>
                </a:lnTo>
                <a:lnTo>
                  <a:pt x="2278" y="1841"/>
                </a:lnTo>
                <a:lnTo>
                  <a:pt x="2270" y="1840"/>
                </a:lnTo>
                <a:lnTo>
                  <a:pt x="2261" y="1839"/>
                </a:lnTo>
                <a:close/>
                <a:moveTo>
                  <a:pt x="1589" y="2477"/>
                </a:moveTo>
                <a:lnTo>
                  <a:pt x="1581" y="2483"/>
                </a:lnTo>
                <a:lnTo>
                  <a:pt x="1572" y="2487"/>
                </a:lnTo>
                <a:lnTo>
                  <a:pt x="1568" y="2488"/>
                </a:lnTo>
                <a:lnTo>
                  <a:pt x="1562" y="2488"/>
                </a:lnTo>
                <a:lnTo>
                  <a:pt x="1557" y="2487"/>
                </a:lnTo>
                <a:lnTo>
                  <a:pt x="1551" y="2485"/>
                </a:lnTo>
                <a:lnTo>
                  <a:pt x="1546" y="2488"/>
                </a:lnTo>
                <a:lnTo>
                  <a:pt x="1541" y="2490"/>
                </a:lnTo>
                <a:lnTo>
                  <a:pt x="1536" y="2491"/>
                </a:lnTo>
                <a:lnTo>
                  <a:pt x="1530" y="2492"/>
                </a:lnTo>
                <a:lnTo>
                  <a:pt x="1546" y="2498"/>
                </a:lnTo>
                <a:lnTo>
                  <a:pt x="1561" y="2505"/>
                </a:lnTo>
                <a:lnTo>
                  <a:pt x="1569" y="2509"/>
                </a:lnTo>
                <a:lnTo>
                  <a:pt x="1577" y="2513"/>
                </a:lnTo>
                <a:lnTo>
                  <a:pt x="1584" y="2519"/>
                </a:lnTo>
                <a:lnTo>
                  <a:pt x="1590" y="2525"/>
                </a:lnTo>
                <a:lnTo>
                  <a:pt x="1590" y="2526"/>
                </a:lnTo>
                <a:lnTo>
                  <a:pt x="1591" y="2526"/>
                </a:lnTo>
                <a:lnTo>
                  <a:pt x="1591" y="2514"/>
                </a:lnTo>
                <a:lnTo>
                  <a:pt x="1590" y="2502"/>
                </a:lnTo>
                <a:lnTo>
                  <a:pt x="1589" y="2490"/>
                </a:lnTo>
                <a:lnTo>
                  <a:pt x="1589" y="2477"/>
                </a:lnTo>
                <a:close/>
                <a:moveTo>
                  <a:pt x="1452" y="2556"/>
                </a:moveTo>
                <a:lnTo>
                  <a:pt x="1451" y="2578"/>
                </a:lnTo>
                <a:lnTo>
                  <a:pt x="1451" y="2601"/>
                </a:lnTo>
                <a:lnTo>
                  <a:pt x="1451" y="2622"/>
                </a:lnTo>
                <a:lnTo>
                  <a:pt x="1450" y="2645"/>
                </a:lnTo>
                <a:lnTo>
                  <a:pt x="1450" y="2655"/>
                </a:lnTo>
                <a:lnTo>
                  <a:pt x="1449" y="2666"/>
                </a:lnTo>
                <a:lnTo>
                  <a:pt x="1447" y="2677"/>
                </a:lnTo>
                <a:lnTo>
                  <a:pt x="1445" y="2687"/>
                </a:lnTo>
                <a:lnTo>
                  <a:pt x="1442" y="2697"/>
                </a:lnTo>
                <a:lnTo>
                  <a:pt x="1439" y="2706"/>
                </a:lnTo>
                <a:lnTo>
                  <a:pt x="1434" y="2716"/>
                </a:lnTo>
                <a:lnTo>
                  <a:pt x="1429" y="2725"/>
                </a:lnTo>
                <a:lnTo>
                  <a:pt x="1435" y="2734"/>
                </a:lnTo>
                <a:lnTo>
                  <a:pt x="1442" y="2742"/>
                </a:lnTo>
                <a:lnTo>
                  <a:pt x="1446" y="2731"/>
                </a:lnTo>
                <a:lnTo>
                  <a:pt x="1451" y="2721"/>
                </a:lnTo>
                <a:lnTo>
                  <a:pt x="1456" y="2709"/>
                </a:lnTo>
                <a:lnTo>
                  <a:pt x="1462" y="2699"/>
                </a:lnTo>
                <a:lnTo>
                  <a:pt x="1467" y="2688"/>
                </a:lnTo>
                <a:lnTo>
                  <a:pt x="1471" y="2677"/>
                </a:lnTo>
                <a:lnTo>
                  <a:pt x="1476" y="2665"/>
                </a:lnTo>
                <a:lnTo>
                  <a:pt x="1477" y="2653"/>
                </a:lnTo>
                <a:lnTo>
                  <a:pt x="1478" y="2648"/>
                </a:lnTo>
                <a:lnTo>
                  <a:pt x="1479" y="2644"/>
                </a:lnTo>
                <a:lnTo>
                  <a:pt x="1481" y="2641"/>
                </a:lnTo>
                <a:lnTo>
                  <a:pt x="1483" y="2639"/>
                </a:lnTo>
                <a:lnTo>
                  <a:pt x="1486" y="2637"/>
                </a:lnTo>
                <a:lnTo>
                  <a:pt x="1489" y="2635"/>
                </a:lnTo>
                <a:lnTo>
                  <a:pt x="1493" y="2634"/>
                </a:lnTo>
                <a:lnTo>
                  <a:pt x="1496" y="2634"/>
                </a:lnTo>
                <a:lnTo>
                  <a:pt x="1504" y="2634"/>
                </a:lnTo>
                <a:lnTo>
                  <a:pt x="1513" y="2637"/>
                </a:lnTo>
                <a:lnTo>
                  <a:pt x="1523" y="2640"/>
                </a:lnTo>
                <a:lnTo>
                  <a:pt x="1532" y="2643"/>
                </a:lnTo>
                <a:lnTo>
                  <a:pt x="1527" y="2638"/>
                </a:lnTo>
                <a:lnTo>
                  <a:pt x="1522" y="2632"/>
                </a:lnTo>
                <a:lnTo>
                  <a:pt x="1516" y="2627"/>
                </a:lnTo>
                <a:lnTo>
                  <a:pt x="1512" y="2621"/>
                </a:lnTo>
                <a:lnTo>
                  <a:pt x="1505" y="2608"/>
                </a:lnTo>
                <a:lnTo>
                  <a:pt x="1498" y="2595"/>
                </a:lnTo>
                <a:lnTo>
                  <a:pt x="1494" y="2589"/>
                </a:lnTo>
                <a:lnTo>
                  <a:pt x="1490" y="2583"/>
                </a:lnTo>
                <a:lnTo>
                  <a:pt x="1486" y="2577"/>
                </a:lnTo>
                <a:lnTo>
                  <a:pt x="1481" y="2572"/>
                </a:lnTo>
                <a:lnTo>
                  <a:pt x="1475" y="2567"/>
                </a:lnTo>
                <a:lnTo>
                  <a:pt x="1468" y="2563"/>
                </a:lnTo>
                <a:lnTo>
                  <a:pt x="1461" y="2560"/>
                </a:lnTo>
                <a:lnTo>
                  <a:pt x="1452" y="2556"/>
                </a:lnTo>
                <a:close/>
                <a:moveTo>
                  <a:pt x="1415" y="2531"/>
                </a:moveTo>
                <a:lnTo>
                  <a:pt x="1414" y="2533"/>
                </a:lnTo>
                <a:lnTo>
                  <a:pt x="1414" y="2534"/>
                </a:lnTo>
                <a:lnTo>
                  <a:pt x="1416" y="2533"/>
                </a:lnTo>
                <a:lnTo>
                  <a:pt x="1417" y="2533"/>
                </a:lnTo>
                <a:lnTo>
                  <a:pt x="1416" y="2532"/>
                </a:lnTo>
                <a:lnTo>
                  <a:pt x="1415" y="2531"/>
                </a:lnTo>
                <a:close/>
                <a:moveTo>
                  <a:pt x="4946" y="2540"/>
                </a:moveTo>
                <a:lnTo>
                  <a:pt x="4947" y="2538"/>
                </a:lnTo>
                <a:lnTo>
                  <a:pt x="4948" y="2536"/>
                </a:lnTo>
                <a:lnTo>
                  <a:pt x="4943" y="2532"/>
                </a:lnTo>
                <a:lnTo>
                  <a:pt x="4938" y="2528"/>
                </a:lnTo>
                <a:lnTo>
                  <a:pt x="4937" y="2530"/>
                </a:lnTo>
                <a:lnTo>
                  <a:pt x="4935" y="2531"/>
                </a:lnTo>
                <a:lnTo>
                  <a:pt x="4940" y="2535"/>
                </a:lnTo>
                <a:lnTo>
                  <a:pt x="4946" y="2540"/>
                </a:lnTo>
                <a:close/>
                <a:moveTo>
                  <a:pt x="4836" y="1982"/>
                </a:moveTo>
                <a:lnTo>
                  <a:pt x="4839" y="1979"/>
                </a:lnTo>
                <a:lnTo>
                  <a:pt x="4840" y="1976"/>
                </a:lnTo>
                <a:lnTo>
                  <a:pt x="4840" y="1973"/>
                </a:lnTo>
                <a:lnTo>
                  <a:pt x="4840" y="1971"/>
                </a:lnTo>
                <a:lnTo>
                  <a:pt x="4836" y="1965"/>
                </a:lnTo>
                <a:lnTo>
                  <a:pt x="4831" y="1961"/>
                </a:lnTo>
                <a:lnTo>
                  <a:pt x="4828" y="1967"/>
                </a:lnTo>
                <a:lnTo>
                  <a:pt x="4828" y="1973"/>
                </a:lnTo>
                <a:lnTo>
                  <a:pt x="4830" y="1976"/>
                </a:lnTo>
                <a:lnTo>
                  <a:pt x="4836" y="1982"/>
                </a:lnTo>
                <a:close/>
                <a:moveTo>
                  <a:pt x="4494" y="1856"/>
                </a:moveTo>
                <a:lnTo>
                  <a:pt x="4494" y="1863"/>
                </a:lnTo>
                <a:lnTo>
                  <a:pt x="4495" y="1868"/>
                </a:lnTo>
                <a:lnTo>
                  <a:pt x="4498" y="1872"/>
                </a:lnTo>
                <a:lnTo>
                  <a:pt x="4501" y="1876"/>
                </a:lnTo>
                <a:lnTo>
                  <a:pt x="4506" y="1879"/>
                </a:lnTo>
                <a:lnTo>
                  <a:pt x="4514" y="1881"/>
                </a:lnTo>
                <a:lnTo>
                  <a:pt x="4522" y="1882"/>
                </a:lnTo>
                <a:lnTo>
                  <a:pt x="4531" y="1881"/>
                </a:lnTo>
                <a:lnTo>
                  <a:pt x="4521" y="1874"/>
                </a:lnTo>
                <a:lnTo>
                  <a:pt x="4511" y="1868"/>
                </a:lnTo>
                <a:lnTo>
                  <a:pt x="4502" y="1862"/>
                </a:lnTo>
                <a:lnTo>
                  <a:pt x="4494" y="1856"/>
                </a:lnTo>
                <a:close/>
                <a:moveTo>
                  <a:pt x="3776" y="1611"/>
                </a:moveTo>
                <a:lnTo>
                  <a:pt x="3775" y="1610"/>
                </a:lnTo>
                <a:lnTo>
                  <a:pt x="3775" y="1609"/>
                </a:lnTo>
                <a:lnTo>
                  <a:pt x="3775" y="1609"/>
                </a:lnTo>
                <a:lnTo>
                  <a:pt x="3775" y="1609"/>
                </a:lnTo>
                <a:lnTo>
                  <a:pt x="3775" y="1609"/>
                </a:lnTo>
                <a:lnTo>
                  <a:pt x="3775" y="1610"/>
                </a:lnTo>
                <a:lnTo>
                  <a:pt x="3774" y="1610"/>
                </a:lnTo>
                <a:lnTo>
                  <a:pt x="3775" y="1611"/>
                </a:lnTo>
                <a:lnTo>
                  <a:pt x="3776" y="1611"/>
                </a:lnTo>
                <a:close/>
                <a:moveTo>
                  <a:pt x="3820" y="1171"/>
                </a:moveTo>
                <a:lnTo>
                  <a:pt x="3821" y="1171"/>
                </a:lnTo>
                <a:lnTo>
                  <a:pt x="3821" y="1171"/>
                </a:lnTo>
                <a:lnTo>
                  <a:pt x="3821" y="1170"/>
                </a:lnTo>
                <a:lnTo>
                  <a:pt x="3820" y="1170"/>
                </a:lnTo>
                <a:lnTo>
                  <a:pt x="3820" y="1171"/>
                </a:lnTo>
                <a:lnTo>
                  <a:pt x="3820" y="1171"/>
                </a:lnTo>
                <a:close/>
                <a:moveTo>
                  <a:pt x="3889" y="1600"/>
                </a:moveTo>
                <a:lnTo>
                  <a:pt x="3890" y="1599"/>
                </a:lnTo>
                <a:lnTo>
                  <a:pt x="3891" y="1597"/>
                </a:lnTo>
                <a:lnTo>
                  <a:pt x="3889" y="1597"/>
                </a:lnTo>
                <a:lnTo>
                  <a:pt x="3887" y="1597"/>
                </a:lnTo>
                <a:lnTo>
                  <a:pt x="3888" y="1599"/>
                </a:lnTo>
                <a:lnTo>
                  <a:pt x="3889" y="1600"/>
                </a:lnTo>
                <a:close/>
                <a:moveTo>
                  <a:pt x="3995" y="1226"/>
                </a:moveTo>
                <a:lnTo>
                  <a:pt x="3999" y="1226"/>
                </a:lnTo>
                <a:lnTo>
                  <a:pt x="4001" y="1227"/>
                </a:lnTo>
                <a:lnTo>
                  <a:pt x="3998" y="1225"/>
                </a:lnTo>
                <a:lnTo>
                  <a:pt x="3995" y="1224"/>
                </a:lnTo>
                <a:lnTo>
                  <a:pt x="3995" y="1225"/>
                </a:lnTo>
                <a:lnTo>
                  <a:pt x="3995" y="1226"/>
                </a:lnTo>
                <a:close/>
                <a:moveTo>
                  <a:pt x="4016" y="1333"/>
                </a:moveTo>
                <a:lnTo>
                  <a:pt x="4016" y="1333"/>
                </a:lnTo>
                <a:lnTo>
                  <a:pt x="4015" y="1332"/>
                </a:lnTo>
                <a:lnTo>
                  <a:pt x="4015" y="1333"/>
                </a:lnTo>
                <a:lnTo>
                  <a:pt x="4015" y="1334"/>
                </a:lnTo>
                <a:lnTo>
                  <a:pt x="4015" y="1334"/>
                </a:lnTo>
                <a:lnTo>
                  <a:pt x="4016" y="1333"/>
                </a:lnTo>
                <a:close/>
                <a:moveTo>
                  <a:pt x="4256" y="614"/>
                </a:moveTo>
                <a:lnTo>
                  <a:pt x="4256" y="614"/>
                </a:lnTo>
                <a:lnTo>
                  <a:pt x="4255" y="613"/>
                </a:lnTo>
                <a:lnTo>
                  <a:pt x="4255" y="613"/>
                </a:lnTo>
                <a:lnTo>
                  <a:pt x="4255" y="613"/>
                </a:lnTo>
                <a:lnTo>
                  <a:pt x="4255" y="614"/>
                </a:lnTo>
                <a:lnTo>
                  <a:pt x="4256" y="614"/>
                </a:lnTo>
                <a:close/>
                <a:moveTo>
                  <a:pt x="4413" y="426"/>
                </a:moveTo>
                <a:lnTo>
                  <a:pt x="4413" y="426"/>
                </a:lnTo>
                <a:lnTo>
                  <a:pt x="4413" y="426"/>
                </a:lnTo>
                <a:lnTo>
                  <a:pt x="4413" y="426"/>
                </a:lnTo>
                <a:lnTo>
                  <a:pt x="4413" y="426"/>
                </a:lnTo>
                <a:lnTo>
                  <a:pt x="4413" y="426"/>
                </a:lnTo>
                <a:lnTo>
                  <a:pt x="4413" y="426"/>
                </a:lnTo>
                <a:close/>
                <a:moveTo>
                  <a:pt x="4415" y="427"/>
                </a:moveTo>
                <a:lnTo>
                  <a:pt x="4414" y="426"/>
                </a:lnTo>
                <a:lnTo>
                  <a:pt x="4414" y="424"/>
                </a:lnTo>
                <a:lnTo>
                  <a:pt x="4414" y="425"/>
                </a:lnTo>
                <a:lnTo>
                  <a:pt x="4413" y="426"/>
                </a:lnTo>
                <a:lnTo>
                  <a:pt x="4414" y="426"/>
                </a:lnTo>
                <a:lnTo>
                  <a:pt x="4415" y="427"/>
                </a:lnTo>
                <a:close/>
                <a:moveTo>
                  <a:pt x="4489" y="382"/>
                </a:moveTo>
                <a:lnTo>
                  <a:pt x="4490" y="380"/>
                </a:lnTo>
                <a:lnTo>
                  <a:pt x="4491" y="377"/>
                </a:lnTo>
                <a:lnTo>
                  <a:pt x="4489" y="378"/>
                </a:lnTo>
                <a:lnTo>
                  <a:pt x="4488" y="379"/>
                </a:lnTo>
                <a:lnTo>
                  <a:pt x="4486" y="377"/>
                </a:lnTo>
                <a:lnTo>
                  <a:pt x="4485" y="376"/>
                </a:lnTo>
                <a:lnTo>
                  <a:pt x="4485" y="377"/>
                </a:lnTo>
                <a:lnTo>
                  <a:pt x="4485" y="378"/>
                </a:lnTo>
                <a:lnTo>
                  <a:pt x="4485" y="380"/>
                </a:lnTo>
                <a:lnTo>
                  <a:pt x="4486" y="382"/>
                </a:lnTo>
                <a:lnTo>
                  <a:pt x="4488" y="382"/>
                </a:lnTo>
                <a:lnTo>
                  <a:pt x="4489" y="382"/>
                </a:lnTo>
                <a:close/>
                <a:moveTo>
                  <a:pt x="4490" y="877"/>
                </a:moveTo>
                <a:lnTo>
                  <a:pt x="4490" y="877"/>
                </a:lnTo>
                <a:lnTo>
                  <a:pt x="4490" y="877"/>
                </a:lnTo>
                <a:lnTo>
                  <a:pt x="4490" y="877"/>
                </a:lnTo>
                <a:lnTo>
                  <a:pt x="4490" y="877"/>
                </a:lnTo>
                <a:lnTo>
                  <a:pt x="4490" y="877"/>
                </a:lnTo>
                <a:lnTo>
                  <a:pt x="4490" y="877"/>
                </a:lnTo>
                <a:lnTo>
                  <a:pt x="4490" y="877"/>
                </a:lnTo>
                <a:close/>
                <a:moveTo>
                  <a:pt x="4519" y="128"/>
                </a:moveTo>
                <a:lnTo>
                  <a:pt x="4520" y="128"/>
                </a:lnTo>
                <a:lnTo>
                  <a:pt x="4520" y="127"/>
                </a:lnTo>
                <a:lnTo>
                  <a:pt x="4518" y="118"/>
                </a:lnTo>
                <a:lnTo>
                  <a:pt x="4518" y="111"/>
                </a:lnTo>
                <a:lnTo>
                  <a:pt x="4519" y="105"/>
                </a:lnTo>
                <a:lnTo>
                  <a:pt x="4521" y="100"/>
                </a:lnTo>
                <a:lnTo>
                  <a:pt x="4525" y="95"/>
                </a:lnTo>
                <a:lnTo>
                  <a:pt x="4529" y="91"/>
                </a:lnTo>
                <a:lnTo>
                  <a:pt x="4535" y="88"/>
                </a:lnTo>
                <a:lnTo>
                  <a:pt x="4541" y="85"/>
                </a:lnTo>
                <a:lnTo>
                  <a:pt x="4533" y="83"/>
                </a:lnTo>
                <a:lnTo>
                  <a:pt x="4526" y="78"/>
                </a:lnTo>
                <a:lnTo>
                  <a:pt x="4520" y="74"/>
                </a:lnTo>
                <a:lnTo>
                  <a:pt x="4514" y="69"/>
                </a:lnTo>
                <a:lnTo>
                  <a:pt x="4513" y="76"/>
                </a:lnTo>
                <a:lnTo>
                  <a:pt x="4512" y="84"/>
                </a:lnTo>
                <a:lnTo>
                  <a:pt x="4513" y="91"/>
                </a:lnTo>
                <a:lnTo>
                  <a:pt x="4514" y="98"/>
                </a:lnTo>
                <a:lnTo>
                  <a:pt x="4516" y="112"/>
                </a:lnTo>
                <a:lnTo>
                  <a:pt x="4519" y="128"/>
                </a:lnTo>
                <a:close/>
                <a:moveTo>
                  <a:pt x="747" y="3370"/>
                </a:moveTo>
                <a:lnTo>
                  <a:pt x="743" y="3371"/>
                </a:lnTo>
                <a:lnTo>
                  <a:pt x="740" y="3375"/>
                </a:lnTo>
                <a:lnTo>
                  <a:pt x="737" y="3380"/>
                </a:lnTo>
                <a:lnTo>
                  <a:pt x="734" y="3385"/>
                </a:lnTo>
                <a:lnTo>
                  <a:pt x="734" y="3387"/>
                </a:lnTo>
                <a:lnTo>
                  <a:pt x="735" y="3390"/>
                </a:lnTo>
                <a:lnTo>
                  <a:pt x="736" y="3393"/>
                </a:lnTo>
                <a:lnTo>
                  <a:pt x="738" y="3395"/>
                </a:lnTo>
                <a:lnTo>
                  <a:pt x="743" y="3400"/>
                </a:lnTo>
                <a:lnTo>
                  <a:pt x="748" y="3405"/>
                </a:lnTo>
                <a:lnTo>
                  <a:pt x="752" y="3411"/>
                </a:lnTo>
                <a:lnTo>
                  <a:pt x="754" y="3416"/>
                </a:lnTo>
                <a:lnTo>
                  <a:pt x="754" y="3419"/>
                </a:lnTo>
                <a:lnTo>
                  <a:pt x="752" y="3421"/>
                </a:lnTo>
                <a:lnTo>
                  <a:pt x="750" y="3425"/>
                </a:lnTo>
                <a:lnTo>
                  <a:pt x="747" y="3428"/>
                </a:lnTo>
                <a:lnTo>
                  <a:pt x="731" y="3427"/>
                </a:lnTo>
                <a:lnTo>
                  <a:pt x="715" y="3427"/>
                </a:lnTo>
                <a:lnTo>
                  <a:pt x="707" y="3429"/>
                </a:lnTo>
                <a:lnTo>
                  <a:pt x="701" y="3431"/>
                </a:lnTo>
                <a:lnTo>
                  <a:pt x="698" y="3433"/>
                </a:lnTo>
                <a:lnTo>
                  <a:pt x="695" y="3435"/>
                </a:lnTo>
                <a:lnTo>
                  <a:pt x="693" y="3438"/>
                </a:lnTo>
                <a:lnTo>
                  <a:pt x="691" y="3441"/>
                </a:lnTo>
                <a:lnTo>
                  <a:pt x="685" y="3453"/>
                </a:lnTo>
                <a:lnTo>
                  <a:pt x="677" y="3465"/>
                </a:lnTo>
                <a:lnTo>
                  <a:pt x="671" y="3476"/>
                </a:lnTo>
                <a:lnTo>
                  <a:pt x="665" y="3488"/>
                </a:lnTo>
                <a:lnTo>
                  <a:pt x="666" y="3493"/>
                </a:lnTo>
                <a:lnTo>
                  <a:pt x="667" y="3499"/>
                </a:lnTo>
                <a:lnTo>
                  <a:pt x="667" y="3505"/>
                </a:lnTo>
                <a:lnTo>
                  <a:pt x="667" y="3509"/>
                </a:lnTo>
                <a:lnTo>
                  <a:pt x="664" y="3518"/>
                </a:lnTo>
                <a:lnTo>
                  <a:pt x="660" y="3526"/>
                </a:lnTo>
                <a:lnTo>
                  <a:pt x="649" y="3542"/>
                </a:lnTo>
                <a:lnTo>
                  <a:pt x="638" y="3556"/>
                </a:lnTo>
                <a:lnTo>
                  <a:pt x="642" y="3565"/>
                </a:lnTo>
                <a:lnTo>
                  <a:pt x="647" y="3574"/>
                </a:lnTo>
                <a:lnTo>
                  <a:pt x="651" y="3583"/>
                </a:lnTo>
                <a:lnTo>
                  <a:pt x="653" y="3592"/>
                </a:lnTo>
                <a:lnTo>
                  <a:pt x="654" y="3596"/>
                </a:lnTo>
                <a:lnTo>
                  <a:pt x="654" y="3600"/>
                </a:lnTo>
                <a:lnTo>
                  <a:pt x="653" y="3604"/>
                </a:lnTo>
                <a:lnTo>
                  <a:pt x="652" y="3607"/>
                </a:lnTo>
                <a:lnTo>
                  <a:pt x="650" y="3611"/>
                </a:lnTo>
                <a:lnTo>
                  <a:pt x="647" y="3614"/>
                </a:lnTo>
                <a:lnTo>
                  <a:pt x="643" y="3618"/>
                </a:lnTo>
                <a:lnTo>
                  <a:pt x="639" y="3622"/>
                </a:lnTo>
                <a:lnTo>
                  <a:pt x="635" y="3623"/>
                </a:lnTo>
                <a:lnTo>
                  <a:pt x="631" y="3624"/>
                </a:lnTo>
                <a:lnTo>
                  <a:pt x="627" y="3624"/>
                </a:lnTo>
                <a:lnTo>
                  <a:pt x="624" y="3624"/>
                </a:lnTo>
                <a:lnTo>
                  <a:pt x="621" y="3622"/>
                </a:lnTo>
                <a:lnTo>
                  <a:pt x="617" y="3620"/>
                </a:lnTo>
                <a:lnTo>
                  <a:pt x="614" y="3617"/>
                </a:lnTo>
                <a:lnTo>
                  <a:pt x="610" y="3613"/>
                </a:lnTo>
                <a:lnTo>
                  <a:pt x="603" y="3604"/>
                </a:lnTo>
                <a:lnTo>
                  <a:pt x="597" y="3596"/>
                </a:lnTo>
                <a:lnTo>
                  <a:pt x="592" y="3587"/>
                </a:lnTo>
                <a:lnTo>
                  <a:pt x="590" y="3578"/>
                </a:lnTo>
                <a:lnTo>
                  <a:pt x="590" y="3574"/>
                </a:lnTo>
                <a:lnTo>
                  <a:pt x="590" y="3570"/>
                </a:lnTo>
                <a:lnTo>
                  <a:pt x="591" y="3566"/>
                </a:lnTo>
                <a:lnTo>
                  <a:pt x="592" y="3563"/>
                </a:lnTo>
                <a:lnTo>
                  <a:pt x="594" y="3559"/>
                </a:lnTo>
                <a:lnTo>
                  <a:pt x="596" y="3555"/>
                </a:lnTo>
                <a:lnTo>
                  <a:pt x="599" y="3552"/>
                </a:lnTo>
                <a:lnTo>
                  <a:pt x="603" y="3548"/>
                </a:lnTo>
                <a:lnTo>
                  <a:pt x="607" y="3544"/>
                </a:lnTo>
                <a:lnTo>
                  <a:pt x="612" y="3538"/>
                </a:lnTo>
                <a:lnTo>
                  <a:pt x="602" y="3528"/>
                </a:lnTo>
                <a:lnTo>
                  <a:pt x="592" y="3518"/>
                </a:lnTo>
                <a:lnTo>
                  <a:pt x="588" y="3513"/>
                </a:lnTo>
                <a:lnTo>
                  <a:pt x="584" y="3508"/>
                </a:lnTo>
                <a:lnTo>
                  <a:pt x="581" y="3504"/>
                </a:lnTo>
                <a:lnTo>
                  <a:pt x="579" y="3498"/>
                </a:lnTo>
                <a:lnTo>
                  <a:pt x="578" y="3494"/>
                </a:lnTo>
                <a:lnTo>
                  <a:pt x="578" y="3490"/>
                </a:lnTo>
                <a:lnTo>
                  <a:pt x="579" y="3486"/>
                </a:lnTo>
                <a:lnTo>
                  <a:pt x="582" y="3482"/>
                </a:lnTo>
                <a:lnTo>
                  <a:pt x="587" y="3479"/>
                </a:lnTo>
                <a:lnTo>
                  <a:pt x="592" y="3476"/>
                </a:lnTo>
                <a:lnTo>
                  <a:pt x="599" y="3473"/>
                </a:lnTo>
                <a:lnTo>
                  <a:pt x="608" y="3470"/>
                </a:lnTo>
                <a:lnTo>
                  <a:pt x="631" y="3436"/>
                </a:lnTo>
                <a:lnTo>
                  <a:pt x="654" y="3403"/>
                </a:lnTo>
                <a:lnTo>
                  <a:pt x="676" y="3369"/>
                </a:lnTo>
                <a:lnTo>
                  <a:pt x="701" y="3336"/>
                </a:lnTo>
                <a:lnTo>
                  <a:pt x="707" y="3330"/>
                </a:lnTo>
                <a:lnTo>
                  <a:pt x="714" y="3325"/>
                </a:lnTo>
                <a:lnTo>
                  <a:pt x="721" y="3321"/>
                </a:lnTo>
                <a:lnTo>
                  <a:pt x="731" y="3319"/>
                </a:lnTo>
                <a:lnTo>
                  <a:pt x="740" y="3319"/>
                </a:lnTo>
                <a:lnTo>
                  <a:pt x="750" y="3320"/>
                </a:lnTo>
                <a:lnTo>
                  <a:pt x="761" y="3323"/>
                </a:lnTo>
                <a:lnTo>
                  <a:pt x="771" y="3327"/>
                </a:lnTo>
                <a:lnTo>
                  <a:pt x="784" y="3333"/>
                </a:lnTo>
                <a:lnTo>
                  <a:pt x="795" y="3340"/>
                </a:lnTo>
                <a:lnTo>
                  <a:pt x="799" y="3346"/>
                </a:lnTo>
                <a:lnTo>
                  <a:pt x="802" y="3351"/>
                </a:lnTo>
                <a:lnTo>
                  <a:pt x="803" y="3353"/>
                </a:lnTo>
                <a:lnTo>
                  <a:pt x="803" y="3356"/>
                </a:lnTo>
                <a:lnTo>
                  <a:pt x="803" y="3359"/>
                </a:lnTo>
                <a:lnTo>
                  <a:pt x="803" y="3362"/>
                </a:lnTo>
                <a:lnTo>
                  <a:pt x="801" y="3366"/>
                </a:lnTo>
                <a:lnTo>
                  <a:pt x="799" y="3370"/>
                </a:lnTo>
                <a:lnTo>
                  <a:pt x="796" y="3372"/>
                </a:lnTo>
                <a:lnTo>
                  <a:pt x="793" y="3373"/>
                </a:lnTo>
                <a:lnTo>
                  <a:pt x="787" y="3375"/>
                </a:lnTo>
                <a:lnTo>
                  <a:pt x="779" y="3374"/>
                </a:lnTo>
                <a:lnTo>
                  <a:pt x="770" y="3373"/>
                </a:lnTo>
                <a:lnTo>
                  <a:pt x="762" y="3371"/>
                </a:lnTo>
                <a:lnTo>
                  <a:pt x="754" y="3369"/>
                </a:lnTo>
                <a:lnTo>
                  <a:pt x="747" y="3370"/>
                </a:lnTo>
                <a:close/>
                <a:moveTo>
                  <a:pt x="4375" y="3167"/>
                </a:moveTo>
                <a:lnTo>
                  <a:pt x="4387" y="3172"/>
                </a:lnTo>
                <a:lnTo>
                  <a:pt x="4396" y="3175"/>
                </a:lnTo>
                <a:lnTo>
                  <a:pt x="4400" y="3175"/>
                </a:lnTo>
                <a:lnTo>
                  <a:pt x="4404" y="3175"/>
                </a:lnTo>
                <a:lnTo>
                  <a:pt x="4407" y="3174"/>
                </a:lnTo>
                <a:lnTo>
                  <a:pt x="4410" y="3173"/>
                </a:lnTo>
                <a:lnTo>
                  <a:pt x="4417" y="3176"/>
                </a:lnTo>
                <a:lnTo>
                  <a:pt x="4423" y="3180"/>
                </a:lnTo>
                <a:lnTo>
                  <a:pt x="4411" y="3184"/>
                </a:lnTo>
                <a:lnTo>
                  <a:pt x="4399" y="3185"/>
                </a:lnTo>
                <a:lnTo>
                  <a:pt x="4388" y="3185"/>
                </a:lnTo>
                <a:lnTo>
                  <a:pt x="4376" y="3183"/>
                </a:lnTo>
                <a:lnTo>
                  <a:pt x="4376" y="3181"/>
                </a:lnTo>
                <a:lnTo>
                  <a:pt x="4376" y="3179"/>
                </a:lnTo>
                <a:lnTo>
                  <a:pt x="4375" y="3177"/>
                </a:lnTo>
                <a:lnTo>
                  <a:pt x="4374" y="3175"/>
                </a:lnTo>
                <a:lnTo>
                  <a:pt x="4373" y="3174"/>
                </a:lnTo>
                <a:lnTo>
                  <a:pt x="4373" y="3171"/>
                </a:lnTo>
                <a:lnTo>
                  <a:pt x="4373" y="3169"/>
                </a:lnTo>
                <a:lnTo>
                  <a:pt x="4375" y="3167"/>
                </a:lnTo>
                <a:close/>
                <a:moveTo>
                  <a:pt x="5560" y="2194"/>
                </a:moveTo>
                <a:lnTo>
                  <a:pt x="5555" y="2189"/>
                </a:lnTo>
                <a:lnTo>
                  <a:pt x="5551" y="2184"/>
                </a:lnTo>
                <a:lnTo>
                  <a:pt x="5549" y="2182"/>
                </a:lnTo>
                <a:lnTo>
                  <a:pt x="5547" y="2179"/>
                </a:lnTo>
                <a:lnTo>
                  <a:pt x="5544" y="2177"/>
                </a:lnTo>
                <a:lnTo>
                  <a:pt x="5539" y="2175"/>
                </a:lnTo>
                <a:lnTo>
                  <a:pt x="5542" y="2166"/>
                </a:lnTo>
                <a:lnTo>
                  <a:pt x="5545" y="2158"/>
                </a:lnTo>
                <a:lnTo>
                  <a:pt x="5548" y="2151"/>
                </a:lnTo>
                <a:lnTo>
                  <a:pt x="5551" y="2146"/>
                </a:lnTo>
                <a:lnTo>
                  <a:pt x="5555" y="2141"/>
                </a:lnTo>
                <a:lnTo>
                  <a:pt x="5558" y="2137"/>
                </a:lnTo>
                <a:lnTo>
                  <a:pt x="5561" y="2134"/>
                </a:lnTo>
                <a:lnTo>
                  <a:pt x="5564" y="2132"/>
                </a:lnTo>
                <a:lnTo>
                  <a:pt x="5568" y="2130"/>
                </a:lnTo>
                <a:lnTo>
                  <a:pt x="5571" y="2130"/>
                </a:lnTo>
                <a:lnTo>
                  <a:pt x="5574" y="2129"/>
                </a:lnTo>
                <a:lnTo>
                  <a:pt x="5577" y="2130"/>
                </a:lnTo>
                <a:lnTo>
                  <a:pt x="5579" y="2131"/>
                </a:lnTo>
                <a:lnTo>
                  <a:pt x="5582" y="2132"/>
                </a:lnTo>
                <a:lnTo>
                  <a:pt x="5585" y="2134"/>
                </a:lnTo>
                <a:lnTo>
                  <a:pt x="5587" y="2137"/>
                </a:lnTo>
                <a:lnTo>
                  <a:pt x="5590" y="2143"/>
                </a:lnTo>
                <a:lnTo>
                  <a:pt x="5592" y="2150"/>
                </a:lnTo>
                <a:lnTo>
                  <a:pt x="5592" y="2157"/>
                </a:lnTo>
                <a:lnTo>
                  <a:pt x="5590" y="2166"/>
                </a:lnTo>
                <a:lnTo>
                  <a:pt x="5589" y="2170"/>
                </a:lnTo>
                <a:lnTo>
                  <a:pt x="5587" y="2174"/>
                </a:lnTo>
                <a:lnTo>
                  <a:pt x="5583" y="2178"/>
                </a:lnTo>
                <a:lnTo>
                  <a:pt x="5580" y="2182"/>
                </a:lnTo>
                <a:lnTo>
                  <a:pt x="5576" y="2185"/>
                </a:lnTo>
                <a:lnTo>
                  <a:pt x="5571" y="2188"/>
                </a:lnTo>
                <a:lnTo>
                  <a:pt x="5566" y="2192"/>
                </a:lnTo>
                <a:lnTo>
                  <a:pt x="5560" y="2194"/>
                </a:lnTo>
                <a:close/>
                <a:moveTo>
                  <a:pt x="5453" y="2079"/>
                </a:moveTo>
                <a:lnTo>
                  <a:pt x="5457" y="2074"/>
                </a:lnTo>
                <a:lnTo>
                  <a:pt x="5461" y="2068"/>
                </a:lnTo>
                <a:lnTo>
                  <a:pt x="5464" y="2070"/>
                </a:lnTo>
                <a:lnTo>
                  <a:pt x="5466" y="2072"/>
                </a:lnTo>
                <a:lnTo>
                  <a:pt x="5468" y="2074"/>
                </a:lnTo>
                <a:lnTo>
                  <a:pt x="5469" y="2076"/>
                </a:lnTo>
                <a:lnTo>
                  <a:pt x="5469" y="2079"/>
                </a:lnTo>
                <a:lnTo>
                  <a:pt x="5468" y="2081"/>
                </a:lnTo>
                <a:lnTo>
                  <a:pt x="5467" y="2084"/>
                </a:lnTo>
                <a:lnTo>
                  <a:pt x="5465" y="2088"/>
                </a:lnTo>
                <a:lnTo>
                  <a:pt x="5459" y="2083"/>
                </a:lnTo>
                <a:lnTo>
                  <a:pt x="5453" y="2079"/>
                </a:lnTo>
                <a:close/>
                <a:moveTo>
                  <a:pt x="5437" y="1604"/>
                </a:moveTo>
                <a:lnTo>
                  <a:pt x="5437" y="1602"/>
                </a:lnTo>
                <a:lnTo>
                  <a:pt x="5438" y="1600"/>
                </a:lnTo>
                <a:lnTo>
                  <a:pt x="5440" y="1599"/>
                </a:lnTo>
                <a:lnTo>
                  <a:pt x="5442" y="1597"/>
                </a:lnTo>
                <a:lnTo>
                  <a:pt x="5447" y="1595"/>
                </a:lnTo>
                <a:lnTo>
                  <a:pt x="5449" y="1595"/>
                </a:lnTo>
                <a:lnTo>
                  <a:pt x="5452" y="1596"/>
                </a:lnTo>
                <a:lnTo>
                  <a:pt x="5454" y="1597"/>
                </a:lnTo>
                <a:lnTo>
                  <a:pt x="5455" y="1598"/>
                </a:lnTo>
                <a:lnTo>
                  <a:pt x="5456" y="1600"/>
                </a:lnTo>
                <a:lnTo>
                  <a:pt x="5454" y="1603"/>
                </a:lnTo>
                <a:lnTo>
                  <a:pt x="5451" y="1606"/>
                </a:lnTo>
                <a:lnTo>
                  <a:pt x="5447" y="1608"/>
                </a:lnTo>
                <a:lnTo>
                  <a:pt x="5442" y="1608"/>
                </a:lnTo>
                <a:lnTo>
                  <a:pt x="5440" y="1608"/>
                </a:lnTo>
                <a:lnTo>
                  <a:pt x="5439" y="1607"/>
                </a:lnTo>
                <a:lnTo>
                  <a:pt x="5437" y="1606"/>
                </a:lnTo>
                <a:lnTo>
                  <a:pt x="5437" y="1604"/>
                </a:lnTo>
                <a:close/>
              </a:path>
            </a:pathLst>
          </a:cu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297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melines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810500" cy="10288588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17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2164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1" r:id="rId1"/>
    <p:sldLayoutId id="2147484470" r:id="rId2"/>
    <p:sldLayoutId id="2147484465" r:id="rId3"/>
    <p:sldLayoutId id="2147484494" r:id="rId4"/>
    <p:sldLayoutId id="2147484489" r:id="rId5"/>
    <p:sldLayoutId id="2147484490" r:id="rId6"/>
    <p:sldLayoutId id="2147484491" r:id="rId7"/>
    <p:sldLayoutId id="2147484492" r:id="rId8"/>
    <p:sldLayoutId id="2147484467" r:id="rId9"/>
    <p:sldLayoutId id="2147484469" r:id="rId10"/>
    <p:sldLayoutId id="2147484471" r:id="rId11"/>
    <p:sldLayoutId id="2147484472" r:id="rId12"/>
    <p:sldLayoutId id="2147484473" r:id="rId13"/>
    <p:sldLayoutId id="2147484474" r:id="rId14"/>
    <p:sldLayoutId id="2147484475" r:id="rId15"/>
    <p:sldLayoutId id="2147484476" r:id="rId16"/>
    <p:sldLayoutId id="2147484477" r:id="rId17"/>
    <p:sldLayoutId id="2147484478" r:id="rId18"/>
    <p:sldLayoutId id="2147484479" r:id="rId19"/>
    <p:sldLayoutId id="2147484480" r:id="rId20"/>
    <p:sldLayoutId id="2147484481" r:id="rId21"/>
    <p:sldLayoutId id="2147484482" r:id="rId22"/>
    <p:sldLayoutId id="2147484483" r:id="rId23"/>
    <p:sldLayoutId id="2147484484" r:id="rId24"/>
    <p:sldLayoutId id="2147484485" r:id="rId25"/>
    <p:sldLayoutId id="2147484486" r:id="rId26"/>
    <p:sldLayoutId id="2147484487" r:id="rId27"/>
    <p:sldLayoutId id="2147484488" r:id="rId28"/>
    <p:sldLayoutId id="2147485134" r:id="rId29"/>
    <p:sldLayoutId id="2147485154" r:id="rId30"/>
  </p:sldLayoutIdLst>
  <p:hf hdr="0" dt="0"/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ço Reservado para Imagem 3">
            <a:extLst>
              <a:ext uri="{FF2B5EF4-FFF2-40B4-BE49-F238E27FC236}">
                <a16:creationId xmlns:a16="http://schemas.microsoft.com/office/drawing/2014/main" id="{EB0542D7-472A-4ABC-BE9E-DC925DBE2F9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00" b="7700"/>
          <a:stretch>
            <a:fillRect/>
          </a:stretch>
        </p:blipFill>
        <p:spPr/>
      </p:pic>
      <p:sp>
        <p:nvSpPr>
          <p:cNvPr id="21" name="Полилиния 20"/>
          <p:cNvSpPr/>
          <p:nvPr/>
        </p:nvSpPr>
        <p:spPr>
          <a:xfrm>
            <a:off x="0" y="0"/>
            <a:ext cx="18288000" cy="10288588"/>
          </a:xfrm>
          <a:custGeom>
            <a:avLst/>
            <a:gdLst>
              <a:gd name="connsiteX0" fmla="*/ 9299815 w 18288000"/>
              <a:gd name="connsiteY0" fmla="*/ 4467539 h 10288588"/>
              <a:gd name="connsiteX1" fmla="*/ 9265886 w 18288000"/>
              <a:gd name="connsiteY1" fmla="*/ 4469798 h 10288588"/>
              <a:gd name="connsiteX2" fmla="*/ 9229696 w 18288000"/>
              <a:gd name="connsiteY2" fmla="*/ 4474317 h 10288588"/>
              <a:gd name="connsiteX3" fmla="*/ 9198029 w 18288000"/>
              <a:gd name="connsiteY3" fmla="*/ 4478837 h 10288588"/>
              <a:gd name="connsiteX4" fmla="*/ 9161839 w 18288000"/>
              <a:gd name="connsiteY4" fmla="*/ 4485615 h 10288588"/>
              <a:gd name="connsiteX5" fmla="*/ 9130172 w 18288000"/>
              <a:gd name="connsiteY5" fmla="*/ 4494654 h 10288588"/>
              <a:gd name="connsiteX6" fmla="*/ 9098506 w 18288000"/>
              <a:gd name="connsiteY6" fmla="*/ 4505952 h 10288588"/>
              <a:gd name="connsiteX7" fmla="*/ 9064578 w 18288000"/>
              <a:gd name="connsiteY7" fmla="*/ 4517250 h 10288588"/>
              <a:gd name="connsiteX8" fmla="*/ 9032911 w 18288000"/>
              <a:gd name="connsiteY8" fmla="*/ 4530808 h 10288588"/>
              <a:gd name="connsiteX9" fmla="*/ 9003506 w 18288000"/>
              <a:gd name="connsiteY9" fmla="*/ 4548885 h 10288588"/>
              <a:gd name="connsiteX10" fmla="*/ 8969578 w 18288000"/>
              <a:gd name="connsiteY10" fmla="*/ 4564702 h 10288588"/>
              <a:gd name="connsiteX11" fmla="*/ 8942435 w 18288000"/>
              <a:gd name="connsiteY11" fmla="*/ 4582779 h 10288588"/>
              <a:gd name="connsiteX12" fmla="*/ 8913030 w 18288000"/>
              <a:gd name="connsiteY12" fmla="*/ 4603116 h 10288588"/>
              <a:gd name="connsiteX13" fmla="*/ 8883626 w 18288000"/>
              <a:gd name="connsiteY13" fmla="*/ 4625712 h 10288588"/>
              <a:gd name="connsiteX14" fmla="*/ 8856483 w 18288000"/>
              <a:gd name="connsiteY14" fmla="*/ 4648308 h 10288588"/>
              <a:gd name="connsiteX15" fmla="*/ 8831602 w 18288000"/>
              <a:gd name="connsiteY15" fmla="*/ 4673164 h 10288588"/>
              <a:gd name="connsiteX16" fmla="*/ 8804460 w 18288000"/>
              <a:gd name="connsiteY16" fmla="*/ 4700279 h 10288588"/>
              <a:gd name="connsiteX17" fmla="*/ 8781841 w 18288000"/>
              <a:gd name="connsiteY17" fmla="*/ 4727395 h 10288588"/>
              <a:gd name="connsiteX18" fmla="*/ 8759222 w 18288000"/>
              <a:gd name="connsiteY18" fmla="*/ 4754510 h 10288588"/>
              <a:gd name="connsiteX19" fmla="*/ 8738865 w 18288000"/>
              <a:gd name="connsiteY19" fmla="*/ 4786145 h 10288588"/>
              <a:gd name="connsiteX20" fmla="*/ 8718508 w 18288000"/>
              <a:gd name="connsiteY20" fmla="*/ 4815520 h 10288588"/>
              <a:gd name="connsiteX21" fmla="*/ 8702674 w 18288000"/>
              <a:gd name="connsiteY21" fmla="*/ 4844895 h 10288588"/>
              <a:gd name="connsiteX22" fmla="*/ 8686841 w 18288000"/>
              <a:gd name="connsiteY22" fmla="*/ 4878789 h 10288588"/>
              <a:gd name="connsiteX23" fmla="*/ 8675531 w 18288000"/>
              <a:gd name="connsiteY23" fmla="*/ 4908164 h 10288588"/>
              <a:gd name="connsiteX24" fmla="*/ 8661960 w 18288000"/>
              <a:gd name="connsiteY24" fmla="*/ 4942058 h 10288588"/>
              <a:gd name="connsiteX25" fmla="*/ 8652913 w 18288000"/>
              <a:gd name="connsiteY25" fmla="*/ 4973693 h 10288588"/>
              <a:gd name="connsiteX26" fmla="*/ 8641603 w 18288000"/>
              <a:gd name="connsiteY26" fmla="*/ 5009847 h 10288588"/>
              <a:gd name="connsiteX27" fmla="*/ 8634817 w 18288000"/>
              <a:gd name="connsiteY27" fmla="*/ 5041482 h 10288588"/>
              <a:gd name="connsiteX28" fmla="*/ 8628032 w 18288000"/>
              <a:gd name="connsiteY28" fmla="*/ 5075376 h 10288588"/>
              <a:gd name="connsiteX29" fmla="*/ 8625770 w 18288000"/>
              <a:gd name="connsiteY29" fmla="*/ 5109270 h 10288588"/>
              <a:gd name="connsiteX30" fmla="*/ 8623508 w 18288000"/>
              <a:gd name="connsiteY30" fmla="*/ 5143164 h 10288588"/>
              <a:gd name="connsiteX31" fmla="*/ 8621246 w 18288000"/>
              <a:gd name="connsiteY31" fmla="*/ 5179318 h 10288588"/>
              <a:gd name="connsiteX32" fmla="*/ 8623508 w 18288000"/>
              <a:gd name="connsiteY32" fmla="*/ 5210953 h 10288588"/>
              <a:gd name="connsiteX33" fmla="*/ 8625770 w 18288000"/>
              <a:gd name="connsiteY33" fmla="*/ 5247107 h 10288588"/>
              <a:gd name="connsiteX34" fmla="*/ 8628032 w 18288000"/>
              <a:gd name="connsiteY34" fmla="*/ 5281001 h 10288588"/>
              <a:gd name="connsiteX35" fmla="*/ 8634817 w 18288000"/>
              <a:gd name="connsiteY35" fmla="*/ 5312636 h 10288588"/>
              <a:gd name="connsiteX36" fmla="*/ 8641603 w 18288000"/>
              <a:gd name="connsiteY36" fmla="*/ 5348790 h 10288588"/>
              <a:gd name="connsiteX37" fmla="*/ 8652913 w 18288000"/>
              <a:gd name="connsiteY37" fmla="*/ 5380424 h 10288588"/>
              <a:gd name="connsiteX38" fmla="*/ 8661960 w 18288000"/>
              <a:gd name="connsiteY38" fmla="*/ 5414318 h 10288588"/>
              <a:gd name="connsiteX39" fmla="*/ 8675531 w 18288000"/>
              <a:gd name="connsiteY39" fmla="*/ 5445953 h 10288588"/>
              <a:gd name="connsiteX40" fmla="*/ 8686841 w 18288000"/>
              <a:gd name="connsiteY40" fmla="*/ 5479847 h 10288588"/>
              <a:gd name="connsiteX41" fmla="*/ 8702674 w 18288000"/>
              <a:gd name="connsiteY41" fmla="*/ 5509222 h 10288588"/>
              <a:gd name="connsiteX42" fmla="*/ 8718508 w 18288000"/>
              <a:gd name="connsiteY42" fmla="*/ 5540857 h 10288588"/>
              <a:gd name="connsiteX43" fmla="*/ 8738865 w 18288000"/>
              <a:gd name="connsiteY43" fmla="*/ 5572492 h 10288588"/>
              <a:gd name="connsiteX44" fmla="*/ 8759222 w 18288000"/>
              <a:gd name="connsiteY44" fmla="*/ 5599607 h 10288588"/>
              <a:gd name="connsiteX45" fmla="*/ 8781841 w 18288000"/>
              <a:gd name="connsiteY45" fmla="*/ 5626723 h 10288588"/>
              <a:gd name="connsiteX46" fmla="*/ 8804460 w 18288000"/>
              <a:gd name="connsiteY46" fmla="*/ 5656098 h 10288588"/>
              <a:gd name="connsiteX47" fmla="*/ 8831602 w 18288000"/>
              <a:gd name="connsiteY47" fmla="*/ 5680953 h 10288588"/>
              <a:gd name="connsiteX48" fmla="*/ 11251830 w 18288000"/>
              <a:gd name="connsiteY48" fmla="*/ 8107783 h 10288588"/>
              <a:gd name="connsiteX49" fmla="*/ 11276711 w 18288000"/>
              <a:gd name="connsiteY49" fmla="*/ 8132639 h 10288588"/>
              <a:gd name="connsiteX50" fmla="*/ 11303854 w 18288000"/>
              <a:gd name="connsiteY50" fmla="*/ 8157495 h 10288588"/>
              <a:gd name="connsiteX51" fmla="*/ 11333258 w 18288000"/>
              <a:gd name="connsiteY51" fmla="*/ 8177832 h 10288588"/>
              <a:gd name="connsiteX52" fmla="*/ 11362663 w 18288000"/>
              <a:gd name="connsiteY52" fmla="*/ 8198168 h 10288588"/>
              <a:gd name="connsiteX53" fmla="*/ 11392068 w 18288000"/>
              <a:gd name="connsiteY53" fmla="*/ 8216245 h 10288588"/>
              <a:gd name="connsiteX54" fmla="*/ 11423734 w 18288000"/>
              <a:gd name="connsiteY54" fmla="*/ 8234322 h 10288588"/>
              <a:gd name="connsiteX55" fmla="*/ 11453139 w 18288000"/>
              <a:gd name="connsiteY55" fmla="*/ 8250139 h 10288588"/>
              <a:gd name="connsiteX56" fmla="*/ 11484806 w 18288000"/>
              <a:gd name="connsiteY56" fmla="*/ 8263697 h 10288588"/>
              <a:gd name="connsiteX57" fmla="*/ 11518734 w 18288000"/>
              <a:gd name="connsiteY57" fmla="*/ 8274995 h 10288588"/>
              <a:gd name="connsiteX58" fmla="*/ 11550400 w 18288000"/>
              <a:gd name="connsiteY58" fmla="*/ 8286293 h 10288588"/>
              <a:gd name="connsiteX59" fmla="*/ 11582067 w 18288000"/>
              <a:gd name="connsiteY59" fmla="*/ 8293072 h 10288588"/>
              <a:gd name="connsiteX60" fmla="*/ 11618258 w 18288000"/>
              <a:gd name="connsiteY60" fmla="*/ 8302111 h 10288588"/>
              <a:gd name="connsiteX61" fmla="*/ 11649924 w 18288000"/>
              <a:gd name="connsiteY61" fmla="*/ 8306630 h 10288588"/>
              <a:gd name="connsiteX62" fmla="*/ 11686114 w 18288000"/>
              <a:gd name="connsiteY62" fmla="*/ 8313409 h 10288588"/>
              <a:gd name="connsiteX63" fmla="*/ 11720043 w 18288000"/>
              <a:gd name="connsiteY63" fmla="*/ 8315668 h 10288588"/>
              <a:gd name="connsiteX64" fmla="*/ 11753971 w 18288000"/>
              <a:gd name="connsiteY64" fmla="*/ 8315668 h 10288588"/>
              <a:gd name="connsiteX65" fmla="*/ 11787900 w 18288000"/>
              <a:gd name="connsiteY65" fmla="*/ 8315668 h 10288588"/>
              <a:gd name="connsiteX66" fmla="*/ 11821828 w 18288000"/>
              <a:gd name="connsiteY66" fmla="*/ 8313409 h 10288588"/>
              <a:gd name="connsiteX67" fmla="*/ 11858018 w 18288000"/>
              <a:gd name="connsiteY67" fmla="*/ 8306630 h 10288588"/>
              <a:gd name="connsiteX68" fmla="*/ 11889685 w 18288000"/>
              <a:gd name="connsiteY68" fmla="*/ 8302111 h 10288588"/>
              <a:gd name="connsiteX69" fmla="*/ 11923613 w 18288000"/>
              <a:gd name="connsiteY69" fmla="*/ 8293072 h 10288588"/>
              <a:gd name="connsiteX70" fmla="*/ 11957542 w 18288000"/>
              <a:gd name="connsiteY70" fmla="*/ 8286293 h 10288588"/>
              <a:gd name="connsiteX71" fmla="*/ 11989208 w 18288000"/>
              <a:gd name="connsiteY71" fmla="*/ 8274995 h 10288588"/>
              <a:gd name="connsiteX72" fmla="*/ 12023137 w 18288000"/>
              <a:gd name="connsiteY72" fmla="*/ 8263697 h 10288588"/>
              <a:gd name="connsiteX73" fmla="*/ 12054803 w 18288000"/>
              <a:gd name="connsiteY73" fmla="*/ 8250139 h 10288588"/>
              <a:gd name="connsiteX74" fmla="*/ 12084208 w 18288000"/>
              <a:gd name="connsiteY74" fmla="*/ 8234322 h 10288588"/>
              <a:gd name="connsiteX75" fmla="*/ 12115874 w 18288000"/>
              <a:gd name="connsiteY75" fmla="*/ 8216245 h 10288588"/>
              <a:gd name="connsiteX76" fmla="*/ 12145279 w 18288000"/>
              <a:gd name="connsiteY76" fmla="*/ 8198168 h 10288588"/>
              <a:gd name="connsiteX77" fmla="*/ 12174684 w 18288000"/>
              <a:gd name="connsiteY77" fmla="*/ 8177832 h 10288588"/>
              <a:gd name="connsiteX78" fmla="*/ 12204088 w 18288000"/>
              <a:gd name="connsiteY78" fmla="*/ 8157495 h 10288588"/>
              <a:gd name="connsiteX79" fmla="*/ 12231231 w 18288000"/>
              <a:gd name="connsiteY79" fmla="*/ 8132639 h 10288588"/>
              <a:gd name="connsiteX80" fmla="*/ 12256112 w 18288000"/>
              <a:gd name="connsiteY80" fmla="*/ 8107783 h 10288588"/>
              <a:gd name="connsiteX81" fmla="*/ 12283255 w 18288000"/>
              <a:gd name="connsiteY81" fmla="*/ 8080668 h 10288588"/>
              <a:gd name="connsiteX82" fmla="*/ 12305874 w 18288000"/>
              <a:gd name="connsiteY82" fmla="*/ 8053553 h 10288588"/>
              <a:gd name="connsiteX83" fmla="*/ 12328492 w 18288000"/>
              <a:gd name="connsiteY83" fmla="*/ 8024178 h 10288588"/>
              <a:gd name="connsiteX84" fmla="*/ 12346588 w 18288000"/>
              <a:gd name="connsiteY84" fmla="*/ 7997062 h 10288588"/>
              <a:gd name="connsiteX85" fmla="*/ 12364683 w 18288000"/>
              <a:gd name="connsiteY85" fmla="*/ 7965427 h 10288588"/>
              <a:gd name="connsiteX86" fmla="*/ 12385040 w 18288000"/>
              <a:gd name="connsiteY86" fmla="*/ 7936052 h 10288588"/>
              <a:gd name="connsiteX87" fmla="*/ 12398611 w 18288000"/>
              <a:gd name="connsiteY87" fmla="*/ 7902158 h 10288588"/>
              <a:gd name="connsiteX88" fmla="*/ 12412183 w 18288000"/>
              <a:gd name="connsiteY88" fmla="*/ 7870523 h 10288588"/>
              <a:gd name="connsiteX89" fmla="*/ 12425754 w 18288000"/>
              <a:gd name="connsiteY89" fmla="*/ 7841148 h 10288588"/>
              <a:gd name="connsiteX90" fmla="*/ 12434802 w 18288000"/>
              <a:gd name="connsiteY90" fmla="*/ 7804995 h 10288588"/>
              <a:gd name="connsiteX91" fmla="*/ 12443849 w 18288000"/>
              <a:gd name="connsiteY91" fmla="*/ 7773360 h 10288588"/>
              <a:gd name="connsiteX92" fmla="*/ 12450635 w 18288000"/>
              <a:gd name="connsiteY92" fmla="*/ 7739466 h 10288588"/>
              <a:gd name="connsiteX93" fmla="*/ 12457420 w 18288000"/>
              <a:gd name="connsiteY93" fmla="*/ 7705571 h 10288588"/>
              <a:gd name="connsiteX94" fmla="*/ 12461944 w 18288000"/>
              <a:gd name="connsiteY94" fmla="*/ 7669417 h 10288588"/>
              <a:gd name="connsiteX95" fmla="*/ 12464206 w 18288000"/>
              <a:gd name="connsiteY95" fmla="*/ 7637783 h 10288588"/>
              <a:gd name="connsiteX96" fmla="*/ 12466468 w 18288000"/>
              <a:gd name="connsiteY96" fmla="*/ 7603889 h 10288588"/>
              <a:gd name="connsiteX97" fmla="*/ 12464206 w 18288000"/>
              <a:gd name="connsiteY97" fmla="*/ 7567735 h 10288588"/>
              <a:gd name="connsiteX98" fmla="*/ 12461944 w 18288000"/>
              <a:gd name="connsiteY98" fmla="*/ 7536100 h 10288588"/>
              <a:gd name="connsiteX99" fmla="*/ 12457420 w 18288000"/>
              <a:gd name="connsiteY99" fmla="*/ 7499946 h 10288588"/>
              <a:gd name="connsiteX100" fmla="*/ 12450635 w 18288000"/>
              <a:gd name="connsiteY100" fmla="*/ 7466052 h 10288588"/>
              <a:gd name="connsiteX101" fmla="*/ 12443849 w 18288000"/>
              <a:gd name="connsiteY101" fmla="*/ 7432158 h 10288588"/>
              <a:gd name="connsiteX102" fmla="*/ 12434802 w 18288000"/>
              <a:gd name="connsiteY102" fmla="*/ 7400523 h 10288588"/>
              <a:gd name="connsiteX103" fmla="*/ 12425754 w 18288000"/>
              <a:gd name="connsiteY103" fmla="*/ 7364369 h 10288588"/>
              <a:gd name="connsiteX104" fmla="*/ 12412183 w 18288000"/>
              <a:gd name="connsiteY104" fmla="*/ 7334994 h 10288588"/>
              <a:gd name="connsiteX105" fmla="*/ 12398611 w 18288000"/>
              <a:gd name="connsiteY105" fmla="*/ 7303359 h 10288588"/>
              <a:gd name="connsiteX106" fmla="*/ 12385040 w 18288000"/>
              <a:gd name="connsiteY106" fmla="*/ 7269465 h 10288588"/>
              <a:gd name="connsiteX107" fmla="*/ 12364683 w 18288000"/>
              <a:gd name="connsiteY107" fmla="*/ 7240090 h 10288588"/>
              <a:gd name="connsiteX108" fmla="*/ 12346588 w 18288000"/>
              <a:gd name="connsiteY108" fmla="*/ 7210715 h 10288588"/>
              <a:gd name="connsiteX109" fmla="*/ 12328492 w 18288000"/>
              <a:gd name="connsiteY109" fmla="*/ 7181340 h 10288588"/>
              <a:gd name="connsiteX110" fmla="*/ 12305874 w 18288000"/>
              <a:gd name="connsiteY110" fmla="*/ 7151965 h 10288588"/>
              <a:gd name="connsiteX111" fmla="*/ 12283255 w 18288000"/>
              <a:gd name="connsiteY111" fmla="*/ 7124850 h 10288588"/>
              <a:gd name="connsiteX112" fmla="*/ 12256112 w 18288000"/>
              <a:gd name="connsiteY112" fmla="*/ 7097734 h 10288588"/>
              <a:gd name="connsiteX113" fmla="*/ 9835884 w 18288000"/>
              <a:gd name="connsiteY113" fmla="*/ 4673164 h 10288588"/>
              <a:gd name="connsiteX114" fmla="*/ 9811003 w 18288000"/>
              <a:gd name="connsiteY114" fmla="*/ 4648308 h 10288588"/>
              <a:gd name="connsiteX115" fmla="*/ 9783860 w 18288000"/>
              <a:gd name="connsiteY115" fmla="*/ 4625712 h 10288588"/>
              <a:gd name="connsiteX116" fmla="*/ 9754456 w 18288000"/>
              <a:gd name="connsiteY116" fmla="*/ 4603116 h 10288588"/>
              <a:gd name="connsiteX117" fmla="*/ 9725051 w 18288000"/>
              <a:gd name="connsiteY117" fmla="*/ 4582779 h 10288588"/>
              <a:gd name="connsiteX118" fmla="*/ 9695646 w 18288000"/>
              <a:gd name="connsiteY118" fmla="*/ 4564702 h 10288588"/>
              <a:gd name="connsiteX119" fmla="*/ 9663980 w 18288000"/>
              <a:gd name="connsiteY119" fmla="*/ 4548885 h 10288588"/>
              <a:gd name="connsiteX120" fmla="*/ 9632313 w 18288000"/>
              <a:gd name="connsiteY120" fmla="*/ 4530808 h 10288588"/>
              <a:gd name="connsiteX121" fmla="*/ 9602909 w 18288000"/>
              <a:gd name="connsiteY121" fmla="*/ 4517250 h 10288588"/>
              <a:gd name="connsiteX122" fmla="*/ 9568980 w 18288000"/>
              <a:gd name="connsiteY122" fmla="*/ 4505952 h 10288588"/>
              <a:gd name="connsiteX123" fmla="*/ 9537314 w 18288000"/>
              <a:gd name="connsiteY123" fmla="*/ 4494654 h 10288588"/>
              <a:gd name="connsiteX124" fmla="*/ 9501123 w 18288000"/>
              <a:gd name="connsiteY124" fmla="*/ 4485615 h 10288588"/>
              <a:gd name="connsiteX125" fmla="*/ 9469457 w 18288000"/>
              <a:gd name="connsiteY125" fmla="*/ 4478837 h 10288588"/>
              <a:gd name="connsiteX126" fmla="*/ 9435528 w 18288000"/>
              <a:gd name="connsiteY126" fmla="*/ 4474317 h 10288588"/>
              <a:gd name="connsiteX127" fmla="*/ 9401600 w 18288000"/>
              <a:gd name="connsiteY127" fmla="*/ 4469798 h 10288588"/>
              <a:gd name="connsiteX128" fmla="*/ 9367672 w 18288000"/>
              <a:gd name="connsiteY128" fmla="*/ 4467539 h 10288588"/>
              <a:gd name="connsiteX129" fmla="*/ 9331481 w 18288000"/>
              <a:gd name="connsiteY129" fmla="*/ 4467539 h 10288588"/>
              <a:gd name="connsiteX130" fmla="*/ 9675289 w 18288000"/>
              <a:gd name="connsiteY130" fmla="*/ 2610133 h 10288588"/>
              <a:gd name="connsiteX131" fmla="*/ 9643623 w 18288000"/>
              <a:gd name="connsiteY131" fmla="*/ 2612392 h 10288588"/>
              <a:gd name="connsiteX132" fmla="*/ 9609694 w 18288000"/>
              <a:gd name="connsiteY132" fmla="*/ 2614652 h 10288588"/>
              <a:gd name="connsiteX133" fmla="*/ 9573504 w 18288000"/>
              <a:gd name="connsiteY133" fmla="*/ 2619171 h 10288588"/>
              <a:gd name="connsiteX134" fmla="*/ 9541837 w 18288000"/>
              <a:gd name="connsiteY134" fmla="*/ 2623690 h 10288588"/>
              <a:gd name="connsiteX135" fmla="*/ 9505647 w 18288000"/>
              <a:gd name="connsiteY135" fmla="*/ 2630469 h 10288588"/>
              <a:gd name="connsiteX136" fmla="*/ 9473981 w 18288000"/>
              <a:gd name="connsiteY136" fmla="*/ 2639507 h 10288588"/>
              <a:gd name="connsiteX137" fmla="*/ 9442314 w 18288000"/>
              <a:gd name="connsiteY137" fmla="*/ 2653065 h 10288588"/>
              <a:gd name="connsiteX138" fmla="*/ 9408386 w 18288000"/>
              <a:gd name="connsiteY138" fmla="*/ 2664363 h 10288588"/>
              <a:gd name="connsiteX139" fmla="*/ 9376719 w 18288000"/>
              <a:gd name="connsiteY139" fmla="*/ 2677921 h 10288588"/>
              <a:gd name="connsiteX140" fmla="*/ 9347314 w 18288000"/>
              <a:gd name="connsiteY140" fmla="*/ 2691479 h 10288588"/>
              <a:gd name="connsiteX141" fmla="*/ 9313386 w 18288000"/>
              <a:gd name="connsiteY141" fmla="*/ 2709556 h 10288588"/>
              <a:gd name="connsiteX142" fmla="*/ 9283981 w 18288000"/>
              <a:gd name="connsiteY142" fmla="*/ 2729892 h 10288588"/>
              <a:gd name="connsiteX143" fmla="*/ 9254577 w 18288000"/>
              <a:gd name="connsiteY143" fmla="*/ 2747969 h 10288588"/>
              <a:gd name="connsiteX144" fmla="*/ 9227434 w 18288000"/>
              <a:gd name="connsiteY144" fmla="*/ 2770566 h 10288588"/>
              <a:gd name="connsiteX145" fmla="*/ 9200291 w 18288000"/>
              <a:gd name="connsiteY145" fmla="*/ 2793162 h 10288588"/>
              <a:gd name="connsiteX146" fmla="*/ 9175410 w 18288000"/>
              <a:gd name="connsiteY146" fmla="*/ 2820277 h 10288588"/>
              <a:gd name="connsiteX147" fmla="*/ 9148268 w 18288000"/>
              <a:gd name="connsiteY147" fmla="*/ 2845133 h 10288588"/>
              <a:gd name="connsiteX148" fmla="*/ 9125649 w 18288000"/>
              <a:gd name="connsiteY148" fmla="*/ 2872248 h 10288588"/>
              <a:gd name="connsiteX149" fmla="*/ 9103030 w 18288000"/>
              <a:gd name="connsiteY149" fmla="*/ 2901623 h 10288588"/>
              <a:gd name="connsiteX150" fmla="*/ 9080411 w 18288000"/>
              <a:gd name="connsiteY150" fmla="*/ 2930998 h 10288588"/>
              <a:gd name="connsiteX151" fmla="*/ 9062316 w 18288000"/>
              <a:gd name="connsiteY151" fmla="*/ 2960373 h 10288588"/>
              <a:gd name="connsiteX152" fmla="*/ 9046482 w 18288000"/>
              <a:gd name="connsiteY152" fmla="*/ 2992008 h 10288588"/>
              <a:gd name="connsiteX153" fmla="*/ 9030649 w 18288000"/>
              <a:gd name="connsiteY153" fmla="*/ 3021383 h 10288588"/>
              <a:gd name="connsiteX154" fmla="*/ 9017078 w 18288000"/>
              <a:gd name="connsiteY154" fmla="*/ 3055277 h 10288588"/>
              <a:gd name="connsiteX155" fmla="*/ 9005768 w 18288000"/>
              <a:gd name="connsiteY155" fmla="*/ 3086912 h 10288588"/>
              <a:gd name="connsiteX156" fmla="*/ 8994459 w 18288000"/>
              <a:gd name="connsiteY156" fmla="*/ 3120806 h 10288588"/>
              <a:gd name="connsiteX157" fmla="*/ 8985411 w 18288000"/>
              <a:gd name="connsiteY157" fmla="*/ 3154700 h 10288588"/>
              <a:gd name="connsiteX158" fmla="*/ 8978625 w 18288000"/>
              <a:gd name="connsiteY158" fmla="*/ 3186335 h 10288588"/>
              <a:gd name="connsiteX159" fmla="*/ 8971840 w 18288000"/>
              <a:gd name="connsiteY159" fmla="*/ 3222489 h 10288588"/>
              <a:gd name="connsiteX160" fmla="*/ 8969578 w 18288000"/>
              <a:gd name="connsiteY160" fmla="*/ 3254124 h 10288588"/>
              <a:gd name="connsiteX161" fmla="*/ 8965054 w 18288000"/>
              <a:gd name="connsiteY161" fmla="*/ 3290278 h 10288588"/>
              <a:gd name="connsiteX162" fmla="*/ 8965054 w 18288000"/>
              <a:gd name="connsiteY162" fmla="*/ 3324172 h 10288588"/>
              <a:gd name="connsiteX163" fmla="*/ 8965054 w 18288000"/>
              <a:gd name="connsiteY163" fmla="*/ 3358066 h 10288588"/>
              <a:gd name="connsiteX164" fmla="*/ 8969578 w 18288000"/>
              <a:gd name="connsiteY164" fmla="*/ 3391960 h 10288588"/>
              <a:gd name="connsiteX165" fmla="*/ 8971840 w 18288000"/>
              <a:gd name="connsiteY165" fmla="*/ 3425855 h 10288588"/>
              <a:gd name="connsiteX166" fmla="*/ 8978625 w 18288000"/>
              <a:gd name="connsiteY166" fmla="*/ 3459749 h 10288588"/>
              <a:gd name="connsiteX167" fmla="*/ 8985411 w 18288000"/>
              <a:gd name="connsiteY167" fmla="*/ 3493643 h 10288588"/>
              <a:gd name="connsiteX168" fmla="*/ 8994459 w 18288000"/>
              <a:gd name="connsiteY168" fmla="*/ 3527538 h 10288588"/>
              <a:gd name="connsiteX169" fmla="*/ 9005768 w 18288000"/>
              <a:gd name="connsiteY169" fmla="*/ 3559172 h 10288588"/>
              <a:gd name="connsiteX170" fmla="*/ 9017078 w 18288000"/>
              <a:gd name="connsiteY170" fmla="*/ 3593066 h 10288588"/>
              <a:gd name="connsiteX171" fmla="*/ 9030649 w 18288000"/>
              <a:gd name="connsiteY171" fmla="*/ 3624701 h 10288588"/>
              <a:gd name="connsiteX172" fmla="*/ 9046482 w 18288000"/>
              <a:gd name="connsiteY172" fmla="*/ 3654076 h 10288588"/>
              <a:gd name="connsiteX173" fmla="*/ 9062316 w 18288000"/>
              <a:gd name="connsiteY173" fmla="*/ 3685711 h 10288588"/>
              <a:gd name="connsiteX174" fmla="*/ 9080411 w 18288000"/>
              <a:gd name="connsiteY174" fmla="*/ 3715086 h 10288588"/>
              <a:gd name="connsiteX175" fmla="*/ 9103030 w 18288000"/>
              <a:gd name="connsiteY175" fmla="*/ 3744461 h 10288588"/>
              <a:gd name="connsiteX176" fmla="*/ 9125649 w 18288000"/>
              <a:gd name="connsiteY176" fmla="*/ 3773836 h 10288588"/>
              <a:gd name="connsiteX177" fmla="*/ 9148268 w 18288000"/>
              <a:gd name="connsiteY177" fmla="*/ 3800951 h 10288588"/>
              <a:gd name="connsiteX178" fmla="*/ 9175410 w 18288000"/>
              <a:gd name="connsiteY178" fmla="*/ 3828067 h 10288588"/>
              <a:gd name="connsiteX179" fmla="*/ 13219680 w 18288000"/>
              <a:gd name="connsiteY179" fmla="*/ 7881822 h 10288588"/>
              <a:gd name="connsiteX180" fmla="*/ 13246822 w 18288000"/>
              <a:gd name="connsiteY180" fmla="*/ 7906677 h 10288588"/>
              <a:gd name="connsiteX181" fmla="*/ 13273965 w 18288000"/>
              <a:gd name="connsiteY181" fmla="*/ 7931533 h 10288588"/>
              <a:gd name="connsiteX182" fmla="*/ 13301108 w 18288000"/>
              <a:gd name="connsiteY182" fmla="*/ 7951870 h 10288588"/>
              <a:gd name="connsiteX183" fmla="*/ 13332774 w 18288000"/>
              <a:gd name="connsiteY183" fmla="*/ 7972206 h 10288588"/>
              <a:gd name="connsiteX184" fmla="*/ 13362179 w 18288000"/>
              <a:gd name="connsiteY184" fmla="*/ 7990283 h 10288588"/>
              <a:gd name="connsiteX185" fmla="*/ 13391584 w 18288000"/>
              <a:gd name="connsiteY185" fmla="*/ 8008360 h 10288588"/>
              <a:gd name="connsiteX186" fmla="*/ 13423250 w 18288000"/>
              <a:gd name="connsiteY186" fmla="*/ 8024178 h 10288588"/>
              <a:gd name="connsiteX187" fmla="*/ 13454916 w 18288000"/>
              <a:gd name="connsiteY187" fmla="*/ 8037735 h 10288588"/>
              <a:gd name="connsiteX188" fmla="*/ 13486583 w 18288000"/>
              <a:gd name="connsiteY188" fmla="*/ 8049033 h 10288588"/>
              <a:gd name="connsiteX189" fmla="*/ 13520512 w 18288000"/>
              <a:gd name="connsiteY189" fmla="*/ 8060331 h 10288588"/>
              <a:gd name="connsiteX190" fmla="*/ 13552178 w 18288000"/>
              <a:gd name="connsiteY190" fmla="*/ 8067110 h 10288588"/>
              <a:gd name="connsiteX191" fmla="*/ 13588368 w 18288000"/>
              <a:gd name="connsiteY191" fmla="*/ 8076149 h 10288588"/>
              <a:gd name="connsiteX192" fmla="*/ 13620035 w 18288000"/>
              <a:gd name="connsiteY192" fmla="*/ 8082928 h 10288588"/>
              <a:gd name="connsiteX193" fmla="*/ 13653964 w 18288000"/>
              <a:gd name="connsiteY193" fmla="*/ 8087447 h 10288588"/>
              <a:gd name="connsiteX194" fmla="*/ 13690154 w 18288000"/>
              <a:gd name="connsiteY194" fmla="*/ 8089706 h 10288588"/>
              <a:gd name="connsiteX195" fmla="*/ 13724082 w 18288000"/>
              <a:gd name="connsiteY195" fmla="*/ 8089706 h 10288588"/>
              <a:gd name="connsiteX196" fmla="*/ 13758010 w 18288000"/>
              <a:gd name="connsiteY196" fmla="*/ 8089706 h 10288588"/>
              <a:gd name="connsiteX197" fmla="*/ 13791939 w 18288000"/>
              <a:gd name="connsiteY197" fmla="*/ 8087447 h 10288588"/>
              <a:gd name="connsiteX198" fmla="*/ 13825868 w 18288000"/>
              <a:gd name="connsiteY198" fmla="*/ 8082928 h 10288588"/>
              <a:gd name="connsiteX199" fmla="*/ 13859796 w 18288000"/>
              <a:gd name="connsiteY199" fmla="*/ 8076149 h 10288588"/>
              <a:gd name="connsiteX200" fmla="*/ 13893724 w 18288000"/>
              <a:gd name="connsiteY200" fmla="*/ 8067110 h 10288588"/>
              <a:gd name="connsiteX201" fmla="*/ 13927652 w 18288000"/>
              <a:gd name="connsiteY201" fmla="*/ 8060331 h 10288588"/>
              <a:gd name="connsiteX202" fmla="*/ 13959319 w 18288000"/>
              <a:gd name="connsiteY202" fmla="*/ 8049033 h 10288588"/>
              <a:gd name="connsiteX203" fmla="*/ 13990986 w 18288000"/>
              <a:gd name="connsiteY203" fmla="*/ 8037735 h 10288588"/>
              <a:gd name="connsiteX204" fmla="*/ 14024914 w 18288000"/>
              <a:gd name="connsiteY204" fmla="*/ 8024178 h 10288588"/>
              <a:gd name="connsiteX205" fmla="*/ 14054319 w 18288000"/>
              <a:gd name="connsiteY205" fmla="*/ 8008360 h 10288588"/>
              <a:gd name="connsiteX206" fmla="*/ 14083724 w 18288000"/>
              <a:gd name="connsiteY206" fmla="*/ 7990283 h 10288588"/>
              <a:gd name="connsiteX207" fmla="*/ 14115390 w 18288000"/>
              <a:gd name="connsiteY207" fmla="*/ 7972206 h 10288588"/>
              <a:gd name="connsiteX208" fmla="*/ 14144794 w 18288000"/>
              <a:gd name="connsiteY208" fmla="*/ 7951870 h 10288588"/>
              <a:gd name="connsiteX209" fmla="*/ 14171938 w 18288000"/>
              <a:gd name="connsiteY209" fmla="*/ 7931533 h 10288588"/>
              <a:gd name="connsiteX210" fmla="*/ 14201342 w 18288000"/>
              <a:gd name="connsiteY210" fmla="*/ 7906677 h 10288588"/>
              <a:gd name="connsiteX211" fmla="*/ 14226223 w 18288000"/>
              <a:gd name="connsiteY211" fmla="*/ 7881822 h 10288588"/>
              <a:gd name="connsiteX212" fmla="*/ 14251104 w 18288000"/>
              <a:gd name="connsiteY212" fmla="*/ 7854706 h 10288588"/>
              <a:gd name="connsiteX213" fmla="*/ 14275984 w 18288000"/>
              <a:gd name="connsiteY213" fmla="*/ 7825331 h 10288588"/>
              <a:gd name="connsiteX214" fmla="*/ 14298604 w 18288000"/>
              <a:gd name="connsiteY214" fmla="*/ 7798216 h 10288588"/>
              <a:gd name="connsiteX215" fmla="*/ 14316698 w 18288000"/>
              <a:gd name="connsiteY215" fmla="*/ 7771100 h 10288588"/>
              <a:gd name="connsiteX216" fmla="*/ 14334794 w 18288000"/>
              <a:gd name="connsiteY216" fmla="*/ 7739466 h 10288588"/>
              <a:gd name="connsiteX217" fmla="*/ 14352889 w 18288000"/>
              <a:gd name="connsiteY217" fmla="*/ 7710091 h 10288588"/>
              <a:gd name="connsiteX218" fmla="*/ 14368722 w 18288000"/>
              <a:gd name="connsiteY218" fmla="*/ 7676196 h 10288588"/>
              <a:gd name="connsiteX219" fmla="*/ 14382294 w 18288000"/>
              <a:gd name="connsiteY219" fmla="*/ 7644562 h 10288588"/>
              <a:gd name="connsiteX220" fmla="*/ 14395865 w 18288000"/>
              <a:gd name="connsiteY220" fmla="*/ 7612927 h 10288588"/>
              <a:gd name="connsiteX221" fmla="*/ 14404912 w 18288000"/>
              <a:gd name="connsiteY221" fmla="*/ 7579033 h 10288588"/>
              <a:gd name="connsiteX222" fmla="*/ 14413960 w 18288000"/>
              <a:gd name="connsiteY222" fmla="*/ 7547398 h 10288588"/>
              <a:gd name="connsiteX223" fmla="*/ 14420746 w 18288000"/>
              <a:gd name="connsiteY223" fmla="*/ 7513504 h 10288588"/>
              <a:gd name="connsiteX224" fmla="*/ 14425270 w 18288000"/>
              <a:gd name="connsiteY224" fmla="*/ 7479610 h 10288588"/>
              <a:gd name="connsiteX225" fmla="*/ 14429794 w 18288000"/>
              <a:gd name="connsiteY225" fmla="*/ 7443456 h 10288588"/>
              <a:gd name="connsiteX226" fmla="*/ 14432056 w 18288000"/>
              <a:gd name="connsiteY226" fmla="*/ 7411821 h 10288588"/>
              <a:gd name="connsiteX227" fmla="*/ 14434317 w 18288000"/>
              <a:gd name="connsiteY227" fmla="*/ 7377927 h 10288588"/>
              <a:gd name="connsiteX228" fmla="*/ 14432056 w 18288000"/>
              <a:gd name="connsiteY228" fmla="*/ 7341773 h 10288588"/>
              <a:gd name="connsiteX229" fmla="*/ 14429794 w 18288000"/>
              <a:gd name="connsiteY229" fmla="*/ 7310138 h 10288588"/>
              <a:gd name="connsiteX230" fmla="*/ 14425270 w 18288000"/>
              <a:gd name="connsiteY230" fmla="*/ 7273984 h 10288588"/>
              <a:gd name="connsiteX231" fmla="*/ 14420746 w 18288000"/>
              <a:gd name="connsiteY231" fmla="*/ 7240090 h 10288588"/>
              <a:gd name="connsiteX232" fmla="*/ 14413960 w 18288000"/>
              <a:gd name="connsiteY232" fmla="*/ 7206196 h 10288588"/>
              <a:gd name="connsiteX233" fmla="*/ 14404912 w 18288000"/>
              <a:gd name="connsiteY233" fmla="*/ 7174561 h 10288588"/>
              <a:gd name="connsiteX234" fmla="*/ 14395865 w 18288000"/>
              <a:gd name="connsiteY234" fmla="*/ 7140667 h 10288588"/>
              <a:gd name="connsiteX235" fmla="*/ 14382294 w 18288000"/>
              <a:gd name="connsiteY235" fmla="*/ 7106773 h 10288588"/>
              <a:gd name="connsiteX236" fmla="*/ 14368722 w 18288000"/>
              <a:gd name="connsiteY236" fmla="*/ 7077398 h 10288588"/>
              <a:gd name="connsiteX237" fmla="*/ 14352889 w 18288000"/>
              <a:gd name="connsiteY237" fmla="*/ 7043503 h 10288588"/>
              <a:gd name="connsiteX238" fmla="*/ 14334794 w 18288000"/>
              <a:gd name="connsiteY238" fmla="*/ 7014128 h 10288588"/>
              <a:gd name="connsiteX239" fmla="*/ 14316698 w 18288000"/>
              <a:gd name="connsiteY239" fmla="*/ 6984753 h 10288588"/>
              <a:gd name="connsiteX240" fmla="*/ 14298604 w 18288000"/>
              <a:gd name="connsiteY240" fmla="*/ 6955378 h 10288588"/>
              <a:gd name="connsiteX241" fmla="*/ 14275984 w 18288000"/>
              <a:gd name="connsiteY241" fmla="*/ 6926003 h 10288588"/>
              <a:gd name="connsiteX242" fmla="*/ 14251104 w 18288000"/>
              <a:gd name="connsiteY242" fmla="*/ 6901147 h 10288588"/>
              <a:gd name="connsiteX243" fmla="*/ 14226223 w 18288000"/>
              <a:gd name="connsiteY243" fmla="*/ 6871772 h 10288588"/>
              <a:gd name="connsiteX244" fmla="*/ 10179692 w 18288000"/>
              <a:gd name="connsiteY244" fmla="*/ 2820277 h 10288588"/>
              <a:gd name="connsiteX245" fmla="*/ 10154811 w 18288000"/>
              <a:gd name="connsiteY245" fmla="*/ 2793162 h 10288588"/>
              <a:gd name="connsiteX246" fmla="*/ 10127668 w 18288000"/>
              <a:gd name="connsiteY246" fmla="*/ 2770566 h 10288588"/>
              <a:gd name="connsiteX247" fmla="*/ 10098264 w 18288000"/>
              <a:gd name="connsiteY247" fmla="*/ 2747969 h 10288588"/>
              <a:gd name="connsiteX248" fmla="*/ 10068859 w 18288000"/>
              <a:gd name="connsiteY248" fmla="*/ 2729892 h 10288588"/>
              <a:gd name="connsiteX249" fmla="*/ 10039454 w 18288000"/>
              <a:gd name="connsiteY249" fmla="*/ 2709556 h 10288588"/>
              <a:gd name="connsiteX250" fmla="*/ 10007788 w 18288000"/>
              <a:gd name="connsiteY250" fmla="*/ 2691479 h 10288588"/>
              <a:gd name="connsiteX251" fmla="*/ 9976121 w 18288000"/>
              <a:gd name="connsiteY251" fmla="*/ 2677921 h 10288588"/>
              <a:gd name="connsiteX252" fmla="*/ 9944455 w 18288000"/>
              <a:gd name="connsiteY252" fmla="*/ 2664363 h 10288588"/>
              <a:gd name="connsiteX253" fmla="*/ 9912788 w 18288000"/>
              <a:gd name="connsiteY253" fmla="*/ 2653065 h 10288588"/>
              <a:gd name="connsiteX254" fmla="*/ 9881122 w 18288000"/>
              <a:gd name="connsiteY254" fmla="*/ 2639507 h 10288588"/>
              <a:gd name="connsiteX255" fmla="*/ 9844931 w 18288000"/>
              <a:gd name="connsiteY255" fmla="*/ 2630469 h 10288588"/>
              <a:gd name="connsiteX256" fmla="*/ 9813265 w 18288000"/>
              <a:gd name="connsiteY256" fmla="*/ 2623690 h 10288588"/>
              <a:gd name="connsiteX257" fmla="*/ 9779336 w 18288000"/>
              <a:gd name="connsiteY257" fmla="*/ 2619171 h 10288588"/>
              <a:gd name="connsiteX258" fmla="*/ 9745408 w 18288000"/>
              <a:gd name="connsiteY258" fmla="*/ 2614652 h 10288588"/>
              <a:gd name="connsiteX259" fmla="*/ 9711480 w 18288000"/>
              <a:gd name="connsiteY259" fmla="*/ 2612392 h 10288588"/>
              <a:gd name="connsiteX260" fmla="*/ 11663495 w 18288000"/>
              <a:gd name="connsiteY260" fmla="*/ 2438401 h 10288588"/>
              <a:gd name="connsiteX261" fmla="*/ 11629567 w 18288000"/>
              <a:gd name="connsiteY261" fmla="*/ 2440661 h 10288588"/>
              <a:gd name="connsiteX262" fmla="*/ 11597900 w 18288000"/>
              <a:gd name="connsiteY262" fmla="*/ 2445180 h 10288588"/>
              <a:gd name="connsiteX263" fmla="*/ 11561710 w 18288000"/>
              <a:gd name="connsiteY263" fmla="*/ 2449700 h 10288588"/>
              <a:gd name="connsiteX264" fmla="*/ 11530044 w 18288000"/>
              <a:gd name="connsiteY264" fmla="*/ 2458738 h 10288588"/>
              <a:gd name="connsiteX265" fmla="*/ 11493853 w 18288000"/>
              <a:gd name="connsiteY265" fmla="*/ 2465517 h 10288588"/>
              <a:gd name="connsiteX266" fmla="*/ 11462187 w 18288000"/>
              <a:gd name="connsiteY266" fmla="*/ 2476815 h 10288588"/>
              <a:gd name="connsiteX267" fmla="*/ 11430520 w 18288000"/>
              <a:gd name="connsiteY267" fmla="*/ 2488113 h 10288588"/>
              <a:gd name="connsiteX268" fmla="*/ 11396592 w 18288000"/>
              <a:gd name="connsiteY268" fmla="*/ 2503931 h 10288588"/>
              <a:gd name="connsiteX269" fmla="*/ 11367187 w 18288000"/>
              <a:gd name="connsiteY269" fmla="*/ 2519748 h 10288588"/>
              <a:gd name="connsiteX270" fmla="*/ 11337782 w 18288000"/>
              <a:gd name="connsiteY270" fmla="*/ 2535565 h 10288588"/>
              <a:gd name="connsiteX271" fmla="*/ 11306116 w 18288000"/>
              <a:gd name="connsiteY271" fmla="*/ 2553642 h 10288588"/>
              <a:gd name="connsiteX272" fmla="*/ 11276711 w 18288000"/>
              <a:gd name="connsiteY272" fmla="*/ 2576238 h 10288588"/>
              <a:gd name="connsiteX273" fmla="*/ 11249568 w 18288000"/>
              <a:gd name="connsiteY273" fmla="*/ 2596575 h 10288588"/>
              <a:gd name="connsiteX274" fmla="*/ 11220164 w 18288000"/>
              <a:gd name="connsiteY274" fmla="*/ 2619171 h 10288588"/>
              <a:gd name="connsiteX275" fmla="*/ 11195283 w 18288000"/>
              <a:gd name="connsiteY275" fmla="*/ 2644027 h 10288588"/>
              <a:gd name="connsiteX276" fmla="*/ 11170402 w 18288000"/>
              <a:gd name="connsiteY276" fmla="*/ 2673402 h 10288588"/>
              <a:gd name="connsiteX277" fmla="*/ 11145521 w 18288000"/>
              <a:gd name="connsiteY277" fmla="*/ 2698258 h 10288588"/>
              <a:gd name="connsiteX278" fmla="*/ 11125164 w 18288000"/>
              <a:gd name="connsiteY278" fmla="*/ 2729892 h 10288588"/>
              <a:gd name="connsiteX279" fmla="*/ 11104807 w 18288000"/>
              <a:gd name="connsiteY279" fmla="*/ 2757008 h 10288588"/>
              <a:gd name="connsiteX280" fmla="*/ 11086712 w 18288000"/>
              <a:gd name="connsiteY280" fmla="*/ 2786383 h 10288588"/>
              <a:gd name="connsiteX281" fmla="*/ 11066355 w 18288000"/>
              <a:gd name="connsiteY281" fmla="*/ 2818018 h 10288588"/>
              <a:gd name="connsiteX282" fmla="*/ 11052784 w 18288000"/>
              <a:gd name="connsiteY282" fmla="*/ 2849652 h 10288588"/>
              <a:gd name="connsiteX283" fmla="*/ 11039212 w 18288000"/>
              <a:gd name="connsiteY283" fmla="*/ 2879027 h 10288588"/>
              <a:gd name="connsiteX284" fmla="*/ 11027903 w 18288000"/>
              <a:gd name="connsiteY284" fmla="*/ 2912921 h 10288588"/>
              <a:gd name="connsiteX285" fmla="*/ 11016593 w 18288000"/>
              <a:gd name="connsiteY285" fmla="*/ 2946816 h 10288588"/>
              <a:gd name="connsiteX286" fmla="*/ 11007546 w 18288000"/>
              <a:gd name="connsiteY286" fmla="*/ 2980710 h 10288588"/>
              <a:gd name="connsiteX287" fmla="*/ 11000760 w 18288000"/>
              <a:gd name="connsiteY287" fmla="*/ 3012345 h 10288588"/>
              <a:gd name="connsiteX288" fmla="*/ 10996236 w 18288000"/>
              <a:gd name="connsiteY288" fmla="*/ 3048499 h 10288588"/>
              <a:gd name="connsiteX289" fmla="*/ 10991712 w 18288000"/>
              <a:gd name="connsiteY289" fmla="*/ 3080133 h 10288588"/>
              <a:gd name="connsiteX290" fmla="*/ 10989450 w 18288000"/>
              <a:gd name="connsiteY290" fmla="*/ 3114027 h 10288588"/>
              <a:gd name="connsiteX291" fmla="*/ 10987188 w 18288000"/>
              <a:gd name="connsiteY291" fmla="*/ 3150181 h 10288588"/>
              <a:gd name="connsiteX292" fmla="*/ 10989450 w 18288000"/>
              <a:gd name="connsiteY292" fmla="*/ 3184076 h 10288588"/>
              <a:gd name="connsiteX293" fmla="*/ 10991712 w 18288000"/>
              <a:gd name="connsiteY293" fmla="*/ 3217970 h 10288588"/>
              <a:gd name="connsiteX294" fmla="*/ 10996236 w 18288000"/>
              <a:gd name="connsiteY294" fmla="*/ 3251864 h 10288588"/>
              <a:gd name="connsiteX295" fmla="*/ 11000760 w 18288000"/>
              <a:gd name="connsiteY295" fmla="*/ 3288018 h 10288588"/>
              <a:gd name="connsiteX296" fmla="*/ 11007546 w 18288000"/>
              <a:gd name="connsiteY296" fmla="*/ 3319653 h 10288588"/>
              <a:gd name="connsiteX297" fmla="*/ 11016593 w 18288000"/>
              <a:gd name="connsiteY297" fmla="*/ 3351287 h 10288588"/>
              <a:gd name="connsiteX298" fmla="*/ 11027903 w 18288000"/>
              <a:gd name="connsiteY298" fmla="*/ 3385181 h 10288588"/>
              <a:gd name="connsiteX299" fmla="*/ 11039212 w 18288000"/>
              <a:gd name="connsiteY299" fmla="*/ 3416816 h 10288588"/>
              <a:gd name="connsiteX300" fmla="*/ 11052784 w 18288000"/>
              <a:gd name="connsiteY300" fmla="*/ 3450711 h 10288588"/>
              <a:gd name="connsiteX301" fmla="*/ 11066355 w 18288000"/>
              <a:gd name="connsiteY301" fmla="*/ 3482345 h 10288588"/>
              <a:gd name="connsiteX302" fmla="*/ 11086712 w 18288000"/>
              <a:gd name="connsiteY302" fmla="*/ 3513980 h 10288588"/>
              <a:gd name="connsiteX303" fmla="*/ 11104807 w 18288000"/>
              <a:gd name="connsiteY303" fmla="*/ 3543355 h 10288588"/>
              <a:gd name="connsiteX304" fmla="*/ 11125164 w 18288000"/>
              <a:gd name="connsiteY304" fmla="*/ 3570470 h 10288588"/>
              <a:gd name="connsiteX305" fmla="*/ 11145521 w 18288000"/>
              <a:gd name="connsiteY305" fmla="*/ 3599845 h 10288588"/>
              <a:gd name="connsiteX306" fmla="*/ 11170402 w 18288000"/>
              <a:gd name="connsiteY306" fmla="*/ 3626961 h 10288588"/>
              <a:gd name="connsiteX307" fmla="*/ 11195283 w 18288000"/>
              <a:gd name="connsiteY307" fmla="*/ 3654076 h 10288588"/>
              <a:gd name="connsiteX308" fmla="*/ 15083481 w 18288000"/>
              <a:gd name="connsiteY308" fmla="*/ 7549658 h 10288588"/>
              <a:gd name="connsiteX309" fmla="*/ 15110624 w 18288000"/>
              <a:gd name="connsiteY309" fmla="*/ 7574514 h 10288588"/>
              <a:gd name="connsiteX310" fmla="*/ 15140028 w 18288000"/>
              <a:gd name="connsiteY310" fmla="*/ 7597110 h 10288588"/>
              <a:gd name="connsiteX311" fmla="*/ 15167172 w 18288000"/>
              <a:gd name="connsiteY311" fmla="*/ 7621965 h 10288588"/>
              <a:gd name="connsiteX312" fmla="*/ 15194314 w 18288000"/>
              <a:gd name="connsiteY312" fmla="*/ 7640042 h 10288588"/>
              <a:gd name="connsiteX313" fmla="*/ 15225980 w 18288000"/>
              <a:gd name="connsiteY313" fmla="*/ 7658119 h 10288588"/>
              <a:gd name="connsiteX314" fmla="*/ 15255385 w 18288000"/>
              <a:gd name="connsiteY314" fmla="*/ 7676196 h 10288588"/>
              <a:gd name="connsiteX315" fmla="*/ 15287052 w 18288000"/>
              <a:gd name="connsiteY315" fmla="*/ 7692014 h 10288588"/>
              <a:gd name="connsiteX316" fmla="*/ 15320980 w 18288000"/>
              <a:gd name="connsiteY316" fmla="*/ 7705571 h 10288588"/>
              <a:gd name="connsiteX317" fmla="*/ 15352646 w 18288000"/>
              <a:gd name="connsiteY317" fmla="*/ 7716869 h 10288588"/>
              <a:gd name="connsiteX318" fmla="*/ 15384314 w 18288000"/>
              <a:gd name="connsiteY318" fmla="*/ 7728168 h 10288588"/>
              <a:gd name="connsiteX319" fmla="*/ 15418242 w 18288000"/>
              <a:gd name="connsiteY319" fmla="*/ 7737206 h 10288588"/>
              <a:gd name="connsiteX320" fmla="*/ 15449908 w 18288000"/>
              <a:gd name="connsiteY320" fmla="*/ 7743985 h 10288588"/>
              <a:gd name="connsiteX321" fmla="*/ 15486098 w 18288000"/>
              <a:gd name="connsiteY321" fmla="*/ 7748504 h 10288588"/>
              <a:gd name="connsiteX322" fmla="*/ 15520027 w 18288000"/>
              <a:gd name="connsiteY322" fmla="*/ 7753023 h 10288588"/>
              <a:gd name="connsiteX323" fmla="*/ 15551694 w 18288000"/>
              <a:gd name="connsiteY323" fmla="*/ 7755283 h 10288588"/>
              <a:gd name="connsiteX324" fmla="*/ 15587884 w 18288000"/>
              <a:gd name="connsiteY324" fmla="*/ 7757543 h 10288588"/>
              <a:gd name="connsiteX325" fmla="*/ 15621812 w 18288000"/>
              <a:gd name="connsiteY325" fmla="*/ 7755283 h 10288588"/>
              <a:gd name="connsiteX326" fmla="*/ 15655740 w 18288000"/>
              <a:gd name="connsiteY326" fmla="*/ 7753023 h 10288588"/>
              <a:gd name="connsiteX327" fmla="*/ 15689669 w 18288000"/>
              <a:gd name="connsiteY327" fmla="*/ 7748504 h 10288588"/>
              <a:gd name="connsiteX328" fmla="*/ 15723598 w 18288000"/>
              <a:gd name="connsiteY328" fmla="*/ 7743985 h 10288588"/>
              <a:gd name="connsiteX329" fmla="*/ 15757526 w 18288000"/>
              <a:gd name="connsiteY329" fmla="*/ 7737206 h 10288588"/>
              <a:gd name="connsiteX330" fmla="*/ 15789192 w 18288000"/>
              <a:gd name="connsiteY330" fmla="*/ 7728168 h 10288588"/>
              <a:gd name="connsiteX331" fmla="*/ 15823121 w 18288000"/>
              <a:gd name="connsiteY331" fmla="*/ 7716869 h 10288588"/>
              <a:gd name="connsiteX332" fmla="*/ 15857050 w 18288000"/>
              <a:gd name="connsiteY332" fmla="*/ 7705571 h 10288588"/>
              <a:gd name="connsiteX333" fmla="*/ 15886454 w 18288000"/>
              <a:gd name="connsiteY333" fmla="*/ 7692014 h 10288588"/>
              <a:gd name="connsiteX334" fmla="*/ 15920382 w 18288000"/>
              <a:gd name="connsiteY334" fmla="*/ 7676196 h 10288588"/>
              <a:gd name="connsiteX335" fmla="*/ 15949787 w 18288000"/>
              <a:gd name="connsiteY335" fmla="*/ 7658119 h 10288588"/>
              <a:gd name="connsiteX336" fmla="*/ 15979192 w 18288000"/>
              <a:gd name="connsiteY336" fmla="*/ 7640042 h 10288588"/>
              <a:gd name="connsiteX337" fmla="*/ 16008596 w 18288000"/>
              <a:gd name="connsiteY337" fmla="*/ 7621965 h 10288588"/>
              <a:gd name="connsiteX338" fmla="*/ 16038001 w 18288000"/>
              <a:gd name="connsiteY338" fmla="*/ 7597110 h 10288588"/>
              <a:gd name="connsiteX339" fmla="*/ 16062882 w 18288000"/>
              <a:gd name="connsiteY339" fmla="*/ 7574514 h 10288588"/>
              <a:gd name="connsiteX340" fmla="*/ 16092286 w 18288000"/>
              <a:gd name="connsiteY340" fmla="*/ 7549658 h 10288588"/>
              <a:gd name="connsiteX341" fmla="*/ 16117168 w 18288000"/>
              <a:gd name="connsiteY341" fmla="*/ 7524802 h 10288588"/>
              <a:gd name="connsiteX342" fmla="*/ 16139786 w 18288000"/>
              <a:gd name="connsiteY342" fmla="*/ 7495427 h 10288588"/>
              <a:gd name="connsiteX343" fmla="*/ 16160144 w 18288000"/>
              <a:gd name="connsiteY343" fmla="*/ 7468311 h 10288588"/>
              <a:gd name="connsiteX344" fmla="*/ 16182762 w 18288000"/>
              <a:gd name="connsiteY344" fmla="*/ 7436677 h 10288588"/>
              <a:gd name="connsiteX345" fmla="*/ 16200858 w 18288000"/>
              <a:gd name="connsiteY345" fmla="*/ 7407302 h 10288588"/>
              <a:gd name="connsiteX346" fmla="*/ 16216691 w 18288000"/>
              <a:gd name="connsiteY346" fmla="*/ 7377927 h 10288588"/>
              <a:gd name="connsiteX347" fmla="*/ 16232524 w 18288000"/>
              <a:gd name="connsiteY347" fmla="*/ 7346292 h 10288588"/>
              <a:gd name="connsiteX348" fmla="*/ 16246096 w 18288000"/>
              <a:gd name="connsiteY348" fmla="*/ 7314657 h 10288588"/>
              <a:gd name="connsiteX349" fmla="*/ 16259667 w 18288000"/>
              <a:gd name="connsiteY349" fmla="*/ 7280763 h 10288588"/>
              <a:gd name="connsiteX350" fmla="*/ 16270976 w 18288000"/>
              <a:gd name="connsiteY350" fmla="*/ 7249129 h 10288588"/>
              <a:gd name="connsiteX351" fmla="*/ 16277762 w 18288000"/>
              <a:gd name="connsiteY351" fmla="*/ 7215234 h 10288588"/>
              <a:gd name="connsiteX352" fmla="*/ 16286810 w 18288000"/>
              <a:gd name="connsiteY352" fmla="*/ 7181340 h 10288588"/>
              <a:gd name="connsiteX353" fmla="*/ 16291334 w 18288000"/>
              <a:gd name="connsiteY353" fmla="*/ 7147446 h 10288588"/>
              <a:gd name="connsiteX354" fmla="*/ 16295857 w 18288000"/>
              <a:gd name="connsiteY354" fmla="*/ 7113551 h 10288588"/>
              <a:gd name="connsiteX355" fmla="*/ 16298119 w 18288000"/>
              <a:gd name="connsiteY355" fmla="*/ 7079657 h 10288588"/>
              <a:gd name="connsiteX356" fmla="*/ 16298119 w 18288000"/>
              <a:gd name="connsiteY356" fmla="*/ 7043503 h 10288588"/>
              <a:gd name="connsiteX357" fmla="*/ 16298119 w 18288000"/>
              <a:gd name="connsiteY357" fmla="*/ 7011869 h 10288588"/>
              <a:gd name="connsiteX358" fmla="*/ 16295857 w 18288000"/>
              <a:gd name="connsiteY358" fmla="*/ 6977974 h 10288588"/>
              <a:gd name="connsiteX359" fmla="*/ 16291334 w 18288000"/>
              <a:gd name="connsiteY359" fmla="*/ 6941820 h 10288588"/>
              <a:gd name="connsiteX360" fmla="*/ 16286810 w 18288000"/>
              <a:gd name="connsiteY360" fmla="*/ 6910186 h 10288588"/>
              <a:gd name="connsiteX361" fmla="*/ 16277762 w 18288000"/>
              <a:gd name="connsiteY361" fmla="*/ 6874032 h 10288588"/>
              <a:gd name="connsiteX362" fmla="*/ 16270976 w 18288000"/>
              <a:gd name="connsiteY362" fmla="*/ 6842397 h 10288588"/>
              <a:gd name="connsiteX363" fmla="*/ 16259667 w 18288000"/>
              <a:gd name="connsiteY363" fmla="*/ 6808503 h 10288588"/>
              <a:gd name="connsiteX364" fmla="*/ 16246096 w 18288000"/>
              <a:gd name="connsiteY364" fmla="*/ 6776868 h 10288588"/>
              <a:gd name="connsiteX365" fmla="*/ 16232524 w 18288000"/>
              <a:gd name="connsiteY365" fmla="*/ 6745234 h 10288588"/>
              <a:gd name="connsiteX366" fmla="*/ 16216691 w 18288000"/>
              <a:gd name="connsiteY366" fmla="*/ 6713599 h 10288588"/>
              <a:gd name="connsiteX367" fmla="*/ 16200858 w 18288000"/>
              <a:gd name="connsiteY367" fmla="*/ 6684224 h 10288588"/>
              <a:gd name="connsiteX368" fmla="*/ 16182762 w 18288000"/>
              <a:gd name="connsiteY368" fmla="*/ 6652589 h 10288588"/>
              <a:gd name="connsiteX369" fmla="*/ 16160144 w 18288000"/>
              <a:gd name="connsiteY369" fmla="*/ 6623214 h 10288588"/>
              <a:gd name="connsiteX370" fmla="*/ 16139786 w 18288000"/>
              <a:gd name="connsiteY370" fmla="*/ 6596099 h 10288588"/>
              <a:gd name="connsiteX371" fmla="*/ 16117168 w 18288000"/>
              <a:gd name="connsiteY371" fmla="*/ 6566724 h 10288588"/>
              <a:gd name="connsiteX372" fmla="*/ 16092286 w 18288000"/>
              <a:gd name="connsiteY372" fmla="*/ 6541868 h 10288588"/>
              <a:gd name="connsiteX373" fmla="*/ 12201826 w 18288000"/>
              <a:gd name="connsiteY373" fmla="*/ 2644027 h 10288588"/>
              <a:gd name="connsiteX374" fmla="*/ 12174684 w 18288000"/>
              <a:gd name="connsiteY374" fmla="*/ 2619171 h 10288588"/>
              <a:gd name="connsiteX375" fmla="*/ 12147541 w 18288000"/>
              <a:gd name="connsiteY375" fmla="*/ 2596575 h 10288588"/>
              <a:gd name="connsiteX376" fmla="*/ 12120398 w 18288000"/>
              <a:gd name="connsiteY376" fmla="*/ 2576238 h 10288588"/>
              <a:gd name="connsiteX377" fmla="*/ 12088732 w 18288000"/>
              <a:gd name="connsiteY377" fmla="*/ 2553642 h 10288588"/>
              <a:gd name="connsiteX378" fmla="*/ 12059327 w 18288000"/>
              <a:gd name="connsiteY378" fmla="*/ 2535565 h 10288588"/>
              <a:gd name="connsiteX379" fmla="*/ 12029922 w 18288000"/>
              <a:gd name="connsiteY379" fmla="*/ 2519748 h 10288588"/>
              <a:gd name="connsiteX380" fmla="*/ 11998256 w 18288000"/>
              <a:gd name="connsiteY380" fmla="*/ 2503931 h 10288588"/>
              <a:gd name="connsiteX381" fmla="*/ 11966589 w 18288000"/>
              <a:gd name="connsiteY381" fmla="*/ 2488113 h 10288588"/>
              <a:gd name="connsiteX382" fmla="*/ 11932661 w 18288000"/>
              <a:gd name="connsiteY382" fmla="*/ 2476815 h 10288588"/>
              <a:gd name="connsiteX383" fmla="*/ 11900994 w 18288000"/>
              <a:gd name="connsiteY383" fmla="*/ 2465517 h 10288588"/>
              <a:gd name="connsiteX384" fmla="*/ 11869328 w 18288000"/>
              <a:gd name="connsiteY384" fmla="*/ 2458738 h 10288588"/>
              <a:gd name="connsiteX385" fmla="*/ 11833138 w 18288000"/>
              <a:gd name="connsiteY385" fmla="*/ 2449700 h 10288588"/>
              <a:gd name="connsiteX386" fmla="*/ 11801471 w 18288000"/>
              <a:gd name="connsiteY386" fmla="*/ 2445180 h 10288588"/>
              <a:gd name="connsiteX387" fmla="*/ 11767542 w 18288000"/>
              <a:gd name="connsiteY387" fmla="*/ 2440661 h 10288588"/>
              <a:gd name="connsiteX388" fmla="*/ 11731352 w 18288000"/>
              <a:gd name="connsiteY388" fmla="*/ 2438401 h 10288588"/>
              <a:gd name="connsiteX389" fmla="*/ 11699686 w 18288000"/>
              <a:gd name="connsiteY389" fmla="*/ 2438401 h 10288588"/>
              <a:gd name="connsiteX390" fmla="*/ 13393846 w 18288000"/>
              <a:gd name="connsiteY390" fmla="*/ 1972920 h 10288588"/>
              <a:gd name="connsiteX391" fmla="*/ 13359917 w 18288000"/>
              <a:gd name="connsiteY391" fmla="*/ 1975180 h 10288588"/>
              <a:gd name="connsiteX392" fmla="*/ 13325988 w 18288000"/>
              <a:gd name="connsiteY392" fmla="*/ 1979699 h 10288588"/>
              <a:gd name="connsiteX393" fmla="*/ 13292060 w 18288000"/>
              <a:gd name="connsiteY393" fmla="*/ 1984218 h 10288588"/>
              <a:gd name="connsiteX394" fmla="*/ 13258132 w 18288000"/>
              <a:gd name="connsiteY394" fmla="*/ 1990997 h 10288588"/>
              <a:gd name="connsiteX395" fmla="*/ 13224203 w 18288000"/>
              <a:gd name="connsiteY395" fmla="*/ 2000036 h 10288588"/>
              <a:gd name="connsiteX396" fmla="*/ 13192536 w 18288000"/>
              <a:gd name="connsiteY396" fmla="*/ 2011334 h 10288588"/>
              <a:gd name="connsiteX397" fmla="*/ 13160870 w 18288000"/>
              <a:gd name="connsiteY397" fmla="*/ 2024891 h 10288588"/>
              <a:gd name="connsiteX398" fmla="*/ 13126942 w 18288000"/>
              <a:gd name="connsiteY398" fmla="*/ 2038449 h 10288588"/>
              <a:gd name="connsiteX399" fmla="*/ 13097537 w 18288000"/>
              <a:gd name="connsiteY399" fmla="*/ 2052007 h 10288588"/>
              <a:gd name="connsiteX400" fmla="*/ 13068132 w 18288000"/>
              <a:gd name="connsiteY400" fmla="*/ 2070084 h 10288588"/>
              <a:gd name="connsiteX401" fmla="*/ 13036466 w 18288000"/>
              <a:gd name="connsiteY401" fmla="*/ 2088161 h 10288588"/>
              <a:gd name="connsiteX402" fmla="*/ 13007061 w 18288000"/>
              <a:gd name="connsiteY402" fmla="*/ 2110757 h 10288588"/>
              <a:gd name="connsiteX403" fmla="*/ 12979918 w 18288000"/>
              <a:gd name="connsiteY403" fmla="*/ 2131094 h 10288588"/>
              <a:gd name="connsiteX404" fmla="*/ 12950514 w 18288000"/>
              <a:gd name="connsiteY404" fmla="*/ 2153690 h 10288588"/>
              <a:gd name="connsiteX405" fmla="*/ 12925633 w 18288000"/>
              <a:gd name="connsiteY405" fmla="*/ 2180805 h 10288588"/>
              <a:gd name="connsiteX406" fmla="*/ 12900752 w 18288000"/>
              <a:gd name="connsiteY406" fmla="*/ 2205661 h 10288588"/>
              <a:gd name="connsiteX407" fmla="*/ 12875872 w 18288000"/>
              <a:gd name="connsiteY407" fmla="*/ 2232776 h 10288588"/>
              <a:gd name="connsiteX408" fmla="*/ 12853252 w 18288000"/>
              <a:gd name="connsiteY408" fmla="*/ 2262151 h 10288588"/>
              <a:gd name="connsiteX409" fmla="*/ 12835157 w 18288000"/>
              <a:gd name="connsiteY409" fmla="*/ 2291527 h 10288588"/>
              <a:gd name="connsiteX410" fmla="*/ 12817062 w 18288000"/>
              <a:gd name="connsiteY410" fmla="*/ 2320902 h 10288588"/>
              <a:gd name="connsiteX411" fmla="*/ 12796705 w 18288000"/>
              <a:gd name="connsiteY411" fmla="*/ 2352536 h 10288588"/>
              <a:gd name="connsiteX412" fmla="*/ 12783134 w 18288000"/>
              <a:gd name="connsiteY412" fmla="*/ 2381911 h 10288588"/>
              <a:gd name="connsiteX413" fmla="*/ 12769562 w 18288000"/>
              <a:gd name="connsiteY413" fmla="*/ 2415805 h 10288588"/>
              <a:gd name="connsiteX414" fmla="*/ 12755991 w 18288000"/>
              <a:gd name="connsiteY414" fmla="*/ 2447440 h 10288588"/>
              <a:gd name="connsiteX415" fmla="*/ 12746943 w 18288000"/>
              <a:gd name="connsiteY415" fmla="*/ 2479075 h 10288588"/>
              <a:gd name="connsiteX416" fmla="*/ 12737896 w 18288000"/>
              <a:gd name="connsiteY416" fmla="*/ 2515229 h 10288588"/>
              <a:gd name="connsiteX417" fmla="*/ 12731110 w 18288000"/>
              <a:gd name="connsiteY417" fmla="*/ 2546863 h 10288588"/>
              <a:gd name="connsiteX418" fmla="*/ 12724324 w 18288000"/>
              <a:gd name="connsiteY418" fmla="*/ 2583017 h 10288588"/>
              <a:gd name="connsiteX419" fmla="*/ 12722062 w 18288000"/>
              <a:gd name="connsiteY419" fmla="*/ 2614652 h 10288588"/>
              <a:gd name="connsiteX420" fmla="*/ 12719800 w 18288000"/>
              <a:gd name="connsiteY420" fmla="*/ 2650806 h 10288588"/>
              <a:gd name="connsiteX421" fmla="*/ 12717538 w 18288000"/>
              <a:gd name="connsiteY421" fmla="*/ 2684700 h 10288588"/>
              <a:gd name="connsiteX422" fmla="*/ 12719800 w 18288000"/>
              <a:gd name="connsiteY422" fmla="*/ 2716335 h 10288588"/>
              <a:gd name="connsiteX423" fmla="*/ 12722062 w 18288000"/>
              <a:gd name="connsiteY423" fmla="*/ 2752489 h 10288588"/>
              <a:gd name="connsiteX424" fmla="*/ 12724324 w 18288000"/>
              <a:gd name="connsiteY424" fmla="*/ 2786383 h 10288588"/>
              <a:gd name="connsiteX425" fmla="*/ 12731110 w 18288000"/>
              <a:gd name="connsiteY425" fmla="*/ 2820277 h 10288588"/>
              <a:gd name="connsiteX426" fmla="*/ 12737896 w 18288000"/>
              <a:gd name="connsiteY426" fmla="*/ 2854171 h 10288588"/>
              <a:gd name="connsiteX427" fmla="*/ 12746943 w 18288000"/>
              <a:gd name="connsiteY427" fmla="*/ 2888065 h 10288588"/>
              <a:gd name="connsiteX428" fmla="*/ 12755991 w 18288000"/>
              <a:gd name="connsiteY428" fmla="*/ 2919700 h 10288588"/>
              <a:gd name="connsiteX429" fmla="*/ 12769562 w 18288000"/>
              <a:gd name="connsiteY429" fmla="*/ 2951335 h 10288588"/>
              <a:gd name="connsiteX430" fmla="*/ 12783134 w 18288000"/>
              <a:gd name="connsiteY430" fmla="*/ 2985229 h 10288588"/>
              <a:gd name="connsiteX431" fmla="*/ 12796705 w 18288000"/>
              <a:gd name="connsiteY431" fmla="*/ 3014604 h 10288588"/>
              <a:gd name="connsiteX432" fmla="*/ 12817062 w 18288000"/>
              <a:gd name="connsiteY432" fmla="*/ 3048499 h 10288588"/>
              <a:gd name="connsiteX433" fmla="*/ 12835157 w 18288000"/>
              <a:gd name="connsiteY433" fmla="*/ 3075614 h 10288588"/>
              <a:gd name="connsiteX434" fmla="*/ 12853252 w 18288000"/>
              <a:gd name="connsiteY434" fmla="*/ 3104989 h 10288588"/>
              <a:gd name="connsiteX435" fmla="*/ 12875872 w 18288000"/>
              <a:gd name="connsiteY435" fmla="*/ 3134364 h 10288588"/>
              <a:gd name="connsiteX436" fmla="*/ 12900752 w 18288000"/>
              <a:gd name="connsiteY436" fmla="*/ 3161479 h 10288588"/>
              <a:gd name="connsiteX437" fmla="*/ 12925633 w 18288000"/>
              <a:gd name="connsiteY437" fmla="*/ 3186335 h 10288588"/>
              <a:gd name="connsiteX438" fmla="*/ 14977172 w 18288000"/>
              <a:gd name="connsiteY438" fmla="*/ 5244847 h 10288588"/>
              <a:gd name="connsiteX439" fmla="*/ 15002053 w 18288000"/>
              <a:gd name="connsiteY439" fmla="*/ 5267443 h 10288588"/>
              <a:gd name="connsiteX440" fmla="*/ 15029196 w 18288000"/>
              <a:gd name="connsiteY440" fmla="*/ 5292299 h 10288588"/>
              <a:gd name="connsiteX441" fmla="*/ 15058600 w 18288000"/>
              <a:gd name="connsiteY441" fmla="*/ 5312636 h 10288588"/>
              <a:gd name="connsiteX442" fmla="*/ 15088005 w 18288000"/>
              <a:gd name="connsiteY442" fmla="*/ 5335232 h 10288588"/>
              <a:gd name="connsiteX443" fmla="*/ 15117410 w 18288000"/>
              <a:gd name="connsiteY443" fmla="*/ 5353309 h 10288588"/>
              <a:gd name="connsiteX444" fmla="*/ 15149076 w 18288000"/>
              <a:gd name="connsiteY444" fmla="*/ 5369126 h 10288588"/>
              <a:gd name="connsiteX445" fmla="*/ 15178481 w 18288000"/>
              <a:gd name="connsiteY445" fmla="*/ 5384943 h 10288588"/>
              <a:gd name="connsiteX446" fmla="*/ 15210148 w 18288000"/>
              <a:gd name="connsiteY446" fmla="*/ 5398501 h 10288588"/>
              <a:gd name="connsiteX447" fmla="*/ 15244076 w 18288000"/>
              <a:gd name="connsiteY447" fmla="*/ 5412059 h 10288588"/>
              <a:gd name="connsiteX448" fmla="*/ 15275742 w 18288000"/>
              <a:gd name="connsiteY448" fmla="*/ 5421097 h 10288588"/>
              <a:gd name="connsiteX449" fmla="*/ 15309670 w 18288000"/>
              <a:gd name="connsiteY449" fmla="*/ 5430136 h 10288588"/>
              <a:gd name="connsiteX450" fmla="*/ 15343599 w 18288000"/>
              <a:gd name="connsiteY450" fmla="*/ 5436915 h 10288588"/>
              <a:gd name="connsiteX451" fmla="*/ 15375266 w 18288000"/>
              <a:gd name="connsiteY451" fmla="*/ 5443694 h 10288588"/>
              <a:gd name="connsiteX452" fmla="*/ 15411456 w 18288000"/>
              <a:gd name="connsiteY452" fmla="*/ 5448213 h 10288588"/>
              <a:gd name="connsiteX453" fmla="*/ 15445384 w 18288000"/>
              <a:gd name="connsiteY453" fmla="*/ 5450472 h 10288588"/>
              <a:gd name="connsiteX454" fmla="*/ 15481575 w 18288000"/>
              <a:gd name="connsiteY454" fmla="*/ 5450472 h 10288588"/>
              <a:gd name="connsiteX455" fmla="*/ 15513242 w 18288000"/>
              <a:gd name="connsiteY455" fmla="*/ 5450472 h 10288588"/>
              <a:gd name="connsiteX456" fmla="*/ 15547170 w 18288000"/>
              <a:gd name="connsiteY456" fmla="*/ 5448213 h 10288588"/>
              <a:gd name="connsiteX457" fmla="*/ 15583360 w 18288000"/>
              <a:gd name="connsiteY457" fmla="*/ 5443694 h 10288588"/>
              <a:gd name="connsiteX458" fmla="*/ 15615026 w 18288000"/>
              <a:gd name="connsiteY458" fmla="*/ 5436915 h 10288588"/>
              <a:gd name="connsiteX459" fmla="*/ 15648955 w 18288000"/>
              <a:gd name="connsiteY459" fmla="*/ 5430136 h 10288588"/>
              <a:gd name="connsiteX460" fmla="*/ 15682884 w 18288000"/>
              <a:gd name="connsiteY460" fmla="*/ 5421097 h 10288588"/>
              <a:gd name="connsiteX461" fmla="*/ 15714550 w 18288000"/>
              <a:gd name="connsiteY461" fmla="*/ 5412059 h 10288588"/>
              <a:gd name="connsiteX462" fmla="*/ 15748478 w 18288000"/>
              <a:gd name="connsiteY462" fmla="*/ 5398501 h 10288588"/>
              <a:gd name="connsiteX463" fmla="*/ 15780145 w 18288000"/>
              <a:gd name="connsiteY463" fmla="*/ 5384943 h 10288588"/>
              <a:gd name="connsiteX464" fmla="*/ 15809550 w 18288000"/>
              <a:gd name="connsiteY464" fmla="*/ 5369126 h 10288588"/>
              <a:gd name="connsiteX465" fmla="*/ 15841216 w 18288000"/>
              <a:gd name="connsiteY465" fmla="*/ 5353309 h 10288588"/>
              <a:gd name="connsiteX466" fmla="*/ 15870621 w 18288000"/>
              <a:gd name="connsiteY466" fmla="*/ 5335232 h 10288588"/>
              <a:gd name="connsiteX467" fmla="*/ 15900026 w 18288000"/>
              <a:gd name="connsiteY467" fmla="*/ 5312636 h 10288588"/>
              <a:gd name="connsiteX468" fmla="*/ 15929430 w 18288000"/>
              <a:gd name="connsiteY468" fmla="*/ 5292299 h 10288588"/>
              <a:gd name="connsiteX469" fmla="*/ 15956573 w 18288000"/>
              <a:gd name="connsiteY469" fmla="*/ 5267443 h 10288588"/>
              <a:gd name="connsiteX470" fmla="*/ 15981454 w 18288000"/>
              <a:gd name="connsiteY470" fmla="*/ 5244847 h 10288588"/>
              <a:gd name="connsiteX471" fmla="*/ 16008596 w 18288000"/>
              <a:gd name="connsiteY471" fmla="*/ 5215472 h 10288588"/>
              <a:gd name="connsiteX472" fmla="*/ 16031216 w 18288000"/>
              <a:gd name="connsiteY472" fmla="*/ 5188357 h 10288588"/>
              <a:gd name="connsiteX473" fmla="*/ 16053834 w 18288000"/>
              <a:gd name="connsiteY473" fmla="*/ 5158982 h 10288588"/>
              <a:gd name="connsiteX474" fmla="*/ 16071930 w 18288000"/>
              <a:gd name="connsiteY474" fmla="*/ 5131866 h 10288588"/>
              <a:gd name="connsiteX475" fmla="*/ 16092286 w 18288000"/>
              <a:gd name="connsiteY475" fmla="*/ 5102491 h 10288588"/>
              <a:gd name="connsiteX476" fmla="*/ 16110382 w 18288000"/>
              <a:gd name="connsiteY476" fmla="*/ 5070857 h 10288588"/>
              <a:gd name="connsiteX477" fmla="*/ 16123953 w 18288000"/>
              <a:gd name="connsiteY477" fmla="*/ 5039222 h 10288588"/>
              <a:gd name="connsiteX478" fmla="*/ 16137524 w 18288000"/>
              <a:gd name="connsiteY478" fmla="*/ 5005328 h 10288588"/>
              <a:gd name="connsiteX479" fmla="*/ 16151096 w 18288000"/>
              <a:gd name="connsiteY479" fmla="*/ 4973693 h 10288588"/>
              <a:gd name="connsiteX480" fmla="*/ 16160144 w 18288000"/>
              <a:gd name="connsiteY480" fmla="*/ 4942058 h 10288588"/>
              <a:gd name="connsiteX481" fmla="*/ 16171453 w 18288000"/>
              <a:gd name="connsiteY481" fmla="*/ 4908164 h 10288588"/>
              <a:gd name="connsiteX482" fmla="*/ 16178238 w 18288000"/>
              <a:gd name="connsiteY482" fmla="*/ 4874270 h 10288588"/>
              <a:gd name="connsiteX483" fmla="*/ 16185024 w 18288000"/>
              <a:gd name="connsiteY483" fmla="*/ 4840375 h 10288588"/>
              <a:gd name="connsiteX484" fmla="*/ 16187286 w 18288000"/>
              <a:gd name="connsiteY484" fmla="*/ 4806481 h 10288588"/>
              <a:gd name="connsiteX485" fmla="*/ 16189548 w 18288000"/>
              <a:gd name="connsiteY485" fmla="*/ 4774847 h 10288588"/>
              <a:gd name="connsiteX486" fmla="*/ 16191810 w 18288000"/>
              <a:gd name="connsiteY486" fmla="*/ 4738693 h 10288588"/>
              <a:gd name="connsiteX487" fmla="*/ 16189548 w 18288000"/>
              <a:gd name="connsiteY487" fmla="*/ 4704798 h 10288588"/>
              <a:gd name="connsiteX488" fmla="*/ 16187286 w 18288000"/>
              <a:gd name="connsiteY488" fmla="*/ 4668645 h 10288588"/>
              <a:gd name="connsiteX489" fmla="*/ 16185024 w 18288000"/>
              <a:gd name="connsiteY489" fmla="*/ 4637010 h 10288588"/>
              <a:gd name="connsiteX490" fmla="*/ 16178238 w 18288000"/>
              <a:gd name="connsiteY490" fmla="*/ 4600856 h 10288588"/>
              <a:gd name="connsiteX491" fmla="*/ 16171453 w 18288000"/>
              <a:gd name="connsiteY491" fmla="*/ 4569221 h 10288588"/>
              <a:gd name="connsiteX492" fmla="*/ 16160144 w 18288000"/>
              <a:gd name="connsiteY492" fmla="*/ 4533067 h 10288588"/>
              <a:gd name="connsiteX493" fmla="*/ 16151096 w 18288000"/>
              <a:gd name="connsiteY493" fmla="*/ 4501433 h 10288588"/>
              <a:gd name="connsiteX494" fmla="*/ 16137524 w 18288000"/>
              <a:gd name="connsiteY494" fmla="*/ 4469798 h 10288588"/>
              <a:gd name="connsiteX495" fmla="*/ 16123953 w 18288000"/>
              <a:gd name="connsiteY495" fmla="*/ 4438163 h 10288588"/>
              <a:gd name="connsiteX496" fmla="*/ 16110382 w 18288000"/>
              <a:gd name="connsiteY496" fmla="*/ 4406529 h 10288588"/>
              <a:gd name="connsiteX497" fmla="*/ 16092286 w 18288000"/>
              <a:gd name="connsiteY497" fmla="*/ 4374894 h 10288588"/>
              <a:gd name="connsiteX498" fmla="*/ 16071930 w 18288000"/>
              <a:gd name="connsiteY498" fmla="*/ 4345519 h 10288588"/>
              <a:gd name="connsiteX499" fmla="*/ 16053834 w 18288000"/>
              <a:gd name="connsiteY499" fmla="*/ 4318404 h 10288588"/>
              <a:gd name="connsiteX500" fmla="*/ 16031216 w 18288000"/>
              <a:gd name="connsiteY500" fmla="*/ 4286769 h 10288588"/>
              <a:gd name="connsiteX501" fmla="*/ 16008596 w 18288000"/>
              <a:gd name="connsiteY501" fmla="*/ 4261913 h 10288588"/>
              <a:gd name="connsiteX502" fmla="*/ 15981454 w 18288000"/>
              <a:gd name="connsiteY502" fmla="*/ 4234798 h 10288588"/>
              <a:gd name="connsiteX503" fmla="*/ 13932176 w 18288000"/>
              <a:gd name="connsiteY503" fmla="*/ 2180805 h 10288588"/>
              <a:gd name="connsiteX504" fmla="*/ 13905034 w 18288000"/>
              <a:gd name="connsiteY504" fmla="*/ 2153690 h 10288588"/>
              <a:gd name="connsiteX505" fmla="*/ 13877891 w 18288000"/>
              <a:gd name="connsiteY505" fmla="*/ 2131094 h 10288588"/>
              <a:gd name="connsiteX506" fmla="*/ 13850748 w 18288000"/>
              <a:gd name="connsiteY506" fmla="*/ 2110757 h 10288588"/>
              <a:gd name="connsiteX507" fmla="*/ 13819082 w 18288000"/>
              <a:gd name="connsiteY507" fmla="*/ 2088161 h 10288588"/>
              <a:gd name="connsiteX508" fmla="*/ 13789677 w 18288000"/>
              <a:gd name="connsiteY508" fmla="*/ 2070084 h 10288588"/>
              <a:gd name="connsiteX509" fmla="*/ 13760272 w 18288000"/>
              <a:gd name="connsiteY509" fmla="*/ 2052007 h 10288588"/>
              <a:gd name="connsiteX510" fmla="*/ 13728606 w 18288000"/>
              <a:gd name="connsiteY510" fmla="*/ 2038449 h 10288588"/>
              <a:gd name="connsiteX511" fmla="*/ 13696940 w 18288000"/>
              <a:gd name="connsiteY511" fmla="*/ 2024891 h 10288588"/>
              <a:gd name="connsiteX512" fmla="*/ 13665273 w 18288000"/>
              <a:gd name="connsiteY512" fmla="*/ 2011334 h 10288588"/>
              <a:gd name="connsiteX513" fmla="*/ 13631344 w 18288000"/>
              <a:gd name="connsiteY513" fmla="*/ 2000036 h 10288588"/>
              <a:gd name="connsiteX514" fmla="*/ 13599678 w 18288000"/>
              <a:gd name="connsiteY514" fmla="*/ 1990997 h 10288588"/>
              <a:gd name="connsiteX515" fmla="*/ 13563488 w 18288000"/>
              <a:gd name="connsiteY515" fmla="*/ 1984218 h 10288588"/>
              <a:gd name="connsiteX516" fmla="*/ 13531821 w 18288000"/>
              <a:gd name="connsiteY516" fmla="*/ 1979699 h 10288588"/>
              <a:gd name="connsiteX517" fmla="*/ 13497892 w 18288000"/>
              <a:gd name="connsiteY517" fmla="*/ 1975180 h 10288588"/>
              <a:gd name="connsiteX518" fmla="*/ 13461702 w 18288000"/>
              <a:gd name="connsiteY518" fmla="*/ 1972920 h 10288588"/>
              <a:gd name="connsiteX519" fmla="*/ 13427774 w 18288000"/>
              <a:gd name="connsiteY519" fmla="*/ 1972920 h 10288588"/>
              <a:gd name="connsiteX520" fmla="*/ 0 w 18288000"/>
              <a:gd name="connsiteY520" fmla="*/ 0 h 10288588"/>
              <a:gd name="connsiteX521" fmla="*/ 18288000 w 18288000"/>
              <a:gd name="connsiteY521" fmla="*/ 0 h 10288588"/>
              <a:gd name="connsiteX522" fmla="*/ 18288000 w 18288000"/>
              <a:gd name="connsiteY522" fmla="*/ 10288588 h 10288588"/>
              <a:gd name="connsiteX523" fmla="*/ 0 w 18288000"/>
              <a:gd name="connsiteY523" fmla="*/ 10288588 h 10288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</a:cxnLst>
            <a:rect l="l" t="t" r="r" b="b"/>
            <a:pathLst>
              <a:path w="18288000" h="10288588">
                <a:moveTo>
                  <a:pt x="9299815" y="4467539"/>
                </a:moveTo>
                <a:lnTo>
                  <a:pt x="9265886" y="4469798"/>
                </a:lnTo>
                <a:lnTo>
                  <a:pt x="9229696" y="4474317"/>
                </a:lnTo>
                <a:lnTo>
                  <a:pt x="9198029" y="4478837"/>
                </a:lnTo>
                <a:lnTo>
                  <a:pt x="9161839" y="4485615"/>
                </a:lnTo>
                <a:lnTo>
                  <a:pt x="9130172" y="4494654"/>
                </a:lnTo>
                <a:lnTo>
                  <a:pt x="9098506" y="4505952"/>
                </a:lnTo>
                <a:lnTo>
                  <a:pt x="9064578" y="4517250"/>
                </a:lnTo>
                <a:lnTo>
                  <a:pt x="9032911" y="4530808"/>
                </a:lnTo>
                <a:lnTo>
                  <a:pt x="9003506" y="4548885"/>
                </a:lnTo>
                <a:lnTo>
                  <a:pt x="8969578" y="4564702"/>
                </a:lnTo>
                <a:lnTo>
                  <a:pt x="8942435" y="4582779"/>
                </a:lnTo>
                <a:lnTo>
                  <a:pt x="8913030" y="4603116"/>
                </a:lnTo>
                <a:lnTo>
                  <a:pt x="8883626" y="4625712"/>
                </a:lnTo>
                <a:lnTo>
                  <a:pt x="8856483" y="4648308"/>
                </a:lnTo>
                <a:lnTo>
                  <a:pt x="8831602" y="4673164"/>
                </a:lnTo>
                <a:lnTo>
                  <a:pt x="8804460" y="4700279"/>
                </a:lnTo>
                <a:lnTo>
                  <a:pt x="8781841" y="4727395"/>
                </a:lnTo>
                <a:lnTo>
                  <a:pt x="8759222" y="4754510"/>
                </a:lnTo>
                <a:lnTo>
                  <a:pt x="8738865" y="4786145"/>
                </a:lnTo>
                <a:lnTo>
                  <a:pt x="8718508" y="4815520"/>
                </a:lnTo>
                <a:lnTo>
                  <a:pt x="8702674" y="4844895"/>
                </a:lnTo>
                <a:lnTo>
                  <a:pt x="8686841" y="4878789"/>
                </a:lnTo>
                <a:lnTo>
                  <a:pt x="8675531" y="4908164"/>
                </a:lnTo>
                <a:lnTo>
                  <a:pt x="8661960" y="4942058"/>
                </a:lnTo>
                <a:lnTo>
                  <a:pt x="8652913" y="4973693"/>
                </a:lnTo>
                <a:lnTo>
                  <a:pt x="8641603" y="5009847"/>
                </a:lnTo>
                <a:lnTo>
                  <a:pt x="8634817" y="5041482"/>
                </a:lnTo>
                <a:lnTo>
                  <a:pt x="8628032" y="5075376"/>
                </a:lnTo>
                <a:lnTo>
                  <a:pt x="8625770" y="5109270"/>
                </a:lnTo>
                <a:lnTo>
                  <a:pt x="8623508" y="5143164"/>
                </a:lnTo>
                <a:lnTo>
                  <a:pt x="8621246" y="5179318"/>
                </a:lnTo>
                <a:lnTo>
                  <a:pt x="8623508" y="5210953"/>
                </a:lnTo>
                <a:lnTo>
                  <a:pt x="8625770" y="5247107"/>
                </a:lnTo>
                <a:lnTo>
                  <a:pt x="8628032" y="5281001"/>
                </a:lnTo>
                <a:lnTo>
                  <a:pt x="8634817" y="5312636"/>
                </a:lnTo>
                <a:lnTo>
                  <a:pt x="8641603" y="5348790"/>
                </a:lnTo>
                <a:lnTo>
                  <a:pt x="8652913" y="5380424"/>
                </a:lnTo>
                <a:lnTo>
                  <a:pt x="8661960" y="5414318"/>
                </a:lnTo>
                <a:lnTo>
                  <a:pt x="8675531" y="5445953"/>
                </a:lnTo>
                <a:lnTo>
                  <a:pt x="8686841" y="5479847"/>
                </a:lnTo>
                <a:lnTo>
                  <a:pt x="8702674" y="5509222"/>
                </a:lnTo>
                <a:lnTo>
                  <a:pt x="8718508" y="5540857"/>
                </a:lnTo>
                <a:lnTo>
                  <a:pt x="8738865" y="5572492"/>
                </a:lnTo>
                <a:lnTo>
                  <a:pt x="8759222" y="5599607"/>
                </a:lnTo>
                <a:lnTo>
                  <a:pt x="8781841" y="5626723"/>
                </a:lnTo>
                <a:lnTo>
                  <a:pt x="8804460" y="5656098"/>
                </a:lnTo>
                <a:lnTo>
                  <a:pt x="8831602" y="5680953"/>
                </a:lnTo>
                <a:lnTo>
                  <a:pt x="11251830" y="8107783"/>
                </a:lnTo>
                <a:lnTo>
                  <a:pt x="11276711" y="8132639"/>
                </a:lnTo>
                <a:lnTo>
                  <a:pt x="11303854" y="8157495"/>
                </a:lnTo>
                <a:lnTo>
                  <a:pt x="11333258" y="8177832"/>
                </a:lnTo>
                <a:lnTo>
                  <a:pt x="11362663" y="8198168"/>
                </a:lnTo>
                <a:lnTo>
                  <a:pt x="11392068" y="8216245"/>
                </a:lnTo>
                <a:lnTo>
                  <a:pt x="11423734" y="8234322"/>
                </a:lnTo>
                <a:lnTo>
                  <a:pt x="11453139" y="8250139"/>
                </a:lnTo>
                <a:lnTo>
                  <a:pt x="11484806" y="8263697"/>
                </a:lnTo>
                <a:lnTo>
                  <a:pt x="11518734" y="8274995"/>
                </a:lnTo>
                <a:lnTo>
                  <a:pt x="11550400" y="8286293"/>
                </a:lnTo>
                <a:lnTo>
                  <a:pt x="11582067" y="8293072"/>
                </a:lnTo>
                <a:lnTo>
                  <a:pt x="11618258" y="8302111"/>
                </a:lnTo>
                <a:lnTo>
                  <a:pt x="11649924" y="8306630"/>
                </a:lnTo>
                <a:lnTo>
                  <a:pt x="11686114" y="8313409"/>
                </a:lnTo>
                <a:lnTo>
                  <a:pt x="11720043" y="8315668"/>
                </a:lnTo>
                <a:lnTo>
                  <a:pt x="11753971" y="8315668"/>
                </a:lnTo>
                <a:lnTo>
                  <a:pt x="11787900" y="8315668"/>
                </a:lnTo>
                <a:lnTo>
                  <a:pt x="11821828" y="8313409"/>
                </a:lnTo>
                <a:lnTo>
                  <a:pt x="11858018" y="8306630"/>
                </a:lnTo>
                <a:lnTo>
                  <a:pt x="11889685" y="8302111"/>
                </a:lnTo>
                <a:lnTo>
                  <a:pt x="11923613" y="8293072"/>
                </a:lnTo>
                <a:lnTo>
                  <a:pt x="11957542" y="8286293"/>
                </a:lnTo>
                <a:lnTo>
                  <a:pt x="11989208" y="8274995"/>
                </a:lnTo>
                <a:lnTo>
                  <a:pt x="12023137" y="8263697"/>
                </a:lnTo>
                <a:lnTo>
                  <a:pt x="12054803" y="8250139"/>
                </a:lnTo>
                <a:lnTo>
                  <a:pt x="12084208" y="8234322"/>
                </a:lnTo>
                <a:lnTo>
                  <a:pt x="12115874" y="8216245"/>
                </a:lnTo>
                <a:lnTo>
                  <a:pt x="12145279" y="8198168"/>
                </a:lnTo>
                <a:lnTo>
                  <a:pt x="12174684" y="8177832"/>
                </a:lnTo>
                <a:lnTo>
                  <a:pt x="12204088" y="8157495"/>
                </a:lnTo>
                <a:lnTo>
                  <a:pt x="12231231" y="8132639"/>
                </a:lnTo>
                <a:lnTo>
                  <a:pt x="12256112" y="8107783"/>
                </a:lnTo>
                <a:lnTo>
                  <a:pt x="12283255" y="8080668"/>
                </a:lnTo>
                <a:lnTo>
                  <a:pt x="12305874" y="8053553"/>
                </a:lnTo>
                <a:lnTo>
                  <a:pt x="12328492" y="8024178"/>
                </a:lnTo>
                <a:lnTo>
                  <a:pt x="12346588" y="7997062"/>
                </a:lnTo>
                <a:lnTo>
                  <a:pt x="12364683" y="7965427"/>
                </a:lnTo>
                <a:lnTo>
                  <a:pt x="12385040" y="7936052"/>
                </a:lnTo>
                <a:lnTo>
                  <a:pt x="12398611" y="7902158"/>
                </a:lnTo>
                <a:lnTo>
                  <a:pt x="12412183" y="7870523"/>
                </a:lnTo>
                <a:lnTo>
                  <a:pt x="12425754" y="7841148"/>
                </a:lnTo>
                <a:lnTo>
                  <a:pt x="12434802" y="7804995"/>
                </a:lnTo>
                <a:lnTo>
                  <a:pt x="12443849" y="7773360"/>
                </a:lnTo>
                <a:lnTo>
                  <a:pt x="12450635" y="7739466"/>
                </a:lnTo>
                <a:lnTo>
                  <a:pt x="12457420" y="7705571"/>
                </a:lnTo>
                <a:lnTo>
                  <a:pt x="12461944" y="7669417"/>
                </a:lnTo>
                <a:lnTo>
                  <a:pt x="12464206" y="7637783"/>
                </a:lnTo>
                <a:lnTo>
                  <a:pt x="12466468" y="7603889"/>
                </a:lnTo>
                <a:lnTo>
                  <a:pt x="12464206" y="7567735"/>
                </a:lnTo>
                <a:lnTo>
                  <a:pt x="12461944" y="7536100"/>
                </a:lnTo>
                <a:lnTo>
                  <a:pt x="12457420" y="7499946"/>
                </a:lnTo>
                <a:lnTo>
                  <a:pt x="12450635" y="7466052"/>
                </a:lnTo>
                <a:lnTo>
                  <a:pt x="12443849" y="7432158"/>
                </a:lnTo>
                <a:lnTo>
                  <a:pt x="12434802" y="7400523"/>
                </a:lnTo>
                <a:lnTo>
                  <a:pt x="12425754" y="7364369"/>
                </a:lnTo>
                <a:lnTo>
                  <a:pt x="12412183" y="7334994"/>
                </a:lnTo>
                <a:lnTo>
                  <a:pt x="12398611" y="7303359"/>
                </a:lnTo>
                <a:lnTo>
                  <a:pt x="12385040" y="7269465"/>
                </a:lnTo>
                <a:lnTo>
                  <a:pt x="12364683" y="7240090"/>
                </a:lnTo>
                <a:lnTo>
                  <a:pt x="12346588" y="7210715"/>
                </a:lnTo>
                <a:lnTo>
                  <a:pt x="12328492" y="7181340"/>
                </a:lnTo>
                <a:lnTo>
                  <a:pt x="12305874" y="7151965"/>
                </a:lnTo>
                <a:lnTo>
                  <a:pt x="12283255" y="7124850"/>
                </a:lnTo>
                <a:lnTo>
                  <a:pt x="12256112" y="7097734"/>
                </a:lnTo>
                <a:lnTo>
                  <a:pt x="9835884" y="4673164"/>
                </a:lnTo>
                <a:lnTo>
                  <a:pt x="9811003" y="4648308"/>
                </a:lnTo>
                <a:lnTo>
                  <a:pt x="9783860" y="4625712"/>
                </a:lnTo>
                <a:lnTo>
                  <a:pt x="9754456" y="4603116"/>
                </a:lnTo>
                <a:lnTo>
                  <a:pt x="9725051" y="4582779"/>
                </a:lnTo>
                <a:lnTo>
                  <a:pt x="9695646" y="4564702"/>
                </a:lnTo>
                <a:lnTo>
                  <a:pt x="9663980" y="4548885"/>
                </a:lnTo>
                <a:lnTo>
                  <a:pt x="9632313" y="4530808"/>
                </a:lnTo>
                <a:lnTo>
                  <a:pt x="9602909" y="4517250"/>
                </a:lnTo>
                <a:lnTo>
                  <a:pt x="9568980" y="4505952"/>
                </a:lnTo>
                <a:lnTo>
                  <a:pt x="9537314" y="4494654"/>
                </a:lnTo>
                <a:lnTo>
                  <a:pt x="9501123" y="4485615"/>
                </a:lnTo>
                <a:lnTo>
                  <a:pt x="9469457" y="4478837"/>
                </a:lnTo>
                <a:lnTo>
                  <a:pt x="9435528" y="4474317"/>
                </a:lnTo>
                <a:lnTo>
                  <a:pt x="9401600" y="4469798"/>
                </a:lnTo>
                <a:lnTo>
                  <a:pt x="9367672" y="4467539"/>
                </a:lnTo>
                <a:lnTo>
                  <a:pt x="9331481" y="4467539"/>
                </a:lnTo>
                <a:close/>
                <a:moveTo>
                  <a:pt x="9675289" y="2610133"/>
                </a:moveTo>
                <a:lnTo>
                  <a:pt x="9643623" y="2612392"/>
                </a:lnTo>
                <a:lnTo>
                  <a:pt x="9609694" y="2614652"/>
                </a:lnTo>
                <a:lnTo>
                  <a:pt x="9573504" y="2619171"/>
                </a:lnTo>
                <a:lnTo>
                  <a:pt x="9541837" y="2623690"/>
                </a:lnTo>
                <a:lnTo>
                  <a:pt x="9505647" y="2630469"/>
                </a:lnTo>
                <a:lnTo>
                  <a:pt x="9473981" y="2639507"/>
                </a:lnTo>
                <a:lnTo>
                  <a:pt x="9442314" y="2653065"/>
                </a:lnTo>
                <a:lnTo>
                  <a:pt x="9408386" y="2664363"/>
                </a:lnTo>
                <a:lnTo>
                  <a:pt x="9376719" y="2677921"/>
                </a:lnTo>
                <a:lnTo>
                  <a:pt x="9347314" y="2691479"/>
                </a:lnTo>
                <a:lnTo>
                  <a:pt x="9313386" y="2709556"/>
                </a:lnTo>
                <a:lnTo>
                  <a:pt x="9283981" y="2729892"/>
                </a:lnTo>
                <a:lnTo>
                  <a:pt x="9254577" y="2747969"/>
                </a:lnTo>
                <a:lnTo>
                  <a:pt x="9227434" y="2770566"/>
                </a:lnTo>
                <a:lnTo>
                  <a:pt x="9200291" y="2793162"/>
                </a:lnTo>
                <a:lnTo>
                  <a:pt x="9175410" y="2820277"/>
                </a:lnTo>
                <a:lnTo>
                  <a:pt x="9148268" y="2845133"/>
                </a:lnTo>
                <a:lnTo>
                  <a:pt x="9125649" y="2872248"/>
                </a:lnTo>
                <a:lnTo>
                  <a:pt x="9103030" y="2901623"/>
                </a:lnTo>
                <a:lnTo>
                  <a:pt x="9080411" y="2930998"/>
                </a:lnTo>
                <a:lnTo>
                  <a:pt x="9062316" y="2960373"/>
                </a:lnTo>
                <a:lnTo>
                  <a:pt x="9046482" y="2992008"/>
                </a:lnTo>
                <a:lnTo>
                  <a:pt x="9030649" y="3021383"/>
                </a:lnTo>
                <a:lnTo>
                  <a:pt x="9017078" y="3055277"/>
                </a:lnTo>
                <a:lnTo>
                  <a:pt x="9005768" y="3086912"/>
                </a:lnTo>
                <a:lnTo>
                  <a:pt x="8994459" y="3120806"/>
                </a:lnTo>
                <a:lnTo>
                  <a:pt x="8985411" y="3154700"/>
                </a:lnTo>
                <a:lnTo>
                  <a:pt x="8978625" y="3186335"/>
                </a:lnTo>
                <a:lnTo>
                  <a:pt x="8971840" y="3222489"/>
                </a:lnTo>
                <a:lnTo>
                  <a:pt x="8969578" y="3254124"/>
                </a:lnTo>
                <a:lnTo>
                  <a:pt x="8965054" y="3290278"/>
                </a:lnTo>
                <a:lnTo>
                  <a:pt x="8965054" y="3324172"/>
                </a:lnTo>
                <a:lnTo>
                  <a:pt x="8965054" y="3358066"/>
                </a:lnTo>
                <a:lnTo>
                  <a:pt x="8969578" y="3391960"/>
                </a:lnTo>
                <a:lnTo>
                  <a:pt x="8971840" y="3425855"/>
                </a:lnTo>
                <a:lnTo>
                  <a:pt x="8978625" y="3459749"/>
                </a:lnTo>
                <a:lnTo>
                  <a:pt x="8985411" y="3493643"/>
                </a:lnTo>
                <a:lnTo>
                  <a:pt x="8994459" y="3527538"/>
                </a:lnTo>
                <a:lnTo>
                  <a:pt x="9005768" y="3559172"/>
                </a:lnTo>
                <a:lnTo>
                  <a:pt x="9017078" y="3593066"/>
                </a:lnTo>
                <a:lnTo>
                  <a:pt x="9030649" y="3624701"/>
                </a:lnTo>
                <a:lnTo>
                  <a:pt x="9046482" y="3654076"/>
                </a:lnTo>
                <a:lnTo>
                  <a:pt x="9062316" y="3685711"/>
                </a:lnTo>
                <a:lnTo>
                  <a:pt x="9080411" y="3715086"/>
                </a:lnTo>
                <a:lnTo>
                  <a:pt x="9103030" y="3744461"/>
                </a:lnTo>
                <a:lnTo>
                  <a:pt x="9125649" y="3773836"/>
                </a:lnTo>
                <a:lnTo>
                  <a:pt x="9148268" y="3800951"/>
                </a:lnTo>
                <a:lnTo>
                  <a:pt x="9175410" y="3828067"/>
                </a:lnTo>
                <a:lnTo>
                  <a:pt x="13219680" y="7881822"/>
                </a:lnTo>
                <a:lnTo>
                  <a:pt x="13246822" y="7906677"/>
                </a:lnTo>
                <a:lnTo>
                  <a:pt x="13273965" y="7931533"/>
                </a:lnTo>
                <a:lnTo>
                  <a:pt x="13301108" y="7951870"/>
                </a:lnTo>
                <a:lnTo>
                  <a:pt x="13332774" y="7972206"/>
                </a:lnTo>
                <a:lnTo>
                  <a:pt x="13362179" y="7990283"/>
                </a:lnTo>
                <a:lnTo>
                  <a:pt x="13391584" y="8008360"/>
                </a:lnTo>
                <a:lnTo>
                  <a:pt x="13423250" y="8024178"/>
                </a:lnTo>
                <a:lnTo>
                  <a:pt x="13454916" y="8037735"/>
                </a:lnTo>
                <a:lnTo>
                  <a:pt x="13486583" y="8049033"/>
                </a:lnTo>
                <a:lnTo>
                  <a:pt x="13520512" y="8060331"/>
                </a:lnTo>
                <a:lnTo>
                  <a:pt x="13552178" y="8067110"/>
                </a:lnTo>
                <a:lnTo>
                  <a:pt x="13588368" y="8076149"/>
                </a:lnTo>
                <a:lnTo>
                  <a:pt x="13620035" y="8082928"/>
                </a:lnTo>
                <a:lnTo>
                  <a:pt x="13653964" y="8087447"/>
                </a:lnTo>
                <a:lnTo>
                  <a:pt x="13690154" y="8089706"/>
                </a:lnTo>
                <a:lnTo>
                  <a:pt x="13724082" y="8089706"/>
                </a:lnTo>
                <a:lnTo>
                  <a:pt x="13758010" y="8089706"/>
                </a:lnTo>
                <a:lnTo>
                  <a:pt x="13791939" y="8087447"/>
                </a:lnTo>
                <a:lnTo>
                  <a:pt x="13825868" y="8082928"/>
                </a:lnTo>
                <a:lnTo>
                  <a:pt x="13859796" y="8076149"/>
                </a:lnTo>
                <a:lnTo>
                  <a:pt x="13893724" y="8067110"/>
                </a:lnTo>
                <a:lnTo>
                  <a:pt x="13927652" y="8060331"/>
                </a:lnTo>
                <a:lnTo>
                  <a:pt x="13959319" y="8049033"/>
                </a:lnTo>
                <a:lnTo>
                  <a:pt x="13990986" y="8037735"/>
                </a:lnTo>
                <a:lnTo>
                  <a:pt x="14024914" y="8024178"/>
                </a:lnTo>
                <a:lnTo>
                  <a:pt x="14054319" y="8008360"/>
                </a:lnTo>
                <a:lnTo>
                  <a:pt x="14083724" y="7990283"/>
                </a:lnTo>
                <a:lnTo>
                  <a:pt x="14115390" y="7972206"/>
                </a:lnTo>
                <a:lnTo>
                  <a:pt x="14144794" y="7951870"/>
                </a:lnTo>
                <a:lnTo>
                  <a:pt x="14171938" y="7931533"/>
                </a:lnTo>
                <a:lnTo>
                  <a:pt x="14201342" y="7906677"/>
                </a:lnTo>
                <a:lnTo>
                  <a:pt x="14226223" y="7881822"/>
                </a:lnTo>
                <a:lnTo>
                  <a:pt x="14251104" y="7854706"/>
                </a:lnTo>
                <a:lnTo>
                  <a:pt x="14275984" y="7825331"/>
                </a:lnTo>
                <a:lnTo>
                  <a:pt x="14298604" y="7798216"/>
                </a:lnTo>
                <a:lnTo>
                  <a:pt x="14316698" y="7771100"/>
                </a:lnTo>
                <a:lnTo>
                  <a:pt x="14334794" y="7739466"/>
                </a:lnTo>
                <a:lnTo>
                  <a:pt x="14352889" y="7710091"/>
                </a:lnTo>
                <a:lnTo>
                  <a:pt x="14368722" y="7676196"/>
                </a:lnTo>
                <a:lnTo>
                  <a:pt x="14382294" y="7644562"/>
                </a:lnTo>
                <a:lnTo>
                  <a:pt x="14395865" y="7612927"/>
                </a:lnTo>
                <a:lnTo>
                  <a:pt x="14404912" y="7579033"/>
                </a:lnTo>
                <a:lnTo>
                  <a:pt x="14413960" y="7547398"/>
                </a:lnTo>
                <a:lnTo>
                  <a:pt x="14420746" y="7513504"/>
                </a:lnTo>
                <a:lnTo>
                  <a:pt x="14425270" y="7479610"/>
                </a:lnTo>
                <a:lnTo>
                  <a:pt x="14429794" y="7443456"/>
                </a:lnTo>
                <a:lnTo>
                  <a:pt x="14432056" y="7411821"/>
                </a:lnTo>
                <a:lnTo>
                  <a:pt x="14434317" y="7377927"/>
                </a:lnTo>
                <a:lnTo>
                  <a:pt x="14432056" y="7341773"/>
                </a:lnTo>
                <a:lnTo>
                  <a:pt x="14429794" y="7310138"/>
                </a:lnTo>
                <a:lnTo>
                  <a:pt x="14425270" y="7273984"/>
                </a:lnTo>
                <a:lnTo>
                  <a:pt x="14420746" y="7240090"/>
                </a:lnTo>
                <a:lnTo>
                  <a:pt x="14413960" y="7206196"/>
                </a:lnTo>
                <a:lnTo>
                  <a:pt x="14404912" y="7174561"/>
                </a:lnTo>
                <a:lnTo>
                  <a:pt x="14395865" y="7140667"/>
                </a:lnTo>
                <a:lnTo>
                  <a:pt x="14382294" y="7106773"/>
                </a:lnTo>
                <a:lnTo>
                  <a:pt x="14368722" y="7077398"/>
                </a:lnTo>
                <a:lnTo>
                  <a:pt x="14352889" y="7043503"/>
                </a:lnTo>
                <a:lnTo>
                  <a:pt x="14334794" y="7014128"/>
                </a:lnTo>
                <a:lnTo>
                  <a:pt x="14316698" y="6984753"/>
                </a:lnTo>
                <a:lnTo>
                  <a:pt x="14298604" y="6955378"/>
                </a:lnTo>
                <a:lnTo>
                  <a:pt x="14275984" y="6926003"/>
                </a:lnTo>
                <a:lnTo>
                  <a:pt x="14251104" y="6901147"/>
                </a:lnTo>
                <a:lnTo>
                  <a:pt x="14226223" y="6871772"/>
                </a:lnTo>
                <a:lnTo>
                  <a:pt x="10179692" y="2820277"/>
                </a:lnTo>
                <a:lnTo>
                  <a:pt x="10154811" y="2793162"/>
                </a:lnTo>
                <a:lnTo>
                  <a:pt x="10127668" y="2770566"/>
                </a:lnTo>
                <a:lnTo>
                  <a:pt x="10098264" y="2747969"/>
                </a:lnTo>
                <a:lnTo>
                  <a:pt x="10068859" y="2729892"/>
                </a:lnTo>
                <a:lnTo>
                  <a:pt x="10039454" y="2709556"/>
                </a:lnTo>
                <a:lnTo>
                  <a:pt x="10007788" y="2691479"/>
                </a:lnTo>
                <a:lnTo>
                  <a:pt x="9976121" y="2677921"/>
                </a:lnTo>
                <a:lnTo>
                  <a:pt x="9944455" y="2664363"/>
                </a:lnTo>
                <a:lnTo>
                  <a:pt x="9912788" y="2653065"/>
                </a:lnTo>
                <a:lnTo>
                  <a:pt x="9881122" y="2639507"/>
                </a:lnTo>
                <a:lnTo>
                  <a:pt x="9844931" y="2630469"/>
                </a:lnTo>
                <a:lnTo>
                  <a:pt x="9813265" y="2623690"/>
                </a:lnTo>
                <a:lnTo>
                  <a:pt x="9779336" y="2619171"/>
                </a:lnTo>
                <a:lnTo>
                  <a:pt x="9745408" y="2614652"/>
                </a:lnTo>
                <a:lnTo>
                  <a:pt x="9711480" y="2612392"/>
                </a:lnTo>
                <a:close/>
                <a:moveTo>
                  <a:pt x="11663495" y="2438401"/>
                </a:moveTo>
                <a:lnTo>
                  <a:pt x="11629567" y="2440661"/>
                </a:lnTo>
                <a:lnTo>
                  <a:pt x="11597900" y="2445180"/>
                </a:lnTo>
                <a:lnTo>
                  <a:pt x="11561710" y="2449700"/>
                </a:lnTo>
                <a:lnTo>
                  <a:pt x="11530044" y="2458738"/>
                </a:lnTo>
                <a:lnTo>
                  <a:pt x="11493853" y="2465517"/>
                </a:lnTo>
                <a:lnTo>
                  <a:pt x="11462187" y="2476815"/>
                </a:lnTo>
                <a:lnTo>
                  <a:pt x="11430520" y="2488113"/>
                </a:lnTo>
                <a:lnTo>
                  <a:pt x="11396592" y="2503931"/>
                </a:lnTo>
                <a:lnTo>
                  <a:pt x="11367187" y="2519748"/>
                </a:lnTo>
                <a:lnTo>
                  <a:pt x="11337782" y="2535565"/>
                </a:lnTo>
                <a:lnTo>
                  <a:pt x="11306116" y="2553642"/>
                </a:lnTo>
                <a:lnTo>
                  <a:pt x="11276711" y="2576238"/>
                </a:lnTo>
                <a:lnTo>
                  <a:pt x="11249568" y="2596575"/>
                </a:lnTo>
                <a:lnTo>
                  <a:pt x="11220164" y="2619171"/>
                </a:lnTo>
                <a:lnTo>
                  <a:pt x="11195283" y="2644027"/>
                </a:lnTo>
                <a:lnTo>
                  <a:pt x="11170402" y="2673402"/>
                </a:lnTo>
                <a:lnTo>
                  <a:pt x="11145521" y="2698258"/>
                </a:lnTo>
                <a:lnTo>
                  <a:pt x="11125164" y="2729892"/>
                </a:lnTo>
                <a:lnTo>
                  <a:pt x="11104807" y="2757008"/>
                </a:lnTo>
                <a:lnTo>
                  <a:pt x="11086712" y="2786383"/>
                </a:lnTo>
                <a:lnTo>
                  <a:pt x="11066355" y="2818018"/>
                </a:lnTo>
                <a:lnTo>
                  <a:pt x="11052784" y="2849652"/>
                </a:lnTo>
                <a:lnTo>
                  <a:pt x="11039212" y="2879027"/>
                </a:lnTo>
                <a:lnTo>
                  <a:pt x="11027903" y="2912921"/>
                </a:lnTo>
                <a:lnTo>
                  <a:pt x="11016593" y="2946816"/>
                </a:lnTo>
                <a:lnTo>
                  <a:pt x="11007546" y="2980710"/>
                </a:lnTo>
                <a:lnTo>
                  <a:pt x="11000760" y="3012345"/>
                </a:lnTo>
                <a:lnTo>
                  <a:pt x="10996236" y="3048499"/>
                </a:lnTo>
                <a:lnTo>
                  <a:pt x="10991712" y="3080133"/>
                </a:lnTo>
                <a:lnTo>
                  <a:pt x="10989450" y="3114027"/>
                </a:lnTo>
                <a:lnTo>
                  <a:pt x="10987188" y="3150181"/>
                </a:lnTo>
                <a:lnTo>
                  <a:pt x="10989450" y="3184076"/>
                </a:lnTo>
                <a:lnTo>
                  <a:pt x="10991712" y="3217970"/>
                </a:lnTo>
                <a:lnTo>
                  <a:pt x="10996236" y="3251864"/>
                </a:lnTo>
                <a:lnTo>
                  <a:pt x="11000760" y="3288018"/>
                </a:lnTo>
                <a:lnTo>
                  <a:pt x="11007546" y="3319653"/>
                </a:lnTo>
                <a:lnTo>
                  <a:pt x="11016593" y="3351287"/>
                </a:lnTo>
                <a:lnTo>
                  <a:pt x="11027903" y="3385181"/>
                </a:lnTo>
                <a:lnTo>
                  <a:pt x="11039212" y="3416816"/>
                </a:lnTo>
                <a:lnTo>
                  <a:pt x="11052784" y="3450711"/>
                </a:lnTo>
                <a:lnTo>
                  <a:pt x="11066355" y="3482345"/>
                </a:lnTo>
                <a:lnTo>
                  <a:pt x="11086712" y="3513980"/>
                </a:lnTo>
                <a:lnTo>
                  <a:pt x="11104807" y="3543355"/>
                </a:lnTo>
                <a:lnTo>
                  <a:pt x="11125164" y="3570470"/>
                </a:lnTo>
                <a:lnTo>
                  <a:pt x="11145521" y="3599845"/>
                </a:lnTo>
                <a:lnTo>
                  <a:pt x="11170402" y="3626961"/>
                </a:lnTo>
                <a:lnTo>
                  <a:pt x="11195283" y="3654076"/>
                </a:lnTo>
                <a:lnTo>
                  <a:pt x="15083481" y="7549658"/>
                </a:lnTo>
                <a:lnTo>
                  <a:pt x="15110624" y="7574514"/>
                </a:lnTo>
                <a:lnTo>
                  <a:pt x="15140028" y="7597110"/>
                </a:lnTo>
                <a:lnTo>
                  <a:pt x="15167172" y="7621965"/>
                </a:lnTo>
                <a:lnTo>
                  <a:pt x="15194314" y="7640042"/>
                </a:lnTo>
                <a:lnTo>
                  <a:pt x="15225980" y="7658119"/>
                </a:lnTo>
                <a:lnTo>
                  <a:pt x="15255385" y="7676196"/>
                </a:lnTo>
                <a:lnTo>
                  <a:pt x="15287052" y="7692014"/>
                </a:lnTo>
                <a:lnTo>
                  <a:pt x="15320980" y="7705571"/>
                </a:lnTo>
                <a:lnTo>
                  <a:pt x="15352646" y="7716869"/>
                </a:lnTo>
                <a:lnTo>
                  <a:pt x="15384314" y="7728168"/>
                </a:lnTo>
                <a:lnTo>
                  <a:pt x="15418242" y="7737206"/>
                </a:lnTo>
                <a:lnTo>
                  <a:pt x="15449908" y="7743985"/>
                </a:lnTo>
                <a:lnTo>
                  <a:pt x="15486098" y="7748504"/>
                </a:lnTo>
                <a:lnTo>
                  <a:pt x="15520027" y="7753023"/>
                </a:lnTo>
                <a:lnTo>
                  <a:pt x="15551694" y="7755283"/>
                </a:lnTo>
                <a:lnTo>
                  <a:pt x="15587884" y="7757543"/>
                </a:lnTo>
                <a:lnTo>
                  <a:pt x="15621812" y="7755283"/>
                </a:lnTo>
                <a:lnTo>
                  <a:pt x="15655740" y="7753023"/>
                </a:lnTo>
                <a:lnTo>
                  <a:pt x="15689669" y="7748504"/>
                </a:lnTo>
                <a:lnTo>
                  <a:pt x="15723598" y="7743985"/>
                </a:lnTo>
                <a:lnTo>
                  <a:pt x="15757526" y="7737206"/>
                </a:lnTo>
                <a:lnTo>
                  <a:pt x="15789192" y="7728168"/>
                </a:lnTo>
                <a:lnTo>
                  <a:pt x="15823121" y="7716869"/>
                </a:lnTo>
                <a:lnTo>
                  <a:pt x="15857050" y="7705571"/>
                </a:lnTo>
                <a:lnTo>
                  <a:pt x="15886454" y="7692014"/>
                </a:lnTo>
                <a:lnTo>
                  <a:pt x="15920382" y="7676196"/>
                </a:lnTo>
                <a:lnTo>
                  <a:pt x="15949787" y="7658119"/>
                </a:lnTo>
                <a:lnTo>
                  <a:pt x="15979192" y="7640042"/>
                </a:lnTo>
                <a:lnTo>
                  <a:pt x="16008596" y="7621965"/>
                </a:lnTo>
                <a:lnTo>
                  <a:pt x="16038001" y="7597110"/>
                </a:lnTo>
                <a:lnTo>
                  <a:pt x="16062882" y="7574514"/>
                </a:lnTo>
                <a:lnTo>
                  <a:pt x="16092286" y="7549658"/>
                </a:lnTo>
                <a:lnTo>
                  <a:pt x="16117168" y="7524802"/>
                </a:lnTo>
                <a:lnTo>
                  <a:pt x="16139786" y="7495427"/>
                </a:lnTo>
                <a:lnTo>
                  <a:pt x="16160144" y="7468311"/>
                </a:lnTo>
                <a:lnTo>
                  <a:pt x="16182762" y="7436677"/>
                </a:lnTo>
                <a:lnTo>
                  <a:pt x="16200858" y="7407302"/>
                </a:lnTo>
                <a:lnTo>
                  <a:pt x="16216691" y="7377927"/>
                </a:lnTo>
                <a:lnTo>
                  <a:pt x="16232524" y="7346292"/>
                </a:lnTo>
                <a:lnTo>
                  <a:pt x="16246096" y="7314657"/>
                </a:lnTo>
                <a:lnTo>
                  <a:pt x="16259667" y="7280763"/>
                </a:lnTo>
                <a:lnTo>
                  <a:pt x="16270976" y="7249129"/>
                </a:lnTo>
                <a:lnTo>
                  <a:pt x="16277762" y="7215234"/>
                </a:lnTo>
                <a:lnTo>
                  <a:pt x="16286810" y="7181340"/>
                </a:lnTo>
                <a:lnTo>
                  <a:pt x="16291334" y="7147446"/>
                </a:lnTo>
                <a:lnTo>
                  <a:pt x="16295857" y="7113551"/>
                </a:lnTo>
                <a:lnTo>
                  <a:pt x="16298119" y="7079657"/>
                </a:lnTo>
                <a:lnTo>
                  <a:pt x="16298119" y="7043503"/>
                </a:lnTo>
                <a:lnTo>
                  <a:pt x="16298119" y="7011869"/>
                </a:lnTo>
                <a:lnTo>
                  <a:pt x="16295857" y="6977974"/>
                </a:lnTo>
                <a:lnTo>
                  <a:pt x="16291334" y="6941820"/>
                </a:lnTo>
                <a:lnTo>
                  <a:pt x="16286810" y="6910186"/>
                </a:lnTo>
                <a:lnTo>
                  <a:pt x="16277762" y="6874032"/>
                </a:lnTo>
                <a:lnTo>
                  <a:pt x="16270976" y="6842397"/>
                </a:lnTo>
                <a:lnTo>
                  <a:pt x="16259667" y="6808503"/>
                </a:lnTo>
                <a:lnTo>
                  <a:pt x="16246096" y="6776868"/>
                </a:lnTo>
                <a:lnTo>
                  <a:pt x="16232524" y="6745234"/>
                </a:lnTo>
                <a:lnTo>
                  <a:pt x="16216691" y="6713599"/>
                </a:lnTo>
                <a:lnTo>
                  <a:pt x="16200858" y="6684224"/>
                </a:lnTo>
                <a:lnTo>
                  <a:pt x="16182762" y="6652589"/>
                </a:lnTo>
                <a:lnTo>
                  <a:pt x="16160144" y="6623214"/>
                </a:lnTo>
                <a:lnTo>
                  <a:pt x="16139786" y="6596099"/>
                </a:lnTo>
                <a:lnTo>
                  <a:pt x="16117168" y="6566724"/>
                </a:lnTo>
                <a:lnTo>
                  <a:pt x="16092286" y="6541868"/>
                </a:lnTo>
                <a:lnTo>
                  <a:pt x="12201826" y="2644027"/>
                </a:lnTo>
                <a:lnTo>
                  <a:pt x="12174684" y="2619171"/>
                </a:lnTo>
                <a:lnTo>
                  <a:pt x="12147541" y="2596575"/>
                </a:lnTo>
                <a:lnTo>
                  <a:pt x="12120398" y="2576238"/>
                </a:lnTo>
                <a:lnTo>
                  <a:pt x="12088732" y="2553642"/>
                </a:lnTo>
                <a:lnTo>
                  <a:pt x="12059327" y="2535565"/>
                </a:lnTo>
                <a:lnTo>
                  <a:pt x="12029922" y="2519748"/>
                </a:lnTo>
                <a:lnTo>
                  <a:pt x="11998256" y="2503931"/>
                </a:lnTo>
                <a:lnTo>
                  <a:pt x="11966589" y="2488113"/>
                </a:lnTo>
                <a:lnTo>
                  <a:pt x="11932661" y="2476815"/>
                </a:lnTo>
                <a:lnTo>
                  <a:pt x="11900994" y="2465517"/>
                </a:lnTo>
                <a:lnTo>
                  <a:pt x="11869328" y="2458738"/>
                </a:lnTo>
                <a:lnTo>
                  <a:pt x="11833138" y="2449700"/>
                </a:lnTo>
                <a:lnTo>
                  <a:pt x="11801471" y="2445180"/>
                </a:lnTo>
                <a:lnTo>
                  <a:pt x="11767542" y="2440661"/>
                </a:lnTo>
                <a:lnTo>
                  <a:pt x="11731352" y="2438401"/>
                </a:lnTo>
                <a:lnTo>
                  <a:pt x="11699686" y="2438401"/>
                </a:lnTo>
                <a:close/>
                <a:moveTo>
                  <a:pt x="13393846" y="1972920"/>
                </a:moveTo>
                <a:lnTo>
                  <a:pt x="13359917" y="1975180"/>
                </a:lnTo>
                <a:lnTo>
                  <a:pt x="13325988" y="1979699"/>
                </a:lnTo>
                <a:lnTo>
                  <a:pt x="13292060" y="1984218"/>
                </a:lnTo>
                <a:lnTo>
                  <a:pt x="13258132" y="1990997"/>
                </a:lnTo>
                <a:lnTo>
                  <a:pt x="13224203" y="2000036"/>
                </a:lnTo>
                <a:lnTo>
                  <a:pt x="13192536" y="2011334"/>
                </a:lnTo>
                <a:lnTo>
                  <a:pt x="13160870" y="2024891"/>
                </a:lnTo>
                <a:lnTo>
                  <a:pt x="13126942" y="2038449"/>
                </a:lnTo>
                <a:lnTo>
                  <a:pt x="13097537" y="2052007"/>
                </a:lnTo>
                <a:lnTo>
                  <a:pt x="13068132" y="2070084"/>
                </a:lnTo>
                <a:lnTo>
                  <a:pt x="13036466" y="2088161"/>
                </a:lnTo>
                <a:lnTo>
                  <a:pt x="13007061" y="2110757"/>
                </a:lnTo>
                <a:lnTo>
                  <a:pt x="12979918" y="2131094"/>
                </a:lnTo>
                <a:lnTo>
                  <a:pt x="12950514" y="2153690"/>
                </a:lnTo>
                <a:lnTo>
                  <a:pt x="12925633" y="2180805"/>
                </a:lnTo>
                <a:lnTo>
                  <a:pt x="12900752" y="2205661"/>
                </a:lnTo>
                <a:lnTo>
                  <a:pt x="12875872" y="2232776"/>
                </a:lnTo>
                <a:lnTo>
                  <a:pt x="12853252" y="2262151"/>
                </a:lnTo>
                <a:lnTo>
                  <a:pt x="12835157" y="2291527"/>
                </a:lnTo>
                <a:lnTo>
                  <a:pt x="12817062" y="2320902"/>
                </a:lnTo>
                <a:lnTo>
                  <a:pt x="12796705" y="2352536"/>
                </a:lnTo>
                <a:lnTo>
                  <a:pt x="12783134" y="2381911"/>
                </a:lnTo>
                <a:lnTo>
                  <a:pt x="12769562" y="2415805"/>
                </a:lnTo>
                <a:lnTo>
                  <a:pt x="12755991" y="2447440"/>
                </a:lnTo>
                <a:lnTo>
                  <a:pt x="12746943" y="2479075"/>
                </a:lnTo>
                <a:lnTo>
                  <a:pt x="12737896" y="2515229"/>
                </a:lnTo>
                <a:lnTo>
                  <a:pt x="12731110" y="2546863"/>
                </a:lnTo>
                <a:lnTo>
                  <a:pt x="12724324" y="2583017"/>
                </a:lnTo>
                <a:lnTo>
                  <a:pt x="12722062" y="2614652"/>
                </a:lnTo>
                <a:lnTo>
                  <a:pt x="12719800" y="2650806"/>
                </a:lnTo>
                <a:lnTo>
                  <a:pt x="12717538" y="2684700"/>
                </a:lnTo>
                <a:lnTo>
                  <a:pt x="12719800" y="2716335"/>
                </a:lnTo>
                <a:lnTo>
                  <a:pt x="12722062" y="2752489"/>
                </a:lnTo>
                <a:lnTo>
                  <a:pt x="12724324" y="2786383"/>
                </a:lnTo>
                <a:lnTo>
                  <a:pt x="12731110" y="2820277"/>
                </a:lnTo>
                <a:lnTo>
                  <a:pt x="12737896" y="2854171"/>
                </a:lnTo>
                <a:lnTo>
                  <a:pt x="12746943" y="2888065"/>
                </a:lnTo>
                <a:lnTo>
                  <a:pt x="12755991" y="2919700"/>
                </a:lnTo>
                <a:lnTo>
                  <a:pt x="12769562" y="2951335"/>
                </a:lnTo>
                <a:lnTo>
                  <a:pt x="12783134" y="2985229"/>
                </a:lnTo>
                <a:lnTo>
                  <a:pt x="12796705" y="3014604"/>
                </a:lnTo>
                <a:lnTo>
                  <a:pt x="12817062" y="3048499"/>
                </a:lnTo>
                <a:lnTo>
                  <a:pt x="12835157" y="3075614"/>
                </a:lnTo>
                <a:lnTo>
                  <a:pt x="12853252" y="3104989"/>
                </a:lnTo>
                <a:lnTo>
                  <a:pt x="12875872" y="3134364"/>
                </a:lnTo>
                <a:lnTo>
                  <a:pt x="12900752" y="3161479"/>
                </a:lnTo>
                <a:lnTo>
                  <a:pt x="12925633" y="3186335"/>
                </a:lnTo>
                <a:lnTo>
                  <a:pt x="14977172" y="5244847"/>
                </a:lnTo>
                <a:lnTo>
                  <a:pt x="15002053" y="5267443"/>
                </a:lnTo>
                <a:lnTo>
                  <a:pt x="15029196" y="5292299"/>
                </a:lnTo>
                <a:lnTo>
                  <a:pt x="15058600" y="5312636"/>
                </a:lnTo>
                <a:lnTo>
                  <a:pt x="15088005" y="5335232"/>
                </a:lnTo>
                <a:lnTo>
                  <a:pt x="15117410" y="5353309"/>
                </a:lnTo>
                <a:lnTo>
                  <a:pt x="15149076" y="5369126"/>
                </a:lnTo>
                <a:lnTo>
                  <a:pt x="15178481" y="5384943"/>
                </a:lnTo>
                <a:lnTo>
                  <a:pt x="15210148" y="5398501"/>
                </a:lnTo>
                <a:lnTo>
                  <a:pt x="15244076" y="5412059"/>
                </a:lnTo>
                <a:lnTo>
                  <a:pt x="15275742" y="5421097"/>
                </a:lnTo>
                <a:lnTo>
                  <a:pt x="15309670" y="5430136"/>
                </a:lnTo>
                <a:lnTo>
                  <a:pt x="15343599" y="5436915"/>
                </a:lnTo>
                <a:lnTo>
                  <a:pt x="15375266" y="5443694"/>
                </a:lnTo>
                <a:lnTo>
                  <a:pt x="15411456" y="5448213"/>
                </a:lnTo>
                <a:lnTo>
                  <a:pt x="15445384" y="5450472"/>
                </a:lnTo>
                <a:lnTo>
                  <a:pt x="15481575" y="5450472"/>
                </a:lnTo>
                <a:lnTo>
                  <a:pt x="15513242" y="5450472"/>
                </a:lnTo>
                <a:lnTo>
                  <a:pt x="15547170" y="5448213"/>
                </a:lnTo>
                <a:lnTo>
                  <a:pt x="15583360" y="5443694"/>
                </a:lnTo>
                <a:lnTo>
                  <a:pt x="15615026" y="5436915"/>
                </a:lnTo>
                <a:lnTo>
                  <a:pt x="15648955" y="5430136"/>
                </a:lnTo>
                <a:lnTo>
                  <a:pt x="15682884" y="5421097"/>
                </a:lnTo>
                <a:lnTo>
                  <a:pt x="15714550" y="5412059"/>
                </a:lnTo>
                <a:lnTo>
                  <a:pt x="15748478" y="5398501"/>
                </a:lnTo>
                <a:lnTo>
                  <a:pt x="15780145" y="5384943"/>
                </a:lnTo>
                <a:lnTo>
                  <a:pt x="15809550" y="5369126"/>
                </a:lnTo>
                <a:lnTo>
                  <a:pt x="15841216" y="5353309"/>
                </a:lnTo>
                <a:lnTo>
                  <a:pt x="15870621" y="5335232"/>
                </a:lnTo>
                <a:lnTo>
                  <a:pt x="15900026" y="5312636"/>
                </a:lnTo>
                <a:lnTo>
                  <a:pt x="15929430" y="5292299"/>
                </a:lnTo>
                <a:lnTo>
                  <a:pt x="15956573" y="5267443"/>
                </a:lnTo>
                <a:lnTo>
                  <a:pt x="15981454" y="5244847"/>
                </a:lnTo>
                <a:lnTo>
                  <a:pt x="16008596" y="5215472"/>
                </a:lnTo>
                <a:lnTo>
                  <a:pt x="16031216" y="5188357"/>
                </a:lnTo>
                <a:lnTo>
                  <a:pt x="16053834" y="5158982"/>
                </a:lnTo>
                <a:lnTo>
                  <a:pt x="16071930" y="5131866"/>
                </a:lnTo>
                <a:lnTo>
                  <a:pt x="16092286" y="5102491"/>
                </a:lnTo>
                <a:lnTo>
                  <a:pt x="16110382" y="5070857"/>
                </a:lnTo>
                <a:lnTo>
                  <a:pt x="16123953" y="5039222"/>
                </a:lnTo>
                <a:lnTo>
                  <a:pt x="16137524" y="5005328"/>
                </a:lnTo>
                <a:lnTo>
                  <a:pt x="16151096" y="4973693"/>
                </a:lnTo>
                <a:lnTo>
                  <a:pt x="16160144" y="4942058"/>
                </a:lnTo>
                <a:lnTo>
                  <a:pt x="16171453" y="4908164"/>
                </a:lnTo>
                <a:lnTo>
                  <a:pt x="16178238" y="4874270"/>
                </a:lnTo>
                <a:lnTo>
                  <a:pt x="16185024" y="4840375"/>
                </a:lnTo>
                <a:lnTo>
                  <a:pt x="16187286" y="4806481"/>
                </a:lnTo>
                <a:lnTo>
                  <a:pt x="16189548" y="4774847"/>
                </a:lnTo>
                <a:lnTo>
                  <a:pt x="16191810" y="4738693"/>
                </a:lnTo>
                <a:lnTo>
                  <a:pt x="16189548" y="4704798"/>
                </a:lnTo>
                <a:lnTo>
                  <a:pt x="16187286" y="4668645"/>
                </a:lnTo>
                <a:lnTo>
                  <a:pt x="16185024" y="4637010"/>
                </a:lnTo>
                <a:lnTo>
                  <a:pt x="16178238" y="4600856"/>
                </a:lnTo>
                <a:lnTo>
                  <a:pt x="16171453" y="4569221"/>
                </a:lnTo>
                <a:lnTo>
                  <a:pt x="16160144" y="4533067"/>
                </a:lnTo>
                <a:lnTo>
                  <a:pt x="16151096" y="4501433"/>
                </a:lnTo>
                <a:lnTo>
                  <a:pt x="16137524" y="4469798"/>
                </a:lnTo>
                <a:lnTo>
                  <a:pt x="16123953" y="4438163"/>
                </a:lnTo>
                <a:lnTo>
                  <a:pt x="16110382" y="4406529"/>
                </a:lnTo>
                <a:lnTo>
                  <a:pt x="16092286" y="4374894"/>
                </a:lnTo>
                <a:lnTo>
                  <a:pt x="16071930" y="4345519"/>
                </a:lnTo>
                <a:lnTo>
                  <a:pt x="16053834" y="4318404"/>
                </a:lnTo>
                <a:lnTo>
                  <a:pt x="16031216" y="4286769"/>
                </a:lnTo>
                <a:lnTo>
                  <a:pt x="16008596" y="4261913"/>
                </a:lnTo>
                <a:lnTo>
                  <a:pt x="15981454" y="4234798"/>
                </a:lnTo>
                <a:lnTo>
                  <a:pt x="13932176" y="2180805"/>
                </a:lnTo>
                <a:lnTo>
                  <a:pt x="13905034" y="2153690"/>
                </a:lnTo>
                <a:lnTo>
                  <a:pt x="13877891" y="2131094"/>
                </a:lnTo>
                <a:lnTo>
                  <a:pt x="13850748" y="2110757"/>
                </a:lnTo>
                <a:lnTo>
                  <a:pt x="13819082" y="2088161"/>
                </a:lnTo>
                <a:lnTo>
                  <a:pt x="13789677" y="2070084"/>
                </a:lnTo>
                <a:lnTo>
                  <a:pt x="13760272" y="2052007"/>
                </a:lnTo>
                <a:lnTo>
                  <a:pt x="13728606" y="2038449"/>
                </a:lnTo>
                <a:lnTo>
                  <a:pt x="13696940" y="2024891"/>
                </a:lnTo>
                <a:lnTo>
                  <a:pt x="13665273" y="2011334"/>
                </a:lnTo>
                <a:lnTo>
                  <a:pt x="13631344" y="2000036"/>
                </a:lnTo>
                <a:lnTo>
                  <a:pt x="13599678" y="1990997"/>
                </a:lnTo>
                <a:lnTo>
                  <a:pt x="13563488" y="1984218"/>
                </a:lnTo>
                <a:lnTo>
                  <a:pt x="13531821" y="1979699"/>
                </a:lnTo>
                <a:lnTo>
                  <a:pt x="13497892" y="1975180"/>
                </a:lnTo>
                <a:lnTo>
                  <a:pt x="13461702" y="1972920"/>
                </a:lnTo>
                <a:lnTo>
                  <a:pt x="13427774" y="1972920"/>
                </a:lnTo>
                <a:close/>
                <a:moveTo>
                  <a:pt x="0" y="0"/>
                </a:moveTo>
                <a:lnTo>
                  <a:pt x="18288000" y="0"/>
                </a:lnTo>
                <a:lnTo>
                  <a:pt x="18288000" y="10288588"/>
                </a:lnTo>
                <a:lnTo>
                  <a:pt x="0" y="10288588"/>
                </a:lnTo>
                <a:close/>
              </a:path>
            </a:pathLst>
          </a:custGeom>
          <a:solidFill>
            <a:srgbClr val="E44754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19100" y="-78105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400419" y="3071333"/>
            <a:ext cx="69471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2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Modelo de 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0419" y="4226791"/>
            <a:ext cx="709465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2"/>
                </a:solidFill>
                <a:latin typeface="Poppins" panose="00000500000000000000" pitchFamily="2" charset="0"/>
                <a:ea typeface="Roboto Black" panose="02000000000000000000" pitchFamily="2" charset="0"/>
                <a:cs typeface="Poppins" panose="00000500000000000000" pitchFamily="2" charset="0"/>
              </a:rPr>
              <a:t>Página de vendas curta</a:t>
            </a:r>
            <a:endParaRPr lang="ru-RU" sz="4800" b="1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459413" y="5928219"/>
            <a:ext cx="5783212" cy="501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Montserrat" panose="00000500000000000000" pitchFamily="2" charset="0"/>
                <a:ea typeface="Open Sans Light" panose="020B0306030504020204" pitchFamily="34" charset="0"/>
                <a:cs typeface="Open Sans Light" panose="020B0306030504020204" pitchFamily="34" charset="0"/>
              </a:rPr>
              <a:t>MODELO #001</a:t>
            </a:r>
            <a:endParaRPr lang="ru-RU" sz="2000" b="1" spc="-150" dirty="0">
              <a:solidFill>
                <a:schemeClr val="bg2"/>
              </a:solidFill>
              <a:latin typeface="Montserrat" panose="00000500000000000000" pitchFamily="2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B1B55AB-4D8A-43AE-90E7-D6B5EBC922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413" y="8048753"/>
            <a:ext cx="4085981" cy="765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9029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Espaço Reservado para Imagem 15">
            <a:extLst>
              <a:ext uri="{FF2B5EF4-FFF2-40B4-BE49-F238E27FC236}">
                <a16:creationId xmlns:a16="http://schemas.microsoft.com/office/drawing/2014/main" id="{024BFB37-B941-4289-AD7B-D54B21B6232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1" r="16701"/>
          <a:stretch>
            <a:fillRect/>
          </a:stretch>
        </p:blipFill>
        <p:spPr>
          <a:xfrm>
            <a:off x="8848725" y="808038"/>
            <a:ext cx="8672513" cy="8659812"/>
          </a:xfrm>
        </p:spPr>
      </p:pic>
      <p:sp>
        <p:nvSpPr>
          <p:cNvPr id="4" name="TextBox 3"/>
          <p:cNvSpPr txBox="1"/>
          <p:nvPr/>
        </p:nvSpPr>
        <p:spPr>
          <a:xfrm>
            <a:off x="881789" y="889915"/>
            <a:ext cx="592925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0" dirty="0" err="1">
                <a:solidFill>
                  <a:schemeClr val="bg1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Instruções</a:t>
            </a:r>
            <a:endParaRPr lang="ru-RU" sz="7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6" name="Freeform: Shape 5"/>
          <p:cNvSpPr/>
          <p:nvPr/>
        </p:nvSpPr>
        <p:spPr>
          <a:xfrm>
            <a:off x="1005459" y="3595795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" name="TextBox 6"/>
          <p:cNvSpPr txBox="1"/>
          <p:nvPr/>
        </p:nvSpPr>
        <p:spPr>
          <a:xfrm>
            <a:off x="1494349" y="3937000"/>
            <a:ext cx="5795176" cy="967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Preencha as variáveis nos campos de acordo com seu produto/serviço e público-alvo (persona ideal).</a:t>
            </a:r>
            <a:endParaRPr lang="ru-RU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94350" y="3506147"/>
            <a:ext cx="27839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Passo</a:t>
            </a:r>
            <a:r>
              <a:rPr lang="en-US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1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9" name="Freeform: Shape 5"/>
          <p:cNvSpPr/>
          <p:nvPr/>
        </p:nvSpPr>
        <p:spPr>
          <a:xfrm>
            <a:off x="1005459" y="5683675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0" name="TextBox 9"/>
          <p:cNvSpPr txBox="1"/>
          <p:nvPr/>
        </p:nvSpPr>
        <p:spPr>
          <a:xfrm>
            <a:off x="1494348" y="6024880"/>
            <a:ext cx="6227251" cy="1426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Copie e cole as suas respostas nas lacunas correspondentes da </a:t>
            </a:r>
            <a:r>
              <a:rPr lang="pt-BR" sz="20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Copy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substituindo as numerações correspondentes.</a:t>
            </a:r>
            <a:endParaRPr lang="ru-RU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4350" y="5594027"/>
            <a:ext cx="27839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Passo</a:t>
            </a:r>
            <a:r>
              <a:rPr lang="en-US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2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4" name="Полилиния 33">
            <a:extLst>
              <a:ext uri="{FF2B5EF4-FFF2-40B4-BE49-F238E27FC236}">
                <a16:creationId xmlns:a16="http://schemas.microsoft.com/office/drawing/2014/main" id="{04159E04-3959-4C7A-BB64-D7F7F67B30F0}"/>
              </a:ext>
            </a:extLst>
          </p:cNvPr>
          <p:cNvSpPr/>
          <p:nvPr/>
        </p:nvSpPr>
        <p:spPr>
          <a:xfrm>
            <a:off x="8848725" y="820738"/>
            <a:ext cx="8672052" cy="8647111"/>
          </a:xfrm>
          <a:custGeom>
            <a:avLst/>
            <a:gdLst>
              <a:gd name="connsiteX0" fmla="*/ 0 w 8672052"/>
              <a:gd name="connsiteY0" fmla="*/ 0 h 4199523"/>
              <a:gd name="connsiteX1" fmla="*/ 8672052 w 8672052"/>
              <a:gd name="connsiteY1" fmla="*/ 0 h 4199523"/>
              <a:gd name="connsiteX2" fmla="*/ 8672052 w 8672052"/>
              <a:gd name="connsiteY2" fmla="*/ 4199523 h 4199523"/>
              <a:gd name="connsiteX3" fmla="*/ 0 w 8672052"/>
              <a:gd name="connsiteY3" fmla="*/ 4199523 h 41995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72052" h="4199523">
                <a:moveTo>
                  <a:pt x="0" y="0"/>
                </a:moveTo>
                <a:lnTo>
                  <a:pt x="8672052" y="0"/>
                </a:lnTo>
                <a:lnTo>
                  <a:pt x="8672052" y="4199523"/>
                </a:lnTo>
                <a:lnTo>
                  <a:pt x="0" y="4199523"/>
                </a:lnTo>
                <a:close/>
              </a:path>
            </a:pathLst>
          </a:custGeom>
          <a:solidFill>
            <a:srgbClr val="E44754">
              <a:alpha val="89804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69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6995250" y="1750285"/>
            <a:ext cx="88302" cy="2430556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Freeform: Shape 110"/>
          <p:cNvSpPr/>
          <p:nvPr/>
        </p:nvSpPr>
        <p:spPr>
          <a:xfrm rot="13779762">
            <a:off x="6772494" y="1232028"/>
            <a:ext cx="536400" cy="537310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28559"/>
                </a:moveTo>
                <a:cubicBezTo>
                  <a:pt x="85058" y="28707"/>
                  <a:pt x="73390" y="31870"/>
                  <a:pt x="62959" y="38047"/>
                </a:cubicBezTo>
                <a:cubicBezTo>
                  <a:pt x="52529" y="44225"/>
                  <a:pt x="44225" y="52528"/>
                  <a:pt x="38048" y="62958"/>
                </a:cubicBezTo>
                <a:cubicBezTo>
                  <a:pt x="31870" y="73388"/>
                  <a:pt x="28707" y="85057"/>
                  <a:pt x="28559" y="97963"/>
                </a:cubicBezTo>
                <a:cubicBezTo>
                  <a:pt x="28707" y="110869"/>
                  <a:pt x="31870" y="122537"/>
                  <a:pt x="38048" y="132968"/>
                </a:cubicBezTo>
                <a:cubicBezTo>
                  <a:pt x="44225" y="143398"/>
                  <a:pt x="52529" y="151702"/>
                  <a:pt x="62959" y="157879"/>
                </a:cubicBezTo>
                <a:cubicBezTo>
                  <a:pt x="73390" y="164057"/>
                  <a:pt x="85058" y="167220"/>
                  <a:pt x="97964" y="167368"/>
                </a:cubicBezTo>
                <a:cubicBezTo>
                  <a:pt x="110870" y="167220"/>
                  <a:pt x="122539" y="164057"/>
                  <a:pt x="132969" y="157879"/>
                </a:cubicBezTo>
                <a:cubicBezTo>
                  <a:pt x="143399" y="151702"/>
                  <a:pt x="151703" y="143398"/>
                  <a:pt x="157880" y="132968"/>
                </a:cubicBezTo>
                <a:cubicBezTo>
                  <a:pt x="164057" y="122537"/>
                  <a:pt x="167220" y="110869"/>
                  <a:pt x="167368" y="97963"/>
                </a:cubicBezTo>
                <a:cubicBezTo>
                  <a:pt x="167220" y="85057"/>
                  <a:pt x="164057" y="73388"/>
                  <a:pt x="157880" y="62958"/>
                </a:cubicBezTo>
                <a:cubicBezTo>
                  <a:pt x="151703" y="52528"/>
                  <a:pt x="143399" y="44225"/>
                  <a:pt x="132969" y="38047"/>
                </a:cubicBezTo>
                <a:cubicBezTo>
                  <a:pt x="122539" y="31870"/>
                  <a:pt x="110870" y="28707"/>
                  <a:pt x="97964" y="28559"/>
                </a:cubicBezTo>
                <a:close/>
                <a:moveTo>
                  <a:pt x="97964" y="0"/>
                </a:moveTo>
                <a:cubicBezTo>
                  <a:pt x="116204" y="207"/>
                  <a:pt x="132683" y="4666"/>
                  <a:pt x="147404" y="13377"/>
                </a:cubicBezTo>
                <a:cubicBezTo>
                  <a:pt x="162125" y="22087"/>
                  <a:pt x="173840" y="33802"/>
                  <a:pt x="182550" y="48523"/>
                </a:cubicBezTo>
                <a:cubicBezTo>
                  <a:pt x="191261" y="63243"/>
                  <a:pt x="195719" y="79723"/>
                  <a:pt x="195927" y="97963"/>
                </a:cubicBezTo>
                <a:cubicBezTo>
                  <a:pt x="195719" y="116202"/>
                  <a:pt x="191261" y="132682"/>
                  <a:pt x="182550" y="147403"/>
                </a:cubicBezTo>
                <a:cubicBezTo>
                  <a:pt x="173840" y="162124"/>
                  <a:pt x="162125" y="173839"/>
                  <a:pt x="147404" y="182550"/>
                </a:cubicBezTo>
                <a:cubicBezTo>
                  <a:pt x="132683" y="191260"/>
                  <a:pt x="116204" y="195719"/>
                  <a:pt x="97964" y="195927"/>
                </a:cubicBezTo>
                <a:cubicBezTo>
                  <a:pt x="79725" y="195719"/>
                  <a:pt x="63245" y="191260"/>
                  <a:pt x="48524" y="182550"/>
                </a:cubicBezTo>
                <a:cubicBezTo>
                  <a:pt x="33803" y="173839"/>
                  <a:pt x="22087" y="162124"/>
                  <a:pt x="13377" y="147403"/>
                </a:cubicBezTo>
                <a:cubicBezTo>
                  <a:pt x="4667" y="132682"/>
                  <a:pt x="208" y="116202"/>
                  <a:pt x="0" y="97963"/>
                </a:cubicBezTo>
                <a:cubicBezTo>
                  <a:pt x="208" y="79723"/>
                  <a:pt x="4667" y="63243"/>
                  <a:pt x="13377" y="48523"/>
                </a:cubicBezTo>
                <a:cubicBezTo>
                  <a:pt x="22087" y="33802"/>
                  <a:pt x="33803" y="22087"/>
                  <a:pt x="48524" y="13377"/>
                </a:cubicBezTo>
                <a:cubicBezTo>
                  <a:pt x="63245" y="4666"/>
                  <a:pt x="79725" y="207"/>
                  <a:pt x="97964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Прямоугольник 12"/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50725" y="1522857"/>
            <a:ext cx="9872305" cy="9643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(Dica: Utilize os Modelos de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Headlines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) </a:t>
            </a: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“Leia o triplo na metade do tempo”, “Os segredos dos especialistas para ler 3x mais rápido”)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0725" y="1122351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a sua melhor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Headline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?</a:t>
            </a:r>
            <a:endParaRPr lang="ru-RU" sz="2500" b="1" dirty="0">
              <a:solidFill>
                <a:schemeClr val="bg2"/>
              </a:solidFill>
              <a:highlight>
                <a:srgbClr val="E44754"/>
              </a:highlight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B6A0493-CC10-4987-ACCC-6B781C3BEC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15" name="Freeform: Shape 110">
            <a:extLst>
              <a:ext uri="{FF2B5EF4-FFF2-40B4-BE49-F238E27FC236}">
                <a16:creationId xmlns:a16="http://schemas.microsoft.com/office/drawing/2014/main" id="{F692CB81-7DC2-410B-823C-CF56CE85A3DD}"/>
              </a:ext>
            </a:extLst>
          </p:cNvPr>
          <p:cNvSpPr/>
          <p:nvPr/>
        </p:nvSpPr>
        <p:spPr>
          <a:xfrm rot="13779762">
            <a:off x="6771203" y="4141404"/>
            <a:ext cx="536400" cy="537310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28559"/>
                </a:moveTo>
                <a:cubicBezTo>
                  <a:pt x="85058" y="28707"/>
                  <a:pt x="73390" y="31870"/>
                  <a:pt x="62959" y="38047"/>
                </a:cubicBezTo>
                <a:cubicBezTo>
                  <a:pt x="52529" y="44225"/>
                  <a:pt x="44225" y="52528"/>
                  <a:pt x="38048" y="62958"/>
                </a:cubicBezTo>
                <a:cubicBezTo>
                  <a:pt x="31870" y="73388"/>
                  <a:pt x="28707" y="85057"/>
                  <a:pt x="28559" y="97963"/>
                </a:cubicBezTo>
                <a:cubicBezTo>
                  <a:pt x="28707" y="110869"/>
                  <a:pt x="31870" y="122537"/>
                  <a:pt x="38048" y="132968"/>
                </a:cubicBezTo>
                <a:cubicBezTo>
                  <a:pt x="44225" y="143398"/>
                  <a:pt x="52529" y="151702"/>
                  <a:pt x="62959" y="157879"/>
                </a:cubicBezTo>
                <a:cubicBezTo>
                  <a:pt x="73390" y="164057"/>
                  <a:pt x="85058" y="167220"/>
                  <a:pt x="97964" y="167368"/>
                </a:cubicBezTo>
                <a:cubicBezTo>
                  <a:pt x="110870" y="167220"/>
                  <a:pt x="122539" y="164057"/>
                  <a:pt x="132969" y="157879"/>
                </a:cubicBezTo>
                <a:cubicBezTo>
                  <a:pt x="143399" y="151702"/>
                  <a:pt x="151703" y="143398"/>
                  <a:pt x="157880" y="132968"/>
                </a:cubicBezTo>
                <a:cubicBezTo>
                  <a:pt x="164057" y="122537"/>
                  <a:pt x="167220" y="110869"/>
                  <a:pt x="167368" y="97963"/>
                </a:cubicBezTo>
                <a:cubicBezTo>
                  <a:pt x="167220" y="85057"/>
                  <a:pt x="164057" y="73388"/>
                  <a:pt x="157880" y="62958"/>
                </a:cubicBezTo>
                <a:cubicBezTo>
                  <a:pt x="151703" y="52528"/>
                  <a:pt x="143399" y="44225"/>
                  <a:pt x="132969" y="38047"/>
                </a:cubicBezTo>
                <a:cubicBezTo>
                  <a:pt x="122539" y="31870"/>
                  <a:pt x="110870" y="28707"/>
                  <a:pt x="97964" y="28559"/>
                </a:cubicBezTo>
                <a:close/>
                <a:moveTo>
                  <a:pt x="97964" y="0"/>
                </a:moveTo>
                <a:cubicBezTo>
                  <a:pt x="116204" y="207"/>
                  <a:pt x="132683" y="4666"/>
                  <a:pt x="147404" y="13377"/>
                </a:cubicBezTo>
                <a:cubicBezTo>
                  <a:pt x="162125" y="22087"/>
                  <a:pt x="173840" y="33802"/>
                  <a:pt x="182550" y="48523"/>
                </a:cubicBezTo>
                <a:cubicBezTo>
                  <a:pt x="191261" y="63243"/>
                  <a:pt x="195719" y="79723"/>
                  <a:pt x="195927" y="97963"/>
                </a:cubicBezTo>
                <a:cubicBezTo>
                  <a:pt x="195719" y="116202"/>
                  <a:pt x="191261" y="132682"/>
                  <a:pt x="182550" y="147403"/>
                </a:cubicBezTo>
                <a:cubicBezTo>
                  <a:pt x="173840" y="162124"/>
                  <a:pt x="162125" y="173839"/>
                  <a:pt x="147404" y="182550"/>
                </a:cubicBezTo>
                <a:cubicBezTo>
                  <a:pt x="132683" y="191260"/>
                  <a:pt x="116204" y="195719"/>
                  <a:pt x="97964" y="195927"/>
                </a:cubicBezTo>
                <a:cubicBezTo>
                  <a:pt x="79725" y="195719"/>
                  <a:pt x="63245" y="191260"/>
                  <a:pt x="48524" y="182550"/>
                </a:cubicBezTo>
                <a:cubicBezTo>
                  <a:pt x="33803" y="173839"/>
                  <a:pt x="22087" y="162124"/>
                  <a:pt x="13377" y="147403"/>
                </a:cubicBezTo>
                <a:cubicBezTo>
                  <a:pt x="4667" y="132682"/>
                  <a:pt x="208" y="116202"/>
                  <a:pt x="0" y="97963"/>
                </a:cubicBezTo>
                <a:cubicBezTo>
                  <a:pt x="208" y="79723"/>
                  <a:pt x="4667" y="63243"/>
                  <a:pt x="13377" y="48523"/>
                </a:cubicBezTo>
                <a:cubicBezTo>
                  <a:pt x="22087" y="33802"/>
                  <a:pt x="33803" y="22087"/>
                  <a:pt x="48524" y="13377"/>
                </a:cubicBezTo>
                <a:cubicBezTo>
                  <a:pt x="63245" y="4666"/>
                  <a:pt x="79725" y="207"/>
                  <a:pt x="97964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8" name="Прямоугольник 7">
            <a:extLst>
              <a:ext uri="{FF2B5EF4-FFF2-40B4-BE49-F238E27FC236}">
                <a16:creationId xmlns:a16="http://schemas.microsoft.com/office/drawing/2014/main" id="{F06C5328-4281-43EC-8CF9-C2AE61886732}"/>
              </a:ext>
            </a:extLst>
          </p:cNvPr>
          <p:cNvSpPr/>
          <p:nvPr/>
        </p:nvSpPr>
        <p:spPr>
          <a:xfrm>
            <a:off x="7004648" y="4663440"/>
            <a:ext cx="78904" cy="5625148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B76CE1B3-8C48-4696-925D-321BF5A550EE}"/>
              </a:ext>
            </a:extLst>
          </p:cNvPr>
          <p:cNvSpPr txBox="1"/>
          <p:nvPr/>
        </p:nvSpPr>
        <p:spPr>
          <a:xfrm>
            <a:off x="7750725" y="4586892"/>
            <a:ext cx="9872305" cy="18876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Dica: Uma pequena frase para complementar a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Headline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, mostrando o que torna seu produto único </a:t>
            </a: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“Saiba como ler três vezes mais rápido para estudar para provas, concursos e exames, em metade do tempo de uma pessoa comum, com apenas 15 minutos de treino por dia”)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ACAB051-72AF-4B9C-BF57-4D69E9BE55B4}"/>
              </a:ext>
            </a:extLst>
          </p:cNvPr>
          <p:cNvSpPr txBox="1"/>
          <p:nvPr/>
        </p:nvSpPr>
        <p:spPr>
          <a:xfrm>
            <a:off x="7750725" y="4186386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a sua melhor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Subheadline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6457F232-9F7B-4C9D-A139-4AA59446FA5D}"/>
              </a:ext>
            </a:extLst>
          </p:cNvPr>
          <p:cNvSpPr txBox="1"/>
          <p:nvPr/>
        </p:nvSpPr>
        <p:spPr>
          <a:xfrm>
            <a:off x="7750725" y="265680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01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9FEF92B0-1F41-486F-82CE-B71B928069E5}"/>
              </a:ext>
            </a:extLst>
          </p:cNvPr>
          <p:cNvSpPr txBox="1"/>
          <p:nvPr/>
        </p:nvSpPr>
        <p:spPr>
          <a:xfrm>
            <a:off x="8508592" y="268768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0FA555A3-F809-4101-90D5-FF754FE9B64B}"/>
              </a:ext>
            </a:extLst>
          </p:cNvPr>
          <p:cNvSpPr txBox="1"/>
          <p:nvPr/>
        </p:nvSpPr>
        <p:spPr>
          <a:xfrm>
            <a:off x="7750725" y="660883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02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EB30B4E8-66B6-4997-AC91-F2181A781CE1}"/>
              </a:ext>
            </a:extLst>
          </p:cNvPr>
          <p:cNvSpPr txBox="1"/>
          <p:nvPr/>
        </p:nvSpPr>
        <p:spPr>
          <a:xfrm>
            <a:off x="8508592" y="663971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382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50725" y="1275105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Passar em concursos públicos, Ler o triplo na metade do tempo, Faturar 3x mais)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0725" y="874599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maior benefício que seu produto oferece?</a:t>
            </a:r>
            <a:endParaRPr lang="ru-RU" sz="2500" b="1" dirty="0">
              <a:solidFill>
                <a:schemeClr val="bg2"/>
              </a:solidFill>
              <a:highlight>
                <a:srgbClr val="E44754"/>
              </a:highlight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B6A0493-CC10-4987-ACCC-6B781C3BEC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4" name="TextBox 15">
            <a:extLst>
              <a:ext uri="{FF2B5EF4-FFF2-40B4-BE49-F238E27FC236}">
                <a16:creationId xmlns:a16="http://schemas.microsoft.com/office/drawing/2014/main" id="{B76CE1B3-8C48-4696-925D-321BF5A550EE}"/>
              </a:ext>
            </a:extLst>
          </p:cNvPr>
          <p:cNvSpPr txBox="1"/>
          <p:nvPr/>
        </p:nvSpPr>
        <p:spPr>
          <a:xfrm>
            <a:off x="7750725" y="5548932"/>
            <a:ext cx="9872305" cy="9643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Ler o triplo na metade do tempo, conquistar independência financeira, viver uma vida mais saudável)</a:t>
            </a:r>
          </a:p>
        </p:txBody>
      </p:sp>
      <p:sp>
        <p:nvSpPr>
          <p:cNvPr id="25" name="TextBox 16">
            <a:extLst>
              <a:ext uri="{FF2B5EF4-FFF2-40B4-BE49-F238E27FC236}">
                <a16:creationId xmlns:a16="http://schemas.microsoft.com/office/drawing/2014/main" id="{7ACAB051-72AF-4B9C-BF57-4D69E9BE55B4}"/>
              </a:ext>
            </a:extLst>
          </p:cNvPr>
          <p:cNvSpPr txBox="1"/>
          <p:nvPr/>
        </p:nvSpPr>
        <p:spPr>
          <a:xfrm>
            <a:off x="7750725" y="5148426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2º maior benefício que seu produto oferece?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EBE5E69E-23E7-4612-B1EC-8A43E76196AB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6C7DF33-9F18-46A1-8142-4C123337D284}"/>
              </a:ext>
            </a:extLst>
          </p:cNvPr>
          <p:cNvSpPr/>
          <p:nvPr/>
        </p:nvSpPr>
        <p:spPr>
          <a:xfrm>
            <a:off x="6787189" y="86802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DE70958B-B496-4E01-872A-2349C6207F21}"/>
              </a:ext>
            </a:extLst>
          </p:cNvPr>
          <p:cNvSpPr/>
          <p:nvPr/>
        </p:nvSpPr>
        <p:spPr>
          <a:xfrm>
            <a:off x="6787188" y="5144294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FBFB7696-EB54-4298-9894-CC48781064D3}"/>
              </a:ext>
            </a:extLst>
          </p:cNvPr>
          <p:cNvSpPr txBox="1"/>
          <p:nvPr/>
        </p:nvSpPr>
        <p:spPr>
          <a:xfrm>
            <a:off x="7750725" y="1876706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03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703B6823-7497-413B-BDA4-84E278E5441E}"/>
              </a:ext>
            </a:extLst>
          </p:cNvPr>
          <p:cNvSpPr txBox="1"/>
          <p:nvPr/>
        </p:nvSpPr>
        <p:spPr>
          <a:xfrm>
            <a:off x="8508592" y="1907588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0C2C87DA-CB96-4C5C-83D3-C97A64D9E588}"/>
              </a:ext>
            </a:extLst>
          </p:cNvPr>
          <p:cNvSpPr txBox="1"/>
          <p:nvPr/>
        </p:nvSpPr>
        <p:spPr>
          <a:xfrm>
            <a:off x="7750725" y="6605374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04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A5FE3564-6AB0-4EC7-9445-A2506669D6A8}"/>
              </a:ext>
            </a:extLst>
          </p:cNvPr>
          <p:cNvSpPr txBox="1"/>
          <p:nvPr/>
        </p:nvSpPr>
        <p:spPr>
          <a:xfrm>
            <a:off x="8508592" y="6636256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8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B6A0493-CC10-4987-ACCC-6B781C3BEC5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7" name="TextBox 15">
            <a:extLst>
              <a:ext uri="{FF2B5EF4-FFF2-40B4-BE49-F238E27FC236}">
                <a16:creationId xmlns:a16="http://schemas.microsoft.com/office/drawing/2014/main" id="{3753B1C5-1CA4-4A29-957A-9D350674BA1A}"/>
              </a:ext>
            </a:extLst>
          </p:cNvPr>
          <p:cNvSpPr txBox="1"/>
          <p:nvPr/>
        </p:nvSpPr>
        <p:spPr>
          <a:xfrm>
            <a:off x="7750725" y="1453560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Aumentar o nível cultural, ter mais liberdade de tempo, adoecer menos)</a:t>
            </a:r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9AD55D99-4C66-4865-825D-4B29F4824E48}"/>
              </a:ext>
            </a:extLst>
          </p:cNvPr>
          <p:cNvSpPr txBox="1"/>
          <p:nvPr/>
        </p:nvSpPr>
        <p:spPr>
          <a:xfrm>
            <a:off x="7750725" y="1053054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3º maior benefício que seu produto oferece?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EBE5E69E-23E7-4612-B1EC-8A43E76196AB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A148320B-4E12-49B9-ACF4-95C43D5802B3}"/>
              </a:ext>
            </a:extLst>
          </p:cNvPr>
          <p:cNvSpPr/>
          <p:nvPr/>
        </p:nvSpPr>
        <p:spPr>
          <a:xfrm>
            <a:off x="6787187" y="1027221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B85507AB-0AC6-4D57-A3CA-89248C83737A}"/>
              </a:ext>
            </a:extLst>
          </p:cNvPr>
          <p:cNvSpPr/>
          <p:nvPr/>
        </p:nvSpPr>
        <p:spPr>
          <a:xfrm>
            <a:off x="6787187" y="5493954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979A30D3-72A2-4472-9BF5-0F6799DB3F47}"/>
              </a:ext>
            </a:extLst>
          </p:cNvPr>
          <p:cNvSpPr txBox="1"/>
          <p:nvPr/>
        </p:nvSpPr>
        <p:spPr>
          <a:xfrm>
            <a:off x="7750725" y="5939503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Método LED,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InvestMais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,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FitPill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)</a:t>
            </a:r>
          </a:p>
        </p:txBody>
      </p:sp>
      <p:sp>
        <p:nvSpPr>
          <p:cNvPr id="37" name="TextBox 16">
            <a:extLst>
              <a:ext uri="{FF2B5EF4-FFF2-40B4-BE49-F238E27FC236}">
                <a16:creationId xmlns:a16="http://schemas.microsoft.com/office/drawing/2014/main" id="{BBD29DC7-81C8-4F59-BD99-2A6B8D321253}"/>
              </a:ext>
            </a:extLst>
          </p:cNvPr>
          <p:cNvSpPr txBox="1"/>
          <p:nvPr/>
        </p:nvSpPr>
        <p:spPr>
          <a:xfrm>
            <a:off x="7750725" y="5488022"/>
            <a:ext cx="895102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Nome do produto ou serviço que você está vendendo?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DBB04DEB-A2F8-4496-B8F9-28D385D7D6C4}"/>
              </a:ext>
            </a:extLst>
          </p:cNvPr>
          <p:cNvSpPr txBox="1"/>
          <p:nvPr/>
        </p:nvSpPr>
        <p:spPr>
          <a:xfrm>
            <a:off x="7750725" y="2041868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05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CAF767B1-257E-430D-B953-562A8896F2DA}"/>
              </a:ext>
            </a:extLst>
          </p:cNvPr>
          <p:cNvSpPr txBox="1"/>
          <p:nvPr/>
        </p:nvSpPr>
        <p:spPr>
          <a:xfrm>
            <a:off x="8508592" y="2072750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3" name="TextBox 15">
            <a:extLst>
              <a:ext uri="{FF2B5EF4-FFF2-40B4-BE49-F238E27FC236}">
                <a16:creationId xmlns:a16="http://schemas.microsoft.com/office/drawing/2014/main" id="{8ACF091A-AE58-48CA-9DB3-DB9C9980E1BF}"/>
              </a:ext>
            </a:extLst>
          </p:cNvPr>
          <p:cNvSpPr txBox="1"/>
          <p:nvPr/>
        </p:nvSpPr>
        <p:spPr>
          <a:xfrm>
            <a:off x="7750725" y="6577015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06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48C8B7A1-202D-447C-9432-50A2B32BC648}"/>
              </a:ext>
            </a:extLst>
          </p:cNvPr>
          <p:cNvSpPr txBox="1"/>
          <p:nvPr/>
        </p:nvSpPr>
        <p:spPr>
          <a:xfrm>
            <a:off x="8508592" y="6607897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17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17" name="Прямоугольник 7">
            <a:extLst>
              <a:ext uri="{FF2B5EF4-FFF2-40B4-BE49-F238E27FC236}">
                <a16:creationId xmlns:a16="http://schemas.microsoft.com/office/drawing/2014/main" id="{DCE651E1-75FC-4B0A-BCB2-600920318A60}"/>
              </a:ext>
            </a:extLst>
          </p:cNvPr>
          <p:cNvSpPr/>
          <p:nvPr/>
        </p:nvSpPr>
        <p:spPr>
          <a:xfrm>
            <a:off x="6995250" y="1750285"/>
            <a:ext cx="88302" cy="4414296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Freeform: Shape 110">
            <a:extLst>
              <a:ext uri="{FF2B5EF4-FFF2-40B4-BE49-F238E27FC236}">
                <a16:creationId xmlns:a16="http://schemas.microsoft.com/office/drawing/2014/main" id="{2F6F7BBB-6940-4C1A-AC66-AD565C1D2E78}"/>
              </a:ext>
            </a:extLst>
          </p:cNvPr>
          <p:cNvSpPr/>
          <p:nvPr/>
        </p:nvSpPr>
        <p:spPr>
          <a:xfrm rot="13779762">
            <a:off x="6772494" y="1232028"/>
            <a:ext cx="536400" cy="537310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28559"/>
                </a:moveTo>
                <a:cubicBezTo>
                  <a:pt x="85058" y="28707"/>
                  <a:pt x="73390" y="31870"/>
                  <a:pt x="62959" y="38047"/>
                </a:cubicBezTo>
                <a:cubicBezTo>
                  <a:pt x="52529" y="44225"/>
                  <a:pt x="44225" y="52528"/>
                  <a:pt x="38048" y="62958"/>
                </a:cubicBezTo>
                <a:cubicBezTo>
                  <a:pt x="31870" y="73388"/>
                  <a:pt x="28707" y="85057"/>
                  <a:pt x="28559" y="97963"/>
                </a:cubicBezTo>
                <a:cubicBezTo>
                  <a:pt x="28707" y="110869"/>
                  <a:pt x="31870" y="122537"/>
                  <a:pt x="38048" y="132968"/>
                </a:cubicBezTo>
                <a:cubicBezTo>
                  <a:pt x="44225" y="143398"/>
                  <a:pt x="52529" y="151702"/>
                  <a:pt x="62959" y="157879"/>
                </a:cubicBezTo>
                <a:cubicBezTo>
                  <a:pt x="73390" y="164057"/>
                  <a:pt x="85058" y="167220"/>
                  <a:pt x="97964" y="167368"/>
                </a:cubicBezTo>
                <a:cubicBezTo>
                  <a:pt x="110870" y="167220"/>
                  <a:pt x="122539" y="164057"/>
                  <a:pt x="132969" y="157879"/>
                </a:cubicBezTo>
                <a:cubicBezTo>
                  <a:pt x="143399" y="151702"/>
                  <a:pt x="151703" y="143398"/>
                  <a:pt x="157880" y="132968"/>
                </a:cubicBezTo>
                <a:cubicBezTo>
                  <a:pt x="164057" y="122537"/>
                  <a:pt x="167220" y="110869"/>
                  <a:pt x="167368" y="97963"/>
                </a:cubicBezTo>
                <a:cubicBezTo>
                  <a:pt x="167220" y="85057"/>
                  <a:pt x="164057" y="73388"/>
                  <a:pt x="157880" y="62958"/>
                </a:cubicBezTo>
                <a:cubicBezTo>
                  <a:pt x="151703" y="52528"/>
                  <a:pt x="143399" y="44225"/>
                  <a:pt x="132969" y="38047"/>
                </a:cubicBezTo>
                <a:cubicBezTo>
                  <a:pt x="122539" y="31870"/>
                  <a:pt x="110870" y="28707"/>
                  <a:pt x="97964" y="28559"/>
                </a:cubicBezTo>
                <a:close/>
                <a:moveTo>
                  <a:pt x="97964" y="0"/>
                </a:moveTo>
                <a:cubicBezTo>
                  <a:pt x="116204" y="207"/>
                  <a:pt x="132683" y="4666"/>
                  <a:pt x="147404" y="13377"/>
                </a:cubicBezTo>
                <a:cubicBezTo>
                  <a:pt x="162125" y="22087"/>
                  <a:pt x="173840" y="33802"/>
                  <a:pt x="182550" y="48523"/>
                </a:cubicBezTo>
                <a:cubicBezTo>
                  <a:pt x="191261" y="63243"/>
                  <a:pt x="195719" y="79723"/>
                  <a:pt x="195927" y="97963"/>
                </a:cubicBezTo>
                <a:cubicBezTo>
                  <a:pt x="195719" y="116202"/>
                  <a:pt x="191261" y="132682"/>
                  <a:pt x="182550" y="147403"/>
                </a:cubicBezTo>
                <a:cubicBezTo>
                  <a:pt x="173840" y="162124"/>
                  <a:pt x="162125" y="173839"/>
                  <a:pt x="147404" y="182550"/>
                </a:cubicBezTo>
                <a:cubicBezTo>
                  <a:pt x="132683" y="191260"/>
                  <a:pt x="116204" y="195719"/>
                  <a:pt x="97964" y="195927"/>
                </a:cubicBezTo>
                <a:cubicBezTo>
                  <a:pt x="79725" y="195719"/>
                  <a:pt x="63245" y="191260"/>
                  <a:pt x="48524" y="182550"/>
                </a:cubicBezTo>
                <a:cubicBezTo>
                  <a:pt x="33803" y="173839"/>
                  <a:pt x="22087" y="162124"/>
                  <a:pt x="13377" y="147403"/>
                </a:cubicBezTo>
                <a:cubicBezTo>
                  <a:pt x="4667" y="132682"/>
                  <a:pt x="208" y="116202"/>
                  <a:pt x="0" y="97963"/>
                </a:cubicBezTo>
                <a:cubicBezTo>
                  <a:pt x="208" y="79723"/>
                  <a:pt x="4667" y="63243"/>
                  <a:pt x="13377" y="48523"/>
                </a:cubicBezTo>
                <a:cubicBezTo>
                  <a:pt x="22087" y="33802"/>
                  <a:pt x="33803" y="22087"/>
                  <a:pt x="48524" y="13377"/>
                </a:cubicBezTo>
                <a:cubicBezTo>
                  <a:pt x="63245" y="4666"/>
                  <a:pt x="79725" y="207"/>
                  <a:pt x="97964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DB05F0FD-8E44-4BE0-8DD2-1CD6A3D912CC}"/>
              </a:ext>
            </a:extLst>
          </p:cNvPr>
          <p:cNvSpPr txBox="1"/>
          <p:nvPr/>
        </p:nvSpPr>
        <p:spPr>
          <a:xfrm>
            <a:off x="7680074" y="1527235"/>
            <a:ext cx="9872305" cy="18876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Dica: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Bullet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Points são frases curtas que descrevem Características + Benefícios + Significado. </a:t>
            </a: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Exemplo: “Pneu ideal para chuva (característica) que garante maior aderência (benefício) o que significa que você poderá viajar com total tranquilidade (significado).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2C814D91-0146-477F-B439-5FE9755257DD}"/>
              </a:ext>
            </a:extLst>
          </p:cNvPr>
          <p:cNvSpPr txBox="1"/>
          <p:nvPr/>
        </p:nvSpPr>
        <p:spPr>
          <a:xfrm>
            <a:off x="7680074" y="1122351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1º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5" name="Freeform: Shape 110">
            <a:extLst>
              <a:ext uri="{FF2B5EF4-FFF2-40B4-BE49-F238E27FC236}">
                <a16:creationId xmlns:a16="http://schemas.microsoft.com/office/drawing/2014/main" id="{C13752E3-AA62-43EF-AA5D-8A71E57BDD4F}"/>
              </a:ext>
            </a:extLst>
          </p:cNvPr>
          <p:cNvSpPr/>
          <p:nvPr/>
        </p:nvSpPr>
        <p:spPr>
          <a:xfrm rot="13779762">
            <a:off x="6771202" y="6122681"/>
            <a:ext cx="536400" cy="537310"/>
          </a:xfrm>
          <a:custGeom>
            <a:avLst/>
            <a:gdLst/>
            <a:ahLst/>
            <a:cxnLst/>
            <a:rect l="l" t="t" r="r" b="b"/>
            <a:pathLst>
              <a:path w="195927" h="195927">
                <a:moveTo>
                  <a:pt x="97964" y="28559"/>
                </a:moveTo>
                <a:cubicBezTo>
                  <a:pt x="85058" y="28707"/>
                  <a:pt x="73390" y="31870"/>
                  <a:pt x="62959" y="38047"/>
                </a:cubicBezTo>
                <a:cubicBezTo>
                  <a:pt x="52529" y="44225"/>
                  <a:pt x="44225" y="52528"/>
                  <a:pt x="38048" y="62958"/>
                </a:cubicBezTo>
                <a:cubicBezTo>
                  <a:pt x="31870" y="73388"/>
                  <a:pt x="28707" y="85057"/>
                  <a:pt x="28559" y="97963"/>
                </a:cubicBezTo>
                <a:cubicBezTo>
                  <a:pt x="28707" y="110869"/>
                  <a:pt x="31870" y="122537"/>
                  <a:pt x="38048" y="132968"/>
                </a:cubicBezTo>
                <a:cubicBezTo>
                  <a:pt x="44225" y="143398"/>
                  <a:pt x="52529" y="151702"/>
                  <a:pt x="62959" y="157879"/>
                </a:cubicBezTo>
                <a:cubicBezTo>
                  <a:pt x="73390" y="164057"/>
                  <a:pt x="85058" y="167220"/>
                  <a:pt x="97964" y="167368"/>
                </a:cubicBezTo>
                <a:cubicBezTo>
                  <a:pt x="110870" y="167220"/>
                  <a:pt x="122539" y="164057"/>
                  <a:pt x="132969" y="157879"/>
                </a:cubicBezTo>
                <a:cubicBezTo>
                  <a:pt x="143399" y="151702"/>
                  <a:pt x="151703" y="143398"/>
                  <a:pt x="157880" y="132968"/>
                </a:cubicBezTo>
                <a:cubicBezTo>
                  <a:pt x="164057" y="122537"/>
                  <a:pt x="167220" y="110869"/>
                  <a:pt x="167368" y="97963"/>
                </a:cubicBezTo>
                <a:cubicBezTo>
                  <a:pt x="167220" y="85057"/>
                  <a:pt x="164057" y="73388"/>
                  <a:pt x="157880" y="62958"/>
                </a:cubicBezTo>
                <a:cubicBezTo>
                  <a:pt x="151703" y="52528"/>
                  <a:pt x="143399" y="44225"/>
                  <a:pt x="132969" y="38047"/>
                </a:cubicBezTo>
                <a:cubicBezTo>
                  <a:pt x="122539" y="31870"/>
                  <a:pt x="110870" y="28707"/>
                  <a:pt x="97964" y="28559"/>
                </a:cubicBezTo>
                <a:close/>
                <a:moveTo>
                  <a:pt x="97964" y="0"/>
                </a:moveTo>
                <a:cubicBezTo>
                  <a:pt x="116204" y="207"/>
                  <a:pt x="132683" y="4666"/>
                  <a:pt x="147404" y="13377"/>
                </a:cubicBezTo>
                <a:cubicBezTo>
                  <a:pt x="162125" y="22087"/>
                  <a:pt x="173840" y="33802"/>
                  <a:pt x="182550" y="48523"/>
                </a:cubicBezTo>
                <a:cubicBezTo>
                  <a:pt x="191261" y="63243"/>
                  <a:pt x="195719" y="79723"/>
                  <a:pt x="195927" y="97963"/>
                </a:cubicBezTo>
                <a:cubicBezTo>
                  <a:pt x="195719" y="116202"/>
                  <a:pt x="191261" y="132682"/>
                  <a:pt x="182550" y="147403"/>
                </a:cubicBezTo>
                <a:cubicBezTo>
                  <a:pt x="173840" y="162124"/>
                  <a:pt x="162125" y="173839"/>
                  <a:pt x="147404" y="182550"/>
                </a:cubicBezTo>
                <a:cubicBezTo>
                  <a:pt x="132683" y="191260"/>
                  <a:pt x="116204" y="195719"/>
                  <a:pt x="97964" y="195927"/>
                </a:cubicBezTo>
                <a:cubicBezTo>
                  <a:pt x="79725" y="195719"/>
                  <a:pt x="63245" y="191260"/>
                  <a:pt x="48524" y="182550"/>
                </a:cubicBezTo>
                <a:cubicBezTo>
                  <a:pt x="33803" y="173839"/>
                  <a:pt x="22087" y="162124"/>
                  <a:pt x="13377" y="147403"/>
                </a:cubicBezTo>
                <a:cubicBezTo>
                  <a:pt x="4667" y="132682"/>
                  <a:pt x="208" y="116202"/>
                  <a:pt x="0" y="97963"/>
                </a:cubicBezTo>
                <a:cubicBezTo>
                  <a:pt x="208" y="79723"/>
                  <a:pt x="4667" y="63243"/>
                  <a:pt x="13377" y="48523"/>
                </a:cubicBezTo>
                <a:cubicBezTo>
                  <a:pt x="22087" y="33802"/>
                  <a:pt x="33803" y="22087"/>
                  <a:pt x="48524" y="13377"/>
                </a:cubicBezTo>
                <a:cubicBezTo>
                  <a:pt x="63245" y="4666"/>
                  <a:pt x="79725" y="207"/>
                  <a:pt x="97964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Прямоугольник 7">
            <a:extLst>
              <a:ext uri="{FF2B5EF4-FFF2-40B4-BE49-F238E27FC236}">
                <a16:creationId xmlns:a16="http://schemas.microsoft.com/office/drawing/2014/main" id="{E386AEAF-95E9-4A3B-B1FB-B2D9270A2398}"/>
              </a:ext>
            </a:extLst>
          </p:cNvPr>
          <p:cNvSpPr/>
          <p:nvPr/>
        </p:nvSpPr>
        <p:spPr>
          <a:xfrm>
            <a:off x="7004648" y="6637315"/>
            <a:ext cx="78904" cy="1853850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Прямоугольник 7">
            <a:extLst>
              <a:ext uri="{FF2B5EF4-FFF2-40B4-BE49-F238E27FC236}">
                <a16:creationId xmlns:a16="http://schemas.microsoft.com/office/drawing/2014/main" id="{8E655A29-6FC3-4E11-B4FC-8E94C26C143C}"/>
              </a:ext>
            </a:extLst>
          </p:cNvPr>
          <p:cNvSpPr/>
          <p:nvPr/>
        </p:nvSpPr>
        <p:spPr>
          <a:xfrm>
            <a:off x="7004648" y="7599679"/>
            <a:ext cx="78904" cy="2688909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DB20515B-9442-4E67-BC0F-7BB8632E11EC}"/>
              </a:ext>
            </a:extLst>
          </p:cNvPr>
          <p:cNvSpPr txBox="1"/>
          <p:nvPr/>
        </p:nvSpPr>
        <p:spPr>
          <a:xfrm>
            <a:off x="7680074" y="6041323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2º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5250" y="0"/>
            <a:ext cx="88302" cy="1267686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8FF63F5F-F124-4293-AEAD-B93AA772745C}"/>
              </a:ext>
            </a:extLst>
          </p:cNvPr>
          <p:cNvSpPr txBox="1"/>
          <p:nvPr/>
        </p:nvSpPr>
        <p:spPr>
          <a:xfrm>
            <a:off x="7678782" y="3414931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07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4091CD31-149B-4A80-A1BB-0BA3B15BD9D7}"/>
              </a:ext>
            </a:extLst>
          </p:cNvPr>
          <p:cNvSpPr txBox="1"/>
          <p:nvPr/>
        </p:nvSpPr>
        <p:spPr>
          <a:xfrm>
            <a:off x="8436649" y="3445813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29A80A46-4669-42D2-A8CC-71783BF3A4B8}"/>
              </a:ext>
            </a:extLst>
          </p:cNvPr>
          <p:cNvSpPr txBox="1"/>
          <p:nvPr/>
        </p:nvSpPr>
        <p:spPr>
          <a:xfrm>
            <a:off x="7678782" y="7147775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08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FC0AF01A-2594-4314-B3C3-1F9B6FC88AF1}"/>
              </a:ext>
            </a:extLst>
          </p:cNvPr>
          <p:cNvSpPr txBox="1"/>
          <p:nvPr/>
        </p:nvSpPr>
        <p:spPr>
          <a:xfrm>
            <a:off x="8436649" y="7178657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589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5250" y="0"/>
            <a:ext cx="69227" cy="10288588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93900B34-0149-49DF-9853-23CA2E710726}"/>
              </a:ext>
            </a:extLst>
          </p:cNvPr>
          <p:cNvSpPr txBox="1"/>
          <p:nvPr/>
        </p:nvSpPr>
        <p:spPr>
          <a:xfrm>
            <a:off x="7680074" y="1249601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3º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5EFAA369-88F8-4009-8968-6F0C039C50A8}"/>
              </a:ext>
            </a:extLst>
          </p:cNvPr>
          <p:cNvSpPr txBox="1"/>
          <p:nvPr/>
        </p:nvSpPr>
        <p:spPr>
          <a:xfrm>
            <a:off x="7678782" y="2058010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09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7A6AF1AC-C5E3-4F2D-AD9F-0DCF95B178E9}"/>
              </a:ext>
            </a:extLst>
          </p:cNvPr>
          <p:cNvSpPr txBox="1"/>
          <p:nvPr/>
        </p:nvSpPr>
        <p:spPr>
          <a:xfrm>
            <a:off x="8436649" y="2088892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182C2DE8-0031-4898-8AB2-9509FFC5BCFD}"/>
              </a:ext>
            </a:extLst>
          </p:cNvPr>
          <p:cNvSpPr/>
          <p:nvPr/>
        </p:nvSpPr>
        <p:spPr>
          <a:xfrm>
            <a:off x="6787187" y="1249601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TextBox 16">
            <a:extLst>
              <a:ext uri="{FF2B5EF4-FFF2-40B4-BE49-F238E27FC236}">
                <a16:creationId xmlns:a16="http://schemas.microsoft.com/office/drawing/2014/main" id="{1DD34911-DD56-4D22-B028-9A5C756E5340}"/>
              </a:ext>
            </a:extLst>
          </p:cNvPr>
          <p:cNvSpPr txBox="1"/>
          <p:nvPr/>
        </p:nvSpPr>
        <p:spPr>
          <a:xfrm>
            <a:off x="7609420" y="5530660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4º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A0EF4E7C-C0E8-4D2C-B248-961376F53011}"/>
              </a:ext>
            </a:extLst>
          </p:cNvPr>
          <p:cNvSpPr/>
          <p:nvPr/>
        </p:nvSpPr>
        <p:spPr>
          <a:xfrm>
            <a:off x="6787189" y="5608053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F9EDACD7-AF40-4690-BFE4-3EC85160BE22}"/>
              </a:ext>
            </a:extLst>
          </p:cNvPr>
          <p:cNvSpPr txBox="1"/>
          <p:nvPr/>
        </p:nvSpPr>
        <p:spPr>
          <a:xfrm>
            <a:off x="7638914" y="597683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10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336A3C17-EF72-4ABF-8CD7-B3C413D12B6D}"/>
              </a:ext>
            </a:extLst>
          </p:cNvPr>
          <p:cNvSpPr txBox="1"/>
          <p:nvPr/>
        </p:nvSpPr>
        <p:spPr>
          <a:xfrm>
            <a:off x="8396781" y="600771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44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5250" y="0"/>
            <a:ext cx="69227" cy="10288588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D5C8A052-14E7-4414-9D95-0C9DCDEDEA1E}"/>
              </a:ext>
            </a:extLst>
          </p:cNvPr>
          <p:cNvSpPr txBox="1"/>
          <p:nvPr/>
        </p:nvSpPr>
        <p:spPr>
          <a:xfrm>
            <a:off x="7609420" y="1383945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5º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3A530804-5110-4FB1-B13F-ABDB4AB9A896}"/>
              </a:ext>
            </a:extLst>
          </p:cNvPr>
          <p:cNvSpPr txBox="1"/>
          <p:nvPr/>
        </p:nvSpPr>
        <p:spPr>
          <a:xfrm>
            <a:off x="7609420" y="5436143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6º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861B5852-88D6-4355-B11C-166D108CEC16}"/>
              </a:ext>
            </a:extLst>
          </p:cNvPr>
          <p:cNvSpPr/>
          <p:nvPr/>
        </p:nvSpPr>
        <p:spPr>
          <a:xfrm>
            <a:off x="6787188" y="138394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CAA165CB-EA4C-44ED-B74C-6A5AFB85E676}"/>
              </a:ext>
            </a:extLst>
          </p:cNvPr>
          <p:cNvSpPr/>
          <p:nvPr/>
        </p:nvSpPr>
        <p:spPr>
          <a:xfrm>
            <a:off x="6787187" y="5423226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7F0B762D-738A-49CF-9696-857E25FB31AA}"/>
              </a:ext>
            </a:extLst>
          </p:cNvPr>
          <p:cNvSpPr txBox="1"/>
          <p:nvPr/>
        </p:nvSpPr>
        <p:spPr>
          <a:xfrm>
            <a:off x="7609420" y="1979074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11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1" name="TextBox 15">
            <a:extLst>
              <a:ext uri="{FF2B5EF4-FFF2-40B4-BE49-F238E27FC236}">
                <a16:creationId xmlns:a16="http://schemas.microsoft.com/office/drawing/2014/main" id="{3C43D599-C5A9-4BAB-A273-60F859DEA46C}"/>
              </a:ext>
            </a:extLst>
          </p:cNvPr>
          <p:cNvSpPr txBox="1"/>
          <p:nvPr/>
        </p:nvSpPr>
        <p:spPr>
          <a:xfrm>
            <a:off x="8367287" y="2009956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9C557367-E960-4F81-A064-FABF6BDFA45B}"/>
              </a:ext>
            </a:extLst>
          </p:cNvPr>
          <p:cNvSpPr txBox="1"/>
          <p:nvPr/>
        </p:nvSpPr>
        <p:spPr>
          <a:xfrm>
            <a:off x="7609420" y="6026038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12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603D5155-0598-4B8D-82A7-15B4174447E1}"/>
              </a:ext>
            </a:extLst>
          </p:cNvPr>
          <p:cNvSpPr txBox="1"/>
          <p:nvPr/>
        </p:nvSpPr>
        <p:spPr>
          <a:xfrm>
            <a:off x="8367287" y="6056920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41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8C99D0E-D06E-4C49-8A40-C7A1C26A493E}"/>
              </a:ext>
            </a:extLst>
          </p:cNvPr>
          <p:cNvSpPr txBox="1"/>
          <p:nvPr/>
        </p:nvSpPr>
        <p:spPr>
          <a:xfrm>
            <a:off x="7609420" y="1383945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7º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B6833E15-04B6-43F6-8A28-36331B3175CB}"/>
              </a:ext>
            </a:extLst>
          </p:cNvPr>
          <p:cNvSpPr txBox="1"/>
          <p:nvPr/>
        </p:nvSpPr>
        <p:spPr>
          <a:xfrm>
            <a:off x="7609420" y="1979937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7" name="TextBox 16">
            <a:extLst>
              <a:ext uri="{FF2B5EF4-FFF2-40B4-BE49-F238E27FC236}">
                <a16:creationId xmlns:a16="http://schemas.microsoft.com/office/drawing/2014/main" id="{6B7B9AA2-C62A-4F10-9EEA-789317CB48E5}"/>
              </a:ext>
            </a:extLst>
          </p:cNvPr>
          <p:cNvSpPr txBox="1"/>
          <p:nvPr/>
        </p:nvSpPr>
        <p:spPr>
          <a:xfrm>
            <a:off x="7609420" y="5144294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8º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Bullet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Point que descreve o conteúdo do seu produto?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FFE714D4-BD5B-4072-973F-A8DA1D4B741A}"/>
              </a:ext>
            </a:extLst>
          </p:cNvPr>
          <p:cNvSpPr txBox="1"/>
          <p:nvPr/>
        </p:nvSpPr>
        <p:spPr>
          <a:xfrm>
            <a:off x="7609420" y="5740286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69FE233-8875-45EA-94E3-BF1ED9CA01B7}"/>
              </a:ext>
            </a:extLst>
          </p:cNvPr>
          <p:cNvSpPr/>
          <p:nvPr/>
        </p:nvSpPr>
        <p:spPr>
          <a:xfrm>
            <a:off x="6787187" y="138394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62551371-3CC1-427C-BDFC-27BA0F438784}"/>
              </a:ext>
            </a:extLst>
          </p:cNvPr>
          <p:cNvSpPr/>
          <p:nvPr/>
        </p:nvSpPr>
        <p:spPr>
          <a:xfrm>
            <a:off x="6787186" y="5131377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41371A67-0358-4C5E-9815-1EB525188B42}"/>
              </a:ext>
            </a:extLst>
          </p:cNvPr>
          <p:cNvSpPr txBox="1"/>
          <p:nvPr/>
        </p:nvSpPr>
        <p:spPr>
          <a:xfrm>
            <a:off x="7609420" y="6673989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Preencha o máximo que tiver. Se tiver mais do que 8, duplique este slide</a:t>
            </a:r>
          </a:p>
        </p:txBody>
      </p:sp>
    </p:spTree>
    <p:extLst>
      <p:ext uri="{BB962C8B-B14F-4D97-AF65-F5344CB8AC3E}">
        <p14:creationId xmlns:p14="http://schemas.microsoft.com/office/powerpoint/2010/main" val="2558328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2C814D91-0146-477F-B439-5FE9755257DD}"/>
              </a:ext>
            </a:extLst>
          </p:cNvPr>
          <p:cNvSpPr txBox="1"/>
          <p:nvPr/>
        </p:nvSpPr>
        <p:spPr>
          <a:xfrm>
            <a:off x="7609420" y="790632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1º bônus ou razão para seu cliente agir agora?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3" name="TextBox 16">
            <a:extLst>
              <a:ext uri="{FF2B5EF4-FFF2-40B4-BE49-F238E27FC236}">
                <a16:creationId xmlns:a16="http://schemas.microsoft.com/office/drawing/2014/main" id="{DB20515B-9442-4E67-BC0F-7BB8632E11EC}"/>
              </a:ext>
            </a:extLst>
          </p:cNvPr>
          <p:cNvSpPr txBox="1"/>
          <p:nvPr/>
        </p:nvSpPr>
        <p:spPr>
          <a:xfrm>
            <a:off x="7609420" y="5233649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2º bônus ou razão para seu cliente agir agora?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1D10FCD-BB32-4FDF-8A97-DE041D8CBB2A}"/>
              </a:ext>
            </a:extLst>
          </p:cNvPr>
          <p:cNvSpPr/>
          <p:nvPr/>
        </p:nvSpPr>
        <p:spPr>
          <a:xfrm>
            <a:off x="6787189" y="86802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3CE537E4-1C9C-46E6-B238-F13FE46682D2}"/>
              </a:ext>
            </a:extLst>
          </p:cNvPr>
          <p:cNvSpPr/>
          <p:nvPr/>
        </p:nvSpPr>
        <p:spPr>
          <a:xfrm>
            <a:off x="6787188" y="5233649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E452BF99-0B67-4D61-A181-9CFE93D63E6C}"/>
              </a:ext>
            </a:extLst>
          </p:cNvPr>
          <p:cNvSpPr txBox="1"/>
          <p:nvPr/>
        </p:nvSpPr>
        <p:spPr>
          <a:xfrm>
            <a:off x="7750725" y="1187206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Bônus #1: Software de leitura dinâmica)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D636EFF0-0B0C-409E-8C15-B924DBB95B14}"/>
              </a:ext>
            </a:extLst>
          </p:cNvPr>
          <p:cNvSpPr txBox="1"/>
          <p:nvPr/>
        </p:nvSpPr>
        <p:spPr>
          <a:xfrm>
            <a:off x="7750725" y="1818213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13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850285BC-62B2-4D42-B4EC-FABBBA5E9D0A}"/>
              </a:ext>
            </a:extLst>
          </p:cNvPr>
          <p:cNvSpPr txBox="1"/>
          <p:nvPr/>
        </p:nvSpPr>
        <p:spPr>
          <a:xfrm>
            <a:off x="8508592" y="1849095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7FF6C511-3C0E-4F5D-8525-7E1A95835324}"/>
              </a:ext>
            </a:extLst>
          </p:cNvPr>
          <p:cNvSpPr txBox="1"/>
          <p:nvPr/>
        </p:nvSpPr>
        <p:spPr>
          <a:xfrm>
            <a:off x="7750725" y="5892267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14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9278F5AB-C2BF-4749-B3C0-8288CF6A7AB3}"/>
              </a:ext>
            </a:extLst>
          </p:cNvPr>
          <p:cNvSpPr txBox="1"/>
          <p:nvPr/>
        </p:nvSpPr>
        <p:spPr>
          <a:xfrm>
            <a:off x="8508592" y="5923149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4500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93900B34-0149-49DF-9853-23CA2E710726}"/>
              </a:ext>
            </a:extLst>
          </p:cNvPr>
          <p:cNvSpPr txBox="1"/>
          <p:nvPr/>
        </p:nvSpPr>
        <p:spPr>
          <a:xfrm>
            <a:off x="7609420" y="1383945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3º bônus ou razão para seu cliente agir agora?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D8C99D0E-D06E-4C49-8A40-C7A1C26A493E}"/>
              </a:ext>
            </a:extLst>
          </p:cNvPr>
          <p:cNvSpPr txBox="1"/>
          <p:nvPr/>
        </p:nvSpPr>
        <p:spPr>
          <a:xfrm>
            <a:off x="7609420" y="5144294"/>
            <a:ext cx="987230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4º bônus ou razão para seu cliente agir agora?</a:t>
            </a:r>
            <a:endParaRPr lang="ru-RU" sz="2500" b="1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62FDC17-41BB-41C6-A9A3-0DBB1328AB55}"/>
              </a:ext>
            </a:extLst>
          </p:cNvPr>
          <p:cNvSpPr/>
          <p:nvPr/>
        </p:nvSpPr>
        <p:spPr>
          <a:xfrm>
            <a:off x="6787187" y="1371028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69FE233-8875-45EA-94E3-BF1ED9CA01B7}"/>
              </a:ext>
            </a:extLst>
          </p:cNvPr>
          <p:cNvSpPr/>
          <p:nvPr/>
        </p:nvSpPr>
        <p:spPr>
          <a:xfrm>
            <a:off x="6787187" y="5144294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41371A67-0358-4C5E-9815-1EB525188B42}"/>
              </a:ext>
            </a:extLst>
          </p:cNvPr>
          <p:cNvSpPr txBox="1"/>
          <p:nvPr/>
        </p:nvSpPr>
        <p:spPr>
          <a:xfrm>
            <a:off x="7609420" y="6706384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E44754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Preencha o máximo que tiver. Se tiver mais do que 4, duplique este slide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2CFA088B-EBD4-407A-BA17-5CABF9BB9B85}"/>
              </a:ext>
            </a:extLst>
          </p:cNvPr>
          <p:cNvSpPr txBox="1"/>
          <p:nvPr/>
        </p:nvSpPr>
        <p:spPr>
          <a:xfrm>
            <a:off x="7750725" y="1947883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15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BB45C531-5124-44D5-8ECE-CFC028E0B1CA}"/>
              </a:ext>
            </a:extLst>
          </p:cNvPr>
          <p:cNvSpPr txBox="1"/>
          <p:nvPr/>
        </p:nvSpPr>
        <p:spPr>
          <a:xfrm>
            <a:off x="8508592" y="1978765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6D42FC82-3265-41BE-8C42-9A9E10AB5204}"/>
              </a:ext>
            </a:extLst>
          </p:cNvPr>
          <p:cNvSpPr txBox="1"/>
          <p:nvPr/>
        </p:nvSpPr>
        <p:spPr>
          <a:xfrm>
            <a:off x="7750725" y="5733805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16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9" name="TextBox 15">
            <a:extLst>
              <a:ext uri="{FF2B5EF4-FFF2-40B4-BE49-F238E27FC236}">
                <a16:creationId xmlns:a16="http://schemas.microsoft.com/office/drawing/2014/main" id="{F98BF049-FC92-45D2-AA5A-32249DED9933}"/>
              </a:ext>
            </a:extLst>
          </p:cNvPr>
          <p:cNvSpPr txBox="1"/>
          <p:nvPr/>
        </p:nvSpPr>
        <p:spPr>
          <a:xfrm>
            <a:off x="8508592" y="5764687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906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2C814D91-0146-477F-B439-5FE9755257DD}"/>
              </a:ext>
            </a:extLst>
          </p:cNvPr>
          <p:cNvSpPr txBox="1"/>
          <p:nvPr/>
        </p:nvSpPr>
        <p:spPr>
          <a:xfrm>
            <a:off x="7609420" y="790632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prazo de garantia que você oferece em seu produto?</a:t>
            </a:r>
          </a:p>
        </p:txBody>
      </p:sp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1D10FCD-BB32-4FDF-8A97-DE041D8CBB2A}"/>
              </a:ext>
            </a:extLst>
          </p:cNvPr>
          <p:cNvSpPr/>
          <p:nvPr/>
        </p:nvSpPr>
        <p:spPr>
          <a:xfrm>
            <a:off x="6787189" y="86802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Elipse 34">
            <a:extLst>
              <a:ext uri="{FF2B5EF4-FFF2-40B4-BE49-F238E27FC236}">
                <a16:creationId xmlns:a16="http://schemas.microsoft.com/office/drawing/2014/main" id="{3CE537E4-1C9C-46E6-B238-F13FE46682D2}"/>
              </a:ext>
            </a:extLst>
          </p:cNvPr>
          <p:cNvSpPr/>
          <p:nvPr/>
        </p:nvSpPr>
        <p:spPr>
          <a:xfrm>
            <a:off x="6787188" y="5180951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E452BF99-0B67-4D61-A181-9CFE93D63E6C}"/>
              </a:ext>
            </a:extLst>
          </p:cNvPr>
          <p:cNvSpPr txBox="1"/>
          <p:nvPr/>
        </p:nvSpPr>
        <p:spPr>
          <a:xfrm>
            <a:off x="7750725" y="1187206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7 dias, 30 dias, 2 semanas)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46B24BD0-A72A-4776-BAE4-2CCF9CF01C4B}"/>
              </a:ext>
            </a:extLst>
          </p:cNvPr>
          <p:cNvSpPr txBox="1"/>
          <p:nvPr/>
        </p:nvSpPr>
        <p:spPr>
          <a:xfrm>
            <a:off x="7609420" y="5144294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preço normal do seu produto?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6DEA6D0B-B2E8-453A-B205-940475B94492}"/>
              </a:ext>
            </a:extLst>
          </p:cNvPr>
          <p:cNvSpPr txBox="1"/>
          <p:nvPr/>
        </p:nvSpPr>
        <p:spPr>
          <a:xfrm>
            <a:off x="7750725" y="5540868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R$97, R$197, R$1.997)</a:t>
            </a:r>
          </a:p>
        </p:txBody>
      </p:sp>
      <p:sp>
        <p:nvSpPr>
          <p:cNvPr id="26" name="TextBox 15">
            <a:extLst>
              <a:ext uri="{FF2B5EF4-FFF2-40B4-BE49-F238E27FC236}">
                <a16:creationId xmlns:a16="http://schemas.microsoft.com/office/drawing/2014/main" id="{F86734BB-66E6-46F0-B29B-1BA1406B882D}"/>
              </a:ext>
            </a:extLst>
          </p:cNvPr>
          <p:cNvSpPr txBox="1"/>
          <p:nvPr/>
        </p:nvSpPr>
        <p:spPr>
          <a:xfrm>
            <a:off x="7750725" y="1876706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17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8" name="TextBox 15">
            <a:extLst>
              <a:ext uri="{FF2B5EF4-FFF2-40B4-BE49-F238E27FC236}">
                <a16:creationId xmlns:a16="http://schemas.microsoft.com/office/drawing/2014/main" id="{37D235C9-99DC-4E53-8BA6-C55002F9BE6B}"/>
              </a:ext>
            </a:extLst>
          </p:cNvPr>
          <p:cNvSpPr txBox="1"/>
          <p:nvPr/>
        </p:nvSpPr>
        <p:spPr>
          <a:xfrm>
            <a:off x="8508592" y="1907588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0FAAAF2F-9320-4F67-8748-6FC5D2FFEBB6}"/>
              </a:ext>
            </a:extLst>
          </p:cNvPr>
          <p:cNvSpPr txBox="1"/>
          <p:nvPr/>
        </p:nvSpPr>
        <p:spPr>
          <a:xfrm>
            <a:off x="7750725" y="6282204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18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54E56FA9-97F5-4144-928D-9C23C525BE31}"/>
              </a:ext>
            </a:extLst>
          </p:cNvPr>
          <p:cNvSpPr txBox="1"/>
          <p:nvPr/>
        </p:nvSpPr>
        <p:spPr>
          <a:xfrm>
            <a:off x="8508592" y="6313086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394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6" name="Elipse 35">
            <a:extLst>
              <a:ext uri="{FF2B5EF4-FFF2-40B4-BE49-F238E27FC236}">
                <a16:creationId xmlns:a16="http://schemas.microsoft.com/office/drawing/2014/main" id="{662FDC17-41BB-41C6-A9A3-0DBB1328AB55}"/>
              </a:ext>
            </a:extLst>
          </p:cNvPr>
          <p:cNvSpPr/>
          <p:nvPr/>
        </p:nvSpPr>
        <p:spPr>
          <a:xfrm>
            <a:off x="6787187" y="1699808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69FE233-8875-45EA-94E3-BF1ED9CA01B7}"/>
              </a:ext>
            </a:extLst>
          </p:cNvPr>
          <p:cNvSpPr/>
          <p:nvPr/>
        </p:nvSpPr>
        <p:spPr>
          <a:xfrm>
            <a:off x="6787187" y="5530816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TextBox 16">
            <a:extLst>
              <a:ext uri="{FF2B5EF4-FFF2-40B4-BE49-F238E27FC236}">
                <a16:creationId xmlns:a16="http://schemas.microsoft.com/office/drawing/2014/main" id="{FA228FAA-DF34-465B-9965-BAB81728481E}"/>
              </a:ext>
            </a:extLst>
          </p:cNvPr>
          <p:cNvSpPr txBox="1"/>
          <p:nvPr/>
        </p:nvSpPr>
        <p:spPr>
          <a:xfrm>
            <a:off x="7609420" y="1712862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motivo para você oferecer um desconto?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A12B7132-8A67-444E-A99F-519B609F4EC7}"/>
              </a:ext>
            </a:extLst>
          </p:cNvPr>
          <p:cNvSpPr txBox="1"/>
          <p:nvPr/>
        </p:nvSpPr>
        <p:spPr>
          <a:xfrm>
            <a:off x="7750725" y="2109436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Pré-venda, 50 primeiros compradores, Promoção 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BlackFriday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)</a:t>
            </a:r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9C03B142-88D5-420C-9609-EA68EDBDC36E}"/>
              </a:ext>
            </a:extLst>
          </p:cNvPr>
          <p:cNvSpPr txBox="1"/>
          <p:nvPr/>
        </p:nvSpPr>
        <p:spPr>
          <a:xfrm>
            <a:off x="7609420" y="5533345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preço especial para quem comprar agora?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51CD19C4-C26F-497F-92BA-10445FD59FD8}"/>
              </a:ext>
            </a:extLst>
          </p:cNvPr>
          <p:cNvSpPr txBox="1"/>
          <p:nvPr/>
        </p:nvSpPr>
        <p:spPr>
          <a:xfrm>
            <a:off x="7750725" y="5929919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R$97, R$197, R$1.997)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68AE4233-D422-44A4-91C4-22BECAA3F803}"/>
              </a:ext>
            </a:extLst>
          </p:cNvPr>
          <p:cNvSpPr txBox="1"/>
          <p:nvPr/>
        </p:nvSpPr>
        <p:spPr>
          <a:xfrm>
            <a:off x="7750725" y="2664701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19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69ADBBB9-2EF9-4B1D-9A60-69078584AB5F}"/>
              </a:ext>
            </a:extLst>
          </p:cNvPr>
          <p:cNvSpPr txBox="1"/>
          <p:nvPr/>
        </p:nvSpPr>
        <p:spPr>
          <a:xfrm>
            <a:off x="8508592" y="2695583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0" name="TextBox 15">
            <a:extLst>
              <a:ext uri="{FF2B5EF4-FFF2-40B4-BE49-F238E27FC236}">
                <a16:creationId xmlns:a16="http://schemas.microsoft.com/office/drawing/2014/main" id="{BE42B597-BF62-46D6-8164-15562BA76C1D}"/>
              </a:ext>
            </a:extLst>
          </p:cNvPr>
          <p:cNvSpPr txBox="1"/>
          <p:nvPr/>
        </p:nvSpPr>
        <p:spPr>
          <a:xfrm>
            <a:off x="7750725" y="642688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20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45" name="TextBox 15">
            <a:extLst>
              <a:ext uri="{FF2B5EF4-FFF2-40B4-BE49-F238E27FC236}">
                <a16:creationId xmlns:a16="http://schemas.microsoft.com/office/drawing/2014/main" id="{33F67F03-EE57-4F17-ABDA-FCE62CB277F5}"/>
              </a:ext>
            </a:extLst>
          </p:cNvPr>
          <p:cNvSpPr txBox="1"/>
          <p:nvPr/>
        </p:nvSpPr>
        <p:spPr>
          <a:xfrm>
            <a:off x="8508592" y="645776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688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 7">
            <a:extLst>
              <a:ext uri="{FF2B5EF4-FFF2-40B4-BE49-F238E27FC236}">
                <a16:creationId xmlns:a16="http://schemas.microsoft.com/office/drawing/2014/main" id="{353242C4-04E5-4FA1-8A82-9EC9E77780DC}"/>
              </a:ext>
            </a:extLst>
          </p:cNvPr>
          <p:cNvSpPr/>
          <p:nvPr/>
        </p:nvSpPr>
        <p:spPr>
          <a:xfrm>
            <a:off x="6991966" y="-21336"/>
            <a:ext cx="91586" cy="10309924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4" name="TextBox 16">
            <a:extLst>
              <a:ext uri="{FF2B5EF4-FFF2-40B4-BE49-F238E27FC236}">
                <a16:creationId xmlns:a16="http://schemas.microsoft.com/office/drawing/2014/main" id="{2C814D91-0146-477F-B439-5FE9755257DD}"/>
              </a:ext>
            </a:extLst>
          </p:cNvPr>
          <p:cNvSpPr txBox="1"/>
          <p:nvPr/>
        </p:nvSpPr>
        <p:spPr>
          <a:xfrm>
            <a:off x="7609420" y="790632"/>
            <a:ext cx="979096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a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Call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To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pt-BR" sz="2500" b="1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Action</a:t>
            </a:r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(Chamada para Ação) que completa a frase:</a:t>
            </a:r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1D10FCD-BB32-4FDF-8A97-DE041D8CBB2A}"/>
              </a:ext>
            </a:extLst>
          </p:cNvPr>
          <p:cNvSpPr/>
          <p:nvPr/>
        </p:nvSpPr>
        <p:spPr>
          <a:xfrm>
            <a:off x="6787189" y="86802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7" name="Elipse 36">
            <a:extLst>
              <a:ext uri="{FF2B5EF4-FFF2-40B4-BE49-F238E27FC236}">
                <a16:creationId xmlns:a16="http://schemas.microsoft.com/office/drawing/2014/main" id="{969FE233-8875-45EA-94E3-BF1ED9CA01B7}"/>
              </a:ext>
            </a:extLst>
          </p:cNvPr>
          <p:cNvSpPr/>
          <p:nvPr/>
        </p:nvSpPr>
        <p:spPr>
          <a:xfrm>
            <a:off x="6787187" y="5144292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E452BF99-0B67-4D61-A181-9CFE93D63E6C}"/>
              </a:ext>
            </a:extLst>
          </p:cNvPr>
          <p:cNvSpPr txBox="1"/>
          <p:nvPr/>
        </p:nvSpPr>
        <p:spPr>
          <a:xfrm>
            <a:off x="7750725" y="1187206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Comprar agora, Baixar agora, Se inscrever mediatamente)</a:t>
            </a:r>
          </a:p>
        </p:txBody>
      </p:sp>
      <p:sp>
        <p:nvSpPr>
          <p:cNvPr id="23" name="TextBox 16">
            <a:extLst>
              <a:ext uri="{FF2B5EF4-FFF2-40B4-BE49-F238E27FC236}">
                <a16:creationId xmlns:a16="http://schemas.microsoft.com/office/drawing/2014/main" id="{46B24BD0-A72A-4776-BAE4-2CCF9CF01C4B}"/>
              </a:ext>
            </a:extLst>
          </p:cNvPr>
          <p:cNvSpPr txBox="1"/>
          <p:nvPr/>
        </p:nvSpPr>
        <p:spPr>
          <a:xfrm>
            <a:off x="7609420" y="5144294"/>
            <a:ext cx="96510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o principal ponto negativo de não agir agora para adquirir seu produto?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6DEA6D0B-B2E8-453A-B205-940475B94492}"/>
              </a:ext>
            </a:extLst>
          </p:cNvPr>
          <p:cNvSpPr txBox="1"/>
          <p:nvPr/>
        </p:nvSpPr>
        <p:spPr>
          <a:xfrm>
            <a:off x="7750725" y="5936784"/>
            <a:ext cx="9872305" cy="96436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Sua vida irá continuar a mesma, Seus concorrentes terão mais resultados que você, Será bem mais difícil alcançar o futuro prospero que você imagina)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C55293EC-02AE-4678-8458-C9D58AAA8F2E}"/>
              </a:ext>
            </a:extLst>
          </p:cNvPr>
          <p:cNvSpPr txBox="1"/>
          <p:nvPr/>
        </p:nvSpPr>
        <p:spPr>
          <a:xfrm>
            <a:off x="7750725" y="180135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21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2365506E-991A-4B56-BC90-619D465D0D8C}"/>
              </a:ext>
            </a:extLst>
          </p:cNvPr>
          <p:cNvSpPr txBox="1"/>
          <p:nvPr/>
        </p:nvSpPr>
        <p:spPr>
          <a:xfrm>
            <a:off x="8508592" y="183223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9D6635DF-F22F-493C-8040-7E65AB28C46D}"/>
              </a:ext>
            </a:extLst>
          </p:cNvPr>
          <p:cNvSpPr txBox="1"/>
          <p:nvPr/>
        </p:nvSpPr>
        <p:spPr>
          <a:xfrm>
            <a:off x="7750725" y="7008242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22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AF159B71-08AC-476F-8623-90B871DD115C}"/>
              </a:ext>
            </a:extLst>
          </p:cNvPr>
          <p:cNvSpPr txBox="1"/>
          <p:nvPr/>
        </p:nvSpPr>
        <p:spPr>
          <a:xfrm>
            <a:off x="8508592" y="7039124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611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E44754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1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8" name="Прямоугольник 7">
            <a:extLst>
              <a:ext uri="{FF2B5EF4-FFF2-40B4-BE49-F238E27FC236}">
                <a16:creationId xmlns:a16="http://schemas.microsoft.com/office/drawing/2014/main" id="{9440D724-0E2A-4253-8A09-32DA80DBFF1D}"/>
              </a:ext>
            </a:extLst>
          </p:cNvPr>
          <p:cNvSpPr/>
          <p:nvPr/>
        </p:nvSpPr>
        <p:spPr>
          <a:xfrm>
            <a:off x="6991966" y="-21336"/>
            <a:ext cx="102008" cy="1366415"/>
          </a:xfrm>
          <a:prstGeom prst="rect">
            <a:avLst/>
          </a:prstGeom>
          <a:solidFill>
            <a:srgbClr val="E447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Elipse 1">
            <a:extLst>
              <a:ext uri="{FF2B5EF4-FFF2-40B4-BE49-F238E27FC236}">
                <a16:creationId xmlns:a16="http://schemas.microsoft.com/office/drawing/2014/main" id="{B1D10FCD-BB32-4FDF-8A97-DE041D8CBB2A}"/>
              </a:ext>
            </a:extLst>
          </p:cNvPr>
          <p:cNvSpPr/>
          <p:nvPr/>
        </p:nvSpPr>
        <p:spPr>
          <a:xfrm>
            <a:off x="6787189" y="868025"/>
            <a:ext cx="502887" cy="502887"/>
          </a:xfrm>
          <a:prstGeom prst="ellipse">
            <a:avLst/>
          </a:prstGeom>
          <a:solidFill>
            <a:schemeClr val="bg2"/>
          </a:solidFill>
          <a:ln w="88900">
            <a:solidFill>
              <a:srgbClr val="E4475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TextBox 16">
            <a:extLst>
              <a:ext uri="{FF2B5EF4-FFF2-40B4-BE49-F238E27FC236}">
                <a16:creationId xmlns:a16="http://schemas.microsoft.com/office/drawing/2014/main" id="{9C03B142-88D5-420C-9609-EA68EDBDC36E}"/>
              </a:ext>
            </a:extLst>
          </p:cNvPr>
          <p:cNvSpPr txBox="1"/>
          <p:nvPr/>
        </p:nvSpPr>
        <p:spPr>
          <a:xfrm>
            <a:off x="7609420" y="868025"/>
            <a:ext cx="965107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Qual é seu público-alvo?</a:t>
            </a:r>
          </a:p>
        </p:txBody>
      </p:sp>
      <p:sp>
        <p:nvSpPr>
          <p:cNvPr id="44" name="TextBox 15">
            <a:extLst>
              <a:ext uri="{FF2B5EF4-FFF2-40B4-BE49-F238E27FC236}">
                <a16:creationId xmlns:a16="http://schemas.microsoft.com/office/drawing/2014/main" id="{51CD19C4-C26F-497F-92BA-10445FD59FD8}"/>
              </a:ext>
            </a:extLst>
          </p:cNvPr>
          <p:cNvSpPr txBox="1"/>
          <p:nvPr/>
        </p:nvSpPr>
        <p:spPr>
          <a:xfrm>
            <a:off x="7750725" y="1264599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</a:t>
            </a:r>
            <a:r>
              <a:rPr lang="pt-BR" sz="2000" i="1" dirty="0" err="1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Ex</a:t>
            </a: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: Concurseiros, empreendedores, advogados, fisioterapeutas)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E3ACB232-EA07-4BCC-BEDF-6420E0F06C20}"/>
              </a:ext>
            </a:extLst>
          </p:cNvPr>
          <p:cNvSpPr txBox="1"/>
          <p:nvPr/>
        </p:nvSpPr>
        <p:spPr>
          <a:xfrm>
            <a:off x="7750725" y="1839317"/>
            <a:ext cx="757867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23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4D1AF0E2-984B-40A9-BB60-53F78340E60B}"/>
              </a:ext>
            </a:extLst>
          </p:cNvPr>
          <p:cNvSpPr txBox="1"/>
          <p:nvPr/>
        </p:nvSpPr>
        <p:spPr>
          <a:xfrm>
            <a:off x="8508592" y="1870199"/>
            <a:ext cx="9033095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30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Headline e Sub-Headline)</a:t>
            </a:r>
            <a:endParaRPr lang="ru-RU" sz="2500" b="1" dirty="0">
              <a:solidFill>
                <a:srgbClr val="E44754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AAF757D1-D8AD-4362-B7DD-967F100B4655}"/>
              </a:ext>
            </a:extLst>
          </p:cNvPr>
          <p:cNvSpPr txBox="1"/>
          <p:nvPr/>
        </p:nvSpPr>
        <p:spPr>
          <a:xfrm>
            <a:off x="6522148" y="2439815"/>
            <a:ext cx="9790962" cy="101207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4400" b="1" dirty="0">
                <a:solidFill>
                  <a:schemeClr val="bg2"/>
                </a:solidFill>
                <a:highlight>
                  <a:srgbClr val="E44754"/>
                </a:highlight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(01)</a:t>
            </a:r>
            <a:r>
              <a:rPr lang="pt-BR" sz="4400" dirty="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 </a:t>
            </a:r>
            <a:endParaRPr lang="pt-BR" sz="4400" dirty="0">
              <a:latin typeface="Poppins" panose="00000500000000000000" pitchFamily="2" charset="0"/>
              <a:ea typeface="Roboto Light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8F157EE7-B97B-4FAE-8C50-420303BE46CA}"/>
              </a:ext>
            </a:extLst>
          </p:cNvPr>
          <p:cNvSpPr txBox="1"/>
          <p:nvPr/>
        </p:nvSpPr>
        <p:spPr>
          <a:xfrm>
            <a:off x="6522148" y="6038022"/>
            <a:ext cx="9790962" cy="59400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400" b="1" dirty="0">
                <a:solidFill>
                  <a:schemeClr val="bg2"/>
                </a:solidFill>
                <a:highlight>
                  <a:srgbClr val="E44754"/>
                </a:highlight>
                <a:latin typeface="Poppins" panose="00000500000000000000" pitchFamily="2" charset="0"/>
                <a:ea typeface="Roboto" panose="02000000000000000000" pitchFamily="2" charset="0"/>
                <a:cs typeface="Poppins" panose="00000500000000000000" pitchFamily="2" charset="0"/>
              </a:rPr>
              <a:t>(02)</a:t>
            </a:r>
            <a:r>
              <a:rPr lang="pt-BR" sz="2400" dirty="0">
                <a:solidFill>
                  <a:schemeClr val="bg1"/>
                </a:solidFill>
                <a:latin typeface="Poppins" panose="00000500000000000000" pitchFamily="2" charset="0"/>
                <a:ea typeface="Roboto Light" panose="02000000000000000000" pitchFamily="2" charset="0"/>
                <a:cs typeface="Poppins" panose="00000500000000000000" pitchFamily="2" charset="0"/>
              </a:rPr>
              <a:t> </a:t>
            </a:r>
            <a:endParaRPr lang="pt-BR" sz="2400" dirty="0">
              <a:latin typeface="Poppins" panose="00000500000000000000" pitchFamily="2" charset="0"/>
              <a:ea typeface="Roboto Light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9789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If/Then – Se/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Então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  <a:endParaRPr lang="ru-RU" sz="2500" b="1" dirty="0">
              <a:solidFill>
                <a:srgbClr val="E44754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4775C4FE-5F69-4D61-A074-650E6FE5CD0D}"/>
              </a:ext>
            </a:extLst>
          </p:cNvPr>
          <p:cNvSpPr txBox="1"/>
          <p:nvPr/>
        </p:nvSpPr>
        <p:spPr>
          <a:xfrm>
            <a:off x="6522148" y="2410318"/>
            <a:ext cx="9790962" cy="188769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Se você está sofrendo para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(03)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,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(04)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e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(05)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, então você está no lugar certo e precisa conhecer 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. </a:t>
            </a:r>
          </a:p>
          <a:p>
            <a:pPr defTabSz="360000">
              <a:lnSpc>
                <a:spcPct val="150000"/>
              </a:lnSpc>
            </a:pPr>
            <a:b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</a:b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Veja o que está incluso no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10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Bullet Points)</a:t>
            </a:r>
            <a:endParaRPr lang="ru-RU" sz="2500" b="1" dirty="0">
              <a:solidFill>
                <a:srgbClr val="E44754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9EE59250-8FB2-487A-96C4-E049949A6783}"/>
              </a:ext>
            </a:extLst>
          </p:cNvPr>
          <p:cNvSpPr txBox="1"/>
          <p:nvPr/>
        </p:nvSpPr>
        <p:spPr>
          <a:xfrm>
            <a:off x="6522148" y="2349937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(07)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34C55126-C183-4404-85CB-9992340E9CE3}"/>
              </a:ext>
            </a:extLst>
          </p:cNvPr>
          <p:cNvSpPr txBox="1"/>
          <p:nvPr/>
        </p:nvSpPr>
        <p:spPr>
          <a:xfrm>
            <a:off x="6522148" y="5018619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(08)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0E51A1F-882A-4C6F-82A1-8D954646EFFE}"/>
              </a:ext>
            </a:extLst>
          </p:cNvPr>
          <p:cNvSpPr txBox="1"/>
          <p:nvPr/>
        </p:nvSpPr>
        <p:spPr>
          <a:xfrm>
            <a:off x="6522148" y="7687300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(09)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891139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0" name="TextBox 15">
            <a:extLst>
              <a:ext uri="{FF2B5EF4-FFF2-40B4-BE49-F238E27FC236}">
                <a16:creationId xmlns:a16="http://schemas.microsoft.com/office/drawing/2014/main" id="{205D4DAC-F0C7-4766-97F6-7C23F240FAAE}"/>
              </a:ext>
            </a:extLst>
          </p:cNvPr>
          <p:cNvSpPr txBox="1"/>
          <p:nvPr/>
        </p:nvSpPr>
        <p:spPr>
          <a:xfrm>
            <a:off x="6522148" y="1347959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(10)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9F519C1A-8DB9-4D85-8F38-9C08BBBAB524}"/>
              </a:ext>
            </a:extLst>
          </p:cNvPr>
          <p:cNvSpPr txBox="1"/>
          <p:nvPr/>
        </p:nvSpPr>
        <p:spPr>
          <a:xfrm>
            <a:off x="6522148" y="4141859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(11)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18B3FC00-047E-425C-BC60-BD27B1799932}"/>
              </a:ext>
            </a:extLst>
          </p:cNvPr>
          <p:cNvSpPr txBox="1"/>
          <p:nvPr/>
        </p:nvSpPr>
        <p:spPr>
          <a:xfrm>
            <a:off x="6522148" y="6935760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(12)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68929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Bônus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  <a:endParaRPr lang="ru-RU" sz="2500" b="1" dirty="0">
              <a:solidFill>
                <a:srgbClr val="E44754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Além disso, veja o que você também levará e porque deve se decidir agora: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FF6230AB-1551-4F49-B694-3575827F1903}"/>
              </a:ext>
            </a:extLst>
          </p:cNvPr>
          <p:cNvSpPr txBox="1"/>
          <p:nvPr/>
        </p:nvSpPr>
        <p:spPr>
          <a:xfrm>
            <a:off x="6522148" y="3289195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(13)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30" name="TextBox 15">
            <a:extLst>
              <a:ext uri="{FF2B5EF4-FFF2-40B4-BE49-F238E27FC236}">
                <a16:creationId xmlns:a16="http://schemas.microsoft.com/office/drawing/2014/main" id="{A2DE9275-886F-4BDD-A4AD-AB294087CD98}"/>
              </a:ext>
            </a:extLst>
          </p:cNvPr>
          <p:cNvSpPr txBox="1"/>
          <p:nvPr/>
        </p:nvSpPr>
        <p:spPr>
          <a:xfrm>
            <a:off x="6522148" y="6245341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(14)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52677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31" name="TextBox 15">
            <a:extLst>
              <a:ext uri="{FF2B5EF4-FFF2-40B4-BE49-F238E27FC236}">
                <a16:creationId xmlns:a16="http://schemas.microsoft.com/office/drawing/2014/main" id="{8D4EECAC-7756-4D0D-A584-F606106088C4}"/>
              </a:ext>
            </a:extLst>
          </p:cNvPr>
          <p:cNvSpPr txBox="1"/>
          <p:nvPr/>
        </p:nvSpPr>
        <p:spPr>
          <a:xfrm>
            <a:off x="6522148" y="1609651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(15)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5AC39901-6D4E-4EE5-BAA2-C772C8A74909}"/>
              </a:ext>
            </a:extLst>
          </p:cNvPr>
          <p:cNvSpPr txBox="1"/>
          <p:nvPr/>
        </p:nvSpPr>
        <p:spPr>
          <a:xfrm>
            <a:off x="6522148" y="5742751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717592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Garantia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Você tem 100% de garantia!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E812A1E5-05CB-4CB6-B391-13930F839C94}"/>
              </a:ext>
            </a:extLst>
          </p:cNvPr>
          <p:cNvSpPr txBox="1"/>
          <p:nvPr/>
        </p:nvSpPr>
        <p:spPr>
          <a:xfrm>
            <a:off x="6522148" y="3084826"/>
            <a:ext cx="9790962" cy="558101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Se por algum motivo você perceber que 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não é para você, oferecemos uma garantia de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(17)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para reembolso de 100% do seu dinheiro e de cada centavo que você investiu. 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Se 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não te ajudar a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(03)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, se ele não te mostrar passo-a-passo como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(04)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ou se você não conseguir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(05)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, basta nos enviar um e-mail que faremos a devolução de todo seu dinheiro.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 faremos isso rápido! Sem complicações, sem questionamentos e sem letrinhas miúdas.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Simples assim!</a:t>
            </a:r>
          </a:p>
        </p:txBody>
      </p:sp>
    </p:spTree>
    <p:extLst>
      <p:ext uri="{BB962C8B-B14F-4D97-AF65-F5344CB8AC3E}">
        <p14:creationId xmlns:p14="http://schemas.microsoft.com/office/powerpoint/2010/main" val="131519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Ancoragem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2349361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O preço para adquirir tudo que está incluso no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é de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(18)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Mas, apenas agora para essa/esse/os/as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(19)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você pagará somente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(20)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57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CTA)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E5D70F53-00BF-4FAB-88A5-2AD5FBE8119F}"/>
              </a:ext>
            </a:extLst>
          </p:cNvPr>
          <p:cNvSpPr txBox="1"/>
          <p:nvPr/>
        </p:nvSpPr>
        <p:spPr>
          <a:xfrm>
            <a:off x="6522148" y="2658215"/>
            <a:ext cx="9790962" cy="66684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Clique Aqui para </a:t>
            </a:r>
            <a:r>
              <a:rPr lang="en-US" sz="28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(21)</a:t>
            </a: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92444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Fechamento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3734356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Se você quer chegar em um lugar diferente e ter resultados diferentes, então precisa fazer algo diferente.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Porque se continuar fazendo tudo do mesmo jeito que fez até hoje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(22)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então você precisa escolher se vai mudar de vida ou se vai continuar fazendo as mesmas coisas de sempre.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A escolha é sua e a hora é agora! </a:t>
            </a:r>
          </a:p>
        </p:txBody>
      </p:sp>
    </p:spTree>
    <p:extLst>
      <p:ext uri="{BB962C8B-B14F-4D97-AF65-F5344CB8AC3E}">
        <p14:creationId xmlns:p14="http://schemas.microsoft.com/office/powerpoint/2010/main" val="27990087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(Bloco Comando Oculto de Ação + CTA)</a:t>
            </a:r>
            <a:endParaRPr lang="en-US" sz="2500" b="1" dirty="0">
              <a:solidFill>
                <a:srgbClr val="E44754"/>
              </a:solidFill>
              <a:latin typeface="Roboto" panose="02000000000000000000" pitchFamily="2" charset="0"/>
              <a:ea typeface="Roboto" panose="02000000000000000000" pitchFamily="2" charset="0"/>
              <a:cs typeface="Open Sans" panose="020B0606030504020204" pitchFamily="34" charset="0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1426031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Os/As melhores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(23)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tomam decisões rapidamente. Faça como eles, clique no botão abaixo para tomam decisões rapidamente. Faça como eles, clique no botão abaixo para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(21)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11" name="TextBox 15">
            <a:extLst>
              <a:ext uri="{FF2B5EF4-FFF2-40B4-BE49-F238E27FC236}">
                <a16:creationId xmlns:a16="http://schemas.microsoft.com/office/drawing/2014/main" id="{72FB8556-D1DC-43E5-82DC-E4DF10205E0E}"/>
              </a:ext>
            </a:extLst>
          </p:cNvPr>
          <p:cNvSpPr txBox="1"/>
          <p:nvPr/>
        </p:nvSpPr>
        <p:spPr>
          <a:xfrm>
            <a:off x="6522148" y="5785391"/>
            <a:ext cx="9790962" cy="66684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Clique Aqui para </a:t>
            </a:r>
            <a:r>
              <a:rPr lang="en-US" sz="28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(21)</a:t>
            </a: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8713018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Depoimentos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Veja o que dizem sobre o </a:t>
            </a: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(06)</a:t>
            </a:r>
            <a:endParaRPr lang="pt-BR" sz="2000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71D7460-7C7D-4B8F-8C2F-2018AB699FCC}"/>
              </a:ext>
            </a:extLst>
          </p:cNvPr>
          <p:cNvSpPr txBox="1"/>
          <p:nvPr/>
        </p:nvSpPr>
        <p:spPr>
          <a:xfrm>
            <a:off x="6522148" y="3101301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Dê uma olhada nesses depoimentos / endossos / comentários: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BF6BF8A1-B232-4FE0-8703-8ED7CBE53ED3}"/>
              </a:ext>
            </a:extLst>
          </p:cNvPr>
          <p:cNvSpPr txBox="1"/>
          <p:nvPr/>
        </p:nvSpPr>
        <p:spPr>
          <a:xfrm>
            <a:off x="6440805" y="3734386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(*Opcional, insira depoimentos e comentários se tiver)</a:t>
            </a:r>
          </a:p>
        </p:txBody>
      </p:sp>
    </p:spTree>
    <p:extLst>
      <p:ext uri="{BB962C8B-B14F-4D97-AF65-F5344CB8AC3E}">
        <p14:creationId xmlns:p14="http://schemas.microsoft.com/office/powerpoint/2010/main" val="5257492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FAQ)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Perguntas Frequentes (FAQ):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49BF269B-A31D-4BFE-B9CC-E1C59D4ABE44}"/>
              </a:ext>
            </a:extLst>
          </p:cNvPr>
          <p:cNvSpPr txBox="1"/>
          <p:nvPr/>
        </p:nvSpPr>
        <p:spPr>
          <a:xfrm>
            <a:off x="6440805" y="3210988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(*Opcional, insira um FAQ para ajudar a quebrar objeções)</a:t>
            </a:r>
          </a:p>
        </p:txBody>
      </p:sp>
    </p:spTree>
    <p:extLst>
      <p:ext uri="{BB962C8B-B14F-4D97-AF65-F5344CB8AC3E}">
        <p14:creationId xmlns:p14="http://schemas.microsoft.com/office/powerpoint/2010/main" val="3632530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Apresentação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BBD20FD2-8380-4AAC-B257-D53645D3E287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Coloque sua foto e escreva seu </a:t>
            </a:r>
            <a:r>
              <a:rPr lang="pt-BR" sz="2000" dirty="0" err="1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mini-currículo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.</a:t>
            </a: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49BF269B-A31D-4BFE-B9CC-E1C59D4ABE44}"/>
              </a:ext>
            </a:extLst>
          </p:cNvPr>
          <p:cNvSpPr txBox="1"/>
          <p:nvPr/>
        </p:nvSpPr>
        <p:spPr>
          <a:xfrm>
            <a:off x="6440805" y="3210988"/>
            <a:ext cx="9872305" cy="50270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i="1" dirty="0">
                <a:solidFill>
                  <a:schemeClr val="bg2"/>
                </a:solidFill>
                <a:highlight>
                  <a:srgbClr val="3B0C3B"/>
                </a:highlight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(*Esse bloco é opcional e serve para reconhecimento de autoridade)</a:t>
            </a:r>
          </a:p>
        </p:txBody>
      </p:sp>
    </p:spTree>
    <p:extLst>
      <p:ext uri="{BB962C8B-B14F-4D97-AF65-F5344CB8AC3E}">
        <p14:creationId xmlns:p14="http://schemas.microsoft.com/office/powerpoint/2010/main" val="15227183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Resumo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)</a:t>
            </a:r>
          </a:p>
        </p:txBody>
      </p:sp>
      <p:sp>
        <p:nvSpPr>
          <p:cNvPr id="9" name="TextBox 15">
            <a:extLst>
              <a:ext uri="{FF2B5EF4-FFF2-40B4-BE49-F238E27FC236}">
                <a16:creationId xmlns:a16="http://schemas.microsoft.com/office/drawing/2014/main" id="{C78C05C7-14F0-43A9-8E7F-EE7B583D6FB3}"/>
              </a:ext>
            </a:extLst>
          </p:cNvPr>
          <p:cNvSpPr txBox="1"/>
          <p:nvPr/>
        </p:nvSpPr>
        <p:spPr>
          <a:xfrm>
            <a:off x="6522148" y="241031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Esse é o resumo do que vou te oferecer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B169F194-619A-4A0B-8F79-B592E4E5D65E}"/>
              </a:ext>
            </a:extLst>
          </p:cNvPr>
          <p:cNvSpPr txBox="1"/>
          <p:nvPr/>
        </p:nvSpPr>
        <p:spPr>
          <a:xfrm>
            <a:off x="6522148" y="3084826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A proposta é clara: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6831D9F2-5CAC-4CC5-9B6A-5C0A97B6F77B}"/>
              </a:ext>
            </a:extLst>
          </p:cNvPr>
          <p:cNvSpPr txBox="1"/>
          <p:nvPr/>
        </p:nvSpPr>
        <p:spPr>
          <a:xfrm>
            <a:off x="6522148" y="3759334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(02)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1" name="TextBox 15">
            <a:extLst>
              <a:ext uri="{FF2B5EF4-FFF2-40B4-BE49-F238E27FC236}">
                <a16:creationId xmlns:a16="http://schemas.microsoft.com/office/drawing/2014/main" id="{D67AA35E-31B2-4117-8635-AB39E8F914EA}"/>
              </a:ext>
            </a:extLst>
          </p:cNvPr>
          <p:cNvSpPr txBox="1"/>
          <p:nvPr/>
        </p:nvSpPr>
        <p:spPr>
          <a:xfrm>
            <a:off x="6522148" y="4433842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Com os seguintes benefícios:</a:t>
            </a:r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3E4E065C-5BA6-4784-A864-D14A368FCD3E}"/>
              </a:ext>
            </a:extLst>
          </p:cNvPr>
          <p:cNvSpPr txBox="1"/>
          <p:nvPr/>
        </p:nvSpPr>
        <p:spPr>
          <a:xfrm>
            <a:off x="6522148" y="5168366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(03)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07FC7D0B-0E53-4866-BD71-C8A6DCB4F3D7}"/>
              </a:ext>
            </a:extLst>
          </p:cNvPr>
          <p:cNvSpPr txBox="1"/>
          <p:nvPr/>
        </p:nvSpPr>
        <p:spPr>
          <a:xfrm>
            <a:off x="6522148" y="5902890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(04)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6D714FAB-6D20-4F81-97C2-EA4AF7EDDF87}"/>
              </a:ext>
            </a:extLst>
          </p:cNvPr>
          <p:cNvSpPr txBox="1"/>
          <p:nvPr/>
        </p:nvSpPr>
        <p:spPr>
          <a:xfrm>
            <a:off x="6522148" y="6637414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(05)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EB21D061-1100-4FF3-A8AB-3C748B87E6E3}"/>
              </a:ext>
            </a:extLst>
          </p:cNvPr>
          <p:cNvSpPr txBox="1"/>
          <p:nvPr/>
        </p:nvSpPr>
        <p:spPr>
          <a:xfrm>
            <a:off x="6522148" y="7375568"/>
            <a:ext cx="9790962" cy="502702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No investimento de </a:t>
            </a:r>
          </a:p>
        </p:txBody>
      </p:sp>
      <p:sp>
        <p:nvSpPr>
          <p:cNvPr id="27" name="TextBox 15">
            <a:extLst>
              <a:ext uri="{FF2B5EF4-FFF2-40B4-BE49-F238E27FC236}">
                <a16:creationId xmlns:a16="http://schemas.microsoft.com/office/drawing/2014/main" id="{DF210FEE-0084-4990-B884-F8C1622A56D9}"/>
              </a:ext>
            </a:extLst>
          </p:cNvPr>
          <p:cNvSpPr txBox="1"/>
          <p:nvPr/>
        </p:nvSpPr>
        <p:spPr>
          <a:xfrm>
            <a:off x="6522148" y="8113722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(18)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99381038-FDFA-4643-B12E-0CC4C7891B51}"/>
              </a:ext>
            </a:extLst>
          </p:cNvPr>
          <p:cNvSpPr txBox="1"/>
          <p:nvPr/>
        </p:nvSpPr>
        <p:spPr>
          <a:xfrm>
            <a:off x="6522148" y="8839951"/>
            <a:ext cx="9790962" cy="502702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(19)</a:t>
            </a:r>
            <a:r>
              <a:rPr lang="pt-BR" sz="2000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062504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</a:t>
            </a:r>
            <a:r>
              <a:rPr lang="en-US" sz="2500" b="1" dirty="0" err="1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Bloco</a:t>
            </a:r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 CTA 2)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E5D70F53-00BF-4FAB-88A5-2AD5FBE8119F}"/>
              </a:ext>
            </a:extLst>
          </p:cNvPr>
          <p:cNvSpPr txBox="1"/>
          <p:nvPr/>
        </p:nvSpPr>
        <p:spPr>
          <a:xfrm>
            <a:off x="6522148" y="2658215"/>
            <a:ext cx="9790962" cy="66684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Sim! Quero </a:t>
            </a:r>
            <a:r>
              <a:rPr lang="en-US" sz="2800" b="1" dirty="0">
                <a:solidFill>
                  <a:schemeClr val="bg2"/>
                </a:solidFill>
                <a:highlight>
                  <a:srgbClr val="E44754"/>
                </a:highlight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(21)</a:t>
            </a:r>
            <a:r>
              <a:rPr lang="pt-BR" sz="2800" b="1" dirty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Open Sans Light" panose="020B0306030504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291188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Прямоугольник 12">
            <a:extLst>
              <a:ext uri="{FF2B5EF4-FFF2-40B4-BE49-F238E27FC236}">
                <a16:creationId xmlns:a16="http://schemas.microsoft.com/office/drawing/2014/main" id="{19EAB313-DAA7-4C99-8F3C-FABCCDBC5845}"/>
              </a:ext>
            </a:extLst>
          </p:cNvPr>
          <p:cNvSpPr/>
          <p:nvPr/>
        </p:nvSpPr>
        <p:spPr>
          <a:xfrm>
            <a:off x="2247902" y="0"/>
            <a:ext cx="3314698" cy="10288588"/>
          </a:xfrm>
          <a:prstGeom prst="rect">
            <a:avLst/>
          </a:prstGeom>
          <a:solidFill>
            <a:srgbClr val="3B0C3B">
              <a:alpha val="82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/>
          </a:p>
        </p:txBody>
      </p:sp>
      <p:sp>
        <p:nvSpPr>
          <p:cNvPr id="15" name="TextBox 13">
            <a:extLst>
              <a:ext uri="{FF2B5EF4-FFF2-40B4-BE49-F238E27FC236}">
                <a16:creationId xmlns:a16="http://schemas.microsoft.com/office/drawing/2014/main" id="{2224771C-501D-414A-8C2E-53CB6D85B0D2}"/>
              </a:ext>
            </a:extLst>
          </p:cNvPr>
          <p:cNvSpPr txBox="1"/>
          <p:nvPr/>
        </p:nvSpPr>
        <p:spPr>
          <a:xfrm rot="16200000">
            <a:off x="708987" y="4359463"/>
            <a:ext cx="65665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chemeClr val="bg2"/>
                </a:solidFill>
                <a:latin typeface="Montserrat ExtraBold" panose="00000900000000000000" pitchFamily="50" charset="0"/>
                <a:ea typeface="Roboto Black" panose="02000000000000000000" pitchFamily="2" charset="0"/>
                <a:cs typeface="Open Sans Light" panose="020B0306030504020204" pitchFamily="34" charset="0"/>
              </a:rPr>
              <a:t>PASSO 2</a:t>
            </a:r>
            <a:endParaRPr lang="ru-RU" sz="9600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  <a:cs typeface="Open Sans Light" panose="020B0306030504020204" pitchFamily="34" charset="0"/>
            </a:endParaRP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5EB7F865-E554-4DDA-AD9E-E7E895473B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821" y="8815421"/>
            <a:ext cx="957074" cy="957074"/>
          </a:xfrm>
          <a:prstGeom prst="rect">
            <a:avLst/>
          </a:prstGeom>
        </p:spPr>
      </p:pic>
      <p:sp>
        <p:nvSpPr>
          <p:cNvPr id="26" name="Freeform: Shape 5">
            <a:extLst>
              <a:ext uri="{FF2B5EF4-FFF2-40B4-BE49-F238E27FC236}">
                <a16:creationId xmlns:a16="http://schemas.microsoft.com/office/drawing/2014/main" id="{E9F3AD78-4C5A-4333-8898-FE5746A77FD3}"/>
              </a:ext>
            </a:extLst>
          </p:cNvPr>
          <p:cNvSpPr/>
          <p:nvPr/>
        </p:nvSpPr>
        <p:spPr>
          <a:xfrm>
            <a:off x="6522148" y="1473593"/>
            <a:ext cx="274940" cy="262217"/>
          </a:xfrm>
          <a:custGeom>
            <a:avLst/>
            <a:gdLst/>
            <a:ahLst/>
            <a:cxnLst/>
            <a:rect l="l" t="t" r="r" b="b"/>
            <a:pathLst>
              <a:path w="212255" h="202432">
                <a:moveTo>
                  <a:pt x="106128" y="0"/>
                </a:moveTo>
                <a:cubicBezTo>
                  <a:pt x="107600" y="66"/>
                  <a:pt x="108865" y="635"/>
                  <a:pt x="109922" y="1705"/>
                </a:cubicBezTo>
                <a:cubicBezTo>
                  <a:pt x="110980" y="2776"/>
                  <a:pt x="111799" y="3951"/>
                  <a:pt x="112378" y="5229"/>
                </a:cubicBezTo>
                <a:lnTo>
                  <a:pt x="141078" y="63267"/>
                </a:lnTo>
                <a:lnTo>
                  <a:pt x="205112" y="72579"/>
                </a:lnTo>
                <a:cubicBezTo>
                  <a:pt x="206749" y="72808"/>
                  <a:pt x="208322" y="73371"/>
                  <a:pt x="209832" y="74269"/>
                </a:cubicBezTo>
                <a:cubicBezTo>
                  <a:pt x="211341" y="75167"/>
                  <a:pt x="212149" y="76560"/>
                  <a:pt x="212255" y="78447"/>
                </a:cubicBezTo>
                <a:cubicBezTo>
                  <a:pt x="212221" y="79603"/>
                  <a:pt x="211875" y="80703"/>
                  <a:pt x="211219" y="81747"/>
                </a:cubicBezTo>
                <a:cubicBezTo>
                  <a:pt x="210562" y="82792"/>
                  <a:pt x="209802" y="83732"/>
                  <a:pt x="208939" y="84569"/>
                </a:cubicBezTo>
                <a:lnTo>
                  <a:pt x="162635" y="129725"/>
                </a:lnTo>
                <a:lnTo>
                  <a:pt x="173605" y="193503"/>
                </a:lnTo>
                <a:cubicBezTo>
                  <a:pt x="173666" y="193944"/>
                  <a:pt x="173704" y="194370"/>
                  <a:pt x="173717" y="194779"/>
                </a:cubicBezTo>
                <a:cubicBezTo>
                  <a:pt x="173730" y="195188"/>
                  <a:pt x="173736" y="195613"/>
                  <a:pt x="173733" y="196054"/>
                </a:cubicBezTo>
                <a:cubicBezTo>
                  <a:pt x="173746" y="197771"/>
                  <a:pt x="173337" y="199249"/>
                  <a:pt x="172505" y="200487"/>
                </a:cubicBezTo>
                <a:cubicBezTo>
                  <a:pt x="171673" y="201725"/>
                  <a:pt x="170339" y="202374"/>
                  <a:pt x="168503" y="202432"/>
                </a:cubicBezTo>
                <a:cubicBezTo>
                  <a:pt x="167605" y="202424"/>
                  <a:pt x="166723" y="202281"/>
                  <a:pt x="165856" y="202002"/>
                </a:cubicBezTo>
                <a:cubicBezTo>
                  <a:pt x="164990" y="201723"/>
                  <a:pt x="164171" y="201356"/>
                  <a:pt x="163401" y="200902"/>
                </a:cubicBezTo>
                <a:lnTo>
                  <a:pt x="106128" y="170798"/>
                </a:lnTo>
                <a:lnTo>
                  <a:pt x="48854" y="200902"/>
                </a:lnTo>
                <a:cubicBezTo>
                  <a:pt x="48028" y="201356"/>
                  <a:pt x="47193" y="201723"/>
                  <a:pt x="46351" y="202002"/>
                </a:cubicBezTo>
                <a:cubicBezTo>
                  <a:pt x="45509" y="202281"/>
                  <a:pt x="44642" y="202424"/>
                  <a:pt x="43752" y="202432"/>
                </a:cubicBezTo>
                <a:cubicBezTo>
                  <a:pt x="41910" y="202374"/>
                  <a:pt x="40555" y="201725"/>
                  <a:pt x="39686" y="200487"/>
                </a:cubicBezTo>
                <a:cubicBezTo>
                  <a:pt x="38817" y="199249"/>
                  <a:pt x="38387" y="197771"/>
                  <a:pt x="38395" y="196054"/>
                </a:cubicBezTo>
                <a:cubicBezTo>
                  <a:pt x="38397" y="195613"/>
                  <a:pt x="38424" y="195188"/>
                  <a:pt x="38474" y="194779"/>
                </a:cubicBezTo>
                <a:cubicBezTo>
                  <a:pt x="38525" y="194370"/>
                  <a:pt x="38583" y="193944"/>
                  <a:pt x="38650" y="193503"/>
                </a:cubicBezTo>
                <a:lnTo>
                  <a:pt x="49620" y="129725"/>
                </a:lnTo>
                <a:lnTo>
                  <a:pt x="3189" y="84569"/>
                </a:lnTo>
                <a:cubicBezTo>
                  <a:pt x="2386" y="83732"/>
                  <a:pt x="1664" y="82792"/>
                  <a:pt x="1020" y="81747"/>
                </a:cubicBezTo>
                <a:cubicBezTo>
                  <a:pt x="377" y="80703"/>
                  <a:pt x="37" y="79603"/>
                  <a:pt x="0" y="78447"/>
                </a:cubicBezTo>
                <a:cubicBezTo>
                  <a:pt x="98" y="76560"/>
                  <a:pt x="890" y="75167"/>
                  <a:pt x="2376" y="74269"/>
                </a:cubicBezTo>
                <a:cubicBezTo>
                  <a:pt x="3861" y="73371"/>
                  <a:pt x="5450" y="72808"/>
                  <a:pt x="7143" y="72579"/>
                </a:cubicBezTo>
                <a:lnTo>
                  <a:pt x="71177" y="63267"/>
                </a:lnTo>
                <a:lnTo>
                  <a:pt x="99877" y="5229"/>
                </a:lnTo>
                <a:cubicBezTo>
                  <a:pt x="100457" y="3951"/>
                  <a:pt x="101275" y="2776"/>
                  <a:pt x="102333" y="1705"/>
                </a:cubicBezTo>
                <a:cubicBezTo>
                  <a:pt x="103390" y="635"/>
                  <a:pt x="104655" y="66"/>
                  <a:pt x="106128" y="0"/>
                </a:cubicBezTo>
                <a:close/>
              </a:path>
            </a:pathLst>
          </a:custGeom>
          <a:solidFill>
            <a:srgbClr val="E4475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4845F61E-B16C-4799-A649-8F59E6D0CC20}"/>
              </a:ext>
            </a:extLst>
          </p:cNvPr>
          <p:cNvSpPr txBox="1"/>
          <p:nvPr/>
        </p:nvSpPr>
        <p:spPr>
          <a:xfrm>
            <a:off x="7011039" y="1383945"/>
            <a:ext cx="963989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solidFill>
                  <a:srgbClr val="E44754"/>
                </a:solidFill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rPr>
              <a:t>(Footer)</a:t>
            </a: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5E538E2D-864B-4283-8801-D3BA2C828F09}"/>
              </a:ext>
            </a:extLst>
          </p:cNvPr>
          <p:cNvSpPr txBox="1"/>
          <p:nvPr/>
        </p:nvSpPr>
        <p:spPr>
          <a:xfrm>
            <a:off x="6522148" y="2338940"/>
            <a:ext cx="9790962" cy="4657685"/>
          </a:xfrm>
          <a:prstGeom prst="rect">
            <a:avLst/>
          </a:prstGeom>
          <a:noFill/>
          <a:ln>
            <a:noFill/>
            <a:prstDash val="sysDot"/>
          </a:ln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pt-BR" sz="2000" b="1" dirty="0">
                <a:solidFill>
                  <a:srgbClr val="000000"/>
                </a:solidFill>
                <a:latin typeface="Raleway" panose="020B0503030101060003" pitchFamily="34" charset="0"/>
              </a:rPr>
              <a:t>ATENÇÃO: esta oferta é condição de lançamento e pode sofrer alteração a qualquer momento, sem prévio aviso.</a:t>
            </a:r>
          </a:p>
          <a:p>
            <a:pPr defTabSz="360000">
              <a:lnSpc>
                <a:spcPct val="150000"/>
              </a:lnSpc>
            </a:pPr>
            <a:endParaRPr lang="pt-BR" sz="2000" b="1" dirty="0">
              <a:solidFill>
                <a:srgbClr val="E7004C"/>
              </a:solidFill>
              <a:latin typeface="Raleway" panose="020B0503030101060003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b="0" i="0" dirty="0">
                <a:solidFill>
                  <a:srgbClr val="000000"/>
                </a:solidFill>
                <a:effectLst/>
                <a:latin typeface="Raleway" panose="020B0503030101060003" pitchFamily="34" charset="0"/>
              </a:rPr>
              <a:t>Este site não faz parte do website do Google ou do Facebook. Além disso, esse site não é endossado pelo Google ou pelo Facebook em qualquer aspecto. Google e Facebook são marcas comerciais. Este produto não garante a obtenção de resultados. Qualquer referência ao desempenho de uma estratégia não deve ser interpretada como uma garantia de resultados.</a:t>
            </a:r>
          </a:p>
          <a:p>
            <a:pPr defTabSz="360000">
              <a:lnSpc>
                <a:spcPct val="150000"/>
              </a:lnSpc>
            </a:pPr>
            <a:endParaRPr lang="pt-BR" sz="2000" dirty="0">
              <a:solidFill>
                <a:srgbClr val="000000"/>
              </a:solidFill>
              <a:latin typeface="Raleway" panose="020B0503030101060003" pitchFamily="34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pt-BR" sz="2000" b="1" dirty="0">
                <a:solidFill>
                  <a:srgbClr val="000000"/>
                </a:solidFill>
                <a:latin typeface="Raleway" panose="020B0503030101060003" pitchFamily="34" charset="0"/>
                <a:ea typeface="Roboto Light" panose="02000000000000000000" pitchFamily="2" charset="0"/>
                <a:cs typeface="Open Sans Light" panose="020B0306030504020204" pitchFamily="34" charset="0"/>
              </a:rPr>
              <a:t>Dados de contato e da empresa (ou do produtor)</a:t>
            </a:r>
            <a:endParaRPr lang="pt-BR" sz="2000" b="1" dirty="0">
              <a:solidFill>
                <a:schemeClr val="bg1"/>
              </a:solidFill>
              <a:latin typeface="Roboto Light" panose="02000000000000000000" pitchFamily="2" charset="0"/>
              <a:ea typeface="Roboto Light" panose="02000000000000000000" pitchFamily="2" charset="0"/>
              <a:cs typeface="Open Sans Light" panose="020B03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3523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/>
          <p:cNvSpPr txBox="1"/>
          <p:nvPr/>
        </p:nvSpPr>
        <p:spPr>
          <a:xfrm>
            <a:off x="1935110" y="4079580"/>
            <a:ext cx="6518010" cy="28082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360000">
              <a:lnSpc>
                <a:spcPct val="150000"/>
              </a:lnSpc>
            </a:pP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Após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preencher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todas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as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variáveis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desse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documento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você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poderá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transferir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para a copy para a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sua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página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vendas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em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qualquer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formato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desenvolvimento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.</a:t>
            </a:r>
          </a:p>
          <a:p>
            <a:pPr defTabSz="360000">
              <a:lnSpc>
                <a:spcPct val="150000"/>
              </a:lnSpc>
            </a:pPr>
            <a:endParaRPr lang="en-US" sz="2000" dirty="0">
              <a:solidFill>
                <a:srgbClr val="000000"/>
              </a:solidFill>
              <a:latin typeface="Raleway" panose="020B0503030101060003" pitchFamily="34" charset="0"/>
            </a:endParaRPr>
          </a:p>
          <a:p>
            <a:pPr defTabSz="360000">
              <a:lnSpc>
                <a:spcPct val="150000"/>
              </a:lnSpc>
            </a:pP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Para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dúvidas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sobre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preenchimento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,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assista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o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treinamento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ou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converse no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grupo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 de </a:t>
            </a:r>
            <a:r>
              <a:rPr lang="en-US" sz="2000" dirty="0" err="1">
                <a:solidFill>
                  <a:srgbClr val="000000"/>
                </a:solidFill>
                <a:latin typeface="Raleway" panose="020B0503030101060003" pitchFamily="34" charset="0"/>
              </a:rPr>
              <a:t>suporte</a:t>
            </a:r>
            <a:r>
              <a:rPr lang="en-US" sz="2000" dirty="0">
                <a:solidFill>
                  <a:srgbClr val="000000"/>
                </a:solidFill>
                <a:latin typeface="Raleway" panose="020B0503030101060003" pitchFamily="34" charset="0"/>
              </a:rPr>
              <a:t>. </a:t>
            </a:r>
            <a:endParaRPr lang="ru-RU" sz="2000" dirty="0">
              <a:solidFill>
                <a:srgbClr val="000000"/>
              </a:solidFill>
              <a:latin typeface="Raleway" panose="020B0503030101060003" pitchFamily="34" charset="0"/>
            </a:endParaRPr>
          </a:p>
        </p:txBody>
      </p:sp>
      <p:pic>
        <p:nvPicPr>
          <p:cNvPr id="8" name="Espaço Reservado para Imagem 7">
            <a:extLst>
              <a:ext uri="{FF2B5EF4-FFF2-40B4-BE49-F238E27FC236}">
                <a16:creationId xmlns:a16="http://schemas.microsoft.com/office/drawing/2014/main" id="{C0A3DCCD-C411-488C-9A0D-5502A62A404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98" r="5798"/>
          <a:stretch>
            <a:fillRect/>
          </a:stretch>
        </p:blipFill>
        <p:spPr/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BC54E76-10FF-4584-A5BC-6863705D95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5110" y="2454186"/>
            <a:ext cx="2926086" cy="1280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373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ust 03">
      <a:dk1>
        <a:sysClr val="windowText" lastClr="000000"/>
      </a:dk1>
      <a:lt1>
        <a:srgbClr val="3F3F3F"/>
      </a:lt1>
      <a:dk2>
        <a:srgbClr val="A35200"/>
      </a:dk2>
      <a:lt2>
        <a:srgbClr val="FFFFFF"/>
      </a:lt2>
      <a:accent1>
        <a:srgbClr val="C46200"/>
      </a:accent1>
      <a:accent2>
        <a:srgbClr val="E8E8E8"/>
      </a:accent2>
      <a:accent3>
        <a:srgbClr val="FD9605"/>
      </a:accent3>
      <a:accent4>
        <a:srgbClr val="FFAD0E"/>
      </a:accent4>
      <a:accent5>
        <a:srgbClr val="FC8708"/>
      </a:accent5>
      <a:accent6>
        <a:srgbClr val="FF7200"/>
      </a:accent6>
      <a:hlink>
        <a:srgbClr val="FFFFFF"/>
      </a:hlink>
      <a:folHlink>
        <a:srgbClr val="FFFFFF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232B36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43496</TotalTime>
  <Words>1460</Words>
  <Application>Microsoft Office PowerPoint</Application>
  <PresentationFormat>Personalizar</PresentationFormat>
  <Paragraphs>180</Paragraphs>
  <Slides>33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43" baseType="lpstr">
      <vt:lpstr>Arial</vt:lpstr>
      <vt:lpstr>Calibri</vt:lpstr>
      <vt:lpstr>Montserrat</vt:lpstr>
      <vt:lpstr>Montserrat ExtraBold</vt:lpstr>
      <vt:lpstr>Poppins</vt:lpstr>
      <vt:lpstr>Raleway</vt:lpstr>
      <vt:lpstr>Roboto</vt:lpstr>
      <vt:lpstr>Roboto Black</vt:lpstr>
      <vt:lpstr>Roboto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44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Thiago Correa Neves</cp:lastModifiedBy>
  <cp:revision>2817</cp:revision>
  <dcterms:created xsi:type="dcterms:W3CDTF">2015-02-25T15:20:40Z</dcterms:created>
  <dcterms:modified xsi:type="dcterms:W3CDTF">2021-12-28T18:53:09Z</dcterms:modified>
</cp:coreProperties>
</file>